
<file path=[Content_Types].xml><?xml version="1.0" encoding="utf-8"?>
<Types xmlns="http://schemas.openxmlformats.org/package/2006/content-types">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8.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0.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1.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12.xml" ContentType="application/vnd.openxmlformats-officedocument.presentationml.notesSlid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0"/>
  </p:notesMasterIdLst>
  <p:handoutMasterIdLst>
    <p:handoutMasterId r:id="rId21"/>
  </p:handoutMasterIdLst>
  <p:sldIdLst>
    <p:sldId id="289" r:id="rId5"/>
    <p:sldId id="298" r:id="rId6"/>
    <p:sldId id="299" r:id="rId7"/>
    <p:sldId id="300" r:id="rId8"/>
    <p:sldId id="301" r:id="rId9"/>
    <p:sldId id="302" r:id="rId10"/>
    <p:sldId id="303" r:id="rId11"/>
    <p:sldId id="304" r:id="rId12"/>
    <p:sldId id="305" r:id="rId13"/>
    <p:sldId id="306" r:id="rId14"/>
    <p:sldId id="307" r:id="rId15"/>
    <p:sldId id="308" r:id="rId16"/>
    <p:sldId id="313" r:id="rId17"/>
    <p:sldId id="310" r:id="rId18"/>
    <p:sldId id="28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13" orient="horz" pos="216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0A2"/>
    <a:srgbClr val="404040"/>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3487" autoAdjust="0"/>
  </p:normalViewPr>
  <p:slideViewPr>
    <p:cSldViewPr snapToGrid="0">
      <p:cViewPr>
        <p:scale>
          <a:sx n="60" d="100"/>
          <a:sy n="60" d="100"/>
        </p:scale>
        <p:origin x="936" y="180"/>
      </p:cViewPr>
      <p:guideLst>
        <p:guide pos="3840"/>
        <p:guide orient="horz" pos="2160"/>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this%20pc\AppData\Roaming\Microsoft\Excel\car_sales_data_from%20Google_bigquery_4%20(version%201).xlsb"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20(version%201)%20(version%201).xlsb.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20(version%201).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20(version%201).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this%20pc\Dropbox\PC\Documents\BrightLearn\Projects\Project%203_Car_Sales_Data\car_sales_data_from%20Google_bigquery_4%20(version%201)%20(version%201).xlsb.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pivotSource>
    <c:name>[car_sales_data_from Google_bigquery_4.xlsx]Pivot results!PivotTable11</c:name>
    <c:fmtId val="8"/>
  </c:pivotSource>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dirty="0">
                <a:solidFill>
                  <a:schemeClr val="bg1"/>
                </a:solidFill>
              </a:rPr>
              <a:t>Revenue by product</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dk1">
              <a:tint val="88500"/>
            </a:schemeClr>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dk1">
              <a:tint val="88500"/>
            </a:schemeClr>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dk1">
              <a:tint val="88500"/>
            </a:schemeClr>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dk1">
              <a:tint val="88500"/>
            </a:schemeClr>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dk1">
              <a:tint val="88500"/>
            </a:schemeClr>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results'!$B$8</c:f>
              <c:strCache>
                <c:ptCount val="1"/>
                <c:pt idx="0">
                  <c:v>Total</c:v>
                </c:pt>
              </c:strCache>
            </c:strRef>
          </c:tx>
          <c:spPr>
            <a:solidFill>
              <a:schemeClr val="dk1">
                <a:tint val="88500"/>
              </a:schemeClr>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'Pivot results'!$A$9:$A$76</c:f>
              <c:strCache>
                <c:ptCount val="67"/>
                <c:pt idx="0">
                  <c:v>Ford</c:v>
                </c:pt>
                <c:pt idx="1">
                  <c:v>chevrolet</c:v>
                </c:pt>
                <c:pt idx="2">
                  <c:v>Nissan</c:v>
                </c:pt>
                <c:pt idx="3">
                  <c:v>toyota</c:v>
                </c:pt>
                <c:pt idx="4">
                  <c:v>BMW</c:v>
                </c:pt>
                <c:pt idx="5">
                  <c:v>Mercedes-Benz</c:v>
                </c:pt>
                <c:pt idx="6">
                  <c:v>Dodge</c:v>
                </c:pt>
                <c:pt idx="7">
                  <c:v>Infiniti</c:v>
                </c:pt>
                <c:pt idx="8">
                  <c:v>Honda</c:v>
                </c:pt>
                <c:pt idx="9">
                  <c:v>Lexus</c:v>
                </c:pt>
                <c:pt idx="10">
                  <c:v>Hyundai</c:v>
                </c:pt>
                <c:pt idx="11">
                  <c:v>Jeep</c:v>
                </c:pt>
                <c:pt idx="12">
                  <c:v>Kia</c:v>
                </c:pt>
                <c:pt idx="13">
                  <c:v>Chrysler</c:v>
                </c:pt>
                <c:pt idx="14">
                  <c:v>GMC</c:v>
                </c:pt>
                <c:pt idx="15">
                  <c:v>Volkswagen</c:v>
                </c:pt>
                <c:pt idx="16">
                  <c:v>Audi</c:v>
                </c:pt>
                <c:pt idx="17">
                  <c:v>Ram</c:v>
                </c:pt>
                <c:pt idx="18">
                  <c:v>Cadillac</c:v>
                </c:pt>
                <c:pt idx="19">
                  <c:v>Lincoln</c:v>
                </c:pt>
                <c:pt idx="20">
                  <c:v>(blank)</c:v>
                </c:pt>
                <c:pt idx="21">
                  <c:v>Mazda</c:v>
                </c:pt>
                <c:pt idx="22">
                  <c:v>Acura</c:v>
                </c:pt>
                <c:pt idx="23">
                  <c:v>Subaru</c:v>
                </c:pt>
                <c:pt idx="24">
                  <c:v>Land Rover</c:v>
                </c:pt>
                <c:pt idx="25">
                  <c:v>Porsche</c:v>
                </c:pt>
                <c:pt idx="26">
                  <c:v>Buick</c:v>
                </c:pt>
                <c:pt idx="27">
                  <c:v>Volvo</c:v>
                </c:pt>
                <c:pt idx="28">
                  <c:v>MINI</c:v>
                </c:pt>
                <c:pt idx="29">
                  <c:v>Mitsubishi</c:v>
                </c:pt>
                <c:pt idx="30">
                  <c:v>Jaguar</c:v>
                </c:pt>
                <c:pt idx="31">
                  <c:v>Pontiac</c:v>
                </c:pt>
                <c:pt idx="32">
                  <c:v>Scion</c:v>
                </c:pt>
                <c:pt idx="33">
                  <c:v>HUMMER</c:v>
                </c:pt>
                <c:pt idx="34">
                  <c:v>Saturn</c:v>
                </c:pt>
                <c:pt idx="35">
                  <c:v>FIAT</c:v>
                </c:pt>
                <c:pt idx="36">
                  <c:v>Bentley</c:v>
                </c:pt>
                <c:pt idx="37">
                  <c:v>Mercury</c:v>
                </c:pt>
                <c:pt idx="38">
                  <c:v>Maserati</c:v>
                </c:pt>
                <c:pt idx="39">
                  <c:v>Suzuki</c:v>
                </c:pt>
                <c:pt idx="40">
                  <c:v>Rolls-Royce</c:v>
                </c:pt>
                <c:pt idx="41">
                  <c:v>smart</c:v>
                </c:pt>
                <c:pt idx="42">
                  <c:v>Ferrari</c:v>
                </c:pt>
                <c:pt idx="43">
                  <c:v>Saab</c:v>
                </c:pt>
                <c:pt idx="44">
                  <c:v>Tesla</c:v>
                </c:pt>
                <c:pt idx="45">
                  <c:v>Aston Martin</c:v>
                </c:pt>
                <c:pt idx="46">
                  <c:v>mercedes</c:v>
                </c:pt>
                <c:pt idx="47">
                  <c:v>Lamborghini</c:v>
                </c:pt>
                <c:pt idx="48">
                  <c:v>Fisker</c:v>
                </c:pt>
                <c:pt idx="49">
                  <c:v>Oldsmobile</c:v>
                </c:pt>
                <c:pt idx="50">
                  <c:v>Isuzu</c:v>
                </c:pt>
                <c:pt idx="51">
                  <c:v>vw</c:v>
                </c:pt>
                <c:pt idx="52">
                  <c:v>landrover</c:v>
                </c:pt>
                <c:pt idx="53">
                  <c:v>Plymouth</c:v>
                </c:pt>
                <c:pt idx="54">
                  <c:v>gmc truck</c:v>
                </c:pt>
                <c:pt idx="55">
                  <c:v>airstream</c:v>
                </c:pt>
                <c:pt idx="56">
                  <c:v>Lotus</c:v>
                </c:pt>
                <c:pt idx="57">
                  <c:v>mercedes-b</c:v>
                </c:pt>
                <c:pt idx="58">
                  <c:v>Geo</c:v>
                </c:pt>
                <c:pt idx="59">
                  <c:v>mazda tk</c:v>
                </c:pt>
                <c:pt idx="60">
                  <c:v>ford tk</c:v>
                </c:pt>
                <c:pt idx="61">
                  <c:v>hyundai tk</c:v>
                </c:pt>
                <c:pt idx="62">
                  <c:v>chev truck</c:v>
                </c:pt>
                <c:pt idx="63">
                  <c:v>ford truck</c:v>
                </c:pt>
                <c:pt idx="64">
                  <c:v>Daewoo</c:v>
                </c:pt>
                <c:pt idx="65">
                  <c:v>dodge tk</c:v>
                </c:pt>
                <c:pt idx="66">
                  <c:v>dot</c:v>
                </c:pt>
              </c:strCache>
            </c:strRef>
          </c:cat>
          <c:val>
            <c:numRef>
              <c:f>'Pivot results'!$B$9:$B$76</c:f>
              <c:numCache>
                <c:formatCode>_-[$R-1C09]* #\ ##0_-;\-[$R-1C09]* #\ ##0_-;_-[$R-1C09]* "-"??_-;_-@_-</c:formatCode>
                <c:ptCount val="67"/>
                <c:pt idx="0">
                  <c:v>1340185469</c:v>
                </c:pt>
                <c:pt idx="1">
                  <c:v>710045171</c:v>
                </c:pt>
                <c:pt idx="2">
                  <c:v>626385216</c:v>
                </c:pt>
                <c:pt idx="3">
                  <c:v>481977225</c:v>
                </c:pt>
                <c:pt idx="4">
                  <c:v>439704163</c:v>
                </c:pt>
                <c:pt idx="5">
                  <c:v>364365604</c:v>
                </c:pt>
                <c:pt idx="6">
                  <c:v>340487444</c:v>
                </c:pt>
                <c:pt idx="7">
                  <c:v>308984690</c:v>
                </c:pt>
                <c:pt idx="8">
                  <c:v>293723484</c:v>
                </c:pt>
                <c:pt idx="9">
                  <c:v>238265055</c:v>
                </c:pt>
                <c:pt idx="10">
                  <c:v>237623436</c:v>
                </c:pt>
                <c:pt idx="11">
                  <c:v>226442778</c:v>
                </c:pt>
                <c:pt idx="12">
                  <c:v>211632538</c:v>
                </c:pt>
                <c:pt idx="13">
                  <c:v>190915215</c:v>
                </c:pt>
                <c:pt idx="14">
                  <c:v>176083920</c:v>
                </c:pt>
                <c:pt idx="15">
                  <c:v>116150579</c:v>
                </c:pt>
                <c:pt idx="16">
                  <c:v>114946475</c:v>
                </c:pt>
                <c:pt idx="17">
                  <c:v>113519611</c:v>
                </c:pt>
                <c:pt idx="18">
                  <c:v>112342321</c:v>
                </c:pt>
                <c:pt idx="19">
                  <c:v>95977265</c:v>
                </c:pt>
                <c:pt idx="20">
                  <c:v>90711158</c:v>
                </c:pt>
                <c:pt idx="21">
                  <c:v>84248992</c:v>
                </c:pt>
                <c:pt idx="22">
                  <c:v>81483500</c:v>
                </c:pt>
                <c:pt idx="23">
                  <c:v>76774686</c:v>
                </c:pt>
                <c:pt idx="24">
                  <c:v>57566605</c:v>
                </c:pt>
                <c:pt idx="25">
                  <c:v>55002951</c:v>
                </c:pt>
                <c:pt idx="26">
                  <c:v>54026275</c:v>
                </c:pt>
                <c:pt idx="27">
                  <c:v>42823002</c:v>
                </c:pt>
                <c:pt idx="28">
                  <c:v>38891150</c:v>
                </c:pt>
                <c:pt idx="29">
                  <c:v>34448808</c:v>
                </c:pt>
                <c:pt idx="30">
                  <c:v>27763026</c:v>
                </c:pt>
                <c:pt idx="31">
                  <c:v>16698151</c:v>
                </c:pt>
                <c:pt idx="32">
                  <c:v>15850500</c:v>
                </c:pt>
                <c:pt idx="33">
                  <c:v>11727438</c:v>
                </c:pt>
                <c:pt idx="34">
                  <c:v>9382600</c:v>
                </c:pt>
                <c:pt idx="35">
                  <c:v>8866977</c:v>
                </c:pt>
                <c:pt idx="36">
                  <c:v>8514150</c:v>
                </c:pt>
                <c:pt idx="37">
                  <c:v>7760150</c:v>
                </c:pt>
                <c:pt idx="38">
                  <c:v>6017800</c:v>
                </c:pt>
                <c:pt idx="39">
                  <c:v>4176020</c:v>
                </c:pt>
                <c:pt idx="40">
                  <c:v>2609300</c:v>
                </c:pt>
                <c:pt idx="41">
                  <c:v>2455100</c:v>
                </c:pt>
                <c:pt idx="42">
                  <c:v>2417000</c:v>
                </c:pt>
                <c:pt idx="43">
                  <c:v>1728350</c:v>
                </c:pt>
                <c:pt idx="44">
                  <c:v>1542250</c:v>
                </c:pt>
                <c:pt idx="45">
                  <c:v>1370300</c:v>
                </c:pt>
                <c:pt idx="46">
                  <c:v>499400</c:v>
                </c:pt>
                <c:pt idx="47">
                  <c:v>450500</c:v>
                </c:pt>
                <c:pt idx="48">
                  <c:v>418150</c:v>
                </c:pt>
                <c:pt idx="49">
                  <c:v>357850</c:v>
                </c:pt>
                <c:pt idx="50">
                  <c:v>341776</c:v>
                </c:pt>
                <c:pt idx="51">
                  <c:v>328150</c:v>
                </c:pt>
                <c:pt idx="52">
                  <c:v>310950</c:v>
                </c:pt>
                <c:pt idx="53">
                  <c:v>196775</c:v>
                </c:pt>
                <c:pt idx="54">
                  <c:v>76125</c:v>
                </c:pt>
                <c:pt idx="55">
                  <c:v>71000</c:v>
                </c:pt>
                <c:pt idx="56">
                  <c:v>40800</c:v>
                </c:pt>
                <c:pt idx="57">
                  <c:v>27300</c:v>
                </c:pt>
                <c:pt idx="58">
                  <c:v>10050</c:v>
                </c:pt>
                <c:pt idx="59">
                  <c:v>6500</c:v>
                </c:pt>
                <c:pt idx="60">
                  <c:v>2800</c:v>
                </c:pt>
                <c:pt idx="61">
                  <c:v>2100</c:v>
                </c:pt>
                <c:pt idx="62">
                  <c:v>2000</c:v>
                </c:pt>
                <c:pt idx="63">
                  <c:v>1450</c:v>
                </c:pt>
                <c:pt idx="64">
                  <c:v>1200</c:v>
                </c:pt>
                <c:pt idx="65">
                  <c:v>550</c:v>
                </c:pt>
                <c:pt idx="66">
                  <c:v>500</c:v>
                </c:pt>
              </c:numCache>
            </c:numRef>
          </c:val>
          <c:extLst>
            <c:ext xmlns:c16="http://schemas.microsoft.com/office/drawing/2014/chart" uri="{C3380CC4-5D6E-409C-BE32-E72D297353CC}">
              <c16:uniqueId val="{00000000-D5DF-4BDD-B543-FDECA3AC64F7}"/>
            </c:ext>
          </c:extLst>
        </c:ser>
        <c:dLbls>
          <c:dLblPos val="outEnd"/>
          <c:showLegendKey val="0"/>
          <c:showVal val="1"/>
          <c:showCatName val="0"/>
          <c:showSerName val="0"/>
          <c:showPercent val="0"/>
          <c:showBubbleSize val="0"/>
        </c:dLbls>
        <c:gapWidth val="444"/>
        <c:overlap val="-90"/>
        <c:axId val="1622074607"/>
        <c:axId val="1622053967"/>
      </c:barChart>
      <c:catAx>
        <c:axId val="162207460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bg1"/>
                </a:solidFill>
                <a:latin typeface="+mn-lt"/>
                <a:ea typeface="+mn-ea"/>
                <a:cs typeface="+mn-cs"/>
              </a:defRPr>
            </a:pPr>
            <a:endParaRPr lang="en-US"/>
          </a:p>
        </c:txPr>
        <c:crossAx val="1622053967"/>
        <c:crosses val="autoZero"/>
        <c:auto val="1"/>
        <c:lblAlgn val="ctr"/>
        <c:lblOffset val="100"/>
        <c:noMultiLvlLbl val="0"/>
      </c:catAx>
      <c:valAx>
        <c:axId val="1622053967"/>
        <c:scaling>
          <c:orientation val="minMax"/>
        </c:scaling>
        <c:delete val="1"/>
        <c:axPos val="l"/>
        <c:numFmt formatCode="_-[$R-1C09]* #\ ##0_-;\-[$R-1C09]* #\ ##0_-;_-[$R-1C09]* &quot;-&quot;??_-;_-@_-" sourceLinked="1"/>
        <c:majorTickMark val="none"/>
        <c:minorTickMark val="none"/>
        <c:tickLblPos val="nextTo"/>
        <c:crossAx val="162207460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Google_bigquery_4.xlsx]Pivot results!PivotTable16</c:name>
    <c:fmtId val="5"/>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dirty="0">
                <a:solidFill>
                  <a:schemeClr val="bg1"/>
                </a:solidFill>
              </a:rPr>
              <a:t>Revenue</a:t>
            </a:r>
            <a:r>
              <a:rPr lang="en-US" baseline="0" dirty="0">
                <a:solidFill>
                  <a:schemeClr val="bg1"/>
                </a:solidFill>
              </a:rPr>
              <a:t> over time</a:t>
            </a:r>
            <a:endParaRPr lang="en-US" dirty="0">
              <a:solidFill>
                <a:schemeClr val="bg1"/>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results'!$B$158</c:f>
              <c:strCache>
                <c:ptCount val="1"/>
                <c:pt idx="0">
                  <c:v>Total</c:v>
                </c:pt>
              </c:strCache>
            </c:strRef>
          </c:tx>
          <c:spPr>
            <a:ln w="28575" cap="rnd">
              <a:solidFill>
                <a:schemeClr val="accent1"/>
              </a:solidFill>
              <a:round/>
            </a:ln>
            <a:effectLst/>
          </c:spPr>
          <c:marker>
            <c:symbol val="none"/>
          </c:marker>
          <c:cat>
            <c:multiLvlStrRef>
              <c:f>'Pivot results'!$A$159:$A$171</c:f>
              <c:multiLvlStrCache>
                <c:ptCount val="10"/>
                <c:lvl>
                  <c:pt idx="0">
                    <c:v>January</c:v>
                  </c:pt>
                  <c:pt idx="1">
                    <c:v>February</c:v>
                  </c:pt>
                  <c:pt idx="2">
                    <c:v>December</c:v>
                  </c:pt>
                  <c:pt idx="3">
                    <c:v>January</c:v>
                  </c:pt>
                  <c:pt idx="4">
                    <c:v>February</c:v>
                  </c:pt>
                  <c:pt idx="5">
                    <c:v>March</c:v>
                  </c:pt>
                  <c:pt idx="6">
                    <c:v>April</c:v>
                  </c:pt>
                  <c:pt idx="7">
                    <c:v>May</c:v>
                  </c:pt>
                  <c:pt idx="8">
                    <c:v>June</c:v>
                  </c:pt>
                  <c:pt idx="9">
                    <c:v>July</c:v>
                  </c:pt>
                </c:lvl>
                <c:lvl>
                  <c:pt idx="0">
                    <c:v>2014</c:v>
                  </c:pt>
                  <c:pt idx="3">
                    <c:v>2015</c:v>
                  </c:pt>
                </c:lvl>
              </c:multiLvlStrCache>
            </c:multiLvlStrRef>
          </c:cat>
          <c:val>
            <c:numRef>
              <c:f>'Pivot results'!$B$159:$B$171</c:f>
              <c:numCache>
                <c:formatCode>_-[$R-1C09]* #\ ##0_-;\-[$R-1C09]* #\ ##0_-;_-[$R-1C09]* "-"??_-;_-@_-</c:formatCode>
                <c:ptCount val="10"/>
                <c:pt idx="0">
                  <c:v>3203325</c:v>
                </c:pt>
                <c:pt idx="1">
                  <c:v>10500</c:v>
                </c:pt>
                <c:pt idx="2">
                  <c:v>591042394</c:v>
                </c:pt>
                <c:pt idx="3">
                  <c:v>1840722289</c:v>
                </c:pt>
                <c:pt idx="4">
                  <c:v>2167109858</c:v>
                </c:pt>
                <c:pt idx="5">
                  <c:v>615742223</c:v>
                </c:pt>
                <c:pt idx="6">
                  <c:v>14658605</c:v>
                </c:pt>
                <c:pt idx="7">
                  <c:v>746497406</c:v>
                </c:pt>
                <c:pt idx="8">
                  <c:v>1487141910</c:v>
                </c:pt>
                <c:pt idx="9">
                  <c:v>21631314</c:v>
                </c:pt>
              </c:numCache>
            </c:numRef>
          </c:val>
          <c:smooth val="0"/>
          <c:extLst>
            <c:ext xmlns:c16="http://schemas.microsoft.com/office/drawing/2014/chart" uri="{C3380CC4-5D6E-409C-BE32-E72D297353CC}">
              <c16:uniqueId val="{00000000-2313-46D4-A6D5-556589FEF9E2}"/>
            </c:ext>
          </c:extLst>
        </c:ser>
        <c:dLbls>
          <c:showLegendKey val="0"/>
          <c:showVal val="0"/>
          <c:showCatName val="0"/>
          <c:showSerName val="0"/>
          <c:showPercent val="0"/>
          <c:showBubbleSize val="0"/>
        </c:dLbls>
        <c:smooth val="0"/>
        <c:axId val="1622069807"/>
        <c:axId val="1622063087"/>
      </c:lineChart>
      <c:catAx>
        <c:axId val="16220698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22063087"/>
        <c:crosses val="autoZero"/>
        <c:auto val="1"/>
        <c:lblAlgn val="ctr"/>
        <c:lblOffset val="100"/>
        <c:noMultiLvlLbl val="0"/>
      </c:catAx>
      <c:valAx>
        <c:axId val="1622063087"/>
        <c:scaling>
          <c:orientation val="minMax"/>
        </c:scaling>
        <c:delete val="0"/>
        <c:axPos val="l"/>
        <c:majorGridlines>
          <c:spPr>
            <a:ln w="9525" cap="flat" cmpd="sng" algn="ctr">
              <a:solidFill>
                <a:schemeClr val="tx1">
                  <a:lumMod val="15000"/>
                  <a:lumOff val="85000"/>
                </a:schemeClr>
              </a:solidFill>
              <a:round/>
            </a:ln>
            <a:effectLst/>
          </c:spPr>
        </c:majorGridlines>
        <c:numFmt formatCode="_-[$R-1C09]* #\ ##0_-;\-[$R-1C09]* #\ ##0_-;_-[$R-1C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2206980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Google_bigquery_4.xlsx]Pivot results!PivotTable17</c:name>
    <c:fmtId val="5"/>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dirty="0">
                <a:solidFill>
                  <a:schemeClr val="bg1"/>
                </a:solidFill>
              </a:rPr>
              <a:t>Revenue by sale times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results'!$B$180</c:f>
              <c:strCache>
                <c:ptCount val="1"/>
                <c:pt idx="0">
                  <c:v>Total</c:v>
                </c:pt>
              </c:strCache>
            </c:strRef>
          </c:tx>
          <c:spPr>
            <a:ln w="28575" cap="rnd">
              <a:solidFill>
                <a:schemeClr val="accent1"/>
              </a:solidFill>
              <a:round/>
            </a:ln>
            <a:effectLst/>
          </c:spPr>
          <c:marker>
            <c:symbol val="none"/>
          </c:marker>
          <c:cat>
            <c:multiLvlStrRef>
              <c:f>'Pivot results'!$A$181:$A$189</c:f>
              <c:multiLvlStrCache>
                <c:ptCount val="6"/>
                <c:lvl>
                  <c:pt idx="0">
                    <c:v>Afternoon</c:v>
                  </c:pt>
                  <c:pt idx="1">
                    <c:v>Evening</c:v>
                  </c:pt>
                  <c:pt idx="2">
                    <c:v>Morning</c:v>
                  </c:pt>
                  <c:pt idx="3">
                    <c:v>Afternoon</c:v>
                  </c:pt>
                  <c:pt idx="4">
                    <c:v>Evening</c:v>
                  </c:pt>
                  <c:pt idx="5">
                    <c:v>Morning</c:v>
                  </c:pt>
                </c:lvl>
                <c:lvl>
                  <c:pt idx="0">
                    <c:v>Weekday</c:v>
                  </c:pt>
                  <c:pt idx="3">
                    <c:v>Weekend</c:v>
                  </c:pt>
                </c:lvl>
              </c:multiLvlStrCache>
            </c:multiLvlStrRef>
          </c:cat>
          <c:val>
            <c:numRef>
              <c:f>'Pivot results'!$B$181:$B$189</c:f>
              <c:numCache>
                <c:formatCode>_-[$R-1C09]* #\ ##0_-;\-[$R-1C09]* #\ ##0_-;_-[$R-1C09]* "-"??_-;_-@_-</c:formatCode>
                <c:ptCount val="6"/>
                <c:pt idx="0">
                  <c:v>352165752</c:v>
                </c:pt>
                <c:pt idx="1">
                  <c:v>14193385</c:v>
                </c:pt>
                <c:pt idx="2">
                  <c:v>7119219396</c:v>
                </c:pt>
                <c:pt idx="3">
                  <c:v>1535100</c:v>
                </c:pt>
                <c:pt idx="4">
                  <c:v>164000</c:v>
                </c:pt>
                <c:pt idx="5">
                  <c:v>482191</c:v>
                </c:pt>
              </c:numCache>
            </c:numRef>
          </c:val>
          <c:smooth val="0"/>
          <c:extLst>
            <c:ext xmlns:c16="http://schemas.microsoft.com/office/drawing/2014/chart" uri="{C3380CC4-5D6E-409C-BE32-E72D297353CC}">
              <c16:uniqueId val="{00000000-695F-437B-8000-8E16D612E34A}"/>
            </c:ext>
          </c:extLst>
        </c:ser>
        <c:dLbls>
          <c:showLegendKey val="0"/>
          <c:showVal val="0"/>
          <c:showCatName val="0"/>
          <c:showSerName val="0"/>
          <c:showPercent val="0"/>
          <c:showBubbleSize val="0"/>
        </c:dLbls>
        <c:smooth val="0"/>
        <c:axId val="1622028047"/>
        <c:axId val="1622028527"/>
      </c:lineChart>
      <c:catAx>
        <c:axId val="16220280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22028527"/>
        <c:crosses val="autoZero"/>
        <c:auto val="1"/>
        <c:lblAlgn val="ctr"/>
        <c:lblOffset val="100"/>
        <c:noMultiLvlLbl val="0"/>
      </c:catAx>
      <c:valAx>
        <c:axId val="1622028527"/>
        <c:scaling>
          <c:orientation val="minMax"/>
        </c:scaling>
        <c:delete val="0"/>
        <c:axPos val="l"/>
        <c:majorGridlines>
          <c:spPr>
            <a:ln w="9525" cap="flat" cmpd="sng" algn="ctr">
              <a:solidFill>
                <a:schemeClr val="tx1">
                  <a:lumMod val="15000"/>
                  <a:lumOff val="85000"/>
                </a:schemeClr>
              </a:solidFill>
              <a:round/>
            </a:ln>
            <a:effectLst/>
          </c:spPr>
        </c:majorGridlines>
        <c:numFmt formatCode="_-[$R-1C09]* #\ ##0_-;\-[$R-1C09]* #\ ##0_-;_-[$R-1C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2202804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Google_bigquery_4.xlsx]Pivot results!PivotTable18</c:name>
    <c:fmtId val="18"/>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dirty="0">
                <a:solidFill>
                  <a:schemeClr val="bg1"/>
                </a:solidFill>
              </a:rPr>
              <a:t>Revenue by State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rgbClr val="FF0000"/>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results'!$B$197</c:f>
              <c:strCache>
                <c:ptCount val="1"/>
                <c:pt idx="0">
                  <c:v>Sum of Total_rev</c:v>
                </c:pt>
              </c:strCache>
            </c:strRef>
          </c:tx>
          <c:spPr>
            <a:solidFill>
              <a:schemeClr val="accent1"/>
            </a:solidFill>
            <a:ln>
              <a:noFill/>
            </a:ln>
            <a:effectLst/>
          </c:spPr>
          <c:invertIfNegative val="0"/>
          <c:cat>
            <c:strRef>
              <c:f>'Pivot results'!$A$198:$A$236</c:f>
              <c:strCache>
                <c:ptCount val="38"/>
                <c:pt idx="0">
                  <c:v>fl</c:v>
                </c:pt>
                <c:pt idx="1">
                  <c:v>ca</c:v>
                </c:pt>
                <c:pt idx="2">
                  <c:v>pa</c:v>
                </c:pt>
                <c:pt idx="3">
                  <c:v>tx</c:v>
                </c:pt>
                <c:pt idx="4">
                  <c:v>ga</c:v>
                </c:pt>
                <c:pt idx="5">
                  <c:v>nj</c:v>
                </c:pt>
                <c:pt idx="6">
                  <c:v>tn</c:v>
                </c:pt>
                <c:pt idx="7">
                  <c:v>il</c:v>
                </c:pt>
                <c:pt idx="8">
                  <c:v>oh</c:v>
                </c:pt>
                <c:pt idx="9">
                  <c:v>mo</c:v>
                </c:pt>
                <c:pt idx="10">
                  <c:v>mi</c:v>
                </c:pt>
                <c:pt idx="11">
                  <c:v>nv</c:v>
                </c:pt>
                <c:pt idx="12">
                  <c:v>nc</c:v>
                </c:pt>
                <c:pt idx="13">
                  <c:v>wi</c:v>
                </c:pt>
                <c:pt idx="14">
                  <c:v>mn</c:v>
                </c:pt>
                <c:pt idx="15">
                  <c:v>co</c:v>
                </c:pt>
                <c:pt idx="16">
                  <c:v>wa</c:v>
                </c:pt>
                <c:pt idx="17">
                  <c:v>va</c:v>
                </c:pt>
                <c:pt idx="18">
                  <c:v>az</c:v>
                </c:pt>
                <c:pt idx="19">
                  <c:v>md</c:v>
                </c:pt>
                <c:pt idx="20">
                  <c:v>ny</c:v>
                </c:pt>
                <c:pt idx="21">
                  <c:v>on</c:v>
                </c:pt>
                <c:pt idx="22">
                  <c:v>ne</c:v>
                </c:pt>
                <c:pt idx="23">
                  <c:v>ma</c:v>
                </c:pt>
                <c:pt idx="24">
                  <c:v>in</c:v>
                </c:pt>
                <c:pt idx="25">
                  <c:v>sc</c:v>
                </c:pt>
                <c:pt idx="26">
                  <c:v>pr</c:v>
                </c:pt>
                <c:pt idx="27">
                  <c:v>la</c:v>
                </c:pt>
                <c:pt idx="28">
                  <c:v>ut</c:v>
                </c:pt>
                <c:pt idx="29">
                  <c:v>ms</c:v>
                </c:pt>
                <c:pt idx="30">
                  <c:v>qc</c:v>
                </c:pt>
                <c:pt idx="31">
                  <c:v>hi</c:v>
                </c:pt>
                <c:pt idx="32">
                  <c:v>or</c:v>
                </c:pt>
                <c:pt idx="33">
                  <c:v>ab</c:v>
                </c:pt>
                <c:pt idx="34">
                  <c:v>nm</c:v>
                </c:pt>
                <c:pt idx="35">
                  <c:v>ns</c:v>
                </c:pt>
                <c:pt idx="36">
                  <c:v>ok</c:v>
                </c:pt>
                <c:pt idx="37">
                  <c:v>al</c:v>
                </c:pt>
              </c:strCache>
            </c:strRef>
          </c:cat>
          <c:val>
            <c:numRef>
              <c:f>'Pivot results'!$B$198:$B$236</c:f>
              <c:numCache>
                <c:formatCode>_-[$R-1C09]* #\ ##0_-;\-[$R-1C09]* #\ ##0_-;_-[$R-1C09]* "-"??_-;_-@_-</c:formatCode>
                <c:ptCount val="38"/>
                <c:pt idx="0">
                  <c:v>1132520799</c:v>
                </c:pt>
                <c:pt idx="1">
                  <c:v>1042011538</c:v>
                </c:pt>
                <c:pt idx="2">
                  <c:v>842928833</c:v>
                </c:pt>
                <c:pt idx="3">
                  <c:v>597845561</c:v>
                </c:pt>
                <c:pt idx="4">
                  <c:v>440006837</c:v>
                </c:pt>
                <c:pt idx="5">
                  <c:v>375099701</c:v>
                </c:pt>
                <c:pt idx="6">
                  <c:v>352003308</c:v>
                </c:pt>
                <c:pt idx="7">
                  <c:v>343640550</c:v>
                </c:pt>
                <c:pt idx="8">
                  <c:v>307770010</c:v>
                </c:pt>
                <c:pt idx="9">
                  <c:v>229174188</c:v>
                </c:pt>
                <c:pt idx="10">
                  <c:v>225570677</c:v>
                </c:pt>
                <c:pt idx="11">
                  <c:v>186317488</c:v>
                </c:pt>
                <c:pt idx="12">
                  <c:v>182440793</c:v>
                </c:pt>
                <c:pt idx="13">
                  <c:v>137307466</c:v>
                </c:pt>
                <c:pt idx="14">
                  <c:v>128106336</c:v>
                </c:pt>
                <c:pt idx="15">
                  <c:v>122787285</c:v>
                </c:pt>
                <c:pt idx="16">
                  <c:v>102882259</c:v>
                </c:pt>
                <c:pt idx="17">
                  <c:v>101347470</c:v>
                </c:pt>
                <c:pt idx="18">
                  <c:v>99882870</c:v>
                </c:pt>
                <c:pt idx="19">
                  <c:v>81748000</c:v>
                </c:pt>
                <c:pt idx="20">
                  <c:v>64398585</c:v>
                </c:pt>
                <c:pt idx="21">
                  <c:v>61065650</c:v>
                </c:pt>
                <c:pt idx="22">
                  <c:v>49548775</c:v>
                </c:pt>
                <c:pt idx="23">
                  <c:v>44865300</c:v>
                </c:pt>
                <c:pt idx="24">
                  <c:v>44831950</c:v>
                </c:pt>
                <c:pt idx="25">
                  <c:v>43368258</c:v>
                </c:pt>
                <c:pt idx="26">
                  <c:v>25449450</c:v>
                </c:pt>
                <c:pt idx="27">
                  <c:v>22832863</c:v>
                </c:pt>
                <c:pt idx="28">
                  <c:v>22038389</c:v>
                </c:pt>
                <c:pt idx="29">
                  <c:v>20624585</c:v>
                </c:pt>
                <c:pt idx="30">
                  <c:v>16410550</c:v>
                </c:pt>
                <c:pt idx="31">
                  <c:v>15048500</c:v>
                </c:pt>
                <c:pt idx="32">
                  <c:v>13242400</c:v>
                </c:pt>
                <c:pt idx="33">
                  <c:v>10262700</c:v>
                </c:pt>
                <c:pt idx="34">
                  <c:v>1075900</c:v>
                </c:pt>
                <c:pt idx="35">
                  <c:v>623000</c:v>
                </c:pt>
                <c:pt idx="36">
                  <c:v>498100</c:v>
                </c:pt>
                <c:pt idx="37">
                  <c:v>182900</c:v>
                </c:pt>
              </c:numCache>
            </c:numRef>
          </c:val>
          <c:extLst>
            <c:ext xmlns:c16="http://schemas.microsoft.com/office/drawing/2014/chart" uri="{C3380CC4-5D6E-409C-BE32-E72D297353CC}">
              <c16:uniqueId val="{00000000-48EC-4A0D-AC3B-297E3C3BBDCF}"/>
            </c:ext>
          </c:extLst>
        </c:ser>
        <c:ser>
          <c:idx val="1"/>
          <c:order val="1"/>
          <c:tx>
            <c:strRef>
              <c:f>'Pivot results'!$C$197</c:f>
              <c:strCache>
                <c:ptCount val="1"/>
                <c:pt idx="0">
                  <c:v>Average of sellingprice</c:v>
                </c:pt>
              </c:strCache>
            </c:strRef>
          </c:tx>
          <c:spPr>
            <a:solidFill>
              <a:srgbClr val="FF0000"/>
            </a:solidFill>
            <a:ln>
              <a:noFill/>
            </a:ln>
            <a:effectLst/>
          </c:spPr>
          <c:invertIfNegative val="0"/>
          <c:cat>
            <c:strRef>
              <c:f>'Pivot results'!$A$198:$A$236</c:f>
              <c:strCache>
                <c:ptCount val="38"/>
                <c:pt idx="0">
                  <c:v>fl</c:v>
                </c:pt>
                <c:pt idx="1">
                  <c:v>ca</c:v>
                </c:pt>
                <c:pt idx="2">
                  <c:v>pa</c:v>
                </c:pt>
                <c:pt idx="3">
                  <c:v>tx</c:v>
                </c:pt>
                <c:pt idx="4">
                  <c:v>ga</c:v>
                </c:pt>
                <c:pt idx="5">
                  <c:v>nj</c:v>
                </c:pt>
                <c:pt idx="6">
                  <c:v>tn</c:v>
                </c:pt>
                <c:pt idx="7">
                  <c:v>il</c:v>
                </c:pt>
                <c:pt idx="8">
                  <c:v>oh</c:v>
                </c:pt>
                <c:pt idx="9">
                  <c:v>mo</c:v>
                </c:pt>
                <c:pt idx="10">
                  <c:v>mi</c:v>
                </c:pt>
                <c:pt idx="11">
                  <c:v>nv</c:v>
                </c:pt>
                <c:pt idx="12">
                  <c:v>nc</c:v>
                </c:pt>
                <c:pt idx="13">
                  <c:v>wi</c:v>
                </c:pt>
                <c:pt idx="14">
                  <c:v>mn</c:v>
                </c:pt>
                <c:pt idx="15">
                  <c:v>co</c:v>
                </c:pt>
                <c:pt idx="16">
                  <c:v>wa</c:v>
                </c:pt>
                <c:pt idx="17">
                  <c:v>va</c:v>
                </c:pt>
                <c:pt idx="18">
                  <c:v>az</c:v>
                </c:pt>
                <c:pt idx="19">
                  <c:v>md</c:v>
                </c:pt>
                <c:pt idx="20">
                  <c:v>ny</c:v>
                </c:pt>
                <c:pt idx="21">
                  <c:v>on</c:v>
                </c:pt>
                <c:pt idx="22">
                  <c:v>ne</c:v>
                </c:pt>
                <c:pt idx="23">
                  <c:v>ma</c:v>
                </c:pt>
                <c:pt idx="24">
                  <c:v>in</c:v>
                </c:pt>
                <c:pt idx="25">
                  <c:v>sc</c:v>
                </c:pt>
                <c:pt idx="26">
                  <c:v>pr</c:v>
                </c:pt>
                <c:pt idx="27">
                  <c:v>la</c:v>
                </c:pt>
                <c:pt idx="28">
                  <c:v>ut</c:v>
                </c:pt>
                <c:pt idx="29">
                  <c:v>ms</c:v>
                </c:pt>
                <c:pt idx="30">
                  <c:v>qc</c:v>
                </c:pt>
                <c:pt idx="31">
                  <c:v>hi</c:v>
                </c:pt>
                <c:pt idx="32">
                  <c:v>or</c:v>
                </c:pt>
                <c:pt idx="33">
                  <c:v>ab</c:v>
                </c:pt>
                <c:pt idx="34">
                  <c:v>nm</c:v>
                </c:pt>
                <c:pt idx="35">
                  <c:v>ns</c:v>
                </c:pt>
                <c:pt idx="36">
                  <c:v>ok</c:v>
                </c:pt>
                <c:pt idx="37">
                  <c:v>al</c:v>
                </c:pt>
              </c:strCache>
            </c:strRef>
          </c:cat>
          <c:val>
            <c:numRef>
              <c:f>'Pivot results'!$C$198:$C$236</c:f>
              <c:numCache>
                <c:formatCode>_-[$R-1C09]* #\ ##0_-;\-[$R-1C09]* #\ ##0_-;_-[$R-1C09]* "-"??_-;_-@_-</c:formatCode>
                <c:ptCount val="38"/>
                <c:pt idx="0">
                  <c:v>13843.982091778109</c:v>
                </c:pt>
                <c:pt idx="1">
                  <c:v>14550.795090208345</c:v>
                </c:pt>
                <c:pt idx="2">
                  <c:v>15961.235973566114</c:v>
                </c:pt>
                <c:pt idx="3">
                  <c:v>13202.13675912022</c:v>
                </c:pt>
                <c:pt idx="4">
                  <c:v>12938.333245118796</c:v>
                </c:pt>
                <c:pt idx="5">
                  <c:v>13612.763600072582</c:v>
                </c:pt>
                <c:pt idx="6">
                  <c:v>17013.209666505558</c:v>
                </c:pt>
                <c:pt idx="7">
                  <c:v>14793.600671574326</c:v>
                </c:pt>
                <c:pt idx="8">
                  <c:v>14433.710547296347</c:v>
                </c:pt>
                <c:pt idx="9">
                  <c:v>14474.463967662477</c:v>
                </c:pt>
                <c:pt idx="10">
                  <c:v>14837.247714266921</c:v>
                </c:pt>
                <c:pt idx="11">
                  <c:v>15103.557717250324</c:v>
                </c:pt>
                <c:pt idx="12">
                  <c:v>8576.9730149029201</c:v>
                </c:pt>
                <c:pt idx="13">
                  <c:v>14013.825882833231</c:v>
                </c:pt>
                <c:pt idx="14">
                  <c:v>13695.353431686979</c:v>
                </c:pt>
                <c:pt idx="15">
                  <c:v>15876.297517455392</c:v>
                </c:pt>
                <c:pt idx="16">
                  <c:v>13936.908561365484</c:v>
                </c:pt>
                <c:pt idx="17">
                  <c:v>8571.3354194857911</c:v>
                </c:pt>
                <c:pt idx="18">
                  <c:v>11556.50468587296</c:v>
                </c:pt>
                <c:pt idx="19">
                  <c:v>7404.0394891767046</c:v>
                </c:pt>
                <c:pt idx="20">
                  <c:v>11395.962661475845</c:v>
                </c:pt>
                <c:pt idx="21">
                  <c:v>17803.396501457726</c:v>
                </c:pt>
                <c:pt idx="22">
                  <c:v>12512.316919191919</c:v>
                </c:pt>
                <c:pt idx="23">
                  <c:v>6716.3622754491016</c:v>
                </c:pt>
                <c:pt idx="24">
                  <c:v>10626.202891680494</c:v>
                </c:pt>
                <c:pt idx="25">
                  <c:v>10328.234817813765</c:v>
                </c:pt>
                <c:pt idx="26">
                  <c:v>9411.7788461538457</c:v>
                </c:pt>
                <c:pt idx="27">
                  <c:v>10497.868045977011</c:v>
                </c:pt>
                <c:pt idx="28">
                  <c:v>12056.011487964988</c:v>
                </c:pt>
                <c:pt idx="29">
                  <c:v>11221.210554951034</c:v>
                </c:pt>
                <c:pt idx="30">
                  <c:v>13266.410670978174</c:v>
                </c:pt>
                <c:pt idx="31">
                  <c:v>12204.785077047851</c:v>
                </c:pt>
                <c:pt idx="32">
                  <c:v>11525.152306353351</c:v>
                </c:pt>
                <c:pt idx="33">
                  <c:v>11191.603053435114</c:v>
                </c:pt>
                <c:pt idx="34">
                  <c:v>6291.812865497076</c:v>
                </c:pt>
                <c:pt idx="35">
                  <c:v>10213.11475409836</c:v>
                </c:pt>
                <c:pt idx="36">
                  <c:v>6918.0555555555557</c:v>
                </c:pt>
                <c:pt idx="37">
                  <c:v>7952.173913043478</c:v>
                </c:pt>
              </c:numCache>
            </c:numRef>
          </c:val>
          <c:extLst>
            <c:ext xmlns:c16="http://schemas.microsoft.com/office/drawing/2014/chart" uri="{C3380CC4-5D6E-409C-BE32-E72D297353CC}">
              <c16:uniqueId val="{00000001-48EC-4A0D-AC3B-297E3C3BBDCF}"/>
            </c:ext>
          </c:extLst>
        </c:ser>
        <c:dLbls>
          <c:showLegendKey val="0"/>
          <c:showVal val="0"/>
          <c:showCatName val="0"/>
          <c:showSerName val="0"/>
          <c:showPercent val="0"/>
          <c:showBubbleSize val="0"/>
        </c:dLbls>
        <c:gapWidth val="219"/>
        <c:overlap val="-27"/>
        <c:axId val="1622068847"/>
        <c:axId val="1622070287"/>
      </c:barChart>
      <c:catAx>
        <c:axId val="16220688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22070287"/>
        <c:crosses val="autoZero"/>
        <c:auto val="1"/>
        <c:lblAlgn val="ctr"/>
        <c:lblOffset val="100"/>
        <c:noMultiLvlLbl val="0"/>
      </c:catAx>
      <c:valAx>
        <c:axId val="1622070287"/>
        <c:scaling>
          <c:orientation val="minMax"/>
        </c:scaling>
        <c:delete val="0"/>
        <c:axPos val="l"/>
        <c:majorGridlines>
          <c:spPr>
            <a:ln w="9525" cap="flat" cmpd="sng" algn="ctr">
              <a:solidFill>
                <a:schemeClr val="tx1">
                  <a:lumMod val="15000"/>
                  <a:lumOff val="85000"/>
                </a:schemeClr>
              </a:solidFill>
              <a:round/>
            </a:ln>
            <a:effectLst/>
          </c:spPr>
        </c:majorGridlines>
        <c:numFmt formatCode="_-[$R-1C09]* #\ ##0_-;\-[$R-1C09]* #\ ##0_-;_-[$R-1C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2206884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Google_bigquery_4.xlsx]Pivot results!PivotTable19</c:name>
    <c:fmtId val="6"/>
  </c:pivotSource>
  <c:chart>
    <c:title>
      <c:tx>
        <c:rich>
          <a:bodyPr rot="0" spcFirstLastPara="1" vertOverflow="ellipsis" vert="horz" wrap="square" anchor="ctr" anchorCtr="1"/>
          <a:lstStyle/>
          <a:p>
            <a:pPr>
              <a:defRPr sz="2128" b="1" i="0" u="none" strike="noStrike" kern="1200" cap="all" spc="120" normalizeH="0" baseline="0">
                <a:solidFill>
                  <a:schemeClr val="bg1"/>
                </a:solidFill>
                <a:latin typeface="+mn-lt"/>
                <a:ea typeface="+mn-ea"/>
                <a:cs typeface="+mn-cs"/>
              </a:defRPr>
            </a:pPr>
            <a:r>
              <a:rPr lang="en-ZA" dirty="0"/>
              <a:t>Revenue by condition</a:t>
            </a: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bg1"/>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results'!$B$244</c:f>
              <c:strCache>
                <c:ptCount val="1"/>
                <c:pt idx="0">
                  <c:v>Sum of Total_rev</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'Pivot results'!$A$245:$A$251</c:f>
              <c:strCache>
                <c:ptCount val="6"/>
                <c:pt idx="0">
                  <c:v>Poor</c:v>
                </c:pt>
                <c:pt idx="1">
                  <c:v>Average</c:v>
                </c:pt>
                <c:pt idx="2">
                  <c:v>Fair</c:v>
                </c:pt>
                <c:pt idx="3">
                  <c:v>Excellent</c:v>
                </c:pt>
                <c:pt idx="4">
                  <c:v>Good</c:v>
                </c:pt>
                <c:pt idx="5">
                  <c:v>(blank)</c:v>
                </c:pt>
              </c:strCache>
            </c:strRef>
          </c:cat>
          <c:val>
            <c:numRef>
              <c:f>'Pivot results'!$B$245:$B$251</c:f>
              <c:numCache>
                <c:formatCode>_-[$R-1C09]* #\ ##0_-;\-[$R-1C09]* #\ ##0_-;_-[$R-1C09]* "-"??_-;_-@_-</c:formatCode>
                <c:ptCount val="6"/>
                <c:pt idx="0">
                  <c:v>3069549343</c:v>
                </c:pt>
                <c:pt idx="1">
                  <c:v>2215343449</c:v>
                </c:pt>
                <c:pt idx="2">
                  <c:v>1014633237</c:v>
                </c:pt>
                <c:pt idx="3">
                  <c:v>897569104</c:v>
                </c:pt>
                <c:pt idx="4">
                  <c:v>216065929</c:v>
                </c:pt>
                <c:pt idx="5">
                  <c:v>74598762</c:v>
                </c:pt>
              </c:numCache>
            </c:numRef>
          </c:val>
          <c:extLst>
            <c:ext xmlns:c16="http://schemas.microsoft.com/office/drawing/2014/chart" uri="{C3380CC4-5D6E-409C-BE32-E72D297353CC}">
              <c16:uniqueId val="{00000000-CD79-4905-B178-C3C75EBFA415}"/>
            </c:ext>
          </c:extLst>
        </c:ser>
        <c:ser>
          <c:idx val="1"/>
          <c:order val="1"/>
          <c:tx>
            <c:strRef>
              <c:f>'Pivot results'!$C$244</c:f>
              <c:strCache>
                <c:ptCount val="1"/>
                <c:pt idx="0">
                  <c:v>Average of sellingprice</c:v>
                </c:pt>
              </c:strCache>
            </c:strRef>
          </c:tx>
          <c:spPr>
            <a:solidFill>
              <a:schemeClr val="accent2"/>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'Pivot results'!$A$245:$A$251</c:f>
              <c:strCache>
                <c:ptCount val="6"/>
                <c:pt idx="0">
                  <c:v>Poor</c:v>
                </c:pt>
                <c:pt idx="1">
                  <c:v>Average</c:v>
                </c:pt>
                <c:pt idx="2">
                  <c:v>Fair</c:v>
                </c:pt>
                <c:pt idx="3">
                  <c:v>Excellent</c:v>
                </c:pt>
                <c:pt idx="4">
                  <c:v>Good</c:v>
                </c:pt>
                <c:pt idx="5">
                  <c:v>(blank)</c:v>
                </c:pt>
              </c:strCache>
            </c:strRef>
          </c:cat>
          <c:val>
            <c:numRef>
              <c:f>'Pivot results'!$C$245:$C$251</c:f>
              <c:numCache>
                <c:formatCode>_-[$R-1C09]* #\ ##0_-;\-[$R-1C09]* #\ ##0_-;_-[$R-1C09]* "-"??_-;_-@_-</c:formatCode>
                <c:ptCount val="6"/>
                <c:pt idx="0">
                  <c:v>19433.800422921322</c:v>
                </c:pt>
                <c:pt idx="1">
                  <c:v>13933.941650051262</c:v>
                </c:pt>
                <c:pt idx="2">
                  <c:v>9246.2977472797866</c:v>
                </c:pt>
                <c:pt idx="3">
                  <c:v>12986.603544816609</c:v>
                </c:pt>
                <c:pt idx="4">
                  <c:v>5031.1071811111633</c:v>
                </c:pt>
                <c:pt idx="5">
                  <c:v>6458.2081205090471</c:v>
                </c:pt>
              </c:numCache>
            </c:numRef>
          </c:val>
          <c:extLst>
            <c:ext xmlns:c16="http://schemas.microsoft.com/office/drawing/2014/chart" uri="{C3380CC4-5D6E-409C-BE32-E72D297353CC}">
              <c16:uniqueId val="{00000001-CD79-4905-B178-C3C75EBFA415}"/>
            </c:ext>
          </c:extLst>
        </c:ser>
        <c:dLbls>
          <c:dLblPos val="outEnd"/>
          <c:showLegendKey val="0"/>
          <c:showVal val="1"/>
          <c:showCatName val="0"/>
          <c:showSerName val="0"/>
          <c:showPercent val="0"/>
          <c:showBubbleSize val="0"/>
        </c:dLbls>
        <c:gapWidth val="444"/>
        <c:overlap val="-90"/>
        <c:axId val="1622019887"/>
        <c:axId val="1622020367"/>
      </c:barChart>
      <c:catAx>
        <c:axId val="162201988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bg1"/>
                </a:solidFill>
                <a:latin typeface="+mn-lt"/>
                <a:ea typeface="+mn-ea"/>
                <a:cs typeface="+mn-cs"/>
              </a:defRPr>
            </a:pPr>
            <a:endParaRPr lang="en-US"/>
          </a:p>
        </c:txPr>
        <c:crossAx val="1622020367"/>
        <c:crosses val="autoZero"/>
        <c:auto val="1"/>
        <c:lblAlgn val="ctr"/>
        <c:lblOffset val="100"/>
        <c:noMultiLvlLbl val="0"/>
      </c:catAx>
      <c:valAx>
        <c:axId val="1622020367"/>
        <c:scaling>
          <c:orientation val="minMax"/>
        </c:scaling>
        <c:delete val="1"/>
        <c:axPos val="l"/>
        <c:numFmt formatCode="_-[$R-1C09]* #\ ##0_-;\-[$R-1C09]* #\ ##0_-;_-[$R-1C09]* &quot;-&quot;??_-;_-@_-" sourceLinked="1"/>
        <c:majorTickMark val="none"/>
        <c:minorTickMark val="none"/>
        <c:tickLblPos val="nextTo"/>
        <c:crossAx val="16220198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Google_bigquery_4.xlsx]Pivot results!PivotTable21</c:name>
    <c:fmtId val="-1"/>
  </c:pivotSource>
  <c:chart>
    <c:title>
      <c:tx>
        <c:rich>
          <a:bodyPr rot="0" spcFirstLastPara="1" vertOverflow="ellipsis" vert="horz" wrap="square" anchor="ctr" anchorCtr="1"/>
          <a:lstStyle/>
          <a:p>
            <a:pPr>
              <a:defRPr sz="2128" b="1" i="0" u="none" strike="noStrike" kern="1200" cap="all" spc="120" normalizeH="0" baseline="0">
                <a:solidFill>
                  <a:schemeClr val="bg1"/>
                </a:solidFill>
                <a:latin typeface="+mn-lt"/>
                <a:ea typeface="+mn-ea"/>
                <a:cs typeface="+mn-cs"/>
              </a:defRPr>
            </a:pPr>
            <a:r>
              <a:rPr lang="en-US" dirty="0"/>
              <a:t>Revenue</a:t>
            </a:r>
            <a:r>
              <a:rPr lang="en-US" baseline="0" dirty="0"/>
              <a:t> by car features</a:t>
            </a:r>
            <a:endParaRPr lang="en-US" dirty="0"/>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bg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horzOverflow="clip"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results'!$B$270</c:f>
              <c:strCache>
                <c:ptCount val="1"/>
                <c:pt idx="0">
                  <c:v>Total</c:v>
                </c:pt>
              </c:strCache>
            </c:strRef>
          </c:tx>
          <c:spPr>
            <a:solidFill>
              <a:schemeClr val="accent1"/>
            </a:solidFill>
            <a:ln>
              <a:noFill/>
            </a:ln>
            <a:effectLst/>
          </c:spPr>
          <c:invertIfNegative val="0"/>
          <c:dLbls>
            <c:spPr>
              <a:noFill/>
              <a:ln>
                <a:noFill/>
              </a:ln>
              <a:effectLst/>
            </c:spPr>
            <c:txPr>
              <a:bodyPr rot="-5400000" spcFirstLastPara="1" vertOverflow="clip" horzOverflow="clip" vert="horz" wrap="square" lIns="38100" tIns="19050" rIns="38100" bIns="19050" anchor="ctr" anchorCtr="1">
                <a:spAutoFit/>
              </a:bodyPr>
              <a:lstStyle/>
              <a:p>
                <a:pPr>
                  <a:defRPr sz="1064" b="0" i="0" u="none" strike="noStrike" kern="1200" baseline="0">
                    <a:solidFill>
                      <a:schemeClr val="bg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'Pivot results'!$A$271:$A$317</c:f>
              <c:strCache>
                <c:ptCount val="46"/>
                <c:pt idx="0">
                  <c:v>Sedan</c:v>
                </c:pt>
                <c:pt idx="1">
                  <c:v>SUV</c:v>
                </c:pt>
                <c:pt idx="2">
                  <c:v>Crew Cab</c:v>
                </c:pt>
                <c:pt idx="3">
                  <c:v>Minivan</c:v>
                </c:pt>
                <c:pt idx="4">
                  <c:v>Coupe</c:v>
                </c:pt>
                <c:pt idx="5">
                  <c:v>Hatchback</c:v>
                </c:pt>
                <c:pt idx="6">
                  <c:v>SuperCrew</c:v>
                </c:pt>
                <c:pt idx="7">
                  <c:v>Convertible</c:v>
                </c:pt>
                <c:pt idx="8">
                  <c:v>wagon</c:v>
                </c:pt>
                <c:pt idx="9">
                  <c:v>G Sedan</c:v>
                </c:pt>
                <c:pt idx="10">
                  <c:v>(blank)</c:v>
                </c:pt>
                <c:pt idx="11">
                  <c:v>SuperCab</c:v>
                </c:pt>
                <c:pt idx="12">
                  <c:v>Van</c:v>
                </c:pt>
                <c:pt idx="13">
                  <c:v>Quad Cab</c:v>
                </c:pt>
                <c:pt idx="14">
                  <c:v>Regular Cab</c:v>
                </c:pt>
                <c:pt idx="15">
                  <c:v>Extended Cab</c:v>
                </c:pt>
                <c:pt idx="16">
                  <c:v>double cab</c:v>
                </c:pt>
                <c:pt idx="17">
                  <c:v>G Coupe</c:v>
                </c:pt>
                <c:pt idx="18">
                  <c:v>E-Series Van</c:v>
                </c:pt>
                <c:pt idx="19">
                  <c:v>CrewMax Cab</c:v>
                </c:pt>
                <c:pt idx="20">
                  <c:v>G Convertible</c:v>
                </c:pt>
                <c:pt idx="21">
                  <c:v>King Cab</c:v>
                </c:pt>
                <c:pt idx="22">
                  <c:v>Genesis Coupe</c:v>
                </c:pt>
                <c:pt idx="23">
                  <c:v>Access Cab</c:v>
                </c:pt>
                <c:pt idx="24">
                  <c:v>CTS Coupe</c:v>
                </c:pt>
                <c:pt idx="25">
                  <c:v>mega cab</c:v>
                </c:pt>
                <c:pt idx="26">
                  <c:v>Koup</c:v>
                </c:pt>
                <c:pt idx="27">
                  <c:v>Q60 Convertible</c:v>
                </c:pt>
                <c:pt idx="28">
                  <c:v>CTS-V Coupe</c:v>
                </c:pt>
                <c:pt idx="29">
                  <c:v>Promaster Cargo Van</c:v>
                </c:pt>
                <c:pt idx="30">
                  <c:v>Elantra Coupe</c:v>
                </c:pt>
                <c:pt idx="31">
                  <c:v>Beetle Convertible</c:v>
                </c:pt>
                <c:pt idx="32">
                  <c:v>Q60 Coupe</c:v>
                </c:pt>
                <c:pt idx="33">
                  <c:v>granturismo convertible</c:v>
                </c:pt>
                <c:pt idx="34">
                  <c:v>Club Cab</c:v>
                </c:pt>
                <c:pt idx="35">
                  <c:v>TSX Sport Wagon</c:v>
                </c:pt>
                <c:pt idx="36">
                  <c:v>Transit Van</c:v>
                </c:pt>
                <c:pt idx="37">
                  <c:v>G37 Convertible</c:v>
                </c:pt>
                <c:pt idx="38">
                  <c:v>regular-cab</c:v>
                </c:pt>
                <c:pt idx="39">
                  <c:v>Xtracab</c:v>
                </c:pt>
                <c:pt idx="40">
                  <c:v>cts wagon</c:v>
                </c:pt>
                <c:pt idx="41">
                  <c:v>G37 Coupe</c:v>
                </c:pt>
                <c:pt idx="42">
                  <c:v>CTS-V Wagon</c:v>
                </c:pt>
                <c:pt idx="43">
                  <c:v>Cab Plus 4</c:v>
                </c:pt>
                <c:pt idx="44">
                  <c:v>Cab Plus</c:v>
                </c:pt>
                <c:pt idx="45">
                  <c:v>Ram Van</c:v>
                </c:pt>
              </c:strCache>
            </c:strRef>
          </c:cat>
          <c:val>
            <c:numRef>
              <c:f>'Pivot results'!$B$271:$B$317</c:f>
              <c:numCache>
                <c:formatCode>_-[$R-1C09]* #\ ##0_-;\-[$R-1C09]* #\ ##0_-;_-[$R-1C09]* "-"??_-;_-@_-</c:formatCode>
                <c:ptCount val="46"/>
                <c:pt idx="0">
                  <c:v>2794183914</c:v>
                </c:pt>
                <c:pt idx="1">
                  <c:v>2278602613</c:v>
                </c:pt>
                <c:pt idx="2">
                  <c:v>345550206</c:v>
                </c:pt>
                <c:pt idx="3">
                  <c:v>291634741</c:v>
                </c:pt>
                <c:pt idx="4">
                  <c:v>276823094</c:v>
                </c:pt>
                <c:pt idx="5">
                  <c:v>260077560</c:v>
                </c:pt>
                <c:pt idx="6">
                  <c:v>194708734</c:v>
                </c:pt>
                <c:pt idx="7">
                  <c:v>183330476</c:v>
                </c:pt>
                <c:pt idx="8">
                  <c:v>160932266</c:v>
                </c:pt>
                <c:pt idx="9">
                  <c:v>146531606</c:v>
                </c:pt>
                <c:pt idx="10">
                  <c:v>110676368</c:v>
                </c:pt>
                <c:pt idx="11">
                  <c:v>66174591</c:v>
                </c:pt>
                <c:pt idx="12">
                  <c:v>61950135</c:v>
                </c:pt>
                <c:pt idx="13">
                  <c:v>56573056</c:v>
                </c:pt>
                <c:pt idx="14">
                  <c:v>48576175</c:v>
                </c:pt>
                <c:pt idx="15">
                  <c:v>48440625</c:v>
                </c:pt>
                <c:pt idx="16">
                  <c:v>36251777</c:v>
                </c:pt>
                <c:pt idx="17">
                  <c:v>35471050</c:v>
                </c:pt>
                <c:pt idx="18">
                  <c:v>34681001</c:v>
                </c:pt>
                <c:pt idx="19">
                  <c:v>14401100</c:v>
                </c:pt>
                <c:pt idx="20">
                  <c:v>8404350</c:v>
                </c:pt>
                <c:pt idx="21">
                  <c:v>4871305</c:v>
                </c:pt>
                <c:pt idx="22">
                  <c:v>4549250</c:v>
                </c:pt>
                <c:pt idx="23">
                  <c:v>3854800</c:v>
                </c:pt>
                <c:pt idx="24">
                  <c:v>3516700</c:v>
                </c:pt>
                <c:pt idx="25">
                  <c:v>3215250</c:v>
                </c:pt>
                <c:pt idx="26">
                  <c:v>1724100</c:v>
                </c:pt>
                <c:pt idx="27">
                  <c:v>1536250</c:v>
                </c:pt>
                <c:pt idx="28">
                  <c:v>1353871</c:v>
                </c:pt>
                <c:pt idx="29">
                  <c:v>1347600</c:v>
                </c:pt>
                <c:pt idx="30">
                  <c:v>1262450</c:v>
                </c:pt>
                <c:pt idx="31">
                  <c:v>1068750</c:v>
                </c:pt>
                <c:pt idx="32">
                  <c:v>1067800</c:v>
                </c:pt>
                <c:pt idx="33">
                  <c:v>992250</c:v>
                </c:pt>
                <c:pt idx="34">
                  <c:v>856510</c:v>
                </c:pt>
                <c:pt idx="35">
                  <c:v>672900</c:v>
                </c:pt>
                <c:pt idx="36">
                  <c:v>452650</c:v>
                </c:pt>
                <c:pt idx="37">
                  <c:v>403550</c:v>
                </c:pt>
                <c:pt idx="38">
                  <c:v>262000</c:v>
                </c:pt>
                <c:pt idx="39">
                  <c:v>248550</c:v>
                </c:pt>
                <c:pt idx="40">
                  <c:v>228600</c:v>
                </c:pt>
                <c:pt idx="41">
                  <c:v>186350</c:v>
                </c:pt>
                <c:pt idx="42">
                  <c:v>50500</c:v>
                </c:pt>
                <c:pt idx="43">
                  <c:v>49900</c:v>
                </c:pt>
                <c:pt idx="44">
                  <c:v>11300</c:v>
                </c:pt>
                <c:pt idx="45">
                  <c:v>1200</c:v>
                </c:pt>
              </c:numCache>
            </c:numRef>
          </c:val>
          <c:extLst>
            <c:ext xmlns:c16="http://schemas.microsoft.com/office/drawing/2014/chart" uri="{C3380CC4-5D6E-409C-BE32-E72D297353CC}">
              <c16:uniqueId val="{00000000-7A5C-4114-8635-57ED8CCCE729}"/>
            </c:ext>
          </c:extLst>
        </c:ser>
        <c:dLbls>
          <c:dLblPos val="outEnd"/>
          <c:showLegendKey val="0"/>
          <c:showVal val="1"/>
          <c:showCatName val="0"/>
          <c:showSerName val="0"/>
          <c:showPercent val="0"/>
          <c:showBubbleSize val="0"/>
        </c:dLbls>
        <c:gapWidth val="444"/>
        <c:overlap val="-90"/>
        <c:axId val="171872367"/>
        <c:axId val="171873807"/>
      </c:barChart>
      <c:catAx>
        <c:axId val="171872367"/>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64" b="0" i="0" u="none" strike="noStrike" kern="1200" cap="all" spc="120" normalizeH="0" baseline="0">
                <a:solidFill>
                  <a:schemeClr val="bg1"/>
                </a:solidFill>
                <a:latin typeface="+mn-lt"/>
                <a:ea typeface="+mn-ea"/>
                <a:cs typeface="+mn-cs"/>
              </a:defRPr>
            </a:pPr>
            <a:endParaRPr lang="en-US"/>
          </a:p>
        </c:txPr>
        <c:crossAx val="171873807"/>
        <c:crosses val="autoZero"/>
        <c:auto val="1"/>
        <c:lblAlgn val="ctr"/>
        <c:lblOffset val="100"/>
        <c:noMultiLvlLbl val="0"/>
      </c:catAx>
      <c:valAx>
        <c:axId val="171873807"/>
        <c:scaling>
          <c:orientation val="minMax"/>
        </c:scaling>
        <c:delete val="1"/>
        <c:axPos val="l"/>
        <c:numFmt formatCode="_-[$R-1C09]* #\ ##0_-;\-[$R-1C09]* #\ ##0_-;_-[$R-1C09]* &quot;-&quot;??_-;_-@_-" sourceLinked="1"/>
        <c:majorTickMark val="none"/>
        <c:minorTickMark val="none"/>
        <c:tickLblPos val="nextTo"/>
        <c:crossAx val="17187236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Google_bigquery_4.xlsx]Pivot results!PivotTable22</c:name>
    <c:fmtId val="6"/>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ZA" dirty="0"/>
              <a:t>Revenue versus profit</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Z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results'!$B$323</c:f>
              <c:strCache>
                <c:ptCount val="1"/>
                <c:pt idx="0">
                  <c:v>Sum of Total_rev</c:v>
                </c:pt>
              </c:strCache>
            </c:strRef>
          </c:tx>
          <c:spPr>
            <a:solidFill>
              <a:schemeClr val="accent1"/>
            </a:solidFill>
            <a:ln>
              <a:noFill/>
            </a:ln>
            <a:effectLst/>
          </c:spPr>
          <c:invertIfNegative val="0"/>
          <c:cat>
            <c:strRef>
              <c:f>'Pivot results'!$A$324:$A$391</c:f>
              <c:strCache>
                <c:ptCount val="67"/>
                <c:pt idx="0">
                  <c:v>Ford</c:v>
                </c:pt>
                <c:pt idx="1">
                  <c:v>chevrolet</c:v>
                </c:pt>
                <c:pt idx="2">
                  <c:v>Nissan</c:v>
                </c:pt>
                <c:pt idx="3">
                  <c:v>toyota</c:v>
                </c:pt>
                <c:pt idx="4">
                  <c:v>BMW</c:v>
                </c:pt>
                <c:pt idx="5">
                  <c:v>Mercedes-Benz</c:v>
                </c:pt>
                <c:pt idx="6">
                  <c:v>Dodge</c:v>
                </c:pt>
                <c:pt idx="7">
                  <c:v>Infiniti</c:v>
                </c:pt>
                <c:pt idx="8">
                  <c:v>Honda</c:v>
                </c:pt>
                <c:pt idx="9">
                  <c:v>Lexus</c:v>
                </c:pt>
                <c:pt idx="10">
                  <c:v>Hyundai</c:v>
                </c:pt>
                <c:pt idx="11">
                  <c:v>Jeep</c:v>
                </c:pt>
                <c:pt idx="12">
                  <c:v>Kia</c:v>
                </c:pt>
                <c:pt idx="13">
                  <c:v>Chrysler</c:v>
                </c:pt>
                <c:pt idx="14">
                  <c:v>GMC</c:v>
                </c:pt>
                <c:pt idx="15">
                  <c:v>Volkswagen</c:v>
                </c:pt>
                <c:pt idx="16">
                  <c:v>Audi</c:v>
                </c:pt>
                <c:pt idx="17">
                  <c:v>Ram</c:v>
                </c:pt>
                <c:pt idx="18">
                  <c:v>Cadillac</c:v>
                </c:pt>
                <c:pt idx="19">
                  <c:v>Lincoln</c:v>
                </c:pt>
                <c:pt idx="20">
                  <c:v>(blank)</c:v>
                </c:pt>
                <c:pt idx="21">
                  <c:v>Mazda</c:v>
                </c:pt>
                <c:pt idx="22">
                  <c:v>Acura</c:v>
                </c:pt>
                <c:pt idx="23">
                  <c:v>Subaru</c:v>
                </c:pt>
                <c:pt idx="24">
                  <c:v>Land Rover</c:v>
                </c:pt>
                <c:pt idx="25">
                  <c:v>Porsche</c:v>
                </c:pt>
                <c:pt idx="26">
                  <c:v>Buick</c:v>
                </c:pt>
                <c:pt idx="27">
                  <c:v>Volvo</c:v>
                </c:pt>
                <c:pt idx="28">
                  <c:v>MINI</c:v>
                </c:pt>
                <c:pt idx="29">
                  <c:v>Mitsubishi</c:v>
                </c:pt>
                <c:pt idx="30">
                  <c:v>Jaguar</c:v>
                </c:pt>
                <c:pt idx="31">
                  <c:v>Pontiac</c:v>
                </c:pt>
                <c:pt idx="32">
                  <c:v>Scion</c:v>
                </c:pt>
                <c:pt idx="33">
                  <c:v>HUMMER</c:v>
                </c:pt>
                <c:pt idx="34">
                  <c:v>Saturn</c:v>
                </c:pt>
                <c:pt idx="35">
                  <c:v>FIAT</c:v>
                </c:pt>
                <c:pt idx="36">
                  <c:v>Bentley</c:v>
                </c:pt>
                <c:pt idx="37">
                  <c:v>Mercury</c:v>
                </c:pt>
                <c:pt idx="38">
                  <c:v>Maserati</c:v>
                </c:pt>
                <c:pt idx="39">
                  <c:v>Suzuki</c:v>
                </c:pt>
                <c:pt idx="40">
                  <c:v>Rolls-Royce</c:v>
                </c:pt>
                <c:pt idx="41">
                  <c:v>smart</c:v>
                </c:pt>
                <c:pt idx="42">
                  <c:v>Ferrari</c:v>
                </c:pt>
                <c:pt idx="43">
                  <c:v>Saab</c:v>
                </c:pt>
                <c:pt idx="44">
                  <c:v>Tesla</c:v>
                </c:pt>
                <c:pt idx="45">
                  <c:v>Aston Martin</c:v>
                </c:pt>
                <c:pt idx="46">
                  <c:v>mercedes</c:v>
                </c:pt>
                <c:pt idx="47">
                  <c:v>Lamborghini</c:v>
                </c:pt>
                <c:pt idx="48">
                  <c:v>Fisker</c:v>
                </c:pt>
                <c:pt idx="49">
                  <c:v>Oldsmobile</c:v>
                </c:pt>
                <c:pt idx="50">
                  <c:v>Isuzu</c:v>
                </c:pt>
                <c:pt idx="51">
                  <c:v>vw</c:v>
                </c:pt>
                <c:pt idx="52">
                  <c:v>landrover</c:v>
                </c:pt>
                <c:pt idx="53">
                  <c:v>Plymouth</c:v>
                </c:pt>
                <c:pt idx="54">
                  <c:v>gmc truck</c:v>
                </c:pt>
                <c:pt idx="55">
                  <c:v>airstream</c:v>
                </c:pt>
                <c:pt idx="56">
                  <c:v>Lotus</c:v>
                </c:pt>
                <c:pt idx="57">
                  <c:v>mercedes-b</c:v>
                </c:pt>
                <c:pt idx="58">
                  <c:v>Geo</c:v>
                </c:pt>
                <c:pt idx="59">
                  <c:v>mazda tk</c:v>
                </c:pt>
                <c:pt idx="60">
                  <c:v>ford tk</c:v>
                </c:pt>
                <c:pt idx="61">
                  <c:v>hyundai tk</c:v>
                </c:pt>
                <c:pt idx="62">
                  <c:v>chev truck</c:v>
                </c:pt>
                <c:pt idx="63">
                  <c:v>ford truck</c:v>
                </c:pt>
                <c:pt idx="64">
                  <c:v>Daewoo</c:v>
                </c:pt>
                <c:pt idx="65">
                  <c:v>dodge tk</c:v>
                </c:pt>
                <c:pt idx="66">
                  <c:v>dot</c:v>
                </c:pt>
              </c:strCache>
            </c:strRef>
          </c:cat>
          <c:val>
            <c:numRef>
              <c:f>'Pivot results'!$B$324:$B$391</c:f>
              <c:numCache>
                <c:formatCode>_-[$R-1C09]* #\ ##0_-;\-[$R-1C09]* #\ ##0_-;_-[$R-1C09]* "-"??_-;_-@_-</c:formatCode>
                <c:ptCount val="67"/>
                <c:pt idx="0">
                  <c:v>1340185469</c:v>
                </c:pt>
                <c:pt idx="1">
                  <c:v>710045171</c:v>
                </c:pt>
                <c:pt idx="2">
                  <c:v>626385216</c:v>
                </c:pt>
                <c:pt idx="3">
                  <c:v>481977225</c:v>
                </c:pt>
                <c:pt idx="4">
                  <c:v>439704163</c:v>
                </c:pt>
                <c:pt idx="5">
                  <c:v>364365604</c:v>
                </c:pt>
                <c:pt idx="6">
                  <c:v>340487444</c:v>
                </c:pt>
                <c:pt idx="7">
                  <c:v>308984690</c:v>
                </c:pt>
                <c:pt idx="8">
                  <c:v>293723484</c:v>
                </c:pt>
                <c:pt idx="9">
                  <c:v>238265055</c:v>
                </c:pt>
                <c:pt idx="10">
                  <c:v>237623436</c:v>
                </c:pt>
                <c:pt idx="11">
                  <c:v>226442778</c:v>
                </c:pt>
                <c:pt idx="12">
                  <c:v>211632538</c:v>
                </c:pt>
                <c:pt idx="13">
                  <c:v>190915215</c:v>
                </c:pt>
                <c:pt idx="14">
                  <c:v>176083920</c:v>
                </c:pt>
                <c:pt idx="15">
                  <c:v>116150579</c:v>
                </c:pt>
                <c:pt idx="16">
                  <c:v>114946475</c:v>
                </c:pt>
                <c:pt idx="17">
                  <c:v>113519611</c:v>
                </c:pt>
                <c:pt idx="18">
                  <c:v>112342321</c:v>
                </c:pt>
                <c:pt idx="19">
                  <c:v>95977265</c:v>
                </c:pt>
                <c:pt idx="20">
                  <c:v>90711158</c:v>
                </c:pt>
                <c:pt idx="21">
                  <c:v>84248992</c:v>
                </c:pt>
                <c:pt idx="22">
                  <c:v>81483500</c:v>
                </c:pt>
                <c:pt idx="23">
                  <c:v>76774686</c:v>
                </c:pt>
                <c:pt idx="24">
                  <c:v>57566605</c:v>
                </c:pt>
                <c:pt idx="25">
                  <c:v>55002951</c:v>
                </c:pt>
                <c:pt idx="26">
                  <c:v>54026275</c:v>
                </c:pt>
                <c:pt idx="27">
                  <c:v>42823002</c:v>
                </c:pt>
                <c:pt idx="28">
                  <c:v>38891150</c:v>
                </c:pt>
                <c:pt idx="29">
                  <c:v>34448808</c:v>
                </c:pt>
                <c:pt idx="30">
                  <c:v>27763026</c:v>
                </c:pt>
                <c:pt idx="31">
                  <c:v>16698151</c:v>
                </c:pt>
                <c:pt idx="32">
                  <c:v>15850500</c:v>
                </c:pt>
                <c:pt idx="33">
                  <c:v>11727438</c:v>
                </c:pt>
                <c:pt idx="34">
                  <c:v>9382600</c:v>
                </c:pt>
                <c:pt idx="35">
                  <c:v>8866977</c:v>
                </c:pt>
                <c:pt idx="36">
                  <c:v>8514150</c:v>
                </c:pt>
                <c:pt idx="37">
                  <c:v>7760150</c:v>
                </c:pt>
                <c:pt idx="38">
                  <c:v>6017800</c:v>
                </c:pt>
                <c:pt idx="39">
                  <c:v>4176020</c:v>
                </c:pt>
                <c:pt idx="40">
                  <c:v>2609300</c:v>
                </c:pt>
                <c:pt idx="41">
                  <c:v>2455100</c:v>
                </c:pt>
                <c:pt idx="42">
                  <c:v>2417000</c:v>
                </c:pt>
                <c:pt idx="43">
                  <c:v>1728350</c:v>
                </c:pt>
                <c:pt idx="44">
                  <c:v>1542250</c:v>
                </c:pt>
                <c:pt idx="45">
                  <c:v>1370300</c:v>
                </c:pt>
                <c:pt idx="46">
                  <c:v>499400</c:v>
                </c:pt>
                <c:pt idx="47">
                  <c:v>450500</c:v>
                </c:pt>
                <c:pt idx="48">
                  <c:v>418150</c:v>
                </c:pt>
                <c:pt idx="49">
                  <c:v>357850</c:v>
                </c:pt>
                <c:pt idx="50">
                  <c:v>341776</c:v>
                </c:pt>
                <c:pt idx="51">
                  <c:v>328150</c:v>
                </c:pt>
                <c:pt idx="52">
                  <c:v>310950</c:v>
                </c:pt>
                <c:pt idx="53">
                  <c:v>196775</c:v>
                </c:pt>
                <c:pt idx="54">
                  <c:v>76125</c:v>
                </c:pt>
                <c:pt idx="55">
                  <c:v>71000</c:v>
                </c:pt>
                <c:pt idx="56">
                  <c:v>40800</c:v>
                </c:pt>
                <c:pt idx="57">
                  <c:v>27300</c:v>
                </c:pt>
                <c:pt idx="58">
                  <c:v>10050</c:v>
                </c:pt>
                <c:pt idx="59">
                  <c:v>6500</c:v>
                </c:pt>
                <c:pt idx="60">
                  <c:v>2800</c:v>
                </c:pt>
                <c:pt idx="61">
                  <c:v>2100</c:v>
                </c:pt>
                <c:pt idx="62">
                  <c:v>2000</c:v>
                </c:pt>
                <c:pt idx="63">
                  <c:v>1450</c:v>
                </c:pt>
                <c:pt idx="64">
                  <c:v>1200</c:v>
                </c:pt>
                <c:pt idx="65">
                  <c:v>550</c:v>
                </c:pt>
                <c:pt idx="66">
                  <c:v>500</c:v>
                </c:pt>
              </c:numCache>
            </c:numRef>
          </c:val>
          <c:extLst>
            <c:ext xmlns:c16="http://schemas.microsoft.com/office/drawing/2014/chart" uri="{C3380CC4-5D6E-409C-BE32-E72D297353CC}">
              <c16:uniqueId val="{00000000-88D8-4B93-930F-918C6FCAF501}"/>
            </c:ext>
          </c:extLst>
        </c:ser>
        <c:ser>
          <c:idx val="1"/>
          <c:order val="1"/>
          <c:tx>
            <c:strRef>
              <c:f>'Pivot results'!$C$323</c:f>
              <c:strCache>
                <c:ptCount val="1"/>
                <c:pt idx="0">
                  <c:v>Average of Profit_margin</c:v>
                </c:pt>
              </c:strCache>
            </c:strRef>
          </c:tx>
          <c:spPr>
            <a:solidFill>
              <a:schemeClr val="accent2"/>
            </a:solidFill>
            <a:ln>
              <a:noFill/>
            </a:ln>
            <a:effectLst/>
          </c:spPr>
          <c:invertIfNegative val="0"/>
          <c:cat>
            <c:strRef>
              <c:f>'Pivot results'!$A$324:$A$391</c:f>
              <c:strCache>
                <c:ptCount val="67"/>
                <c:pt idx="0">
                  <c:v>Ford</c:v>
                </c:pt>
                <c:pt idx="1">
                  <c:v>chevrolet</c:v>
                </c:pt>
                <c:pt idx="2">
                  <c:v>Nissan</c:v>
                </c:pt>
                <c:pt idx="3">
                  <c:v>toyota</c:v>
                </c:pt>
                <c:pt idx="4">
                  <c:v>BMW</c:v>
                </c:pt>
                <c:pt idx="5">
                  <c:v>Mercedes-Benz</c:v>
                </c:pt>
                <c:pt idx="6">
                  <c:v>Dodge</c:v>
                </c:pt>
                <c:pt idx="7">
                  <c:v>Infiniti</c:v>
                </c:pt>
                <c:pt idx="8">
                  <c:v>Honda</c:v>
                </c:pt>
                <c:pt idx="9">
                  <c:v>Lexus</c:v>
                </c:pt>
                <c:pt idx="10">
                  <c:v>Hyundai</c:v>
                </c:pt>
                <c:pt idx="11">
                  <c:v>Jeep</c:v>
                </c:pt>
                <c:pt idx="12">
                  <c:v>Kia</c:v>
                </c:pt>
                <c:pt idx="13">
                  <c:v>Chrysler</c:v>
                </c:pt>
                <c:pt idx="14">
                  <c:v>GMC</c:v>
                </c:pt>
                <c:pt idx="15">
                  <c:v>Volkswagen</c:v>
                </c:pt>
                <c:pt idx="16">
                  <c:v>Audi</c:v>
                </c:pt>
                <c:pt idx="17">
                  <c:v>Ram</c:v>
                </c:pt>
                <c:pt idx="18">
                  <c:v>Cadillac</c:v>
                </c:pt>
                <c:pt idx="19">
                  <c:v>Lincoln</c:v>
                </c:pt>
                <c:pt idx="20">
                  <c:v>(blank)</c:v>
                </c:pt>
                <c:pt idx="21">
                  <c:v>Mazda</c:v>
                </c:pt>
                <c:pt idx="22">
                  <c:v>Acura</c:v>
                </c:pt>
                <c:pt idx="23">
                  <c:v>Subaru</c:v>
                </c:pt>
                <c:pt idx="24">
                  <c:v>Land Rover</c:v>
                </c:pt>
                <c:pt idx="25">
                  <c:v>Porsche</c:v>
                </c:pt>
                <c:pt idx="26">
                  <c:v>Buick</c:v>
                </c:pt>
                <c:pt idx="27">
                  <c:v>Volvo</c:v>
                </c:pt>
                <c:pt idx="28">
                  <c:v>MINI</c:v>
                </c:pt>
                <c:pt idx="29">
                  <c:v>Mitsubishi</c:v>
                </c:pt>
                <c:pt idx="30">
                  <c:v>Jaguar</c:v>
                </c:pt>
                <c:pt idx="31">
                  <c:v>Pontiac</c:v>
                </c:pt>
                <c:pt idx="32">
                  <c:v>Scion</c:v>
                </c:pt>
                <c:pt idx="33">
                  <c:v>HUMMER</c:v>
                </c:pt>
                <c:pt idx="34">
                  <c:v>Saturn</c:v>
                </c:pt>
                <c:pt idx="35">
                  <c:v>FIAT</c:v>
                </c:pt>
                <c:pt idx="36">
                  <c:v>Bentley</c:v>
                </c:pt>
                <c:pt idx="37">
                  <c:v>Mercury</c:v>
                </c:pt>
                <c:pt idx="38">
                  <c:v>Maserati</c:v>
                </c:pt>
                <c:pt idx="39">
                  <c:v>Suzuki</c:v>
                </c:pt>
                <c:pt idx="40">
                  <c:v>Rolls-Royce</c:v>
                </c:pt>
                <c:pt idx="41">
                  <c:v>smart</c:v>
                </c:pt>
                <c:pt idx="42">
                  <c:v>Ferrari</c:v>
                </c:pt>
                <c:pt idx="43">
                  <c:v>Saab</c:v>
                </c:pt>
                <c:pt idx="44">
                  <c:v>Tesla</c:v>
                </c:pt>
                <c:pt idx="45">
                  <c:v>Aston Martin</c:v>
                </c:pt>
                <c:pt idx="46">
                  <c:v>mercedes</c:v>
                </c:pt>
                <c:pt idx="47">
                  <c:v>Lamborghini</c:v>
                </c:pt>
                <c:pt idx="48">
                  <c:v>Fisker</c:v>
                </c:pt>
                <c:pt idx="49">
                  <c:v>Oldsmobile</c:v>
                </c:pt>
                <c:pt idx="50">
                  <c:v>Isuzu</c:v>
                </c:pt>
                <c:pt idx="51">
                  <c:v>vw</c:v>
                </c:pt>
                <c:pt idx="52">
                  <c:v>landrover</c:v>
                </c:pt>
                <c:pt idx="53">
                  <c:v>Plymouth</c:v>
                </c:pt>
                <c:pt idx="54">
                  <c:v>gmc truck</c:v>
                </c:pt>
                <c:pt idx="55">
                  <c:v>airstream</c:v>
                </c:pt>
                <c:pt idx="56">
                  <c:v>Lotus</c:v>
                </c:pt>
                <c:pt idx="57">
                  <c:v>mercedes-b</c:v>
                </c:pt>
                <c:pt idx="58">
                  <c:v>Geo</c:v>
                </c:pt>
                <c:pt idx="59">
                  <c:v>mazda tk</c:v>
                </c:pt>
                <c:pt idx="60">
                  <c:v>ford tk</c:v>
                </c:pt>
                <c:pt idx="61">
                  <c:v>hyundai tk</c:v>
                </c:pt>
                <c:pt idx="62">
                  <c:v>chev truck</c:v>
                </c:pt>
                <c:pt idx="63">
                  <c:v>ford truck</c:v>
                </c:pt>
                <c:pt idx="64">
                  <c:v>Daewoo</c:v>
                </c:pt>
                <c:pt idx="65">
                  <c:v>dodge tk</c:v>
                </c:pt>
                <c:pt idx="66">
                  <c:v>dot</c:v>
                </c:pt>
              </c:strCache>
            </c:strRef>
          </c:cat>
          <c:val>
            <c:numRef>
              <c:f>'Pivot results'!$C$324:$C$391</c:f>
              <c:numCache>
                <c:formatCode>General</c:formatCode>
                <c:ptCount val="67"/>
                <c:pt idx="0">
                  <c:v>-30.232640171119666</c:v>
                </c:pt>
                <c:pt idx="1">
                  <c:v>-10.53495526254175</c:v>
                </c:pt>
                <c:pt idx="2">
                  <c:v>-6.2073326654989094</c:v>
                </c:pt>
                <c:pt idx="3">
                  <c:v>-5.1367302162151587</c:v>
                </c:pt>
                <c:pt idx="4">
                  <c:v>-4.8940122588288046</c:v>
                </c:pt>
                <c:pt idx="5">
                  <c:v>-5.034787796857195</c:v>
                </c:pt>
                <c:pt idx="6">
                  <c:v>-11.52765848144603</c:v>
                </c:pt>
                <c:pt idx="7">
                  <c:v>-2.5424948837231196</c:v>
                </c:pt>
                <c:pt idx="8">
                  <c:v>-6.3804629198247236</c:v>
                </c:pt>
                <c:pt idx="9">
                  <c:v>-3.1105673796599418</c:v>
                </c:pt>
                <c:pt idx="10">
                  <c:v>-7.947539551858422</c:v>
                </c:pt>
                <c:pt idx="11">
                  <c:v>-7.3789327451270372</c:v>
                </c:pt>
                <c:pt idx="12">
                  <c:v>-7.09082033470317</c:v>
                </c:pt>
                <c:pt idx="13">
                  <c:v>-13.282715685361328</c:v>
                </c:pt>
                <c:pt idx="14">
                  <c:v>-7.0137470470700656</c:v>
                </c:pt>
                <c:pt idx="15">
                  <c:v>-9.8196833805130943</c:v>
                </c:pt>
                <c:pt idx="16">
                  <c:v>-7.6904002912968101</c:v>
                </c:pt>
                <c:pt idx="17">
                  <c:v>-2.2295024699224615</c:v>
                </c:pt>
                <c:pt idx="18">
                  <c:v>-12.838626757522329</c:v>
                </c:pt>
                <c:pt idx="19">
                  <c:v>-9.6413041489104874</c:v>
                </c:pt>
                <c:pt idx="20">
                  <c:v>-19.291935648024445</c:v>
                </c:pt>
                <c:pt idx="21">
                  <c:v>-10.029134080190914</c:v>
                </c:pt>
                <c:pt idx="22">
                  <c:v>-5.5410542132325356</c:v>
                </c:pt>
                <c:pt idx="23">
                  <c:v>-5.8184307369254764</c:v>
                </c:pt>
                <c:pt idx="24">
                  <c:v>-5.3040192617229991</c:v>
                </c:pt>
                <c:pt idx="25">
                  <c:v>-3.1139262276709716</c:v>
                </c:pt>
                <c:pt idx="26">
                  <c:v>-20.234146990741969</c:v>
                </c:pt>
                <c:pt idx="27">
                  <c:v>-12.641039153478431</c:v>
                </c:pt>
                <c:pt idx="28">
                  <c:v>-3.8467376318174007</c:v>
                </c:pt>
                <c:pt idx="29">
                  <c:v>-12.138292797617233</c:v>
                </c:pt>
                <c:pt idx="30">
                  <c:v>-17.441284846443196</c:v>
                </c:pt>
                <c:pt idx="31">
                  <c:v>-30.825073425771755</c:v>
                </c:pt>
                <c:pt idx="32">
                  <c:v>-6.6576489611235532</c:v>
                </c:pt>
                <c:pt idx="33">
                  <c:v>-0.75844585212222004</c:v>
                </c:pt>
                <c:pt idx="34">
                  <c:v>-28.73338443342389</c:v>
                </c:pt>
                <c:pt idx="35">
                  <c:v>-4.6124031612819696</c:v>
                </c:pt>
                <c:pt idx="36">
                  <c:v>-2.2374286297827966</c:v>
                </c:pt>
                <c:pt idx="37">
                  <c:v>-31.584527175652227</c:v>
                </c:pt>
                <c:pt idx="38">
                  <c:v>-4.7427773571998078</c:v>
                </c:pt>
                <c:pt idx="39">
                  <c:v>-17.449064213758852</c:v>
                </c:pt>
                <c:pt idx="40">
                  <c:v>-0.68270600648475332</c:v>
                </c:pt>
                <c:pt idx="41">
                  <c:v>-3.8133936708833978</c:v>
                </c:pt>
                <c:pt idx="42">
                  <c:v>-1.7524217851279367</c:v>
                </c:pt>
                <c:pt idx="43">
                  <c:v>-33.446924255180306</c:v>
                </c:pt>
                <c:pt idx="44">
                  <c:v>-1.4144300865114123</c:v>
                </c:pt>
                <c:pt idx="45">
                  <c:v>1.660574560546574</c:v>
                </c:pt>
                <c:pt idx="46">
                  <c:v>-15.446640309597017</c:v>
                </c:pt>
                <c:pt idx="47">
                  <c:v>0.91056745484341528</c:v>
                </c:pt>
                <c:pt idx="48">
                  <c:v>-6.3206871439267065</c:v>
                </c:pt>
                <c:pt idx="49">
                  <c:v>-54.137959137659308</c:v>
                </c:pt>
                <c:pt idx="50">
                  <c:v>-230.22898586986699</c:v>
                </c:pt>
                <c:pt idx="51">
                  <c:v>-8.403759057605626</c:v>
                </c:pt>
                <c:pt idx="52">
                  <c:v>-4.3484939695070999</c:v>
                </c:pt>
                <c:pt idx="53">
                  <c:v>-21.770059689569166</c:v>
                </c:pt>
                <c:pt idx="54">
                  <c:v>-40.557536265227853</c:v>
                </c:pt>
                <c:pt idx="55">
                  <c:v>58.450704225352098</c:v>
                </c:pt>
                <c:pt idx="56">
                  <c:v>1.2254901960784299</c:v>
                </c:pt>
                <c:pt idx="57">
                  <c:v>-3.9219901719901697</c:v>
                </c:pt>
                <c:pt idx="58">
                  <c:v>-47.328011900380297</c:v>
                </c:pt>
                <c:pt idx="59">
                  <c:v>17.307692307692299</c:v>
                </c:pt>
                <c:pt idx="60">
                  <c:v>-24.107142857142801</c:v>
                </c:pt>
                <c:pt idx="61">
                  <c:v>10.714285714285699</c:v>
                </c:pt>
                <c:pt idx="62">
                  <c:v>3.75</c:v>
                </c:pt>
                <c:pt idx="63">
                  <c:v>-19.642857142857135</c:v>
                </c:pt>
                <c:pt idx="64">
                  <c:v>-84.722222222222101</c:v>
                </c:pt>
                <c:pt idx="65">
                  <c:v>-13.636363636363599</c:v>
                </c:pt>
                <c:pt idx="66">
                  <c:v>-70</c:v>
                </c:pt>
              </c:numCache>
            </c:numRef>
          </c:val>
          <c:extLst>
            <c:ext xmlns:c16="http://schemas.microsoft.com/office/drawing/2014/chart" uri="{C3380CC4-5D6E-409C-BE32-E72D297353CC}">
              <c16:uniqueId val="{00000001-88D8-4B93-930F-918C6FCAF501}"/>
            </c:ext>
          </c:extLst>
        </c:ser>
        <c:ser>
          <c:idx val="2"/>
          <c:order val="2"/>
          <c:tx>
            <c:strRef>
              <c:f>'Pivot results'!$D$323</c:f>
              <c:strCache>
                <c:ptCount val="1"/>
                <c:pt idx="0">
                  <c:v>Count of Margin_class</c:v>
                </c:pt>
              </c:strCache>
            </c:strRef>
          </c:tx>
          <c:spPr>
            <a:solidFill>
              <a:schemeClr val="accent3"/>
            </a:solidFill>
            <a:ln>
              <a:noFill/>
            </a:ln>
            <a:effectLst/>
          </c:spPr>
          <c:invertIfNegative val="0"/>
          <c:cat>
            <c:strRef>
              <c:f>'Pivot results'!$A$324:$A$391</c:f>
              <c:strCache>
                <c:ptCount val="67"/>
                <c:pt idx="0">
                  <c:v>Ford</c:v>
                </c:pt>
                <c:pt idx="1">
                  <c:v>chevrolet</c:v>
                </c:pt>
                <c:pt idx="2">
                  <c:v>Nissan</c:v>
                </c:pt>
                <c:pt idx="3">
                  <c:v>toyota</c:v>
                </c:pt>
                <c:pt idx="4">
                  <c:v>BMW</c:v>
                </c:pt>
                <c:pt idx="5">
                  <c:v>Mercedes-Benz</c:v>
                </c:pt>
                <c:pt idx="6">
                  <c:v>Dodge</c:v>
                </c:pt>
                <c:pt idx="7">
                  <c:v>Infiniti</c:v>
                </c:pt>
                <c:pt idx="8">
                  <c:v>Honda</c:v>
                </c:pt>
                <c:pt idx="9">
                  <c:v>Lexus</c:v>
                </c:pt>
                <c:pt idx="10">
                  <c:v>Hyundai</c:v>
                </c:pt>
                <c:pt idx="11">
                  <c:v>Jeep</c:v>
                </c:pt>
                <c:pt idx="12">
                  <c:v>Kia</c:v>
                </c:pt>
                <c:pt idx="13">
                  <c:v>Chrysler</c:v>
                </c:pt>
                <c:pt idx="14">
                  <c:v>GMC</c:v>
                </c:pt>
                <c:pt idx="15">
                  <c:v>Volkswagen</c:v>
                </c:pt>
                <c:pt idx="16">
                  <c:v>Audi</c:v>
                </c:pt>
                <c:pt idx="17">
                  <c:v>Ram</c:v>
                </c:pt>
                <c:pt idx="18">
                  <c:v>Cadillac</c:v>
                </c:pt>
                <c:pt idx="19">
                  <c:v>Lincoln</c:v>
                </c:pt>
                <c:pt idx="20">
                  <c:v>(blank)</c:v>
                </c:pt>
                <c:pt idx="21">
                  <c:v>Mazda</c:v>
                </c:pt>
                <c:pt idx="22">
                  <c:v>Acura</c:v>
                </c:pt>
                <c:pt idx="23">
                  <c:v>Subaru</c:v>
                </c:pt>
                <c:pt idx="24">
                  <c:v>Land Rover</c:v>
                </c:pt>
                <c:pt idx="25">
                  <c:v>Porsche</c:v>
                </c:pt>
                <c:pt idx="26">
                  <c:v>Buick</c:v>
                </c:pt>
                <c:pt idx="27">
                  <c:v>Volvo</c:v>
                </c:pt>
                <c:pt idx="28">
                  <c:v>MINI</c:v>
                </c:pt>
                <c:pt idx="29">
                  <c:v>Mitsubishi</c:v>
                </c:pt>
                <c:pt idx="30">
                  <c:v>Jaguar</c:v>
                </c:pt>
                <c:pt idx="31">
                  <c:v>Pontiac</c:v>
                </c:pt>
                <c:pt idx="32">
                  <c:v>Scion</c:v>
                </c:pt>
                <c:pt idx="33">
                  <c:v>HUMMER</c:v>
                </c:pt>
                <c:pt idx="34">
                  <c:v>Saturn</c:v>
                </c:pt>
                <c:pt idx="35">
                  <c:v>FIAT</c:v>
                </c:pt>
                <c:pt idx="36">
                  <c:v>Bentley</c:v>
                </c:pt>
                <c:pt idx="37">
                  <c:v>Mercury</c:v>
                </c:pt>
                <c:pt idx="38">
                  <c:v>Maserati</c:v>
                </c:pt>
                <c:pt idx="39">
                  <c:v>Suzuki</c:v>
                </c:pt>
                <c:pt idx="40">
                  <c:v>Rolls-Royce</c:v>
                </c:pt>
                <c:pt idx="41">
                  <c:v>smart</c:v>
                </c:pt>
                <c:pt idx="42">
                  <c:v>Ferrari</c:v>
                </c:pt>
                <c:pt idx="43">
                  <c:v>Saab</c:v>
                </c:pt>
                <c:pt idx="44">
                  <c:v>Tesla</c:v>
                </c:pt>
                <c:pt idx="45">
                  <c:v>Aston Martin</c:v>
                </c:pt>
                <c:pt idx="46">
                  <c:v>mercedes</c:v>
                </c:pt>
                <c:pt idx="47">
                  <c:v>Lamborghini</c:v>
                </c:pt>
                <c:pt idx="48">
                  <c:v>Fisker</c:v>
                </c:pt>
                <c:pt idx="49">
                  <c:v>Oldsmobile</c:v>
                </c:pt>
                <c:pt idx="50">
                  <c:v>Isuzu</c:v>
                </c:pt>
                <c:pt idx="51">
                  <c:v>vw</c:v>
                </c:pt>
                <c:pt idx="52">
                  <c:v>landrover</c:v>
                </c:pt>
                <c:pt idx="53">
                  <c:v>Plymouth</c:v>
                </c:pt>
                <c:pt idx="54">
                  <c:v>gmc truck</c:v>
                </c:pt>
                <c:pt idx="55">
                  <c:v>airstream</c:v>
                </c:pt>
                <c:pt idx="56">
                  <c:v>Lotus</c:v>
                </c:pt>
                <c:pt idx="57">
                  <c:v>mercedes-b</c:v>
                </c:pt>
                <c:pt idx="58">
                  <c:v>Geo</c:v>
                </c:pt>
                <c:pt idx="59">
                  <c:v>mazda tk</c:v>
                </c:pt>
                <c:pt idx="60">
                  <c:v>ford tk</c:v>
                </c:pt>
                <c:pt idx="61">
                  <c:v>hyundai tk</c:v>
                </c:pt>
                <c:pt idx="62">
                  <c:v>chev truck</c:v>
                </c:pt>
                <c:pt idx="63">
                  <c:v>ford truck</c:v>
                </c:pt>
                <c:pt idx="64">
                  <c:v>Daewoo</c:v>
                </c:pt>
                <c:pt idx="65">
                  <c:v>dodge tk</c:v>
                </c:pt>
                <c:pt idx="66">
                  <c:v>dot</c:v>
                </c:pt>
              </c:strCache>
            </c:strRef>
          </c:cat>
          <c:val>
            <c:numRef>
              <c:f>'Pivot results'!$D$324:$D$391</c:f>
              <c:numCache>
                <c:formatCode>General</c:formatCode>
                <c:ptCount val="67"/>
                <c:pt idx="0">
                  <c:v>92530</c:v>
                </c:pt>
                <c:pt idx="1">
                  <c:v>59614</c:v>
                </c:pt>
                <c:pt idx="2">
                  <c:v>53351</c:v>
                </c:pt>
                <c:pt idx="3">
                  <c:v>39439</c:v>
                </c:pt>
                <c:pt idx="4">
                  <c:v>20385</c:v>
                </c:pt>
                <c:pt idx="5">
                  <c:v>16808</c:v>
                </c:pt>
                <c:pt idx="6">
                  <c:v>30477</c:v>
                </c:pt>
                <c:pt idx="7">
                  <c:v>15125</c:v>
                </c:pt>
                <c:pt idx="8">
                  <c:v>26981</c:v>
                </c:pt>
                <c:pt idx="9">
                  <c:v>11791</c:v>
                </c:pt>
                <c:pt idx="10">
                  <c:v>21591</c:v>
                </c:pt>
                <c:pt idx="11">
                  <c:v>15175</c:v>
                </c:pt>
                <c:pt idx="12">
                  <c:v>17894</c:v>
                </c:pt>
                <c:pt idx="13">
                  <c:v>17249</c:v>
                </c:pt>
                <c:pt idx="14">
                  <c:v>10416</c:v>
                </c:pt>
                <c:pt idx="15">
                  <c:v>12392</c:v>
                </c:pt>
                <c:pt idx="16">
                  <c:v>5759</c:v>
                </c:pt>
                <c:pt idx="17">
                  <c:v>4481</c:v>
                </c:pt>
                <c:pt idx="18">
                  <c:v>7450</c:v>
                </c:pt>
                <c:pt idx="19">
                  <c:v>5693</c:v>
                </c:pt>
                <c:pt idx="20">
                  <c:v>10145</c:v>
                </c:pt>
                <c:pt idx="21">
                  <c:v>8375</c:v>
                </c:pt>
                <c:pt idx="22">
                  <c:v>5830</c:v>
                </c:pt>
                <c:pt idx="23">
                  <c:v>5034</c:v>
                </c:pt>
                <c:pt idx="24">
                  <c:v>1817</c:v>
                </c:pt>
                <c:pt idx="25">
                  <c:v>1372</c:v>
                </c:pt>
                <c:pt idx="26">
                  <c:v>5042</c:v>
                </c:pt>
                <c:pt idx="27">
                  <c:v>3723</c:v>
                </c:pt>
                <c:pt idx="28">
                  <c:v>3147</c:v>
                </c:pt>
                <c:pt idx="29">
                  <c:v>4218</c:v>
                </c:pt>
                <c:pt idx="30">
                  <c:v>1397</c:v>
                </c:pt>
                <c:pt idx="31">
                  <c:v>4462</c:v>
                </c:pt>
                <c:pt idx="32">
                  <c:v>1656</c:v>
                </c:pt>
                <c:pt idx="33">
                  <c:v>771</c:v>
                </c:pt>
                <c:pt idx="34">
                  <c:v>2791</c:v>
                </c:pt>
                <c:pt idx="35">
                  <c:v>853</c:v>
                </c:pt>
                <c:pt idx="36">
                  <c:v>114</c:v>
                </c:pt>
                <c:pt idx="37">
                  <c:v>1995</c:v>
                </c:pt>
                <c:pt idx="38">
                  <c:v>132</c:v>
                </c:pt>
                <c:pt idx="39">
                  <c:v>1068</c:v>
                </c:pt>
                <c:pt idx="40">
                  <c:v>17</c:v>
                </c:pt>
                <c:pt idx="41">
                  <c:v>392</c:v>
                </c:pt>
                <c:pt idx="42">
                  <c:v>19</c:v>
                </c:pt>
                <c:pt idx="43">
                  <c:v>477</c:v>
                </c:pt>
                <c:pt idx="44">
                  <c:v>23</c:v>
                </c:pt>
                <c:pt idx="45">
                  <c:v>25</c:v>
                </c:pt>
                <c:pt idx="46">
                  <c:v>67</c:v>
                </c:pt>
                <c:pt idx="47">
                  <c:v>4</c:v>
                </c:pt>
                <c:pt idx="48">
                  <c:v>9</c:v>
                </c:pt>
                <c:pt idx="49">
                  <c:v>382</c:v>
                </c:pt>
                <c:pt idx="50">
                  <c:v>202</c:v>
                </c:pt>
                <c:pt idx="51">
                  <c:v>24</c:v>
                </c:pt>
                <c:pt idx="52">
                  <c:v>27</c:v>
                </c:pt>
                <c:pt idx="53">
                  <c:v>27</c:v>
                </c:pt>
                <c:pt idx="54">
                  <c:v>11</c:v>
                </c:pt>
                <c:pt idx="55">
                  <c:v>1</c:v>
                </c:pt>
                <c:pt idx="56">
                  <c:v>1</c:v>
                </c:pt>
                <c:pt idx="57">
                  <c:v>2</c:v>
                </c:pt>
                <c:pt idx="58">
                  <c:v>19</c:v>
                </c:pt>
                <c:pt idx="59">
                  <c:v>1</c:v>
                </c:pt>
                <c:pt idx="60">
                  <c:v>1</c:v>
                </c:pt>
                <c:pt idx="61">
                  <c:v>1</c:v>
                </c:pt>
                <c:pt idx="62">
                  <c:v>1</c:v>
                </c:pt>
                <c:pt idx="63">
                  <c:v>3</c:v>
                </c:pt>
                <c:pt idx="64">
                  <c:v>3</c:v>
                </c:pt>
                <c:pt idx="65">
                  <c:v>1</c:v>
                </c:pt>
                <c:pt idx="66">
                  <c:v>1</c:v>
                </c:pt>
              </c:numCache>
            </c:numRef>
          </c:val>
          <c:extLst>
            <c:ext xmlns:c16="http://schemas.microsoft.com/office/drawing/2014/chart" uri="{C3380CC4-5D6E-409C-BE32-E72D297353CC}">
              <c16:uniqueId val="{00000002-88D8-4B93-930F-918C6FCAF501}"/>
            </c:ext>
          </c:extLst>
        </c:ser>
        <c:dLbls>
          <c:showLegendKey val="0"/>
          <c:showVal val="0"/>
          <c:showCatName val="0"/>
          <c:showSerName val="0"/>
          <c:showPercent val="0"/>
          <c:showBubbleSize val="0"/>
        </c:dLbls>
        <c:gapWidth val="219"/>
        <c:overlap val="-27"/>
        <c:axId val="1622025647"/>
        <c:axId val="1622041967"/>
      </c:barChart>
      <c:catAx>
        <c:axId val="1622025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22041967"/>
        <c:crosses val="autoZero"/>
        <c:auto val="1"/>
        <c:lblAlgn val="ctr"/>
        <c:lblOffset val="100"/>
        <c:noMultiLvlLbl val="0"/>
      </c:catAx>
      <c:valAx>
        <c:axId val="1622041967"/>
        <c:scaling>
          <c:orientation val="minMax"/>
        </c:scaling>
        <c:delete val="0"/>
        <c:axPos val="l"/>
        <c:majorGridlines>
          <c:spPr>
            <a:ln w="9525" cap="flat" cmpd="sng" algn="ctr">
              <a:solidFill>
                <a:schemeClr val="tx1">
                  <a:lumMod val="15000"/>
                  <a:lumOff val="85000"/>
                </a:schemeClr>
              </a:solidFill>
              <a:round/>
            </a:ln>
            <a:effectLst/>
          </c:spPr>
        </c:majorGridlines>
        <c:numFmt formatCode="_-[$R-1C09]* #\ ##0_-;\-[$R-1C09]* #\ ##0_-;_-[$R-1C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2202564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 (version 1).xlsb]Pivot results!PivotTable23</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ZA" dirty="0"/>
              <a:t>Seller performance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results'!$B$398</c:f>
              <c:strCache>
                <c:ptCount val="1"/>
                <c:pt idx="0">
                  <c:v>Sum of Total_rev</c:v>
                </c:pt>
              </c:strCache>
            </c:strRef>
          </c:tx>
          <c:spPr>
            <a:solidFill>
              <a:schemeClr val="accent1"/>
            </a:solidFill>
            <a:ln>
              <a:noFill/>
            </a:ln>
            <a:effectLst/>
          </c:spPr>
          <c:invertIfNegative val="0"/>
          <c:cat>
            <c:strRef>
              <c:f>'Pivot results'!$A$399:$A$14532</c:f>
              <c:strCache>
                <c:ptCount val="14133"/>
                <c:pt idx="0">
                  <c:v>ford motor credit company llc</c:v>
                </c:pt>
                <c:pt idx="1">
                  <c:v>nissan-infiniti lt</c:v>
                </c:pt>
                <c:pt idx="2">
                  <c:v>the hertz corporation</c:v>
                </c:pt>
                <c:pt idx="3">
                  <c:v>nissan infiniti lt</c:v>
                </c:pt>
                <c:pt idx="4">
                  <c:v>avis corporation</c:v>
                </c:pt>
                <c:pt idx="5">
                  <c:v>financial services remarketing (lease)</c:v>
                </c:pt>
                <c:pt idx="6">
                  <c:v>mercedes-benz financial services</c:v>
                </c:pt>
                <c:pt idx="7">
                  <c:v>enterprise veh exchange/rental</c:v>
                </c:pt>
                <c:pt idx="8">
                  <c:v>santander consumer</c:v>
                </c:pt>
                <c:pt idx="9">
                  <c:v>tdaf remarketing</c:v>
                </c:pt>
                <c:pt idx="10">
                  <c:v>lexus financial services</c:v>
                </c:pt>
                <c:pt idx="11">
                  <c:v>r hollenshead auto sales inc</c:v>
                </c:pt>
                <c:pt idx="12">
                  <c:v>avis budget group</c:v>
                </c:pt>
                <c:pt idx="13">
                  <c:v>hyundai motor finance</c:v>
                </c:pt>
                <c:pt idx="14">
                  <c:v>ahfc/honda lease trust/hvt  inc. eot</c:v>
                </c:pt>
                <c:pt idx="15">
                  <c:v>chrysler capital</c:v>
                </c:pt>
                <c:pt idx="16">
                  <c:v>jpmorgan chase bank n.a.</c:v>
                </c:pt>
                <c:pt idx="17">
                  <c:v>wells fargo dealer services</c:v>
                </c:pt>
                <c:pt idx="18">
                  <c:v>gm remarketing</c:v>
                </c:pt>
                <c:pt idx="19">
                  <c:v>ge fleet services for itself/servicer</c:v>
                </c:pt>
                <c:pt idx="20">
                  <c:v>ford motor credit company llc pd</c:v>
                </c:pt>
                <c:pt idx="21">
                  <c:v>kia motors america  inc</c:v>
                </c:pt>
                <c:pt idx="22">
                  <c:v>toyota financial services</c:v>
                </c:pt>
                <c:pt idx="23">
                  <c:v>ford motor credit company</c:v>
                </c:pt>
                <c:pt idx="24">
                  <c:v>ford-lincoln dealer program</c:v>
                </c:pt>
                <c:pt idx="25">
                  <c:v>nissan north america inc.</c:v>
                </c:pt>
                <c:pt idx="26">
                  <c:v>gm financial</c:v>
                </c:pt>
                <c:pt idx="27">
                  <c:v>world omni financial corporation</c:v>
                </c:pt>
                <c:pt idx="28">
                  <c:v>ars/avis budget group</c:v>
                </c:pt>
                <c:pt idx="29">
                  <c:v>lease plan usa</c:v>
                </c:pt>
                <c:pt idx="30">
                  <c:v>dtg operations inc</c:v>
                </c:pt>
                <c:pt idx="31">
                  <c:v>hertz corporation/gdp</c:v>
                </c:pt>
                <c:pt idx="32">
                  <c:v>u-haul</c:v>
                </c:pt>
                <c:pt idx="33">
                  <c:v>nissan motor acceptance corporation</c:v>
                </c:pt>
                <c:pt idx="34">
                  <c:v>adcock brothers inc</c:v>
                </c:pt>
                <c:pt idx="35">
                  <c:v>wheels exchange llc</c:v>
                </c:pt>
                <c:pt idx="36">
                  <c:v>fiserv/usb dealer services northstar exchange</c:v>
                </c:pt>
                <c:pt idx="37">
                  <c:v>wholesale inc # 2</c:v>
                </c:pt>
                <c:pt idx="38">
                  <c:v>ahfc/honda lease trust/hvt  inc.</c:v>
                </c:pt>
                <c:pt idx="39">
                  <c:v>high bid trading co inc</c:v>
                </c:pt>
                <c:pt idx="40">
                  <c:v>capital one auto finance</c:v>
                </c:pt>
                <c:pt idx="41">
                  <c:v>enterprise vehicle exchange / tra / rental / tulsa</c:v>
                </c:pt>
                <c:pt idx="42">
                  <c:v>toyota motor sales usa inc/program</c:v>
                </c:pt>
                <c:pt idx="43">
                  <c:v>automobiles paille inc</c:v>
                </c:pt>
                <c:pt idx="44">
                  <c:v>vw credit</c:v>
                </c:pt>
                <c:pt idx="45">
                  <c:v>bmw north america greer</c:v>
                </c:pt>
                <c:pt idx="46">
                  <c:v>subaru of america</c:v>
                </c:pt>
                <c:pt idx="47">
                  <c:v>kia motors finance</c:v>
                </c:pt>
                <c:pt idx="48">
                  <c:v>ars/enterprise</c:v>
                </c:pt>
                <c:pt idx="49">
                  <c:v>music city autoplex llc</c:v>
                </c:pt>
                <c:pt idx="50">
                  <c:v>pv holding inc/gdp</c:v>
                </c:pt>
                <c:pt idx="51">
                  <c:v>gm financial leasing</c:v>
                </c:pt>
                <c:pt idx="52">
                  <c:v>bmw na manheim new jersey</c:v>
                </c:pt>
                <c:pt idx="53">
                  <c:v>fca canada inc</c:v>
                </c:pt>
                <c:pt idx="54">
                  <c:v>sullivan auto group llc</c:v>
                </c:pt>
                <c:pt idx="55">
                  <c:v>mercedes-benz finc wholesale advantage</c:v>
                </c:pt>
                <c:pt idx="56">
                  <c:v>chrysler canada inc</c:v>
                </c:pt>
                <c:pt idx="57">
                  <c:v>meridian remarketing</c:v>
                </c:pt>
                <c:pt idx="58">
                  <c:v>ahfc/honda lease/trust/hvt  inc. eot acuras</c:v>
                </c:pt>
                <c:pt idx="59">
                  <c:v>hopper motorplex inc</c:v>
                </c:pt>
                <c:pt idx="60">
                  <c:v>dt credit corporation</c:v>
                </c:pt>
                <c:pt idx="61">
                  <c:v>aaero sweet company</c:v>
                </c:pt>
                <c:pt idx="62">
                  <c:v>enterprise holdings/gdp</c:v>
                </c:pt>
                <c:pt idx="63">
                  <c:v>kevins marysville auto sales inc</c:v>
                </c:pt>
                <c:pt idx="64">
                  <c:v>donlen corporation</c:v>
                </c:pt>
                <c:pt idx="65">
                  <c:v>ari</c:v>
                </c:pt>
                <c:pt idx="66">
                  <c:v>td auto finance</c:v>
                </c:pt>
                <c:pt idx="67">
                  <c:v>exeter finance corp</c:v>
                </c:pt>
                <c:pt idx="68">
                  <c:v>porsche financial services</c:v>
                </c:pt>
                <c:pt idx="69">
                  <c:v>midtown motors</c:v>
                </c:pt>
                <c:pt idx="70">
                  <c:v>credit acceptance corp/vrs/southfield</c:v>
                </c:pt>
                <c:pt idx="71">
                  <c:v>infiniti financial services</c:v>
                </c:pt>
                <c:pt idx="72">
                  <c:v>unique autos</c:v>
                </c:pt>
                <c:pt idx="73">
                  <c:v>larry hudson chevrolet buick gmc inc</c:v>
                </c:pt>
                <c:pt idx="74">
                  <c:v>bmw mini financial services</c:v>
                </c:pt>
                <c:pt idx="75">
                  <c:v>the collection</c:v>
                </c:pt>
                <c:pt idx="76">
                  <c:v>select lane</c:v>
                </c:pt>
                <c:pt idx="77">
                  <c:v>volvo na rep/world omni</c:v>
                </c:pt>
                <c:pt idx="78">
                  <c:v>pm standley motorcars</c:v>
                </c:pt>
                <c:pt idx="79">
                  <c:v>avis rac/san leandro</c:v>
                </c:pt>
                <c:pt idx="80">
                  <c:v>young motors llc</c:v>
                </c:pt>
                <c:pt idx="81">
                  <c:v>stratford hyundai</c:v>
                </c:pt>
                <c:pt idx="82">
                  <c:v>carworks inc</c:v>
                </c:pt>
                <c:pt idx="83">
                  <c:v>ars/ford-lincoln dealer program</c:v>
                </c:pt>
                <c:pt idx="84">
                  <c:v>bmw north america</c:v>
                </c:pt>
                <c:pt idx="85">
                  <c:v>alans autos</c:v>
                </c:pt>
                <c:pt idx="86">
                  <c:v>enterprise vehicle exchange/orange</c:v>
                </c:pt>
                <c:pt idx="87">
                  <c:v>us bank</c:v>
                </c:pt>
                <c:pt idx="88">
                  <c:v>pauley motor car co preowned vehicles llc</c:v>
                </c:pt>
                <c:pt idx="89">
                  <c:v>chrysler group llc</c:v>
                </c:pt>
                <c:pt idx="90">
                  <c:v>regional acceptance corporation / greenville</c:v>
                </c:pt>
                <c:pt idx="91">
                  <c:v>exceptional motorcar llc</c:v>
                </c:pt>
                <c:pt idx="92">
                  <c:v>oriental bank</c:v>
                </c:pt>
                <c:pt idx="93">
                  <c:v>mercedes-benz usa</c:v>
                </c:pt>
                <c:pt idx="94">
                  <c:v>hyundai motor america/co car</c:v>
                </c:pt>
                <c:pt idx="95">
                  <c:v>barco rent a truck</c:v>
                </c:pt>
                <c:pt idx="96">
                  <c:v>ally</c:v>
                </c:pt>
                <c:pt idx="97">
                  <c:v>skyhigh remarketing inc</c:v>
                </c:pt>
                <c:pt idx="98">
                  <c:v>enterprise vehicle exchange/davenport</c:v>
                </c:pt>
                <c:pt idx="99">
                  <c:v>bank of america</c:v>
                </c:pt>
                <c:pt idx="100">
                  <c:v>medlin buick gmc mazda</c:v>
                </c:pt>
                <c:pt idx="101">
                  <c:v>lester glenn buick</c:v>
                </c:pt>
                <c:pt idx="102">
                  <c:v>premium auto wholesale</c:v>
                </c:pt>
                <c:pt idx="103">
                  <c:v>zimmerman auto brokers inc</c:v>
                </c:pt>
                <c:pt idx="104">
                  <c:v>westfall auto sales</c:v>
                </c:pt>
                <c:pt idx="105">
                  <c:v>mazda motors of america inc.</c:v>
                </c:pt>
                <c:pt idx="106">
                  <c:v>bmw north america raa</c:v>
                </c:pt>
                <c:pt idx="107">
                  <c:v>ez rent a car inc</c:v>
                </c:pt>
                <c:pt idx="108">
                  <c:v>remarketing by ge/flagship credit acceptance</c:v>
                </c:pt>
                <c:pt idx="109">
                  <c:v>vw credit prequalified</c:v>
                </c:pt>
                <c:pt idx="110">
                  <c:v>reliance motors llc</c:v>
                </c:pt>
                <c:pt idx="111">
                  <c:v>bmw alphera/alphera financial services</c:v>
                </c:pt>
                <c:pt idx="112">
                  <c:v>westlake financial services</c:v>
                </c:pt>
                <c:pt idx="113">
                  <c:v>fairway ford henderson</c:v>
                </c:pt>
                <c:pt idx="114">
                  <c:v>braman motorcars</c:v>
                </c:pt>
                <c:pt idx="115">
                  <c:v>ford motor company of canada</c:v>
                </c:pt>
                <c:pt idx="116">
                  <c:v>american bank auto liquidators</c:v>
                </c:pt>
                <c:pt idx="117">
                  <c:v>excell auto center</c:v>
                </c:pt>
                <c:pt idx="118">
                  <c:v>sixt rent a car llc</c:v>
                </c:pt>
                <c:pt idx="119">
                  <c:v>xcar inc</c:v>
                </c:pt>
                <c:pt idx="120">
                  <c:v>onesource/kendall toyota</c:v>
                </c:pt>
                <c:pt idx="121">
                  <c:v>suntrust bank</c:v>
                </c:pt>
                <c:pt idx="122">
                  <c:v>braman motors</c:v>
                </c:pt>
                <c:pt idx="123">
                  <c:v>vw credit  inc</c:v>
                </c:pt>
                <c:pt idx="124">
                  <c:v>d&amp;a fine cars</c:v>
                </c:pt>
                <c:pt idx="125">
                  <c:v>texas direct auto</c:v>
                </c:pt>
                <c:pt idx="126">
                  <c:v>manheim imports</c:v>
                </c:pt>
                <c:pt idx="127">
                  <c:v>t &amp; k enterprises of mt airy inc</c:v>
                </c:pt>
                <c:pt idx="128">
                  <c:v>enterprise vehicle exchange/dfw airport</c:v>
                </c:pt>
                <c:pt idx="129">
                  <c:v>budget rac of atlanta</c:v>
                </c:pt>
                <c:pt idx="130">
                  <c:v>hyundai motor america</c:v>
                </c:pt>
                <c:pt idx="131">
                  <c:v>financial services remarketing/rail cars</c:v>
                </c:pt>
                <c:pt idx="132">
                  <c:v>lexus of pembroke pines</c:v>
                </c:pt>
                <c:pt idx="133">
                  <c:v>pro financial inc</c:v>
                </c:pt>
                <c:pt idx="134">
                  <c:v>texas auto brokers</c:v>
                </c:pt>
                <c:pt idx="135">
                  <c:v>firkins chrysler jeep dodge</c:v>
                </c:pt>
                <c:pt idx="136">
                  <c:v>lauderdale imports ltd bmw pembrok pines</c:v>
                </c:pt>
                <c:pt idx="137">
                  <c:v>american honda motor company</c:v>
                </c:pt>
                <c:pt idx="138">
                  <c:v>fca us llc</c:v>
                </c:pt>
                <c:pt idx="139">
                  <c:v>fifth third bank</c:v>
                </c:pt>
                <c:pt idx="140">
                  <c:v>jim ellis</c:v>
                </c:pt>
                <c:pt idx="141">
                  <c:v>volkswagen credit inc/sc</c:v>
                </c:pt>
                <c:pt idx="142">
                  <c:v>fields bmw</c:v>
                </c:pt>
                <c:pt idx="143">
                  <c:v>walters auto sales/service inc</c:v>
                </c:pt>
                <c:pt idx="144">
                  <c:v>vw credit  inc/pilot</c:v>
                </c:pt>
                <c:pt idx="145">
                  <c:v>dollar rac/seattle</c:v>
                </c:pt>
                <c:pt idx="146">
                  <c:v>enterprise fleet management exchange  inc.</c:v>
                </c:pt>
                <c:pt idx="147">
                  <c:v>mmca  inc</c:v>
                </c:pt>
                <c:pt idx="148">
                  <c:v>fox rent a car</c:v>
                </c:pt>
                <c:pt idx="149">
                  <c:v>hertz/tra</c:v>
                </c:pt>
                <c:pt idx="150">
                  <c:v>bmw group financial services canada</c:v>
                </c:pt>
                <c:pt idx="151">
                  <c:v>runde chevrolet inc</c:v>
                </c:pt>
                <c:pt idx="152">
                  <c:v>rlb investments</c:v>
                </c:pt>
                <c:pt idx="153">
                  <c:v>consolidated asset recovery systems  inc.</c:v>
                </c:pt>
                <c:pt idx="154">
                  <c:v>mckenna audi/mckenna bmw</c:v>
                </c:pt>
                <c:pt idx="155">
                  <c:v>aaero sweet corporation</c:v>
                </c:pt>
                <c:pt idx="156">
                  <c:v>hann financial services</c:v>
                </c:pt>
                <c:pt idx="157">
                  <c:v>ars-cpo</c:v>
                </c:pt>
                <c:pt idx="158">
                  <c:v>sports car leasing</c:v>
                </c:pt>
                <c:pt idx="159">
                  <c:v>enterprise/ars</c:v>
                </c:pt>
                <c:pt idx="160">
                  <c:v>innovative auto llc</c:v>
                </c:pt>
                <c:pt idx="161">
                  <c:v>new look enterprises inc</c:v>
                </c:pt>
                <c:pt idx="162">
                  <c:v>lauderdale bmw of fort lauderdale</c:v>
                </c:pt>
                <c:pt idx="163">
                  <c:v>braman honda of palm beach</c:v>
                </c:pt>
                <c:pt idx="164">
                  <c:v>lawler motor sports inc</c:v>
                </c:pt>
                <c:pt idx="165">
                  <c:v>dt inventory</c:v>
                </c:pt>
                <c:pt idx="166">
                  <c:v>mercedes benz of tampa</c:v>
                </c:pt>
                <c:pt idx="167">
                  <c:v>jm lexus</c:v>
                </c:pt>
                <c:pt idx="168">
                  <c:v>woodhouse ford inc</c:v>
                </c:pt>
                <c:pt idx="169">
                  <c:v>grace motors</c:v>
                </c:pt>
                <c:pt idx="170">
                  <c:v>u-haul technical center</c:v>
                </c:pt>
                <c:pt idx="171">
                  <c:v>earnhardt</c:v>
                </c:pt>
                <c:pt idx="172">
                  <c:v>ars/thrifty car rental/greer</c:v>
                </c:pt>
                <c:pt idx="173">
                  <c:v>cm investments</c:v>
                </c:pt>
                <c:pt idx="174">
                  <c:v>auto sails inc</c:v>
                </c:pt>
                <c:pt idx="175">
                  <c:v>charles &amp; son auto sls inc</c:v>
                </c:pt>
                <c:pt idx="176">
                  <c:v>sutton ford/ge</c:v>
                </c:pt>
                <c:pt idx="177">
                  <c:v>boch new to you superstore</c:v>
                </c:pt>
                <c:pt idx="178">
                  <c:v>capps rent a car</c:v>
                </c:pt>
                <c:pt idx="179">
                  <c:v>bmw mini north america</c:v>
                </c:pt>
                <c:pt idx="180">
                  <c:v>florida auto financial group</c:v>
                </c:pt>
                <c:pt idx="181">
                  <c:v>shirlie slack mitsubishi</c:v>
                </c:pt>
                <c:pt idx="182">
                  <c:v>bmw of mount laurel</c:v>
                </c:pt>
                <c:pt idx="183">
                  <c:v>mercedes benz of buckhead</c:v>
                </c:pt>
                <c:pt idx="184">
                  <c:v>hertz car exchange inc/oklahoma city</c:v>
                </c:pt>
                <c:pt idx="185">
                  <c:v>hyundai of new port richey</c:v>
                </c:pt>
                <c:pt idx="186">
                  <c:v>d&amp;m leasing</c:v>
                </c:pt>
                <c:pt idx="187">
                  <c:v>kern automotive group inc</c:v>
                </c:pt>
                <c:pt idx="188">
                  <c:v>hoehn motors inc</c:v>
                </c:pt>
                <c:pt idx="189">
                  <c:v>royal coast auto inc</c:v>
                </c:pt>
                <c:pt idx="190">
                  <c:v>dm northwest inc</c:v>
                </c:pt>
                <c:pt idx="191">
                  <c:v>toyota financial services/avis budget group-open</c:v>
                </c:pt>
                <c:pt idx="192">
                  <c:v>vpsi  inc</c:v>
                </c:pt>
                <c:pt idx="193">
                  <c:v>merchants automotive group</c:v>
                </c:pt>
                <c:pt idx="194">
                  <c:v>century dealer services corp</c:v>
                </c:pt>
                <c:pt idx="195">
                  <c:v>honda of america manufacturing</c:v>
                </c:pt>
                <c:pt idx="196">
                  <c:v>ez rent a car/orlando</c:v>
                </c:pt>
                <c:pt idx="197">
                  <c:v>ecars</c:v>
                </c:pt>
                <c:pt idx="198">
                  <c:v>cameron motor sports</c:v>
                </c:pt>
                <c:pt idx="199">
                  <c:v>prestige financial services</c:v>
                </c:pt>
                <c:pt idx="200">
                  <c:v>andrew thomas motorcars</c:v>
                </c:pt>
                <c:pt idx="201">
                  <c:v>fleet lease remarketing</c:v>
                </c:pt>
                <c:pt idx="202">
                  <c:v>phillips auto brokerage</c:v>
                </c:pt>
                <c:pt idx="203">
                  <c:v>dab auto world &amp; leasing</c:v>
                </c:pt>
                <c:pt idx="204">
                  <c:v>arrowhead auto group inc</c:v>
                </c:pt>
                <c:pt idx="205">
                  <c:v>brunson auto sales</c:v>
                </c:pt>
                <c:pt idx="206">
                  <c:v>mid city mcandrew motors</c:v>
                </c:pt>
                <c:pt idx="207">
                  <c:v>regional acceptance corporation / greensboro</c:v>
                </c:pt>
                <c:pt idx="208">
                  <c:v>myrddin fleet services</c:v>
                </c:pt>
                <c:pt idx="209">
                  <c:v>first investors servicing corp</c:v>
                </c:pt>
                <c:pt idx="210">
                  <c:v>big tree auto brokers</c:v>
                </c:pt>
                <c:pt idx="211">
                  <c:v>financial services remarketing (repos)</c:v>
                </c:pt>
                <c:pt idx="212">
                  <c:v>t &amp; s motors</c:v>
                </c:pt>
                <c:pt idx="213">
                  <c:v>tsj auto brokers inc</c:v>
                </c:pt>
                <c:pt idx="214">
                  <c:v>remarketing by ge/nextgear capital</c:v>
                </c:pt>
                <c:pt idx="215">
                  <c:v>northwestern chrys/j/d/ge</c:v>
                </c:pt>
                <c:pt idx="216">
                  <c:v>gateway one lending &amp; finance</c:v>
                </c:pt>
                <c:pt idx="217">
                  <c:v>financial services remarketing - pickup</c:v>
                </c:pt>
                <c:pt idx="218">
                  <c:v>emkay inc</c:v>
                </c:pt>
                <c:pt idx="219">
                  <c:v>merchants leasing</c:v>
                </c:pt>
                <c:pt idx="220">
                  <c:v>san diego sports cars</c:v>
                </c:pt>
                <c:pt idx="221">
                  <c:v>usautoland inc</c:v>
                </c:pt>
                <c:pt idx="222">
                  <c:v>consumer portfolio services</c:v>
                </c:pt>
                <c:pt idx="223">
                  <c:v>multi auto trading inc</c:v>
                </c:pt>
                <c:pt idx="224">
                  <c:v>coral springs honda</c:v>
                </c:pt>
                <c:pt idx="225">
                  <c:v>u-haul international</c:v>
                </c:pt>
                <c:pt idx="226">
                  <c:v>express car &amp; truck rental</c:v>
                </c:pt>
                <c:pt idx="227">
                  <c:v>nextgear capital</c:v>
                </c:pt>
                <c:pt idx="228">
                  <c:v>adk auto brokers inc</c:v>
                </c:pt>
                <c:pt idx="229">
                  <c:v>par north america</c:v>
                </c:pt>
                <c:pt idx="230">
                  <c:v>chapman chry jeep</c:v>
                </c:pt>
                <c:pt idx="231">
                  <c:v>remarketing by ge/west financial acceptance</c:v>
                </c:pt>
                <c:pt idx="232">
                  <c:v>hertz remarketing</c:v>
                </c:pt>
                <c:pt idx="233">
                  <c:v>clear view systems</c:v>
                </c:pt>
                <c:pt idx="234">
                  <c:v>byers car rentals llc</c:v>
                </c:pt>
                <c:pt idx="235">
                  <c:v>land rover north america llc</c:v>
                </c:pt>
                <c:pt idx="236">
                  <c:v>stratton auto sales inc</c:v>
                </c:pt>
                <c:pt idx="237">
                  <c:v>autobuy</c:v>
                </c:pt>
                <c:pt idx="238">
                  <c:v>lexus of north miami</c:v>
                </c:pt>
                <c:pt idx="239">
                  <c:v>budget rent a car/atlanta</c:v>
                </c:pt>
                <c:pt idx="240">
                  <c:v>bul connections llc</c:v>
                </c:pt>
                <c:pt idx="241">
                  <c:v>arg inc</c:v>
                </c:pt>
                <c:pt idx="242">
                  <c:v>wheels ltd</c:v>
                </c:pt>
                <c:pt idx="243">
                  <c:v>carriage traders</c:v>
                </c:pt>
                <c:pt idx="244">
                  <c:v>midway hfc fleet/ars</c:v>
                </c:pt>
                <c:pt idx="245">
                  <c:v>justus motors company inc</c:v>
                </c:pt>
                <c:pt idx="246">
                  <c:v>bmw of riverside</c:v>
                </c:pt>
                <c:pt idx="247">
                  <c:v>kc landsmen ars</c:v>
                </c:pt>
                <c:pt idx="248">
                  <c:v>ahfc/honda lease trust/hvt  inc acuras</c:v>
                </c:pt>
                <c:pt idx="249">
                  <c:v>daniel thomas sales</c:v>
                </c:pt>
                <c:pt idx="250">
                  <c:v>smith haven chrysler jeep dodge</c:v>
                </c:pt>
                <c:pt idx="251">
                  <c:v>pnc bank  national association</c:v>
                </c:pt>
                <c:pt idx="252">
                  <c:v>crossborder vehicle sales ltd</c:v>
                </c:pt>
                <c:pt idx="253">
                  <c:v>flexco fleet services</c:v>
                </c:pt>
                <c:pt idx="254">
                  <c:v>the auto connection</c:v>
                </c:pt>
                <c:pt idx="255">
                  <c:v>american road leasing inc</c:v>
                </c:pt>
                <c:pt idx="256">
                  <c:v>blue knob auto sales inc</c:v>
                </c:pt>
                <c:pt idx="257">
                  <c:v>fiserv/crescent bank &amp; trust</c:v>
                </c:pt>
                <c:pt idx="258">
                  <c:v>remarketing by ge/larry h miller-fleet lease</c:v>
                </c:pt>
                <c:pt idx="259">
                  <c:v>budget of omaha/ars</c:v>
                </c:pt>
                <c:pt idx="260">
                  <c:v>wichita falls ford lin inc</c:v>
                </c:pt>
                <c:pt idx="261">
                  <c:v>las vegas motorcars llc</c:v>
                </c:pt>
                <c:pt idx="262">
                  <c:v>autolenders liquidation center</c:v>
                </c:pt>
                <c:pt idx="263">
                  <c:v>exceptional motorcars ltd</c:v>
                </c:pt>
                <c:pt idx="264">
                  <c:v>brac of salt lake city</c:v>
                </c:pt>
                <c:pt idx="265">
                  <c:v>prestige chrysler jeep dodge</c:v>
                </c:pt>
                <c:pt idx="266">
                  <c:v>plaza motor company</c:v>
                </c:pt>
                <c:pt idx="267">
                  <c:v>central florida auto gallery inc</c:v>
                </c:pt>
                <c:pt idx="268">
                  <c:v>the car exchange</c:v>
                </c:pt>
                <c:pt idx="269">
                  <c:v>california fleet inc</c:v>
                </c:pt>
                <c:pt idx="270">
                  <c:v>ec sales llc</c:v>
                </c:pt>
                <c:pt idx="271">
                  <c:v>mike albert limited</c:v>
                </c:pt>
                <c:pt idx="272">
                  <c:v>remarketing by ge/the credit union loan source</c:v>
                </c:pt>
                <c:pt idx="273">
                  <c:v>overland west</c:v>
                </c:pt>
                <c:pt idx="274">
                  <c:v>general american rentals</c:v>
                </c:pt>
                <c:pt idx="275">
                  <c:v>financialinx</c:v>
                </c:pt>
                <c:pt idx="276">
                  <c:v>royal rent a car</c:v>
                </c:pt>
                <c:pt idx="277">
                  <c:v>fiserv/citizens one auto finance</c:v>
                </c:pt>
                <c:pt idx="278">
                  <c:v>desert european motorcars</c:v>
                </c:pt>
                <c:pt idx="279">
                  <c:v>auto focus inc</c:v>
                </c:pt>
                <c:pt idx="280">
                  <c:v>superior automotive sales i</c:v>
                </c:pt>
                <c:pt idx="281">
                  <c:v>don's wholesale llc</c:v>
                </c:pt>
                <c:pt idx="282">
                  <c:v>gsp transportation inc</c:v>
                </c:pt>
                <c:pt idx="283">
                  <c:v>right toyota</c:v>
                </c:pt>
                <c:pt idx="284">
                  <c:v>newport lexus</c:v>
                </c:pt>
                <c:pt idx="285">
                  <c:v>gnm auto sales inc</c:v>
                </c:pt>
                <c:pt idx="286">
                  <c:v>all car leasing inc</c:v>
                </c:pt>
                <c:pt idx="287">
                  <c:v>primeritus remarketing/compass bank</c:v>
                </c:pt>
                <c:pt idx="288">
                  <c:v>onemain rem/m&amp;m auto traders</c:v>
                </c:pt>
                <c:pt idx="289">
                  <c:v>vw credit xu ready</c:v>
                </c:pt>
                <c:pt idx="290">
                  <c:v>toyota credit de puerto rico</c:v>
                </c:pt>
                <c:pt idx="291">
                  <c:v>gm/enterprise vehicle exchange</c:v>
                </c:pt>
                <c:pt idx="292">
                  <c:v>fiserv</c:v>
                </c:pt>
                <c:pt idx="293">
                  <c:v>mercedes-benz</c:v>
                </c:pt>
                <c:pt idx="294">
                  <c:v>advantage chevrolet/ge</c:v>
                </c:pt>
                <c:pt idx="295">
                  <c:v>audi pembroke pines</c:v>
                </c:pt>
                <c:pt idx="296">
                  <c:v>scotiabank de puerto rico</c:v>
                </c:pt>
                <c:pt idx="297">
                  <c:v>cire leasing</c:v>
                </c:pt>
                <c:pt idx="298">
                  <c:v>onesource/southwest remarketing</c:v>
                </c:pt>
                <c:pt idx="299">
                  <c:v>remarketing by ge/suntrust bank</c:v>
                </c:pt>
                <c:pt idx="300">
                  <c:v>johnson lexus of raleigh</c:v>
                </c:pt>
                <c:pt idx="301">
                  <c:v>remarketing by ge/space coast credit union</c:v>
                </c:pt>
                <c:pt idx="302">
                  <c:v>desert auto trade</c:v>
                </c:pt>
                <c:pt idx="303">
                  <c:v>land rover palm beach</c:v>
                </c:pt>
                <c:pt idx="304">
                  <c:v>sixt rent a car</c:v>
                </c:pt>
                <c:pt idx="305">
                  <c:v>remarketing by ge/manheim pennsylvania</c:v>
                </c:pt>
                <c:pt idx="306">
                  <c:v>j zap llc</c:v>
                </c:pt>
                <c:pt idx="307">
                  <c:v>159191 canada inc</c:v>
                </c:pt>
                <c:pt idx="308">
                  <c:v>mercedes benz of temecula</c:v>
                </c:pt>
                <c:pt idx="309">
                  <c:v>fiserv/regions bank</c:v>
                </c:pt>
                <c:pt idx="310">
                  <c:v>toyota motor sales/lexus</c:v>
                </c:pt>
                <c:pt idx="311">
                  <c:v>prestige audi</c:v>
                </c:pt>
                <c:pt idx="312">
                  <c:v>wheels lt</c:v>
                </c:pt>
                <c:pt idx="313">
                  <c:v>harold mathews nissan inc</c:v>
                </c:pt>
                <c:pt idx="314">
                  <c:v>budget rent a car/kansas city funding llc</c:v>
                </c:pt>
                <c:pt idx="315">
                  <c:v>american auto brokers inc</c:v>
                </c:pt>
                <c:pt idx="316">
                  <c:v>pohanka lexus</c:v>
                </c:pt>
                <c:pt idx="317">
                  <c:v>momentum motorcars</c:v>
                </c:pt>
                <c:pt idx="318">
                  <c:v>the hertz corporation/gm</c:v>
                </c:pt>
                <c:pt idx="319">
                  <c:v>ambar motors inc</c:v>
                </c:pt>
                <c:pt idx="320">
                  <c:v>mike albert fleet solutions</c:v>
                </c:pt>
                <c:pt idx="321">
                  <c:v>humberview chevrolet</c:v>
                </c:pt>
                <c:pt idx="322">
                  <c:v>remktgedge / cars / carfinance capital llc</c:v>
                </c:pt>
                <c:pt idx="323">
                  <c:v>remarketing by ge/michigan schools &amp; govt cu</c:v>
                </c:pt>
                <c:pt idx="324">
                  <c:v>dollar thrifty automotive group</c:v>
                </c:pt>
                <c:pt idx="325">
                  <c:v>canadian road leasing co &amp; ford credit canda ltd</c:v>
                </c:pt>
                <c:pt idx="326">
                  <c:v>jaguar north america llc</c:v>
                </c:pt>
                <c:pt idx="327">
                  <c:v>tycon enterprises</c:v>
                </c:pt>
                <c:pt idx="328">
                  <c:v>audi henderson</c:v>
                </c:pt>
                <c:pt idx="329">
                  <c:v>fidelity bank</c:v>
                </c:pt>
                <c:pt idx="330">
                  <c:v>reedman toll auto world</c:v>
                </c:pt>
                <c:pt idx="331">
                  <c:v>california auto wholesale</c:v>
                </c:pt>
                <c:pt idx="332">
                  <c:v>vroom</c:v>
                </c:pt>
                <c:pt idx="333">
                  <c:v>mercedes benz of chicago</c:v>
                </c:pt>
                <c:pt idx="334">
                  <c:v>volvo car financial service/world omni</c:v>
                </c:pt>
                <c:pt idx="335">
                  <c:v>mercedes benz of laguna niguel</c:v>
                </c:pt>
                <c:pt idx="336">
                  <c:v>m l sim</c:v>
                </c:pt>
                <c:pt idx="337">
                  <c:v>ars/express car and truck rental inc</c:v>
                </c:pt>
                <c:pt idx="338">
                  <c:v>contemporary auto sales</c:v>
                </c:pt>
                <c:pt idx="339">
                  <c:v>wheat country motors</c:v>
                </c:pt>
                <c:pt idx="340">
                  <c:v>enterprise fleet management exchange</c:v>
                </c:pt>
                <c:pt idx="341">
                  <c:v>crossroads ford inc</c:v>
                </c:pt>
                <c:pt idx="342">
                  <c:v>bank of the west</c:v>
                </c:pt>
                <c:pt idx="343">
                  <c:v>luxury fleet serv inc</c:v>
                </c:pt>
                <c:pt idx="344">
                  <c:v>kapitolia auto llc</c:v>
                </c:pt>
                <c:pt idx="345">
                  <c:v>grow financial fcu</c:v>
                </c:pt>
                <c:pt idx="346">
                  <c:v>sossa pre owned</c:v>
                </c:pt>
                <c:pt idx="347">
                  <c:v>crb auto finance</c:v>
                </c:pt>
                <c:pt idx="348">
                  <c:v>wells fargo financial acceptance</c:v>
                </c:pt>
                <c:pt idx="349">
                  <c:v>randy ford inc</c:v>
                </c:pt>
                <c:pt idx="350">
                  <c:v>autosport usa</c:v>
                </c:pt>
                <c:pt idx="351">
                  <c:v>ferco motors corp</c:v>
                </c:pt>
                <c:pt idx="352">
                  <c:v>fiserv/citizens auto finance</c:v>
                </c:pt>
                <c:pt idx="353">
                  <c:v>nicholas financial inc/clearwater</c:v>
                </c:pt>
                <c:pt idx="354">
                  <c:v>hyundai buybacks</c:v>
                </c:pt>
                <c:pt idx="355">
                  <c:v>metro ford inc</c:v>
                </c:pt>
                <c:pt idx="356">
                  <c:v>bmw of manhattan inc</c:v>
                </c:pt>
                <c:pt idx="357">
                  <c:v>tradewinds remarketing</c:v>
                </c:pt>
                <c:pt idx="358">
                  <c:v>nalley lexus smyrna</c:v>
                </c:pt>
                <c:pt idx="359">
                  <c:v>j magnone auto group llc</c:v>
                </c:pt>
                <c:pt idx="360">
                  <c:v>easy car leasing llc dba brac of birmingham</c:v>
                </c:pt>
                <c:pt idx="361">
                  <c:v>kelley buick gmc inc</c:v>
                </c:pt>
                <c:pt idx="362">
                  <c:v>automobile acceptance corp</c:v>
                </c:pt>
                <c:pt idx="363">
                  <c:v>boch toyota/scion south</c:v>
                </c:pt>
                <c:pt idx="364">
                  <c:v>summer enterprises of miami inc</c:v>
                </c:pt>
                <c:pt idx="365">
                  <c:v>california auto exchange</c:v>
                </c:pt>
                <c:pt idx="366">
                  <c:v>automotive solutions inc</c:v>
                </c:pt>
                <c:pt idx="367">
                  <c:v>r m hollenshead auto sales inc</c:v>
                </c:pt>
                <c:pt idx="368">
                  <c:v>toyota motor sales usa inc</c:v>
                </c:pt>
                <c:pt idx="369">
                  <c:v>remarketing of america</c:v>
                </c:pt>
                <c:pt idx="370">
                  <c:v>knauz continental autos inc</c:v>
                </c:pt>
                <c:pt idx="371">
                  <c:v>robert larson's hyundai</c:v>
                </c:pt>
                <c:pt idx="372">
                  <c:v>florida auto and truck exchange inc</c:v>
                </c:pt>
                <c:pt idx="373">
                  <c:v>fiserv/global lending services</c:v>
                </c:pt>
                <c:pt idx="374">
                  <c:v>l m auto wholesale</c:v>
                </c:pt>
                <c:pt idx="375">
                  <c:v>hendrick buick gmc cadillac</c:v>
                </c:pt>
                <c:pt idx="376">
                  <c:v>joshua motor car co inc</c:v>
                </c:pt>
                <c:pt idx="377">
                  <c:v>sti remarketing</c:v>
                </c:pt>
                <c:pt idx="378">
                  <c:v>ricks auto marketing center south</c:v>
                </c:pt>
                <c:pt idx="379">
                  <c:v>platinum motor cars</c:v>
                </c:pt>
                <c:pt idx="380">
                  <c:v>bard whls</c:v>
                </c:pt>
                <c:pt idx="381">
                  <c:v>enterprise vehicle exchange/non program</c:v>
                </c:pt>
                <c:pt idx="382">
                  <c:v>terryville chevrolet llc</c:v>
                </c:pt>
                <c:pt idx="383">
                  <c:v>veros credit</c:v>
                </c:pt>
                <c:pt idx="384">
                  <c:v>woodall auto wholesale inc</c:v>
                </c:pt>
                <c:pt idx="385">
                  <c:v>universal motors of miami inc</c:v>
                </c:pt>
                <c:pt idx="386">
                  <c:v>c&amp;f finance company</c:v>
                </c:pt>
                <c:pt idx="387">
                  <c:v>lokey motor company</c:v>
                </c:pt>
                <c:pt idx="388">
                  <c:v>budget rent a car/salt lake city</c:v>
                </c:pt>
                <c:pt idx="389">
                  <c:v>certified preowned ford&amp;lincoln/mercury dlr unit</c:v>
                </c:pt>
                <c:pt idx="390">
                  <c:v>southeastern car &amp; truck rental</c:v>
                </c:pt>
                <c:pt idx="391">
                  <c:v>barco fleet services</c:v>
                </c:pt>
                <c:pt idx="392">
                  <c:v>o'fallon motorsports</c:v>
                </c:pt>
                <c:pt idx="393">
                  <c:v>dollar thrifty auto group</c:v>
                </c:pt>
                <c:pt idx="394">
                  <c:v>924 auto corp</c:v>
                </c:pt>
                <c:pt idx="395">
                  <c:v>nissan marshlling</c:v>
                </c:pt>
                <c:pt idx="396">
                  <c:v>fenton auto sales</c:v>
                </c:pt>
                <c:pt idx="397">
                  <c:v>enterprise vehicle exchange/ars/coconut creek</c:v>
                </c:pt>
                <c:pt idx="398">
                  <c:v>mitsubishi north america</c:v>
                </c:pt>
                <c:pt idx="399">
                  <c:v>reliable financial services inc</c:v>
                </c:pt>
                <c:pt idx="400">
                  <c:v>honda r&amp;d americas  inc</c:v>
                </c:pt>
                <c:pt idx="401">
                  <c:v>jr's auto city inc</c:v>
                </c:pt>
                <c:pt idx="402">
                  <c:v>texas rv outlet superstore</c:v>
                </c:pt>
                <c:pt idx="403">
                  <c:v>j &amp; s auto haus</c:v>
                </c:pt>
                <c:pt idx="404">
                  <c:v>ge fleet or gefs by apex fleet as agent</c:v>
                </c:pt>
                <c:pt idx="405">
                  <c:v>my car llc</c:v>
                </c:pt>
                <c:pt idx="406">
                  <c:v>mitsubishi motors of america</c:v>
                </c:pt>
                <c:pt idx="407">
                  <c:v>apexcars net</c:v>
                </c:pt>
                <c:pt idx="408">
                  <c:v>budget rac of memphis</c:v>
                </c:pt>
                <c:pt idx="409">
                  <c:v>congers auto sales inc</c:v>
                </c:pt>
                <c:pt idx="410">
                  <c:v>lexus of tacoma at fife</c:v>
                </c:pt>
                <c:pt idx="411">
                  <c:v>autocelli inc</c:v>
                </c:pt>
                <c:pt idx="412">
                  <c:v>david j leahy jr</c:v>
                </c:pt>
                <c:pt idx="413">
                  <c:v>rjk auto brokers llc</c:v>
                </c:pt>
                <c:pt idx="414">
                  <c:v>bob baker jeep</c:v>
                </c:pt>
                <c:pt idx="415">
                  <c:v>towbin dodge</c:v>
                </c:pt>
                <c:pt idx="416">
                  <c:v>the auto group collection inc</c:v>
                </c:pt>
                <c:pt idx="417">
                  <c:v>i auto sales inc</c:v>
                </c:pt>
                <c:pt idx="418">
                  <c:v>highline motor cars corp</c:v>
                </c:pt>
                <c:pt idx="419">
                  <c:v>symbolic motor cars</c:v>
                </c:pt>
                <c:pt idx="420">
                  <c:v>don davis nissan inc</c:v>
                </c:pt>
                <c:pt idx="421">
                  <c:v>caprock auto remarketing</c:v>
                </c:pt>
                <c:pt idx="422">
                  <c:v>california republic bank</c:v>
                </c:pt>
                <c:pt idx="423">
                  <c:v>ubs wholesale</c:v>
                </c:pt>
                <c:pt idx="424">
                  <c:v>rick hendrick chevrolet</c:v>
                </c:pt>
                <c:pt idx="425">
                  <c:v>fratelli investment group</c:v>
                </c:pt>
                <c:pt idx="426">
                  <c:v>northway ford lincoln</c:v>
                </c:pt>
                <c:pt idx="427">
                  <c:v>onesource/mega auto group inc</c:v>
                </c:pt>
                <c:pt idx="428">
                  <c:v>jaguar land rover north scottsdale</c:v>
                </c:pt>
                <c:pt idx="429">
                  <c:v>lobel financial corp</c:v>
                </c:pt>
                <c:pt idx="430">
                  <c:v>economy rent a car &amp; sales inc</c:v>
                </c:pt>
                <c:pt idx="431">
                  <c:v>chapman corporate wholesale</c:v>
                </c:pt>
                <c:pt idx="432">
                  <c:v>tim short chevrolet</c:v>
                </c:pt>
                <c:pt idx="433">
                  <c:v>toyota financial services/tmct</c:v>
                </c:pt>
                <c:pt idx="434">
                  <c:v>melvin g rhoades auto sales llc</c:v>
                </c:pt>
                <c:pt idx="435">
                  <c:v>1 cochran of monroeville</c:v>
                </c:pt>
                <c:pt idx="436">
                  <c:v>go auto outlet west</c:v>
                </c:pt>
                <c:pt idx="437">
                  <c:v>carl black chevrolet buick gmc</c:v>
                </c:pt>
                <c:pt idx="438">
                  <c:v>bb&amp;t</c:v>
                </c:pt>
                <c:pt idx="439">
                  <c:v>elad motors</c:v>
                </c:pt>
                <c:pt idx="440">
                  <c:v>nil les auto sales inc</c:v>
                </c:pt>
                <c:pt idx="441">
                  <c:v>midwest car corporation/ally financial</c:v>
                </c:pt>
                <c:pt idx="442">
                  <c:v>prestige motorcar imports inc</c:v>
                </c:pt>
                <c:pt idx="443">
                  <c:v>silver car</c:v>
                </c:pt>
                <c:pt idx="444">
                  <c:v>lexus of bellevue</c:v>
                </c:pt>
                <c:pt idx="445">
                  <c:v>citiwide auto leasing</c:v>
                </c:pt>
                <c:pt idx="446">
                  <c:v>remarketing by ge/summit financial corp</c:v>
                </c:pt>
                <c:pt idx="447">
                  <c:v>supreme fcu</c:v>
                </c:pt>
                <c:pt idx="448">
                  <c:v>ferrari of orange county</c:v>
                </c:pt>
                <c:pt idx="449">
                  <c:v>fusion auto finance llc</c:v>
                </c:pt>
                <c:pt idx="450">
                  <c:v>salerno duane infiniti llc</c:v>
                </c:pt>
                <c:pt idx="451">
                  <c:v>t. james motorsports llc</c:v>
                </c:pt>
                <c:pt idx="452">
                  <c:v>cat wholesale llc</c:v>
                </c:pt>
                <c:pt idx="453">
                  <c:v>arcadia chevrolet buick inc.</c:v>
                </c:pt>
                <c:pt idx="454">
                  <c:v>auto select inc</c:v>
                </c:pt>
                <c:pt idx="455">
                  <c:v>bmw north scottsdale</c:v>
                </c:pt>
                <c:pt idx="456">
                  <c:v>northeast leasing</c:v>
                </c:pt>
                <c:pt idx="457">
                  <c:v>fiserv/security national automotive accept corp</c:v>
                </c:pt>
                <c:pt idx="458">
                  <c:v>elder ford of tampa</c:v>
                </c:pt>
                <c:pt idx="459">
                  <c:v>woodhouse chevrolet</c:v>
                </c:pt>
                <c:pt idx="460">
                  <c:v>trade in solutions irvine</c:v>
                </c:pt>
                <c:pt idx="461">
                  <c:v>route one corporation</c:v>
                </c:pt>
                <c:pt idx="462">
                  <c:v>hendrick bmw</c:v>
                </c:pt>
                <c:pt idx="463">
                  <c:v>bb&amp;t asset disposal</c:v>
                </c:pt>
                <c:pt idx="464">
                  <c:v>safford chrysler jeep dodge of fredericksburg</c:v>
                </c:pt>
                <c:pt idx="465">
                  <c:v>remarketing by ge/manheim riverside</c:v>
                </c:pt>
                <c:pt idx="466">
                  <c:v>automotive solutions llc</c:v>
                </c:pt>
                <c:pt idx="467">
                  <c:v>coral cadillac inc</c:v>
                </c:pt>
                <c:pt idx="468">
                  <c:v>billion dodge chrysler jeep</c:v>
                </c:pt>
                <c:pt idx="469">
                  <c:v>century sales &amp; leasing inc</c:v>
                </c:pt>
                <c:pt idx="470">
                  <c:v>toyota of kirkland</c:v>
                </c:pt>
                <c:pt idx="471">
                  <c:v>hertz damaged liquidation</c:v>
                </c:pt>
                <c:pt idx="472">
                  <c:v>enterprise-tra</c:v>
                </c:pt>
                <c:pt idx="473">
                  <c:v>security service fcu (sscu)</c:v>
                </c:pt>
                <c:pt idx="474">
                  <c:v>jim butler auto plaza</c:v>
                </c:pt>
                <c:pt idx="475">
                  <c:v>repo depo</c:v>
                </c:pt>
                <c:pt idx="476">
                  <c:v>motorcars of south texas</c:v>
                </c:pt>
                <c:pt idx="477">
                  <c:v>remarketing by ge/xpress rent a car</c:v>
                </c:pt>
                <c:pt idx="478">
                  <c:v>navy fcu</c:v>
                </c:pt>
                <c:pt idx="479">
                  <c:v>lenders assistance corporation</c:v>
                </c:pt>
                <c:pt idx="480">
                  <c:v>ideal transportation</c:v>
                </c:pt>
                <c:pt idx="481">
                  <c:v>east coast honda</c:v>
                </c:pt>
                <c:pt idx="482">
                  <c:v>luxury motor car company</c:v>
                </c:pt>
                <c:pt idx="483">
                  <c:v>richard j bartlett jr enterprises</c:v>
                </c:pt>
                <c:pt idx="484">
                  <c:v>expert auto group inc</c:v>
                </c:pt>
                <c:pt idx="485">
                  <c:v>navy federal credit union</c:v>
                </c:pt>
                <c:pt idx="486">
                  <c:v>toyota of orlando</c:v>
                </c:pt>
                <c:pt idx="487">
                  <c:v>manheim dallas</c:v>
                </c:pt>
                <c:pt idx="488">
                  <c:v>mcmb financial</c:v>
                </c:pt>
                <c:pt idx="489">
                  <c:v>m and t bank</c:v>
                </c:pt>
                <c:pt idx="490">
                  <c:v>bobb automotive inc</c:v>
                </c:pt>
                <c:pt idx="491">
                  <c:v>napleton's palm beach acura</c:v>
                </c:pt>
                <c:pt idx="492">
                  <c:v>prestige auto wholesale inc</c:v>
                </c:pt>
                <c:pt idx="493">
                  <c:v>cameron motors</c:v>
                </c:pt>
                <c:pt idx="494">
                  <c:v>remarketing by ge/america first credit union</c:v>
                </c:pt>
                <c:pt idx="495">
                  <c:v>reeves import motorcars inc</c:v>
                </c:pt>
                <c:pt idx="496">
                  <c:v>financial services remarketing (bmw int)</c:v>
                </c:pt>
                <c:pt idx="497">
                  <c:v>robert preussler motors llc</c:v>
                </c:pt>
                <c:pt idx="498">
                  <c:v>ebenzz motors</c:v>
                </c:pt>
                <c:pt idx="499">
                  <c:v>bellco fcu</c:v>
                </c:pt>
                <c:pt idx="500">
                  <c:v>nvp remarketing</c:v>
                </c:pt>
                <c:pt idx="501">
                  <c:v>hendrick motors of charlotte</c:v>
                </c:pt>
                <c:pt idx="502">
                  <c:v>germain lexus</c:v>
                </c:pt>
                <c:pt idx="503">
                  <c:v>willis cadillac inc</c:v>
                </c:pt>
                <c:pt idx="504">
                  <c:v>primeritus remarketing/coastal fcu</c:v>
                </c:pt>
                <c:pt idx="505">
                  <c:v>car sense inc</c:v>
                </c:pt>
                <c:pt idx="506">
                  <c:v>north state acceptance</c:v>
                </c:pt>
                <c:pt idx="507">
                  <c:v>enterprise vehicle exchange/franklin</c:v>
                </c:pt>
                <c:pt idx="508">
                  <c:v>metro wholesale outlet inc</c:v>
                </c:pt>
                <c:pt idx="509">
                  <c:v>lexus of annapolis</c:v>
                </c:pt>
                <c:pt idx="510">
                  <c:v>ars/budget rac of atlanta</c:v>
                </c:pt>
                <c:pt idx="511">
                  <c:v>advantage opco llc</c:v>
                </c:pt>
                <c:pt idx="512">
                  <c:v>ingersoll auto of danbury</c:v>
                </c:pt>
                <c:pt idx="513">
                  <c:v>coast sports cars inc</c:v>
                </c:pt>
                <c:pt idx="514">
                  <c:v>nalley toyota of roswell</c:v>
                </c:pt>
                <c:pt idx="515">
                  <c:v>rbm of atlanta inc</c:v>
                </c:pt>
                <c:pt idx="516">
                  <c:v>wayne auto sales inc</c:v>
                </c:pt>
                <c:pt idx="517">
                  <c:v>hyundai motor america/lease</c:v>
                </c:pt>
                <c:pt idx="518">
                  <c:v>best auto wholesale</c:v>
                </c:pt>
                <c:pt idx="519">
                  <c:v>kerbeck cadillac pontiac inc</c:v>
                </c:pt>
                <c:pt idx="520">
                  <c:v>kia motors america  inc/company cars</c:v>
                </c:pt>
                <c:pt idx="521">
                  <c:v>stream llc dba stream remarketing solutions</c:v>
                </c:pt>
                <c:pt idx="522">
                  <c:v>nalley bmw</c:v>
                </c:pt>
                <c:pt idx="523">
                  <c:v>onesource/savannah toyota scion</c:v>
                </c:pt>
                <c:pt idx="524">
                  <c:v>dodge of paramus inc</c:v>
                </c:pt>
                <c:pt idx="525">
                  <c:v>aviscar inc ator</c:v>
                </c:pt>
                <c:pt idx="526">
                  <c:v>east bay bmw</c:v>
                </c:pt>
                <c:pt idx="527">
                  <c:v>audi san diego</c:v>
                </c:pt>
                <c:pt idx="528">
                  <c:v>chrysler group/hertz/pv holding/000gd</c:v>
                </c:pt>
                <c:pt idx="529">
                  <c:v>pee dee auto buyers</c:v>
                </c:pt>
                <c:pt idx="530">
                  <c:v>eurocar</c:v>
                </c:pt>
                <c:pt idx="531">
                  <c:v>bmw of murrieta</c:v>
                </c:pt>
                <c:pt idx="532">
                  <c:v>holman automotive grp inc</c:v>
                </c:pt>
                <c:pt idx="533">
                  <c:v>u s auto importing &amp; sales</c:v>
                </c:pt>
                <c:pt idx="534">
                  <c:v>palm beach motor cars</c:v>
                </c:pt>
                <c:pt idx="535">
                  <c:v>car and truck rentals</c:v>
                </c:pt>
                <c:pt idx="536">
                  <c:v>primeritus remarketing/mag interests</c:v>
                </c:pt>
                <c:pt idx="537">
                  <c:v>hendrick honda</c:v>
                </c:pt>
                <c:pt idx="538">
                  <c:v>car collection of tampa inc</c:v>
                </c:pt>
                <c:pt idx="539">
                  <c:v>international motor car company</c:v>
                </c:pt>
                <c:pt idx="540">
                  <c:v>bmw north america/lemon law buy backs</c:v>
                </c:pt>
                <c:pt idx="541">
                  <c:v>avis rent a car/barbush rentals</c:v>
                </c:pt>
                <c:pt idx="542">
                  <c:v>germain toyota of sarasota</c:v>
                </c:pt>
                <c:pt idx="543">
                  <c:v>buyers auto sales</c:v>
                </c:pt>
                <c:pt idx="544">
                  <c:v>ars/enterprise rac</c:v>
                </c:pt>
                <c:pt idx="545">
                  <c:v>gary mathews motors  inc.</c:v>
                </c:pt>
                <c:pt idx="546">
                  <c:v>enterprise vehicle exchange-non pgm/orlando</c:v>
                </c:pt>
                <c:pt idx="547">
                  <c:v>a l financial corporation</c:v>
                </c:pt>
                <c:pt idx="548">
                  <c:v>primeritus remarketing/crescent bank &amp; trust</c:v>
                </c:pt>
                <c:pt idx="549">
                  <c:v>sullivan auto trading inc</c:v>
                </c:pt>
                <c:pt idx="550">
                  <c:v>donlen exchange services inc</c:v>
                </c:pt>
                <c:pt idx="551">
                  <c:v>honda manufacturing of alabama</c:v>
                </c:pt>
                <c:pt idx="552">
                  <c:v>gwinnett place honda</c:v>
                </c:pt>
                <c:pt idx="553">
                  <c:v>nova auto sales inc</c:v>
                </c:pt>
                <c:pt idx="554">
                  <c:v>germain toyota of naples/germain scion of naples</c:v>
                </c:pt>
                <c:pt idx="555">
                  <c:v>hornburg jaguar</c:v>
                </c:pt>
                <c:pt idx="556">
                  <c:v>crossroad motors llc</c:v>
                </c:pt>
                <c:pt idx="557">
                  <c:v>westbury jeep chrysler dodge inc</c:v>
                </c:pt>
                <c:pt idx="558">
                  <c:v>ocean honda</c:v>
                </c:pt>
                <c:pt idx="559">
                  <c:v>vci/auto gallery</c:v>
                </c:pt>
                <c:pt idx="560">
                  <c:v>all auto imports inc</c:v>
                </c:pt>
                <c:pt idx="561">
                  <c:v>valley kia</c:v>
                </c:pt>
                <c:pt idx="562">
                  <c:v>mascio motor car</c:v>
                </c:pt>
                <c:pt idx="563">
                  <c:v>chicago motor car corporation</c:v>
                </c:pt>
                <c:pt idx="564">
                  <c:v>cig financial</c:v>
                </c:pt>
                <c:pt idx="565">
                  <c:v>motor trade</c:v>
                </c:pt>
                <c:pt idx="566">
                  <c:v>toyota financial services/enterprise</c:v>
                </c:pt>
                <c:pt idx="567">
                  <c:v>jimmie johnson kearny mesa chevrolet</c:v>
                </c:pt>
                <c:pt idx="568">
                  <c:v>auto lender liquidation center</c:v>
                </c:pt>
                <c:pt idx="569">
                  <c:v>mountain motors inc</c:v>
                </c:pt>
                <c:pt idx="570">
                  <c:v>the auto gallery</c:v>
                </c:pt>
                <c:pt idx="571">
                  <c:v>holman honda of fort lauderdale</c:v>
                </c:pt>
                <c:pt idx="572">
                  <c:v>holman ford lincoln</c:v>
                </c:pt>
                <c:pt idx="573">
                  <c:v>9209 0851 quebec inc</c:v>
                </c:pt>
                <c:pt idx="574">
                  <c:v>centerpoint auto exchange llc</c:v>
                </c:pt>
                <c:pt idx="575">
                  <c:v>courtesy chrysler jeep dodge</c:v>
                </c:pt>
                <c:pt idx="576">
                  <c:v>progressive ford inc</c:v>
                </c:pt>
                <c:pt idx="577">
                  <c:v>margate volvo</c:v>
                </c:pt>
                <c:pt idx="578">
                  <c:v>colonial auto sales</c:v>
                </c:pt>
                <c:pt idx="579">
                  <c:v>car city llc</c:v>
                </c:pt>
                <c:pt idx="580">
                  <c:v>automotive remarketing inc</c:v>
                </c:pt>
                <c:pt idx="581">
                  <c:v>all state motor inc</c:v>
                </c:pt>
                <c:pt idx="582">
                  <c:v>munter motor cars</c:v>
                </c:pt>
                <c:pt idx="583">
                  <c:v>jack pfister autos</c:v>
                </c:pt>
                <c:pt idx="584">
                  <c:v>hinton chevrolet buick inc</c:v>
                </c:pt>
                <c:pt idx="585">
                  <c:v>gaudin jaguar porsche of las vegas</c:v>
                </c:pt>
                <c:pt idx="586">
                  <c:v>edward colosimo auto sales</c:v>
                </c:pt>
                <c:pt idx="587">
                  <c:v>suntrust bank public</c:v>
                </c:pt>
                <c:pt idx="588">
                  <c:v>millennium cars</c:v>
                </c:pt>
                <c:pt idx="589">
                  <c:v>davis automotive</c:v>
                </c:pt>
                <c:pt idx="590">
                  <c:v>holman infiniti</c:v>
                </c:pt>
                <c:pt idx="591">
                  <c:v>arlington hgts chry dod jeep</c:v>
                </c:pt>
                <c:pt idx="592">
                  <c:v>jaguar land rover thousand oaks</c:v>
                </c:pt>
                <c:pt idx="593">
                  <c:v>gmt auto sales inc</c:v>
                </c:pt>
                <c:pt idx="594">
                  <c:v>bright star credit union</c:v>
                </c:pt>
                <c:pt idx="595">
                  <c:v>eastern auto trading inc</c:v>
                </c:pt>
                <c:pt idx="596">
                  <c:v>audi north scottsdale</c:v>
                </c:pt>
                <c:pt idx="597">
                  <c:v>commonwealth audi volkswagen</c:v>
                </c:pt>
                <c:pt idx="598">
                  <c:v>bergen auto enterprises llc</c:v>
                </c:pt>
                <c:pt idx="599">
                  <c:v>royalton auto enterprises inc</c:v>
                </c:pt>
                <c:pt idx="600">
                  <c:v>repo remarketing/vantage west credit union</c:v>
                </c:pt>
                <c:pt idx="601">
                  <c:v>bmw of arlington</c:v>
                </c:pt>
                <c:pt idx="602">
                  <c:v>toyota motor sales usa inc/buyback</c:v>
                </c:pt>
                <c:pt idx="603">
                  <c:v>certified motor car llc</c:v>
                </c:pt>
                <c:pt idx="604">
                  <c:v>remarketing by ge/meritrust credit union</c:v>
                </c:pt>
                <c:pt idx="605">
                  <c:v>r k chevrolet inc</c:v>
                </c:pt>
                <c:pt idx="606">
                  <c:v>pompano ford lincoln mercury</c:v>
                </c:pt>
                <c:pt idx="607">
                  <c:v>bob's rentals inc/avis systems licensee</c:v>
                </c:pt>
                <c:pt idx="608">
                  <c:v>brac of wichita - wichita landsman</c:v>
                </c:pt>
                <c:pt idx="609">
                  <c:v>jenkins hyundai</c:v>
                </c:pt>
                <c:pt idx="610">
                  <c:v>lindsay lexus of alexandria</c:v>
                </c:pt>
                <c:pt idx="611">
                  <c:v>lexus of watertown</c:v>
                </c:pt>
                <c:pt idx="612">
                  <c:v>regional acceptance corporation / winterville</c:v>
                </c:pt>
                <c:pt idx="613">
                  <c:v>hamilton honda</c:v>
                </c:pt>
                <c:pt idx="614">
                  <c:v>dollar thrifty auto group/faao</c:v>
                </c:pt>
                <c:pt idx="615">
                  <c:v>green toyota</c:v>
                </c:pt>
                <c:pt idx="616">
                  <c:v>jim coleman cadillac infiniti</c:v>
                </c:pt>
                <c:pt idx="617">
                  <c:v>triangle auto sales inc</c:v>
                </c:pt>
                <c:pt idx="618">
                  <c:v>driscoll motors</c:v>
                </c:pt>
                <c:pt idx="619">
                  <c:v>enterprise vehicle exchange / rental / tulsa</c:v>
                </c:pt>
                <c:pt idx="620">
                  <c:v>courtney leasing inc</c:v>
                </c:pt>
                <c:pt idx="621">
                  <c:v>231 car sales inc.</c:v>
                </c:pt>
                <c:pt idx="622">
                  <c:v>gte fcu</c:v>
                </c:pt>
                <c:pt idx="623">
                  <c:v>flag/reeves import motorca</c:v>
                </c:pt>
                <c:pt idx="624">
                  <c:v>manheim new jersey</c:v>
                </c:pt>
                <c:pt idx="625">
                  <c:v>honda of pasadena</c:v>
                </c:pt>
                <c:pt idx="626">
                  <c:v>direct financial solutions inc</c:v>
                </c:pt>
                <c:pt idx="627">
                  <c:v>germain bmw of naples</c:v>
                </c:pt>
                <c:pt idx="628">
                  <c:v>bredemann lexus in glenview</c:v>
                </c:pt>
                <c:pt idx="629">
                  <c:v>luxury cars of smithtown inc</c:v>
                </c:pt>
                <c:pt idx="630">
                  <c:v>quality acceptance</c:v>
                </c:pt>
                <c:pt idx="631">
                  <c:v>rick hendrick chevrolet of buford</c:v>
                </c:pt>
                <c:pt idx="632">
                  <c:v>remarketing by ge/manheim southern california</c:v>
                </c:pt>
                <c:pt idx="633">
                  <c:v>c &amp; j rental</c:v>
                </c:pt>
                <c:pt idx="634">
                  <c:v>eckley auto brokers inc</c:v>
                </c:pt>
                <c:pt idx="635">
                  <c:v>vegas motorcars inc</c:v>
                </c:pt>
                <c:pt idx="636">
                  <c:v>mercedes benz of bakersfield</c:v>
                </c:pt>
                <c:pt idx="637">
                  <c:v>union leasing exchange llc</c:v>
                </c:pt>
                <c:pt idx="638">
                  <c:v>all american ford/subaru</c:v>
                </c:pt>
                <c:pt idx="639">
                  <c:v>progressive remarketing</c:v>
                </c:pt>
                <c:pt idx="640">
                  <c:v>first community credit union</c:v>
                </c:pt>
                <c:pt idx="641">
                  <c:v>suzuki of newmarket</c:v>
                </c:pt>
                <c:pt idx="642">
                  <c:v>schumacher auto group inc</c:v>
                </c:pt>
                <c:pt idx="643">
                  <c:v>remarketing by ge/ge capital solutions</c:v>
                </c:pt>
                <c:pt idx="644">
                  <c:v>beverly hills porsche</c:v>
                </c:pt>
                <c:pt idx="645">
                  <c:v>hawthorne auto sales co</c:v>
                </c:pt>
                <c:pt idx="646">
                  <c:v>fox rent a car tra</c:v>
                </c:pt>
                <c:pt idx="647">
                  <c:v>ford motor company of canada  limited</c:v>
                </c:pt>
                <c:pt idx="648">
                  <c:v>larry h. miller fleet lease</c:v>
                </c:pt>
                <c:pt idx="649">
                  <c:v>east coast financial</c:v>
                </c:pt>
                <c:pt idx="650">
                  <c:v>mercedes benz of south orlando</c:v>
                </c:pt>
                <c:pt idx="651">
                  <c:v>rolls royce motorcars manhattan</c:v>
                </c:pt>
                <c:pt idx="652">
                  <c:v>innovate loan servicing corp</c:v>
                </c:pt>
                <c:pt idx="653">
                  <c:v>primeritus remarketing / chesterfield impor</c:v>
                </c:pt>
                <c:pt idx="654">
                  <c:v>enterprise car sales</c:v>
                </c:pt>
                <c:pt idx="655">
                  <c:v>ht automotive llc</c:v>
                </c:pt>
                <c:pt idx="656">
                  <c:v>hendrick lexus</c:v>
                </c:pt>
                <c:pt idx="657">
                  <c:v>robinson buick gmc ltd</c:v>
                </c:pt>
                <c:pt idx="658">
                  <c:v>rusnak pasadena jaguar sterling pasadena</c:v>
                </c:pt>
                <c:pt idx="659">
                  <c:v>fiserv/sierra auto finance</c:v>
                </c:pt>
                <c:pt idx="660">
                  <c:v>hendrick bmw northlake</c:v>
                </c:pt>
                <c:pt idx="661">
                  <c:v>peter stallone auto sales inc</c:v>
                </c:pt>
                <c:pt idx="662">
                  <c:v>800 loan mart</c:v>
                </c:pt>
                <c:pt idx="663">
                  <c:v>vw credit canada  inc</c:v>
                </c:pt>
                <c:pt idx="664">
                  <c:v>enterprise rent a car/ars</c:v>
                </c:pt>
                <c:pt idx="665">
                  <c:v>southeastern auto brokers inc</c:v>
                </c:pt>
                <c:pt idx="666">
                  <c:v>courtesy toyota of brandon</c:v>
                </c:pt>
                <c:pt idx="667">
                  <c:v>bay ridge honda suzuki kia</c:v>
                </c:pt>
                <c:pt idx="668">
                  <c:v>persichetti motorsports inc</c:v>
                </c:pt>
                <c:pt idx="669">
                  <c:v>courtesy nissan of tampa</c:v>
                </c:pt>
                <c:pt idx="670">
                  <c:v>findlay acura</c:v>
                </c:pt>
                <c:pt idx="671">
                  <c:v>crossroads ford of wake forest inc</c:v>
                </c:pt>
                <c:pt idx="672">
                  <c:v>paul motor company</c:v>
                </c:pt>
                <c:pt idx="673">
                  <c:v>winter motor company inc</c:v>
                </c:pt>
                <c:pt idx="674">
                  <c:v>goldstar motors</c:v>
                </c:pt>
                <c:pt idx="675">
                  <c:v>car city inc</c:v>
                </c:pt>
                <c:pt idx="676">
                  <c:v>jim pattison lease</c:v>
                </c:pt>
                <c:pt idx="677">
                  <c:v>house of hondaz</c:v>
                </c:pt>
                <c:pt idx="678">
                  <c:v>premium cars wholesale ltd</c:v>
                </c:pt>
                <c:pt idx="679">
                  <c:v>heavenly motors of texas ltd</c:v>
                </c:pt>
                <c:pt idx="680">
                  <c:v>caseys cars inc</c:v>
                </c:pt>
                <c:pt idx="681">
                  <c:v>stanford car co</c:v>
                </c:pt>
                <c:pt idx="682">
                  <c:v>honda r&amp;d americas inc</c:v>
                </c:pt>
                <c:pt idx="683">
                  <c:v>orange coast chrysler jeep dodge</c:v>
                </c:pt>
                <c:pt idx="684">
                  <c:v>fairway chevrolet</c:v>
                </c:pt>
                <c:pt idx="685">
                  <c:v>findlay north volkswagen</c:v>
                </c:pt>
                <c:pt idx="686">
                  <c:v>car sense incorporated</c:v>
                </c:pt>
                <c:pt idx="687">
                  <c:v>mercedes benz and porsche of atlantic city</c:v>
                </c:pt>
                <c:pt idx="688">
                  <c:v>remarketing by ge/manheim chicago</c:v>
                </c:pt>
                <c:pt idx="689">
                  <c:v>joyce motors corp</c:v>
                </c:pt>
                <c:pt idx="690">
                  <c:v>bmw of bayside</c:v>
                </c:pt>
                <c:pt idx="691">
                  <c:v>sullivan luxury cars llc</c:v>
                </c:pt>
                <c:pt idx="692">
                  <c:v>datura auto sales and rentals</c:v>
                </c:pt>
                <c:pt idx="693">
                  <c:v>napletons north palm auto park inc</c:v>
                </c:pt>
                <c:pt idx="694">
                  <c:v>flex fleet rental exchange</c:v>
                </c:pt>
                <c:pt idx="695">
                  <c:v>mercedes benz of tyler</c:v>
                </c:pt>
                <c:pt idx="696">
                  <c:v>worldwide auto wholesalers inc</c:v>
                </c:pt>
                <c:pt idx="697">
                  <c:v>pohanka acura</c:v>
                </c:pt>
                <c:pt idx="698">
                  <c:v>acura of las vegas</c:v>
                </c:pt>
                <c:pt idx="699">
                  <c:v>rusnak westlake audi</c:v>
                </c:pt>
                <c:pt idx="700">
                  <c:v>koons tysons toyota</c:v>
                </c:pt>
                <c:pt idx="701">
                  <c:v>lease plan advantage</c:v>
                </c:pt>
                <c:pt idx="702">
                  <c:v>boykin motors of johnston co inc</c:v>
                </c:pt>
                <c:pt idx="703">
                  <c:v>global motor sports inc</c:v>
                </c:pt>
                <c:pt idx="704">
                  <c:v>capital chrysler jeep dodge llc</c:v>
                </c:pt>
                <c:pt idx="705">
                  <c:v>acura of seattle</c:v>
                </c:pt>
                <c:pt idx="706">
                  <c:v>hoehn honda</c:v>
                </c:pt>
                <c:pt idx="707">
                  <c:v>first credit finance</c:v>
                </c:pt>
                <c:pt idx="708">
                  <c:v>j baer remarketing</c:v>
                </c:pt>
                <c:pt idx="709">
                  <c:v>autofinders inc</c:v>
                </c:pt>
                <c:pt idx="710">
                  <c:v>tidewater motor credit</c:v>
                </c:pt>
                <c:pt idx="711">
                  <c:v>enterprise rent a car</c:v>
                </c:pt>
                <c:pt idx="712">
                  <c:v>ed napleton honda</c:v>
                </c:pt>
                <c:pt idx="713">
                  <c:v>mercedes benz of ontario</c:v>
                </c:pt>
                <c:pt idx="714">
                  <c:v>findlay kia</c:v>
                </c:pt>
                <c:pt idx="715">
                  <c:v>hendrick chrysler dodge jeep ram of concord</c:v>
                </c:pt>
                <c:pt idx="716">
                  <c:v>great neck nissan llc</c:v>
                </c:pt>
                <c:pt idx="717">
                  <c:v>national auto lenders</c:v>
                </c:pt>
                <c:pt idx="718">
                  <c:v>c &amp; b motors</c:v>
                </c:pt>
                <c:pt idx="719">
                  <c:v>nawi leasing inc</c:v>
                </c:pt>
                <c:pt idx="720">
                  <c:v>lancaster car company llc</c:v>
                </c:pt>
                <c:pt idx="721">
                  <c:v>trade in solutions</c:v>
                </c:pt>
                <c:pt idx="722">
                  <c:v>calstar motors inc</c:v>
                </c:pt>
                <c:pt idx="723">
                  <c:v>mercedes benz of freehold</c:v>
                </c:pt>
                <c:pt idx="724">
                  <c:v>north york chrysler jeep dodge ram fiat</c:v>
                </c:pt>
                <c:pt idx="725">
                  <c:v>jaguar aston martin naples</c:v>
                </c:pt>
                <c:pt idx="726">
                  <c:v>briggs auto group inc</c:v>
                </c:pt>
                <c:pt idx="727">
                  <c:v>lexus of stevens creek</c:v>
                </c:pt>
                <c:pt idx="728">
                  <c:v>southern auto finance co/safco/ft lauderdale</c:v>
                </c:pt>
                <c:pt idx="729">
                  <c:v>auto plaza motor sports llc</c:v>
                </c:pt>
                <c:pt idx="730">
                  <c:v>tyson motor corporation</c:v>
                </c:pt>
                <c:pt idx="731">
                  <c:v>northeast auto marketing</c:v>
                </c:pt>
                <c:pt idx="732">
                  <c:v>usaa fleet</c:v>
                </c:pt>
                <c:pt idx="733">
                  <c:v>hendrick lexus northlake</c:v>
                </c:pt>
                <c:pt idx="734">
                  <c:v>enterprise fm exchange/tra/lease</c:v>
                </c:pt>
                <c:pt idx="735">
                  <c:v>mercedes-benz/hertz wholesale advantage</c:v>
                </c:pt>
                <c:pt idx="736">
                  <c:v>champion mazda</c:v>
                </c:pt>
                <c:pt idx="737">
                  <c:v>a &amp; n auto sales inc</c:v>
                </c:pt>
                <c:pt idx="738">
                  <c:v>ourismans rockmont chevrolet</c:v>
                </c:pt>
                <c:pt idx="739">
                  <c:v>financial services remarketing - stock in</c:v>
                </c:pt>
                <c:pt idx="740">
                  <c:v>towbin motorcars</c:v>
                </c:pt>
                <c:pt idx="741">
                  <c:v>baxter chrysler jeep dodge</c:v>
                </c:pt>
                <c:pt idx="742">
                  <c:v>wholesale motor sales inc</c:v>
                </c:pt>
                <c:pt idx="743">
                  <c:v>williamson cadillac company</c:v>
                </c:pt>
                <c:pt idx="744">
                  <c:v>onemain rem/auto club of miami inc dba north dad</c:v>
                </c:pt>
                <c:pt idx="745">
                  <c:v>chapmans las vegas dodge</c:v>
                </c:pt>
                <c:pt idx="746">
                  <c:v>mazda of wesley chapel</c:v>
                </c:pt>
                <c:pt idx="747">
                  <c:v>chaser inc</c:v>
                </c:pt>
                <c:pt idx="748">
                  <c:v>cannon cadillac of lakeland</c:v>
                </c:pt>
                <c:pt idx="749">
                  <c:v>basney honda</c:v>
                </c:pt>
                <c:pt idx="750">
                  <c:v>huffines chrysler jeep dodge lewisville</c:v>
                </c:pt>
                <c:pt idx="751">
                  <c:v>power drive inc</c:v>
                </c:pt>
                <c:pt idx="752">
                  <c:v>rosner motors inc</c:v>
                </c:pt>
                <c:pt idx="753">
                  <c:v>remarketing by ge/penske truck lsg fleet sales</c:v>
                </c:pt>
                <c:pt idx="754">
                  <c:v>go financial</c:v>
                </c:pt>
                <c:pt idx="755">
                  <c:v>land rover las vegas</c:v>
                </c:pt>
                <c:pt idx="756">
                  <c:v>auto trakk llc</c:v>
                </c:pt>
                <c:pt idx="757">
                  <c:v>malco enterprise of nevada/dba budget</c:v>
                </c:pt>
                <c:pt idx="758">
                  <c:v>toyota of glen burnie</c:v>
                </c:pt>
                <c:pt idx="759">
                  <c:v>hendrick chevrolet</c:v>
                </c:pt>
                <c:pt idx="760">
                  <c:v>ron wilson ford tradewinds inc</c:v>
                </c:pt>
                <c:pt idx="761">
                  <c:v>midwestern auto group</c:v>
                </c:pt>
                <c:pt idx="762">
                  <c:v>hendrick toyota scion concord</c:v>
                </c:pt>
                <c:pt idx="763">
                  <c:v>brumos motor cars inc</c:v>
                </c:pt>
                <c:pt idx="764">
                  <c:v>jim coleman honda</c:v>
                </c:pt>
                <c:pt idx="765">
                  <c:v>best buy repos inc</c:v>
                </c:pt>
                <c:pt idx="766">
                  <c:v>aaa car rental inc</c:v>
                </c:pt>
                <c:pt idx="767">
                  <c:v>apple fcu</c:v>
                </c:pt>
                <c:pt idx="768">
                  <c:v>hacienda ford</c:v>
                </c:pt>
                <c:pt idx="769">
                  <c:v>walser leasing</c:v>
                </c:pt>
                <c:pt idx="770">
                  <c:v>budget rent a car/omaha</c:v>
                </c:pt>
                <c:pt idx="771">
                  <c:v>sutton leasing inc</c:v>
                </c:pt>
                <c:pt idx="772">
                  <c:v>atlantic coast remarketing inc/tasi</c:v>
                </c:pt>
                <c:pt idx="773">
                  <c:v>cox fleet</c:v>
                </c:pt>
                <c:pt idx="774">
                  <c:v>pra receivables management llc</c:v>
                </c:pt>
                <c:pt idx="775">
                  <c:v>central florida chrysler jeep dodge</c:v>
                </c:pt>
                <c:pt idx="776">
                  <c:v>flag/ald motors inc</c:v>
                </c:pt>
                <c:pt idx="777">
                  <c:v>crestwood motors inc</c:v>
                </c:pt>
                <c:pt idx="778">
                  <c:v>mike watchers used cars</c:v>
                </c:pt>
                <c:pt idx="779">
                  <c:v>crown auto sales/leasing</c:v>
                </c:pt>
                <c:pt idx="780">
                  <c:v>toyota of olympia</c:v>
                </c:pt>
                <c:pt idx="781">
                  <c:v>mercedes benz of wilmington</c:v>
                </c:pt>
                <c:pt idx="782">
                  <c:v>joyce koons honda buick gmc</c:v>
                </c:pt>
                <c:pt idx="783">
                  <c:v>enterprise fm trust</c:v>
                </c:pt>
                <c:pt idx="784">
                  <c:v>toyota motor sales usa inc/buyback/lexus</c:v>
                </c:pt>
                <c:pt idx="785">
                  <c:v>vci/audi of downtown la</c:v>
                </c:pt>
                <c:pt idx="786">
                  <c:v>remarketing by ge/drivetime</c:v>
                </c:pt>
                <c:pt idx="787">
                  <c:v>cadillac of mahwah llc</c:v>
                </c:pt>
                <c:pt idx="788">
                  <c:v>logistics leasing</c:v>
                </c:pt>
                <c:pt idx="789">
                  <c:v>mercedes-benz of palm beach</c:v>
                </c:pt>
                <c:pt idx="790">
                  <c:v>bmw of annapolis/mini of annapolis</c:v>
                </c:pt>
                <c:pt idx="791">
                  <c:v>fred martin motor co</c:v>
                </c:pt>
                <c:pt idx="792">
                  <c:v>hendrick kia of cary</c:v>
                </c:pt>
                <c:pt idx="793">
                  <c:v>courtesy hyundai</c:v>
                </c:pt>
                <c:pt idx="794">
                  <c:v>onesource/toyota of hollywood</c:v>
                </c:pt>
                <c:pt idx="795">
                  <c:v>ed morse auto plaza</c:v>
                </c:pt>
                <c:pt idx="796">
                  <c:v>maritime motors of fairfield inc</c:v>
                </c:pt>
                <c:pt idx="797">
                  <c:v>manheim nashville</c:v>
                </c:pt>
                <c:pt idx="798">
                  <c:v>burns kull inc</c:v>
                </c:pt>
                <c:pt idx="799">
                  <c:v>perillo bmw inc</c:v>
                </c:pt>
                <c:pt idx="800">
                  <c:v>car web</c:v>
                </c:pt>
                <c:pt idx="801">
                  <c:v>mi joe auto sales</c:v>
                </c:pt>
                <c:pt idx="802">
                  <c:v>essen motor company inc</c:v>
                </c:pt>
                <c:pt idx="803">
                  <c:v>crown eurocars inc</c:v>
                </c:pt>
                <c:pt idx="804">
                  <c:v>auto depot of orlando inc</c:v>
                </c:pt>
                <c:pt idx="805">
                  <c:v>jerry's gm</c:v>
                </c:pt>
                <c:pt idx="806">
                  <c:v>galyen leasing inc</c:v>
                </c:pt>
                <c:pt idx="807">
                  <c:v>remarketing by ge/manheim california</c:v>
                </c:pt>
                <c:pt idx="808">
                  <c:v>ford country</c:v>
                </c:pt>
                <c:pt idx="809">
                  <c:v>rippy cadillac llc</c:v>
                </c:pt>
                <c:pt idx="810">
                  <c:v>advanced auto brokers llc</c:v>
                </c:pt>
                <c:pt idx="811">
                  <c:v>loehmann blasius chevrolet inc</c:v>
                </c:pt>
                <c:pt idx="812">
                  <c:v>porsche fin svcs dba bentley financial services</c:v>
                </c:pt>
                <c:pt idx="813">
                  <c:v>ars/budget rac of utah &amp; idaho</c:v>
                </c:pt>
                <c:pt idx="814">
                  <c:v>fiserv/independent bank</c:v>
                </c:pt>
                <c:pt idx="815">
                  <c:v>first hawaiian bank</c:v>
                </c:pt>
                <c:pt idx="816">
                  <c:v>exclusive cars inc</c:v>
                </c:pt>
                <c:pt idx="817">
                  <c:v>darcars toyota</c:v>
                </c:pt>
                <c:pt idx="818">
                  <c:v>capital nissan of wilmington</c:v>
                </c:pt>
                <c:pt idx="819">
                  <c:v>pohanka honda of fredericksburg</c:v>
                </c:pt>
                <c:pt idx="820">
                  <c:v>kly international</c:v>
                </c:pt>
                <c:pt idx="821">
                  <c:v>stg auto group</c:v>
                </c:pt>
                <c:pt idx="822">
                  <c:v>land rover newport beach</c:v>
                </c:pt>
                <c:pt idx="823">
                  <c:v>imperial ford corporation</c:v>
                </c:pt>
                <c:pt idx="824">
                  <c:v>the motor car group inc</c:v>
                </c:pt>
                <c:pt idx="825">
                  <c:v>maher chevrolet inc</c:v>
                </c:pt>
                <c:pt idx="826">
                  <c:v>rancho ford</c:v>
                </c:pt>
                <c:pt idx="827">
                  <c:v>david mcdavid acura</c:v>
                </c:pt>
                <c:pt idx="828">
                  <c:v>remarketing by ge/ak&amp;y enterprises inc</c:v>
                </c:pt>
                <c:pt idx="829">
                  <c:v>austintown chrysler dodge jeep inc</c:v>
                </c:pt>
                <c:pt idx="830">
                  <c:v>cenizo financial corporation inc</c:v>
                </c:pt>
                <c:pt idx="831">
                  <c:v>team ford lincoln</c:v>
                </c:pt>
                <c:pt idx="832">
                  <c:v>fiesta ford lincoln mercury</c:v>
                </c:pt>
                <c:pt idx="833">
                  <c:v>henderson chevrolet company</c:v>
                </c:pt>
                <c:pt idx="834">
                  <c:v>primeritus remarketing/aas</c:v>
                </c:pt>
                <c:pt idx="835">
                  <c:v>lauderdale infiniti</c:v>
                </c:pt>
                <c:pt idx="836">
                  <c:v>pat o'brien chevrolet west</c:v>
                </c:pt>
                <c:pt idx="837">
                  <c:v>ruan car sales inc</c:v>
                </c:pt>
                <c:pt idx="838">
                  <c:v>bmw of sterling</c:v>
                </c:pt>
                <c:pt idx="839">
                  <c:v>braeger chevrolet</c:v>
                </c:pt>
                <c:pt idx="840">
                  <c:v>car trackers</c:v>
                </c:pt>
                <c:pt idx="841">
                  <c:v>remarketing services of el paso</c:v>
                </c:pt>
                <c:pt idx="842">
                  <c:v>alternative enterprises inc</c:v>
                </c:pt>
                <c:pt idx="843">
                  <c:v>safeway motor corp</c:v>
                </c:pt>
                <c:pt idx="844">
                  <c:v>sell your car here</c:v>
                </c:pt>
                <c:pt idx="845">
                  <c:v>hendrick lexus kansas city</c:v>
                </c:pt>
                <c:pt idx="846">
                  <c:v>manheim orlando</c:v>
                </c:pt>
                <c:pt idx="847">
                  <c:v>fleet street remarketing llc</c:v>
                </c:pt>
                <c:pt idx="848">
                  <c:v>condor capital corp</c:v>
                </c:pt>
                <c:pt idx="849">
                  <c:v>lexus of las vegas</c:v>
                </c:pt>
                <c:pt idx="850">
                  <c:v>aps rent a car &amp; leasing</c:v>
                </c:pt>
                <c:pt idx="851">
                  <c:v>euro motorcars inc</c:v>
                </c:pt>
                <c:pt idx="852">
                  <c:v>south bay bmw</c:v>
                </c:pt>
                <c:pt idx="853">
                  <c:v>desert plaza auto sales inc</c:v>
                </c:pt>
                <c:pt idx="854">
                  <c:v>remarketing by ge/tmt auto wholesale inc</c:v>
                </c:pt>
                <c:pt idx="855">
                  <c:v>bobby rahal motorcar company</c:v>
                </c:pt>
                <c:pt idx="856">
                  <c:v>asbury automotive group</c:v>
                </c:pt>
                <c:pt idx="857">
                  <c:v>s/s auto wholesale</c:v>
                </c:pt>
                <c:pt idx="858">
                  <c:v>remarketing by ge/manheim central florida</c:v>
                </c:pt>
                <c:pt idx="859">
                  <c:v>national fleet leasing</c:v>
                </c:pt>
                <c:pt idx="860">
                  <c:v>lbs financial credit union</c:v>
                </c:pt>
                <c:pt idx="861">
                  <c:v>car now acceptance co/columbus</c:v>
                </c:pt>
                <c:pt idx="862">
                  <c:v>rick hendrick city chevrolet</c:v>
                </c:pt>
                <c:pt idx="863">
                  <c:v>john markel inc</c:v>
                </c:pt>
                <c:pt idx="864">
                  <c:v>terry cullen southlake chev inc</c:v>
                </c:pt>
                <c:pt idx="865">
                  <c:v>infiniti of montclair</c:v>
                </c:pt>
                <c:pt idx="866">
                  <c:v>foursight capital llc</c:v>
                </c:pt>
                <c:pt idx="867">
                  <c:v>mercedes benz of ft lauderdale</c:v>
                </c:pt>
                <c:pt idx="868">
                  <c:v>central florida educators fcu</c:v>
                </c:pt>
                <c:pt idx="869">
                  <c:v>first light fcu</c:v>
                </c:pt>
                <c:pt idx="870">
                  <c:v>graham motor co</c:v>
                </c:pt>
                <c:pt idx="871">
                  <c:v>boch honda west</c:v>
                </c:pt>
                <c:pt idx="872">
                  <c:v>wheels of fortune auto  inc</c:v>
                </c:pt>
                <c:pt idx="873">
                  <c:v>manheim statesville</c:v>
                </c:pt>
                <c:pt idx="874">
                  <c:v>spreen honda</c:v>
                </c:pt>
                <c:pt idx="875">
                  <c:v>manheim atlanta</c:v>
                </c:pt>
                <c:pt idx="876">
                  <c:v>chase automotive leasing</c:v>
                </c:pt>
                <c:pt idx="877">
                  <c:v>laredo dodge chrysler jeep</c:v>
                </c:pt>
                <c:pt idx="878">
                  <c:v>robert ss auto sales inc</c:v>
                </c:pt>
                <c:pt idx="879">
                  <c:v>prestige auto</c:v>
                </c:pt>
                <c:pt idx="880">
                  <c:v>crossroads ford of indian trail</c:v>
                </c:pt>
                <c:pt idx="881">
                  <c:v>kentland car co inc</c:v>
                </c:pt>
                <c:pt idx="882">
                  <c:v>morrison motors inc</c:v>
                </c:pt>
                <c:pt idx="883">
                  <c:v>king hyundai</c:v>
                </c:pt>
                <c:pt idx="884">
                  <c:v>ars/budget rac of memphis</c:v>
                </c:pt>
                <c:pt idx="885">
                  <c:v>bmw gallery</c:v>
                </c:pt>
                <c:pt idx="886">
                  <c:v>wilde honda</c:v>
                </c:pt>
                <c:pt idx="887">
                  <c:v>purple heart services inc</c:v>
                </c:pt>
                <c:pt idx="888">
                  <c:v>remarketing by ge/chase lease remarketing co</c:v>
                </c:pt>
                <c:pt idx="889">
                  <c:v>daytona toyota</c:v>
                </c:pt>
                <c:pt idx="890">
                  <c:v>university ford inc</c:v>
                </c:pt>
                <c:pt idx="891">
                  <c:v>mercedes benz of encino</c:v>
                </c:pt>
                <c:pt idx="892">
                  <c:v>fiserv/dealer funding llc</c:v>
                </c:pt>
                <c:pt idx="893">
                  <c:v>honda of ocala</c:v>
                </c:pt>
                <c:pt idx="894">
                  <c:v>international auto group inc</c:v>
                </c:pt>
                <c:pt idx="895">
                  <c:v>culver city volvo</c:v>
                </c:pt>
                <c:pt idx="896">
                  <c:v>david mcdavid honda</c:v>
                </c:pt>
                <c:pt idx="897">
                  <c:v>carplex holdings llc</c:v>
                </c:pt>
                <c:pt idx="898">
                  <c:v>fleet lease disposal</c:v>
                </c:pt>
                <c:pt idx="899">
                  <c:v>beverly hills llc</c:v>
                </c:pt>
                <c:pt idx="900">
                  <c:v>autonation toyota winter park</c:v>
                </c:pt>
                <c:pt idx="901">
                  <c:v>gulliver</c:v>
                </c:pt>
                <c:pt idx="902">
                  <c:v>town &amp; country motors</c:v>
                </c:pt>
                <c:pt idx="903">
                  <c:v>jones dealerships inc</c:v>
                </c:pt>
                <c:pt idx="904">
                  <c:v>first hyundai</c:v>
                </c:pt>
                <c:pt idx="905">
                  <c:v>afs acceptance llc</c:v>
                </c:pt>
                <c:pt idx="906">
                  <c:v>south coast toyota</c:v>
                </c:pt>
                <c:pt idx="907">
                  <c:v>brookside motors llc</c:v>
                </c:pt>
                <c:pt idx="908">
                  <c:v>remarketing by ge/billion dodge</c:v>
                </c:pt>
                <c:pt idx="909">
                  <c:v>purple heart</c:v>
                </c:pt>
                <c:pt idx="910">
                  <c:v>hatt auto sales llc</c:v>
                </c:pt>
                <c:pt idx="911">
                  <c:v>bobby rahal bmw of south hills</c:v>
                </c:pt>
                <c:pt idx="912">
                  <c:v>newbold toyota</c:v>
                </c:pt>
                <c:pt idx="913">
                  <c:v>r &amp; b car sales inc</c:v>
                </c:pt>
                <c:pt idx="914">
                  <c:v>first merit bank</c:v>
                </c:pt>
                <c:pt idx="915">
                  <c:v>gunn honda</c:v>
                </c:pt>
                <c:pt idx="916">
                  <c:v>black tie classics llc</c:v>
                </c:pt>
                <c:pt idx="917">
                  <c:v>akins ford dodge jeep chrysler ram</c:v>
                </c:pt>
                <c:pt idx="918">
                  <c:v>j m wholesale</c:v>
                </c:pt>
                <c:pt idx="919">
                  <c:v>yates buick gmc inc</c:v>
                </c:pt>
                <c:pt idx="920">
                  <c:v>honda of concord</c:v>
                </c:pt>
                <c:pt idx="921">
                  <c:v>everett chevrolet inc</c:v>
                </c:pt>
                <c:pt idx="922">
                  <c:v>hendrick dodge</c:v>
                </c:pt>
                <c:pt idx="923">
                  <c:v>bmw of freehold</c:v>
                </c:pt>
                <c:pt idx="924">
                  <c:v>j star fiat &amp; maserati of anaheim hills</c:v>
                </c:pt>
                <c:pt idx="925">
                  <c:v>car rentals inc</c:v>
                </c:pt>
                <c:pt idx="926">
                  <c:v>signature auto enterprises inc</c:v>
                </c:pt>
                <c:pt idx="927">
                  <c:v>remarketing by ge/manheim arena illinois</c:v>
                </c:pt>
                <c:pt idx="928">
                  <c:v>rite cars inc</c:v>
                </c:pt>
                <c:pt idx="929">
                  <c:v>northeast auto marketing inc</c:v>
                </c:pt>
                <c:pt idx="930">
                  <c:v>rally auto sales inc</c:v>
                </c:pt>
                <c:pt idx="931">
                  <c:v>u-haul fleet sales</c:v>
                </c:pt>
                <c:pt idx="932">
                  <c:v>jim norton toyota of lawton</c:v>
                </c:pt>
                <c:pt idx="933">
                  <c:v>ak international inc</c:v>
                </c:pt>
                <c:pt idx="934">
                  <c:v>frank kent cadillac ltd</c:v>
                </c:pt>
                <c:pt idx="935">
                  <c:v>vantage west credit union</c:v>
                </c:pt>
                <c:pt idx="936">
                  <c:v>whites auto sales llc</c:v>
                </c:pt>
                <c:pt idx="937">
                  <c:v>wzs auto sales inc</c:v>
                </c:pt>
                <c:pt idx="938">
                  <c:v>carbiz</c:v>
                </c:pt>
                <c:pt idx="939">
                  <c:v>infiniti of tampa</c:v>
                </c:pt>
                <c:pt idx="940">
                  <c:v>m &amp; n financial</c:v>
                </c:pt>
                <c:pt idx="941">
                  <c:v>bergeys chrysler jeep dodge</c:v>
                </c:pt>
                <c:pt idx="942">
                  <c:v>david mcdavid ford ft.worth</c:v>
                </c:pt>
                <c:pt idx="943">
                  <c:v>steve landers toyota</c:v>
                </c:pt>
                <c:pt idx="944">
                  <c:v>lexus of henderson</c:v>
                </c:pt>
                <c:pt idx="945">
                  <c:v>kar motors inc</c:v>
                </c:pt>
                <c:pt idx="946">
                  <c:v>lease remarketing services inc</c:v>
                </c:pt>
                <c:pt idx="947">
                  <c:v>imperial chrysler dodge jeep corp</c:v>
                </c:pt>
                <c:pt idx="948">
                  <c:v>new century bmw</c:v>
                </c:pt>
                <c:pt idx="949">
                  <c:v>bmw north america uaa</c:v>
                </c:pt>
                <c:pt idx="950">
                  <c:v>nissan technical center</c:v>
                </c:pt>
                <c:pt idx="951">
                  <c:v>falcon autohaus inc</c:v>
                </c:pt>
                <c:pt idx="952">
                  <c:v>j &amp; j auto &amp; truck sales</c:v>
                </c:pt>
                <c:pt idx="953">
                  <c:v>jepson car co llc</c:v>
                </c:pt>
                <c:pt idx="954">
                  <c:v>courtesy kia mitsubishi</c:v>
                </c:pt>
                <c:pt idx="955">
                  <c:v>emkay canada leasing corp</c:v>
                </c:pt>
                <c:pt idx="956">
                  <c:v>sports trend auto sales</c:v>
                </c:pt>
                <c:pt idx="957">
                  <c:v>penegon mission viejo inc</c:v>
                </c:pt>
                <c:pt idx="958">
                  <c:v>tfp international inc</c:v>
                </c:pt>
                <c:pt idx="959">
                  <c:v>napleton's mid river</c:v>
                </c:pt>
                <c:pt idx="960">
                  <c:v>boone trail autohaus</c:v>
                </c:pt>
                <c:pt idx="961">
                  <c:v>remarketing by ge/manheim orlando</c:v>
                </c:pt>
                <c:pt idx="962">
                  <c:v>lexus of thousand oaks</c:v>
                </c:pt>
                <c:pt idx="963">
                  <c:v>prestige motors inc</c:v>
                </c:pt>
                <c:pt idx="964">
                  <c:v>arizona auto sales inc</c:v>
                </c:pt>
                <c:pt idx="965">
                  <c:v>auto liquidations inc</c:v>
                </c:pt>
                <c:pt idx="966">
                  <c:v>hrft finance inc</c:v>
                </c:pt>
                <c:pt idx="967">
                  <c:v>primeritus remarketing/marine fcu</c:v>
                </c:pt>
                <c:pt idx="968">
                  <c:v>allen cadillac gmc</c:v>
                </c:pt>
                <c:pt idx="969">
                  <c:v>hendrick durham auto mall</c:v>
                </c:pt>
                <c:pt idx="970">
                  <c:v>ge capital fleet services</c:v>
                </c:pt>
                <c:pt idx="971">
                  <c:v>fort worth audi</c:v>
                </c:pt>
                <c:pt idx="972">
                  <c:v>braman cadillac</c:v>
                </c:pt>
                <c:pt idx="973">
                  <c:v>bob baker volkswagen subaru</c:v>
                </c:pt>
                <c:pt idx="974">
                  <c:v>remarketing by ge/michigan first credit union</c:v>
                </c:pt>
                <c:pt idx="975">
                  <c:v>cherokee auto</c:v>
                </c:pt>
                <c:pt idx="976">
                  <c:v>paramus ford inc</c:v>
                </c:pt>
                <c:pt idx="977">
                  <c:v>unique automotive ltd</c:v>
                </c:pt>
                <c:pt idx="978">
                  <c:v>mentor mitsubishi</c:v>
                </c:pt>
                <c:pt idx="979">
                  <c:v>bmw of towson</c:v>
                </c:pt>
                <c:pt idx="980">
                  <c:v>tmt auto wholesale inc</c:v>
                </c:pt>
                <c:pt idx="981">
                  <c:v>buick gmc of mahwah</c:v>
                </c:pt>
                <c:pt idx="982">
                  <c:v>san antonio credit union</c:v>
                </c:pt>
                <c:pt idx="983">
                  <c:v>redline remarketing</c:v>
                </c:pt>
                <c:pt idx="984">
                  <c:v>hendrick chevrolet shawnee mission</c:v>
                </c:pt>
                <c:pt idx="985">
                  <c:v>fca us/hertz/pv holding</c:v>
                </c:pt>
                <c:pt idx="986">
                  <c:v>pat o'brien chevrolet</c:v>
                </c:pt>
                <c:pt idx="987">
                  <c:v>ford credit canada limited</c:v>
                </c:pt>
                <c:pt idx="988">
                  <c:v>ritter &amp; associates inc</c:v>
                </c:pt>
                <c:pt idx="989">
                  <c:v>gossler motors</c:v>
                </c:pt>
                <c:pt idx="990">
                  <c:v>mid atlantic finance/clearwater</c:v>
                </c:pt>
                <c:pt idx="991">
                  <c:v>san antonio dodge chrysler jeep</c:v>
                </c:pt>
                <c:pt idx="992">
                  <c:v>morris auto enterprises llc</c:v>
                </c:pt>
                <c:pt idx="993">
                  <c:v>onemain rem/delta dealer</c:v>
                </c:pt>
                <c:pt idx="994">
                  <c:v>hendrick acura</c:v>
                </c:pt>
                <c:pt idx="995">
                  <c:v>autonation toyota fort myers</c:v>
                </c:pt>
                <c:pt idx="996">
                  <c:v>parkway automotive group</c:v>
                </c:pt>
                <c:pt idx="997">
                  <c:v>don beyer volvo subaru kia of alexandria</c:v>
                </c:pt>
                <c:pt idx="998">
                  <c:v>boniface hiers chrysler dodge jeep</c:v>
                </c:pt>
                <c:pt idx="999">
                  <c:v>lexus of omaha</c:v>
                </c:pt>
                <c:pt idx="1000">
                  <c:v>financial services remarketing (land rovers)</c:v>
                </c:pt>
                <c:pt idx="1001">
                  <c:v>flow gm auto center</c:v>
                </c:pt>
                <c:pt idx="1002">
                  <c:v>acme autos international</c:v>
                </c:pt>
                <c:pt idx="1003">
                  <c:v>autonation toyota scion weston</c:v>
                </c:pt>
                <c:pt idx="1004">
                  <c:v>motor city lexus of bakersfield</c:v>
                </c:pt>
                <c:pt idx="1005">
                  <c:v>stingray chevrolet</c:v>
                </c:pt>
                <c:pt idx="1006">
                  <c:v>dyer chevrolet</c:v>
                </c:pt>
                <c:pt idx="1007">
                  <c:v>i g burton &amp; co inc</c:v>
                </c:pt>
                <c:pt idx="1008">
                  <c:v>remarketing by ge/hardy automotive llc</c:v>
                </c:pt>
                <c:pt idx="1009">
                  <c:v>universal nissan</c:v>
                </c:pt>
                <c:pt idx="1010">
                  <c:v>national fleet wholesale inc</c:v>
                </c:pt>
                <c:pt idx="1011">
                  <c:v>lexus of knoxville</c:v>
                </c:pt>
                <c:pt idx="1012">
                  <c:v>award auto sales and leasing inc</c:v>
                </c:pt>
                <c:pt idx="1013">
                  <c:v>mcdonald auto sales &amp; leasing</c:v>
                </c:pt>
                <c:pt idx="1014">
                  <c:v>mint motors</c:v>
                </c:pt>
                <c:pt idx="1015">
                  <c:v>first ford  inc.</c:v>
                </c:pt>
                <c:pt idx="1016">
                  <c:v>zimbrick eastside</c:v>
                </c:pt>
                <c:pt idx="1017">
                  <c:v>ron lewis chrysler dodge jeep ram</c:v>
                </c:pt>
                <c:pt idx="1018">
                  <c:v>premier cape cod</c:v>
                </c:pt>
                <c:pt idx="1019">
                  <c:v>bobby rahal volvo jaguar land rover</c:v>
                </c:pt>
                <c:pt idx="1020">
                  <c:v>ally smartlane dealers</c:v>
                </c:pt>
                <c:pt idx="1021">
                  <c:v>web auto special inc</c:v>
                </c:pt>
                <c:pt idx="1022">
                  <c:v>jim coleman toyota inc</c:v>
                </c:pt>
                <c:pt idx="1023">
                  <c:v>autonet trading</c:v>
                </c:pt>
                <c:pt idx="1024">
                  <c:v>dutton motor co</c:v>
                </c:pt>
                <c:pt idx="1025">
                  <c:v>neuwirth motors inc</c:v>
                </c:pt>
                <c:pt idx="1026">
                  <c:v>nissan of cool springs</c:v>
                </c:pt>
                <c:pt idx="1027">
                  <c:v>ars/executive car leasing co</c:v>
                </c:pt>
                <c:pt idx="1028">
                  <c:v>harry kaufmann motor cars inc</c:v>
                </c:pt>
                <c:pt idx="1029">
                  <c:v>coggin toyota at the avenues</c:v>
                </c:pt>
                <c:pt idx="1030">
                  <c:v>time finance co</c:v>
                </c:pt>
                <c:pt idx="1031">
                  <c:v>fred anderson toyota/scion</c:v>
                </c:pt>
                <c:pt idx="1032">
                  <c:v>lexus of greenville</c:v>
                </c:pt>
                <c:pt idx="1033">
                  <c:v>mint motorcars inc</c:v>
                </c:pt>
                <c:pt idx="1034">
                  <c:v>crown audi</c:v>
                </c:pt>
                <c:pt idx="1035">
                  <c:v>garys auto sales inc</c:v>
                </c:pt>
                <c:pt idx="1036">
                  <c:v>united acceptance</c:v>
                </c:pt>
                <c:pt idx="1037">
                  <c:v>mercedes benz of northlake</c:v>
                </c:pt>
                <c:pt idx="1038">
                  <c:v>coconut creek auto mall</c:v>
                </c:pt>
                <c:pt idx="1039">
                  <c:v>all american ford inc</c:v>
                </c:pt>
                <c:pt idx="1040">
                  <c:v>merrick preowned</c:v>
                </c:pt>
                <c:pt idx="1041">
                  <c:v>pye auto sales</c:v>
                </c:pt>
                <c:pt idx="1042">
                  <c:v>sheehy ford lincoln of gaithersburg</c:v>
                </c:pt>
                <c:pt idx="1043">
                  <c:v>mercedes benz of escondido</c:v>
                </c:pt>
                <c:pt idx="1044">
                  <c:v>criswell honda</c:v>
                </c:pt>
                <c:pt idx="1045">
                  <c:v>daimler daiichi corp</c:v>
                </c:pt>
                <c:pt idx="1046">
                  <c:v>truwest credit union</c:v>
                </c:pt>
                <c:pt idx="1047">
                  <c:v>hendrick honda of charleston</c:v>
                </c:pt>
                <c:pt idx="1048">
                  <c:v>bank of hawaii</c:v>
                </c:pt>
                <c:pt idx="1049">
                  <c:v>lenders fleet services</c:v>
                </c:pt>
                <c:pt idx="1050">
                  <c:v>car market inc</c:v>
                </c:pt>
                <c:pt idx="1051">
                  <c:v>select remarketing group llc/loan max title</c:v>
                </c:pt>
                <c:pt idx="1052">
                  <c:v>rick case honda</c:v>
                </c:pt>
                <c:pt idx="1053">
                  <c:v>montclair auto sls grp llc</c:v>
                </c:pt>
                <c:pt idx="1054">
                  <c:v>south county lexus at mission viejo</c:v>
                </c:pt>
                <c:pt idx="1055">
                  <c:v>courtesy palm harbor honda</c:v>
                </c:pt>
                <c:pt idx="1056">
                  <c:v>enterprise vehicle exchange/sharonville</c:v>
                </c:pt>
                <c:pt idx="1057">
                  <c:v>rental car finance corp/(pen)</c:v>
                </c:pt>
                <c:pt idx="1058">
                  <c:v>remarketing by ge/archibalds inc</c:v>
                </c:pt>
                <c:pt idx="1059">
                  <c:v>nalley lexus roswell</c:v>
                </c:pt>
                <c:pt idx="1060">
                  <c:v>first technology credit union</c:v>
                </c:pt>
                <c:pt idx="1061">
                  <c:v>southgate leasing corp</c:v>
                </c:pt>
                <c:pt idx="1062">
                  <c:v>dollar rac/portland</c:v>
                </c:pt>
                <c:pt idx="1063">
                  <c:v>landers mclarty dge chry jeep</c:v>
                </c:pt>
                <c:pt idx="1064">
                  <c:v>scott robinson chrysler jeep dodge ram</c:v>
                </c:pt>
                <c:pt idx="1065">
                  <c:v>spangler automotive</c:v>
                </c:pt>
                <c:pt idx="1066">
                  <c:v>brandon mitsubishi</c:v>
                </c:pt>
                <c:pt idx="1067">
                  <c:v>kearny pearson kia</c:v>
                </c:pt>
                <c:pt idx="1068">
                  <c:v>ourisman of clarksville inc</c:v>
                </c:pt>
                <c:pt idx="1069">
                  <c:v>flag/capital eurocars inc</c:v>
                </c:pt>
                <c:pt idx="1070">
                  <c:v>dcm sales ltd</c:v>
                </c:pt>
                <c:pt idx="1071">
                  <c:v>king cadillac buick gmc inc</c:v>
                </c:pt>
                <c:pt idx="1072">
                  <c:v>st atanas inc</c:v>
                </c:pt>
                <c:pt idx="1073">
                  <c:v>kly international llc</c:v>
                </c:pt>
                <c:pt idx="1074">
                  <c:v>j &amp; e auto sales</c:v>
                </c:pt>
                <c:pt idx="1075">
                  <c:v>remarketing by ge/manheim baltimore washington</c:v>
                </c:pt>
                <c:pt idx="1076">
                  <c:v>jim butler chevrolet inc</c:v>
                </c:pt>
                <c:pt idx="1077">
                  <c:v>remarketing by ge/fusion auto finance llc</c:v>
                </c:pt>
                <c:pt idx="1078">
                  <c:v>haselwood chevrolet cadillac buick pontiac gmc</c:v>
                </c:pt>
                <c:pt idx="1079">
                  <c:v>battlefield kia</c:v>
                </c:pt>
                <c:pt idx="1080">
                  <c:v>dublin cadillac nissan &amp; gmc</c:v>
                </c:pt>
                <c:pt idx="1081">
                  <c:v>north atlanta auto superstore</c:v>
                </c:pt>
                <c:pt idx="1082">
                  <c:v>canadian auto remarketing</c:v>
                </c:pt>
                <c:pt idx="1083">
                  <c:v>bill luke chrysler jeep and dodge inc</c:v>
                </c:pt>
                <c:pt idx="1084">
                  <c:v>clay chevrolet hyundai</c:v>
                </c:pt>
                <c:pt idx="1085">
                  <c:v>crossroads nissan of wake forest</c:v>
                </c:pt>
                <c:pt idx="1086">
                  <c:v>remarketing by ge/golden 1 credit union</c:v>
                </c:pt>
                <c:pt idx="1087">
                  <c:v>milham ford toyota scion</c:v>
                </c:pt>
                <c:pt idx="1088">
                  <c:v>hendrick toyota scion wilmington</c:v>
                </c:pt>
                <c:pt idx="1089">
                  <c:v>lexus of tampa bay</c:v>
                </c:pt>
                <c:pt idx="1090">
                  <c:v>lexus of silver spring</c:v>
                </c:pt>
                <c:pt idx="1091">
                  <c:v>palm chevrolet of gainesville llc</c:v>
                </c:pt>
                <c:pt idx="1092">
                  <c:v>amigo auto sales</c:v>
                </c:pt>
                <c:pt idx="1093">
                  <c:v>coggin honda of orlando</c:v>
                </c:pt>
                <c:pt idx="1094">
                  <c:v>overland west inc</c:v>
                </c:pt>
                <c:pt idx="1095">
                  <c:v>hayes chrysler dodge jeep inc</c:v>
                </c:pt>
                <c:pt idx="1096">
                  <c:v>courtesy kia of brandon</c:v>
                </c:pt>
                <c:pt idx="1097">
                  <c:v>rick hendrick chevrolet buick gmc</c:v>
                </c:pt>
                <c:pt idx="1098">
                  <c:v>us auto sales inc</c:v>
                </c:pt>
                <c:pt idx="1099">
                  <c:v>ken camp's auto world inc</c:v>
                </c:pt>
                <c:pt idx="1100">
                  <c:v>motor city buick gmc</c:v>
                </c:pt>
                <c:pt idx="1101">
                  <c:v>primeritus remarketing/cook leasing inc</c:v>
                </c:pt>
                <c:pt idx="1102">
                  <c:v>a &amp; h import</c:v>
                </c:pt>
                <c:pt idx="1103">
                  <c:v>bev smith toyota</c:v>
                </c:pt>
                <c:pt idx="1104">
                  <c:v>butler motors inc</c:v>
                </c:pt>
                <c:pt idx="1105">
                  <c:v>keyvoor inc</c:v>
                </c:pt>
                <c:pt idx="1106">
                  <c:v>inland northwest financial services</c:v>
                </c:pt>
                <c:pt idx="1107">
                  <c:v>mercedes-benz of pompano</c:v>
                </c:pt>
                <c:pt idx="1108">
                  <c:v>planet nissan</c:v>
                </c:pt>
                <c:pt idx="1109">
                  <c:v>achieva credit union</c:v>
                </c:pt>
                <c:pt idx="1110">
                  <c:v>park fcu</c:v>
                </c:pt>
                <c:pt idx="1111">
                  <c:v>brandywine chrysler jeep dodge</c:v>
                </c:pt>
                <c:pt idx="1112">
                  <c:v>gwinnett place ford</c:v>
                </c:pt>
                <c:pt idx="1113">
                  <c:v>nice car</c:v>
                </c:pt>
                <c:pt idx="1114">
                  <c:v>greenway ford inc</c:v>
                </c:pt>
                <c:pt idx="1115">
                  <c:v>darcars of fairfax</c:v>
                </c:pt>
                <c:pt idx="1116">
                  <c:v>richards motorcars inc</c:v>
                </c:pt>
                <c:pt idx="1117">
                  <c:v>towne ford lincoln mazda hyundai</c:v>
                </c:pt>
                <c:pt idx="1118">
                  <c:v>remarketing by ge/manheim kansas city</c:v>
                </c:pt>
                <c:pt idx="1119">
                  <c:v>british motor car dist ltd</c:v>
                </c:pt>
                <c:pt idx="1120">
                  <c:v>fleet link services inc</c:v>
                </c:pt>
                <c:pt idx="1121">
                  <c:v>brandywine motor cars inc</c:v>
                </c:pt>
                <c:pt idx="1122">
                  <c:v>holman ford lincoln turnersville</c:v>
                </c:pt>
                <c:pt idx="1123">
                  <c:v>browns honda city</c:v>
                </c:pt>
                <c:pt idx="1124">
                  <c:v>bob baker toyota of lemon grove</c:v>
                </c:pt>
                <c:pt idx="1125">
                  <c:v>delta auto group london</c:v>
                </c:pt>
                <c:pt idx="1126">
                  <c:v>hendrick toyota scion north charleston</c:v>
                </c:pt>
                <c:pt idx="1127">
                  <c:v>ferrari &amp; maserati of san diego</c:v>
                </c:pt>
                <c:pt idx="1128">
                  <c:v>mercedes benz of delray</c:v>
                </c:pt>
                <c:pt idx="1129">
                  <c:v>courtesy ford</c:v>
                </c:pt>
                <c:pt idx="1130">
                  <c:v>hendrick chevrolet cadillac</c:v>
                </c:pt>
                <c:pt idx="1131">
                  <c:v>coggin bmw treasure coast</c:v>
                </c:pt>
                <c:pt idx="1132">
                  <c:v>crescent automotive corp inc</c:v>
                </c:pt>
                <c:pt idx="1133">
                  <c:v>marple fleet leasing</c:v>
                </c:pt>
                <c:pt idx="1134">
                  <c:v>newport coast auto com</c:v>
                </c:pt>
                <c:pt idx="1135">
                  <c:v>capa wholesale cars inc</c:v>
                </c:pt>
                <c:pt idx="1136">
                  <c:v>fountain auto mall</c:v>
                </c:pt>
                <c:pt idx="1137">
                  <c:v>west street motors llc</c:v>
                </c:pt>
                <c:pt idx="1138">
                  <c:v>cadillac of norwood</c:v>
                </c:pt>
                <c:pt idx="1139">
                  <c:v>elco chevrolet inc</c:v>
                </c:pt>
                <c:pt idx="1140">
                  <c:v>dave's auto</c:v>
                </c:pt>
                <c:pt idx="1141">
                  <c:v>m/r motors inc</c:v>
                </c:pt>
                <c:pt idx="1142">
                  <c:v>jackson ford inc</c:v>
                </c:pt>
                <c:pt idx="1143">
                  <c:v>imperial chevrolet</c:v>
                </c:pt>
                <c:pt idx="1144">
                  <c:v>auto depot</c:v>
                </c:pt>
                <c:pt idx="1145">
                  <c:v>bmw of cape cod</c:v>
                </c:pt>
                <c:pt idx="1146">
                  <c:v>remarketing by ge/manheim phoenix</c:v>
                </c:pt>
                <c:pt idx="1147">
                  <c:v>bidlane llc</c:v>
                </c:pt>
                <c:pt idx="1148">
                  <c:v>remarketing by ge/manheim nevada</c:v>
                </c:pt>
                <c:pt idx="1149">
                  <c:v>freehold buick gmc inc</c:v>
                </c:pt>
                <c:pt idx="1150">
                  <c:v>subaru of pembroke pines</c:v>
                </c:pt>
                <c:pt idx="1151">
                  <c:v>firkins nissan</c:v>
                </c:pt>
                <c:pt idx="1152">
                  <c:v>ec sales company</c:v>
                </c:pt>
                <c:pt idx="1153">
                  <c:v>nationwide fleet services inc</c:v>
                </c:pt>
                <c:pt idx="1154">
                  <c:v>united leasing inc</c:v>
                </c:pt>
                <c:pt idx="1155">
                  <c:v>rick hendrick buick gmc</c:v>
                </c:pt>
                <c:pt idx="1156">
                  <c:v>auto gallery</c:v>
                </c:pt>
                <c:pt idx="1157">
                  <c:v>auto city sales/leasing</c:v>
                </c:pt>
                <c:pt idx="1158">
                  <c:v>j mark martin auto sales llc</c:v>
                </c:pt>
                <c:pt idx="1159">
                  <c:v>guard auto sales</c:v>
                </c:pt>
                <c:pt idx="1160">
                  <c:v>karl flammer ford inc</c:v>
                </c:pt>
                <c:pt idx="1161">
                  <c:v>safford chrysler jeep dodge of springfield</c:v>
                </c:pt>
                <c:pt idx="1162">
                  <c:v>weber granite city chevrolet company</c:v>
                </c:pt>
                <c:pt idx="1163">
                  <c:v>intercontinental fleet corp</c:v>
                </c:pt>
                <c:pt idx="1164">
                  <c:v>nalley acura</c:v>
                </c:pt>
                <c:pt idx="1165">
                  <c:v>drivetime</c:v>
                </c:pt>
                <c:pt idx="1166">
                  <c:v>g &amp; a investments inc/avis systems</c:v>
                </c:pt>
                <c:pt idx="1167">
                  <c:v>chapman performance autos llc</c:v>
                </c:pt>
                <c:pt idx="1168">
                  <c:v>doering leasing company inc</c:v>
                </c:pt>
                <c:pt idx="1169">
                  <c:v>palm beach auto mall inc</c:v>
                </c:pt>
                <c:pt idx="1170">
                  <c:v>sst financial</c:v>
                </c:pt>
                <c:pt idx="1171">
                  <c:v>zappone chrysler jeep dodge ram</c:v>
                </c:pt>
                <c:pt idx="1172">
                  <c:v>balboa thrift &amp; loan association</c:v>
                </c:pt>
                <c:pt idx="1173">
                  <c:v>shannon auto sales</c:v>
                </c:pt>
                <c:pt idx="1174">
                  <c:v>onemain rem/casey's car inc</c:v>
                </c:pt>
                <c:pt idx="1175">
                  <c:v>lease plan/arlington heights ford</c:v>
                </c:pt>
                <c:pt idx="1176">
                  <c:v>five star bank</c:v>
                </c:pt>
                <c:pt idx="1177">
                  <c:v>ars/budget of omaha</c:v>
                </c:pt>
                <c:pt idx="1178">
                  <c:v>kendall hyundai</c:v>
                </c:pt>
                <c:pt idx="1179">
                  <c:v>california auto finance</c:v>
                </c:pt>
                <c:pt idx="1180">
                  <c:v>jaguar landover of west columbia</c:v>
                </c:pt>
                <c:pt idx="1181">
                  <c:v>mayfair rent a car</c:v>
                </c:pt>
                <c:pt idx="1182">
                  <c:v>hiley mazda of hurst</c:v>
                </c:pt>
                <c:pt idx="1183">
                  <c:v>hendrick honda bradenton</c:v>
                </c:pt>
                <c:pt idx="1184">
                  <c:v>lease plan usa/tra</c:v>
                </c:pt>
                <c:pt idx="1185">
                  <c:v>lester glenn ford</c:v>
                </c:pt>
                <c:pt idx="1186">
                  <c:v>audi of downtown l a</c:v>
                </c:pt>
                <c:pt idx="1187">
                  <c:v>grand strand nissan inc</c:v>
                </c:pt>
                <c:pt idx="1188">
                  <c:v>fleet depot</c:v>
                </c:pt>
                <c:pt idx="1189">
                  <c:v>hi tech auto group inc</c:v>
                </c:pt>
                <c:pt idx="1190">
                  <c:v>lexus of palm beach</c:v>
                </c:pt>
                <c:pt idx="1191">
                  <c:v>lujacks northpark auto plaza</c:v>
                </c:pt>
                <c:pt idx="1192">
                  <c:v>ed voyles chrysler jeep inc</c:v>
                </c:pt>
                <c:pt idx="1193">
                  <c:v>larson motors  inc.</c:v>
                </c:pt>
                <c:pt idx="1194">
                  <c:v>global imports</c:v>
                </c:pt>
                <c:pt idx="1195">
                  <c:v>hyundai motor america/co car open sale</c:v>
                </c:pt>
                <c:pt idx="1196">
                  <c:v>jaguar land rover cerritos</c:v>
                </c:pt>
                <c:pt idx="1197">
                  <c:v>toyota of greenville</c:v>
                </c:pt>
                <c:pt idx="1198">
                  <c:v>crossroads ford of fuquay-varina</c:v>
                </c:pt>
                <c:pt idx="1199">
                  <c:v>darcars chrysler jeep of rockville</c:v>
                </c:pt>
                <c:pt idx="1200">
                  <c:v>nationwide financial inc</c:v>
                </c:pt>
                <c:pt idx="1201">
                  <c:v>carsense incorporated</c:v>
                </c:pt>
                <c:pt idx="1202">
                  <c:v>dealer network group auto wholesale</c:v>
                </c:pt>
                <c:pt idx="1203">
                  <c:v>hendrick lexus charleston</c:v>
                </c:pt>
                <c:pt idx="1204">
                  <c:v>performance chev subaru porsche</c:v>
                </c:pt>
                <c:pt idx="1205">
                  <c:v>palm springs ford-lincoln-mercury</c:v>
                </c:pt>
                <c:pt idx="1206">
                  <c:v>gateway chevrolet inc</c:v>
                </c:pt>
                <c:pt idx="1207">
                  <c:v>gateway kia of north brunswick</c:v>
                </c:pt>
                <c:pt idx="1208">
                  <c:v>jersey motors inc</c:v>
                </c:pt>
                <c:pt idx="1209">
                  <c:v>larry h miller toyota peoria</c:v>
                </c:pt>
                <c:pt idx="1210">
                  <c:v>jaguar san diego</c:v>
                </c:pt>
                <c:pt idx="1211">
                  <c:v>remarketing by ge/bwas</c:v>
                </c:pt>
                <c:pt idx="1212">
                  <c:v>freedom automotive and marine brokers</c:v>
                </c:pt>
                <c:pt idx="1213">
                  <c:v>phh vehicle management services  inc</c:v>
                </c:pt>
                <c:pt idx="1214">
                  <c:v>audi north atlanta</c:v>
                </c:pt>
                <c:pt idx="1215">
                  <c:v>avis tra</c:v>
                </c:pt>
                <c:pt idx="1216">
                  <c:v>the bancorp bank</c:v>
                </c:pt>
                <c:pt idx="1217">
                  <c:v>midwest motors inc</c:v>
                </c:pt>
                <c:pt idx="1218">
                  <c:v>nalley toyota stonecrest</c:v>
                </c:pt>
                <c:pt idx="1219">
                  <c:v>huntington beach ford</c:v>
                </c:pt>
                <c:pt idx="1220">
                  <c:v>checker leasing dba avis rac</c:v>
                </c:pt>
                <c:pt idx="1221">
                  <c:v>riverside toyota scion</c:v>
                </c:pt>
                <c:pt idx="1222">
                  <c:v>napleton's clermont chrysler jeep dodge</c:v>
                </c:pt>
                <c:pt idx="1223">
                  <c:v>fdic leasing</c:v>
                </c:pt>
                <c:pt idx="1224">
                  <c:v>auto mall 59</c:v>
                </c:pt>
                <c:pt idx="1225">
                  <c:v>marine chevrolet cadillac</c:v>
                </c:pt>
                <c:pt idx="1226">
                  <c:v>diers inc</c:v>
                </c:pt>
                <c:pt idx="1227">
                  <c:v>coggin honda of ft pierce</c:v>
                </c:pt>
                <c:pt idx="1228">
                  <c:v>e.t. sales</c:v>
                </c:pt>
                <c:pt idx="1229">
                  <c:v>wayne akers ford inc</c:v>
                </c:pt>
                <c:pt idx="1230">
                  <c:v>riverside auto sales inc</c:v>
                </c:pt>
                <c:pt idx="1231">
                  <c:v>don jackson chrysler dodge jeep</c:v>
                </c:pt>
                <c:pt idx="1232">
                  <c:v>american fleet leasing</c:v>
                </c:pt>
                <c:pt idx="1233">
                  <c:v>sonju two harbors llc</c:v>
                </c:pt>
                <c:pt idx="1234">
                  <c:v>dtag tra</c:v>
                </c:pt>
                <c:pt idx="1235">
                  <c:v>napleton's hyundai</c:v>
                </c:pt>
                <c:pt idx="1236">
                  <c:v>south bay remarketing services</c:v>
                </c:pt>
                <c:pt idx="1237">
                  <c:v>mckenna volks</c:v>
                </c:pt>
                <c:pt idx="1238">
                  <c:v>tacoma dodge chrysler jeep</c:v>
                </c:pt>
                <c:pt idx="1239">
                  <c:v>darrell waltrip buick gmc</c:v>
                </c:pt>
                <c:pt idx="1240">
                  <c:v>greenway chrysler jeep dodge inc</c:v>
                </c:pt>
                <c:pt idx="1241">
                  <c:v>autonation chevrolet pembroke pines</c:v>
                </c:pt>
                <c:pt idx="1242">
                  <c:v>southside bank</c:v>
                </c:pt>
                <c:pt idx="1243">
                  <c:v>city style imports inc</c:v>
                </c:pt>
                <c:pt idx="1244">
                  <c:v>crossroads ford of kernersville inc</c:v>
                </c:pt>
                <c:pt idx="1245">
                  <c:v>dubois &amp; freres ltd</c:v>
                </c:pt>
                <c:pt idx="1246">
                  <c:v>clay subaru</c:v>
                </c:pt>
                <c:pt idx="1247">
                  <c:v>feldmann imports inc</c:v>
                </c:pt>
                <c:pt idx="1248">
                  <c:v>select remarketing group llc/anderson financial</c:v>
                </c:pt>
                <c:pt idx="1249">
                  <c:v>autonation toyota pinellas park</c:v>
                </c:pt>
                <c:pt idx="1250">
                  <c:v>c &amp; k auto imports south inc</c:v>
                </c:pt>
                <c:pt idx="1251">
                  <c:v>honda north</c:v>
                </c:pt>
                <c:pt idx="1252">
                  <c:v>david wilsons toyota of las vegas</c:v>
                </c:pt>
                <c:pt idx="1253">
                  <c:v>toyota of hollywood</c:v>
                </c:pt>
                <c:pt idx="1254">
                  <c:v>parkway nissan lincoln mercury</c:v>
                </c:pt>
                <c:pt idx="1255">
                  <c:v>brac of harrisburg dba aero corp</c:v>
                </c:pt>
                <c:pt idx="1256">
                  <c:v>advance</c:v>
                </c:pt>
                <c:pt idx="1257">
                  <c:v>bill pearce motors</c:v>
                </c:pt>
                <c:pt idx="1258">
                  <c:v>audi northlake</c:v>
                </c:pt>
                <c:pt idx="1259">
                  <c:v>discount auto sales llc</c:v>
                </c:pt>
                <c:pt idx="1260">
                  <c:v>hemborg ford</c:v>
                </c:pt>
                <c:pt idx="1261">
                  <c:v>lafontaine cadillac buick gmc inc</c:v>
                </c:pt>
                <c:pt idx="1262">
                  <c:v>porsche cars north america</c:v>
                </c:pt>
                <c:pt idx="1263">
                  <c:v>moab industries</c:v>
                </c:pt>
                <c:pt idx="1264">
                  <c:v>volkswagen of murrieta</c:v>
                </c:pt>
                <c:pt idx="1265">
                  <c:v>united auto credit/irvine</c:v>
                </c:pt>
                <c:pt idx="1266">
                  <c:v>liquidation llc</c:v>
                </c:pt>
                <c:pt idx="1267">
                  <c:v>town &amp; country motors ii</c:v>
                </c:pt>
                <c:pt idx="1268">
                  <c:v>primo motor cars</c:v>
                </c:pt>
                <c:pt idx="1269">
                  <c:v>acura of pleasanton</c:v>
                </c:pt>
                <c:pt idx="1270">
                  <c:v>gaudin motor co</c:v>
                </c:pt>
                <c:pt idx="1271">
                  <c:v>american auto sales inc</c:v>
                </c:pt>
                <c:pt idx="1272">
                  <c:v>findlay toyota flagstaff</c:v>
                </c:pt>
                <c:pt idx="1273">
                  <c:v>us bank repos</c:v>
                </c:pt>
                <c:pt idx="1274">
                  <c:v>rii</c:v>
                </c:pt>
                <c:pt idx="1275">
                  <c:v>remarketing by ge/manheim denver</c:v>
                </c:pt>
                <c:pt idx="1276">
                  <c:v>valley auto llc</c:v>
                </c:pt>
                <c:pt idx="1277">
                  <c:v>international motor sports inc</c:v>
                </c:pt>
                <c:pt idx="1278">
                  <c:v>toyota of renton</c:v>
                </c:pt>
                <c:pt idx="1279">
                  <c:v>far south auto inc</c:v>
                </c:pt>
                <c:pt idx="1280">
                  <c:v>galpin ford studio rentals</c:v>
                </c:pt>
                <c:pt idx="1281">
                  <c:v>the bmw store</c:v>
                </c:pt>
                <c:pt idx="1282">
                  <c:v>shamaley ford</c:v>
                </c:pt>
                <c:pt idx="1283">
                  <c:v>gettel acura</c:v>
                </c:pt>
                <c:pt idx="1284">
                  <c:v>remarketing by ge/sunrise partners inc of nw</c:v>
                </c:pt>
                <c:pt idx="1285">
                  <c:v>national auto lenders inc</c:v>
                </c:pt>
                <c:pt idx="1286">
                  <c:v>honda cars of rock hill</c:v>
                </c:pt>
                <c:pt idx="1287">
                  <c:v>charleston automotive company</c:v>
                </c:pt>
                <c:pt idx="1288">
                  <c:v>leasing associates inc</c:v>
                </c:pt>
                <c:pt idx="1289">
                  <c:v>by the book auto brokers  inc.</c:v>
                </c:pt>
                <c:pt idx="1290">
                  <c:v>bmw seattle</c:v>
                </c:pt>
                <c:pt idx="1291">
                  <c:v>mercedes benz of san francisco</c:v>
                </c:pt>
                <c:pt idx="1292">
                  <c:v>freehold dodge inc</c:v>
                </c:pt>
                <c:pt idx="1293">
                  <c:v>woodbridge auto sales</c:v>
                </c:pt>
                <c:pt idx="1294">
                  <c:v>ipc investments inc</c:v>
                </c:pt>
                <c:pt idx="1295">
                  <c:v>napletons south orlando chrysler jeep dodge</c:v>
                </c:pt>
                <c:pt idx="1296">
                  <c:v>autonation chevrolet greenacres</c:v>
                </c:pt>
                <c:pt idx="1297">
                  <c:v>woodhouse sioux city inc</c:v>
                </c:pt>
                <c:pt idx="1298">
                  <c:v>onesource/zimmerman auto brokers</c:v>
                </c:pt>
                <c:pt idx="1299">
                  <c:v>rvr</c:v>
                </c:pt>
                <c:pt idx="1300">
                  <c:v>atlantic coast remarketing inc/asf</c:v>
                </c:pt>
                <c:pt idx="1301">
                  <c:v>crown buick gmc</c:v>
                </c:pt>
                <c:pt idx="1302">
                  <c:v>toyota of york</c:v>
                </c:pt>
                <c:pt idx="1303">
                  <c:v>ken pollock nissan llc</c:v>
                </c:pt>
                <c:pt idx="1304">
                  <c:v>g &amp; s auto sales &amp; rentals  llc</c:v>
                </c:pt>
                <c:pt idx="1305">
                  <c:v>main auto llc</c:v>
                </c:pt>
                <c:pt idx="1306">
                  <c:v>advia credit union</c:v>
                </c:pt>
                <c:pt idx="1307">
                  <c:v>capital remarketing</c:v>
                </c:pt>
                <c:pt idx="1308">
                  <c:v>carphoria llc</c:v>
                </c:pt>
                <c:pt idx="1309">
                  <c:v>public service credit union</c:v>
                </c:pt>
                <c:pt idx="1310">
                  <c:v>toyota of waldorf</c:v>
                </c:pt>
                <c:pt idx="1311">
                  <c:v>audi cape cod</c:v>
                </c:pt>
                <c:pt idx="1312">
                  <c:v>sherold salmon motor co inc</c:v>
                </c:pt>
                <c:pt idx="1313">
                  <c:v>chrysler dodge jeep ram 24</c:v>
                </c:pt>
                <c:pt idx="1314">
                  <c:v>sunland park chrysler dodge jeep ram</c:v>
                </c:pt>
                <c:pt idx="1315">
                  <c:v>fairfield fd vw hynd bmw</c:v>
                </c:pt>
                <c:pt idx="1316">
                  <c:v>fairfield toyota</c:v>
                </c:pt>
                <c:pt idx="1317">
                  <c:v>wiley auto solutions llc</c:v>
                </c:pt>
                <c:pt idx="1318">
                  <c:v>michael hohl motor company</c:v>
                </c:pt>
                <c:pt idx="1319">
                  <c:v>apex fleet as agent or assignee of gecfs</c:v>
                </c:pt>
                <c:pt idx="1320">
                  <c:v>tc's used cars llc</c:v>
                </c:pt>
                <c:pt idx="1321">
                  <c:v>mike brown chrysler dodge jeep</c:v>
                </c:pt>
                <c:pt idx="1322">
                  <c:v>repo remarketing inc</c:v>
                </c:pt>
                <c:pt idx="1323">
                  <c:v>coggin deland ford</c:v>
                </c:pt>
                <c:pt idx="1324">
                  <c:v>premier remarketing llc</c:v>
                </c:pt>
                <c:pt idx="1325">
                  <c:v>sansone jrs 66 nissan</c:v>
                </c:pt>
                <c:pt idx="1326">
                  <c:v>directions credit union</c:v>
                </c:pt>
                <c:pt idx="1327">
                  <c:v>henderson hyundai superstore</c:v>
                </c:pt>
                <c:pt idx="1328">
                  <c:v>sanford honda</c:v>
                </c:pt>
                <c:pt idx="1329">
                  <c:v>ars/acme auto leasing</c:v>
                </c:pt>
                <c:pt idx="1330">
                  <c:v>port charlotte honda</c:v>
                </c:pt>
                <c:pt idx="1331">
                  <c:v>hyundai st constant</c:v>
                </c:pt>
                <c:pt idx="1332">
                  <c:v>fairway motor cars inc</c:v>
                </c:pt>
                <c:pt idx="1333">
                  <c:v>amber auto</c:v>
                </c:pt>
                <c:pt idx="1334">
                  <c:v>nalley infiniti decatur</c:v>
                </c:pt>
                <c:pt idx="1335">
                  <c:v>enterprise fleet management</c:v>
                </c:pt>
                <c:pt idx="1336">
                  <c:v>corona auto wholesale inc</c:v>
                </c:pt>
                <c:pt idx="1337">
                  <c:v>jn group inc</c:v>
                </c:pt>
                <c:pt idx="1338">
                  <c:v>hayes chrysler dodge jeep of gainesville inc</c:v>
                </c:pt>
                <c:pt idx="1339">
                  <c:v>gs autoplex llc</c:v>
                </c:pt>
                <c:pt idx="1340">
                  <c:v>remarketing by ge/afs acceptance llc</c:v>
                </c:pt>
                <c:pt idx="1341">
                  <c:v>bergeys buick gmc</c:v>
                </c:pt>
                <c:pt idx="1342">
                  <c:v>kia of dartmouth</c:v>
                </c:pt>
                <c:pt idx="1343">
                  <c:v>gunn chevrolet ltd</c:v>
                </c:pt>
                <c:pt idx="1344">
                  <c:v>street smartz auto sales corporation</c:v>
                </c:pt>
                <c:pt idx="1345">
                  <c:v>irvine bmw</c:v>
                </c:pt>
                <c:pt idx="1346">
                  <c:v>autonation nissan kendall</c:v>
                </c:pt>
                <c:pt idx="1347">
                  <c:v>classic lexus</c:v>
                </c:pt>
                <c:pt idx="1348">
                  <c:v>carfinders inc</c:v>
                </c:pt>
                <c:pt idx="1349">
                  <c:v>erhard bmw of farmington hills</c:v>
                </c:pt>
                <c:pt idx="1350">
                  <c:v>auction direct</c:v>
                </c:pt>
                <c:pt idx="1351">
                  <c:v>select motor car of gainesville inc</c:v>
                </c:pt>
                <c:pt idx="1352">
                  <c:v>car cash</c:v>
                </c:pt>
                <c:pt idx="1353">
                  <c:v>herrin gear chevrolet co inc</c:v>
                </c:pt>
                <c:pt idx="1354">
                  <c:v>barber honda</c:v>
                </c:pt>
                <c:pt idx="1355">
                  <c:v>wright-patt credit union</c:v>
                </c:pt>
                <c:pt idx="1356">
                  <c:v>mobilease</c:v>
                </c:pt>
                <c:pt idx="1357">
                  <c:v>classic auto brokers inc</c:v>
                </c:pt>
                <c:pt idx="1358">
                  <c:v>frankfort toyota</c:v>
                </c:pt>
                <c:pt idx="1359">
                  <c:v>h n s auto sales inc</c:v>
                </c:pt>
                <c:pt idx="1360">
                  <c:v>luther brookdale chevrolet</c:v>
                </c:pt>
                <c:pt idx="1361">
                  <c:v>flag/landrover southpointe</c:v>
                </c:pt>
                <c:pt idx="1362">
                  <c:v>west herr auto exchange inc</c:v>
                </c:pt>
                <c:pt idx="1363">
                  <c:v>halleen kia</c:v>
                </c:pt>
                <c:pt idx="1364">
                  <c:v>darcars imports inc</c:v>
                </c:pt>
                <c:pt idx="1365">
                  <c:v>landmark credit union</c:v>
                </c:pt>
                <c:pt idx="1366">
                  <c:v>sam galloway ford lincoln</c:v>
                </c:pt>
                <c:pt idx="1367">
                  <c:v>brown honda</c:v>
                </c:pt>
                <c:pt idx="1368">
                  <c:v>oakville chrysler dodge jeep ram</c:v>
                </c:pt>
                <c:pt idx="1369">
                  <c:v>billotti auto sales</c:v>
                </c:pt>
                <c:pt idx="1370">
                  <c:v>danbury auto group inc</c:v>
                </c:pt>
                <c:pt idx="1371">
                  <c:v>dave dennis inc</c:v>
                </c:pt>
                <c:pt idx="1372">
                  <c:v>brown's dulles nissan</c:v>
                </c:pt>
                <c:pt idx="1373">
                  <c:v>super buy auto sales inc</c:v>
                </c:pt>
                <c:pt idx="1374">
                  <c:v>bartow ford co</c:v>
                </c:pt>
                <c:pt idx="1375">
                  <c:v>lease plan/sutton ford</c:v>
                </c:pt>
                <c:pt idx="1376">
                  <c:v>smith haven mazda</c:v>
                </c:pt>
                <c:pt idx="1377">
                  <c:v>corporate fleet services</c:v>
                </c:pt>
                <c:pt idx="1378">
                  <c:v>scerbo auto leasing inc</c:v>
                </c:pt>
                <c:pt idx="1379">
                  <c:v>remarketing by ge/certified fleet inc</c:v>
                </c:pt>
                <c:pt idx="1380">
                  <c:v>remarketing by ge/manheim ohio</c:v>
                </c:pt>
                <c:pt idx="1381">
                  <c:v>cowles ford inc</c:v>
                </c:pt>
                <c:pt idx="1382">
                  <c:v>twin willows ii inc</c:v>
                </c:pt>
                <c:pt idx="1383">
                  <c:v>mitsubishi motors north america company cars</c:v>
                </c:pt>
                <c:pt idx="1384">
                  <c:v>crossroads chrysler jeep dodge</c:v>
                </c:pt>
                <c:pt idx="1385">
                  <c:v>erhard bmw</c:v>
                </c:pt>
                <c:pt idx="1386">
                  <c:v>west coast motor sales &amp; leasing corp</c:v>
                </c:pt>
                <c:pt idx="1387">
                  <c:v>t l c auto sales inc</c:v>
                </c:pt>
                <c:pt idx="1388">
                  <c:v>bavarian motor cars usa inc</c:v>
                </c:pt>
                <c:pt idx="1389">
                  <c:v>tischer acura nissan</c:v>
                </c:pt>
                <c:pt idx="1390">
                  <c:v>folger automotive llc</c:v>
                </c:pt>
                <c:pt idx="1391">
                  <c:v>stadium toyota inc</c:v>
                </c:pt>
                <c:pt idx="1392">
                  <c:v>mercedes-benz finc services premier program</c:v>
                </c:pt>
                <c:pt idx="1393">
                  <c:v>hincklease</c:v>
                </c:pt>
                <c:pt idx="1394">
                  <c:v>north american fleet sales inc</c:v>
                </c:pt>
                <c:pt idx="1395">
                  <c:v>worldwide auto care inc</c:v>
                </c:pt>
                <c:pt idx="1396">
                  <c:v>lease plan/ray chevrolet</c:v>
                </c:pt>
                <c:pt idx="1397">
                  <c:v>northwest specialty motor co</c:v>
                </c:pt>
                <c:pt idx="1398">
                  <c:v>bmw of silver spring</c:v>
                </c:pt>
                <c:pt idx="1399">
                  <c:v>palm springs nissan</c:v>
                </c:pt>
                <c:pt idx="1400">
                  <c:v>prince frederick chrysler jeep dodge inc</c:v>
                </c:pt>
                <c:pt idx="1401">
                  <c:v>centennial toyota &amp; scion</c:v>
                </c:pt>
                <c:pt idx="1402">
                  <c:v>toyota of stafford</c:v>
                </c:pt>
                <c:pt idx="1403">
                  <c:v>weston auto gallery</c:v>
                </c:pt>
                <c:pt idx="1404">
                  <c:v>primeritus remarketing/dai</c:v>
                </c:pt>
                <c:pt idx="1405">
                  <c:v>moon valley used cars inc</c:v>
                </c:pt>
                <c:pt idx="1406">
                  <c:v>fiserv/crescent ida</c:v>
                </c:pt>
                <c:pt idx="1407">
                  <c:v>precision kia of wesley chapel</c:v>
                </c:pt>
                <c:pt idx="1408">
                  <c:v>mercedes-benz of south charlotte</c:v>
                </c:pt>
                <c:pt idx="1409">
                  <c:v>williams buick gmc</c:v>
                </c:pt>
                <c:pt idx="1410">
                  <c:v>bev smith kia</c:v>
                </c:pt>
                <c:pt idx="1411">
                  <c:v>quality auto center</c:v>
                </c:pt>
                <c:pt idx="1412">
                  <c:v>auto remarketing resources</c:v>
                </c:pt>
                <c:pt idx="1413">
                  <c:v>autonation honda miami lakes</c:v>
                </c:pt>
                <c:pt idx="1414">
                  <c:v>kia motors america  inc -lemon law buybacks</c:v>
                </c:pt>
                <c:pt idx="1415">
                  <c:v>classic chevrolet cadillac</c:v>
                </c:pt>
                <c:pt idx="1416">
                  <c:v>ralph schomp honda</c:v>
                </c:pt>
                <c:pt idx="1417">
                  <c:v>nalley nissan decatur</c:v>
                </c:pt>
                <c:pt idx="1418">
                  <c:v>saxon fleet services</c:v>
                </c:pt>
                <c:pt idx="1419">
                  <c:v>lagrange toyota inc</c:v>
                </c:pt>
                <c:pt idx="1420">
                  <c:v>lexus of rockville</c:v>
                </c:pt>
                <c:pt idx="1421">
                  <c:v>b &amp; j car company</c:v>
                </c:pt>
                <c:pt idx="1422">
                  <c:v>south bay hyundai</c:v>
                </c:pt>
                <c:pt idx="1423">
                  <c:v>specialized sales and leasing</c:v>
                </c:pt>
                <c:pt idx="1424">
                  <c:v>maple ridge chrysler jeep dodge</c:v>
                </c:pt>
                <c:pt idx="1425">
                  <c:v>rick hendrick jeep chrys dodge ram fiat</c:v>
                </c:pt>
                <c:pt idx="1426">
                  <c:v>champion auto wholesale inc</c:v>
                </c:pt>
                <c:pt idx="1427">
                  <c:v>enterprise vehicle exchange/honolulu</c:v>
                </c:pt>
                <c:pt idx="1428">
                  <c:v>mercedes-benz of durham</c:v>
                </c:pt>
                <c:pt idx="1429">
                  <c:v>queenston chev olds</c:v>
                </c:pt>
                <c:pt idx="1430">
                  <c:v>butler honda</c:v>
                </c:pt>
                <c:pt idx="1431">
                  <c:v>danna investments llc</c:v>
                </c:pt>
                <c:pt idx="1432">
                  <c:v>southern auto finance co/ft. lauderdale</c:v>
                </c:pt>
                <c:pt idx="1433">
                  <c:v>triangle rent a car</c:v>
                </c:pt>
                <c:pt idx="1434">
                  <c:v>darcars chrysler jeep</c:v>
                </c:pt>
                <c:pt idx="1435">
                  <c:v>beck &amp; masten pontiac gmc hummer truck inc</c:v>
                </c:pt>
                <c:pt idx="1436">
                  <c:v>toy barn</c:v>
                </c:pt>
                <c:pt idx="1437">
                  <c:v>autonation honda sanford</c:v>
                </c:pt>
                <c:pt idx="1438">
                  <c:v>enterprise vehicle exchange/wayne</c:v>
                </c:pt>
                <c:pt idx="1439">
                  <c:v>advancial fcu</c:v>
                </c:pt>
                <c:pt idx="1440">
                  <c:v>butler kia</c:v>
                </c:pt>
                <c:pt idx="1441">
                  <c:v>budget rent a car/wichita</c:v>
                </c:pt>
                <c:pt idx="1442">
                  <c:v>jeffs motorcars inc</c:v>
                </c:pt>
                <c:pt idx="1443">
                  <c:v>clay nissan</c:v>
                </c:pt>
                <c:pt idx="1444">
                  <c:v>new england performance cars llc</c:v>
                </c:pt>
                <c:pt idx="1445">
                  <c:v>parkway ford lincoln</c:v>
                </c:pt>
                <c:pt idx="1446">
                  <c:v>coggin honda</c:v>
                </c:pt>
                <c:pt idx="1447">
                  <c:v>coggin chevrolet at the avenues</c:v>
                </c:pt>
                <c:pt idx="1448">
                  <c:v>r &amp; r auto group inc</c:v>
                </c:pt>
                <c:pt idx="1449">
                  <c:v>treasure coast toyota of stuart</c:v>
                </c:pt>
                <c:pt idx="1450">
                  <c:v>bmw mini of south atlanta</c:v>
                </c:pt>
                <c:pt idx="1451">
                  <c:v>credit union of texas</c:v>
                </c:pt>
                <c:pt idx="1452">
                  <c:v>bellamy strickland chev gmc</c:v>
                </c:pt>
                <c:pt idx="1453">
                  <c:v>germain honda of naples</c:v>
                </c:pt>
                <c:pt idx="1454">
                  <c:v>mercedes benz of south atlanta</c:v>
                </c:pt>
                <c:pt idx="1455">
                  <c:v>a &amp; a auto sales</c:v>
                </c:pt>
                <c:pt idx="1456">
                  <c:v>landers mclarty honda</c:v>
                </c:pt>
                <c:pt idx="1457">
                  <c:v>jyd auto leasing &amp; sales llc</c:v>
                </c:pt>
                <c:pt idx="1458">
                  <c:v>black/white auto sales</c:v>
                </c:pt>
                <c:pt idx="1459">
                  <c:v>hendrick honda hickory</c:v>
                </c:pt>
                <c:pt idx="1460">
                  <c:v>mall of georgia mazda</c:v>
                </c:pt>
                <c:pt idx="1461">
                  <c:v>gettel toyota of lakewood</c:v>
                </c:pt>
                <c:pt idx="1462">
                  <c:v>remarketing by ge/inova federal credit union</c:v>
                </c:pt>
                <c:pt idx="1463">
                  <c:v>autonation ford sanford</c:v>
                </c:pt>
                <c:pt idx="1464">
                  <c:v>romeo chevrolet buick gmc llc</c:v>
                </c:pt>
                <c:pt idx="1465">
                  <c:v>rick hendrick dodge chrysler jeep ram</c:v>
                </c:pt>
                <c:pt idx="1466">
                  <c:v>findlay chevrolet</c:v>
                </c:pt>
                <c:pt idx="1467">
                  <c:v>hillside honda</c:v>
                </c:pt>
                <c:pt idx="1468">
                  <c:v>metro nissan of montclair</c:v>
                </c:pt>
                <c:pt idx="1469">
                  <c:v>daylight auto financing inc</c:v>
                </c:pt>
                <c:pt idx="1470">
                  <c:v>koons silver spring ford lincoln</c:v>
                </c:pt>
                <c:pt idx="1471">
                  <c:v>brickell honda buick &amp; gmc</c:v>
                </c:pt>
                <c:pt idx="1472">
                  <c:v>atlanta auto distributors llc</c:v>
                </c:pt>
                <c:pt idx="1473">
                  <c:v>audi of huntington</c:v>
                </c:pt>
                <c:pt idx="1474">
                  <c:v>enterprise fm exchange/lease</c:v>
                </c:pt>
                <c:pt idx="1475">
                  <c:v>remarketing by ge/datcu credit union</c:v>
                </c:pt>
                <c:pt idx="1476">
                  <c:v>lowery brothers motors inc</c:v>
                </c:pt>
                <c:pt idx="1477">
                  <c:v>david mcdavid honda of frisco</c:v>
                </c:pt>
                <c:pt idx="1478">
                  <c:v>first investors financial services</c:v>
                </c:pt>
                <c:pt idx="1479">
                  <c:v>mike motors</c:v>
                </c:pt>
                <c:pt idx="1480">
                  <c:v>smith haven mitsubishi</c:v>
                </c:pt>
                <c:pt idx="1481">
                  <c:v>north palm hyundai</c:v>
                </c:pt>
                <c:pt idx="1482">
                  <c:v>mas financial services</c:v>
                </c:pt>
                <c:pt idx="1483">
                  <c:v>boyd chevrolet buick gmc</c:v>
                </c:pt>
                <c:pt idx="1484">
                  <c:v>91 automotive west</c:v>
                </c:pt>
                <c:pt idx="1485">
                  <c:v>hyundai of wesley chapel</c:v>
                </c:pt>
                <c:pt idx="1486">
                  <c:v>schroeder motors llc</c:v>
                </c:pt>
                <c:pt idx="1487">
                  <c:v>acura of riverside</c:v>
                </c:pt>
                <c:pt idx="1488">
                  <c:v>remarketing by ge/firelands fcu</c:v>
                </c:pt>
                <c:pt idx="1489">
                  <c:v>darcars toyota of frederick</c:v>
                </c:pt>
                <c:pt idx="1490">
                  <c:v>trousdale county motors</c:v>
                </c:pt>
                <c:pt idx="1491">
                  <c:v>onesource/sand mountain toyota</c:v>
                </c:pt>
                <c:pt idx="1492">
                  <c:v>army aviation center fcu</c:v>
                </c:pt>
                <c:pt idx="1493">
                  <c:v>classy and luxury motors</c:v>
                </c:pt>
                <c:pt idx="1494">
                  <c:v>john altimari auto co inc</c:v>
                </c:pt>
                <c:pt idx="1495">
                  <c:v>355 toyota</c:v>
                </c:pt>
                <c:pt idx="1496">
                  <c:v>florida credit union</c:v>
                </c:pt>
                <c:pt idx="1497">
                  <c:v>sharlene realty llc</c:v>
                </c:pt>
                <c:pt idx="1498">
                  <c:v>chris hallett auto</c:v>
                </c:pt>
                <c:pt idx="1499">
                  <c:v>all american chevrolet of midland</c:v>
                </c:pt>
                <c:pt idx="1500">
                  <c:v>kelemen carrs</c:v>
                </c:pt>
                <c:pt idx="1501">
                  <c:v>wheels r us inc</c:v>
                </c:pt>
                <c:pt idx="1502">
                  <c:v>marano &amp; sons auto sales inc</c:v>
                </c:pt>
                <c:pt idx="1503">
                  <c:v>hendrick lexus kansas city north</c:v>
                </c:pt>
                <c:pt idx="1504">
                  <c:v>valley national bank</c:v>
                </c:pt>
                <c:pt idx="1505">
                  <c:v>associated credit union</c:v>
                </c:pt>
                <c:pt idx="1506">
                  <c:v>performance auto center inc</c:v>
                </c:pt>
                <c:pt idx="1507">
                  <c:v>rick hendrick toyota scion sandy springs</c:v>
                </c:pt>
                <c:pt idx="1508">
                  <c:v>southgate capital llc</c:v>
                </c:pt>
                <c:pt idx="1509">
                  <c:v>suncoast credit corporation</c:v>
                </c:pt>
                <c:pt idx="1510">
                  <c:v>jaguar land rover allentown</c:v>
                </c:pt>
                <c:pt idx="1511">
                  <c:v>grieco nissan</c:v>
                </c:pt>
                <c:pt idx="1512">
                  <c:v>luxury cars inc</c:v>
                </c:pt>
                <c:pt idx="1513">
                  <c:v>east coast volkswagen</c:v>
                </c:pt>
                <c:pt idx="1514">
                  <c:v>subaru financial services</c:v>
                </c:pt>
                <c:pt idx="1515">
                  <c:v>dollar thrifty damage liquidation</c:v>
                </c:pt>
                <c:pt idx="1516">
                  <c:v>land rover san jose</c:v>
                </c:pt>
                <c:pt idx="1517">
                  <c:v>gosch ford</c:v>
                </c:pt>
                <c:pt idx="1518">
                  <c:v>infiniti of cool springs</c:v>
                </c:pt>
                <c:pt idx="1519">
                  <c:v>hutch chevrolet buick gmc inc</c:v>
                </c:pt>
                <c:pt idx="1520">
                  <c:v>north county hyundai</c:v>
                </c:pt>
                <c:pt idx="1521">
                  <c:v>top star lsg</c:v>
                </c:pt>
                <c:pt idx="1522">
                  <c:v>acura libertyville</c:v>
                </c:pt>
                <c:pt idx="1523">
                  <c:v>audi beverly hills</c:v>
                </c:pt>
                <c:pt idx="1524">
                  <c:v>land rover charlotte</c:v>
                </c:pt>
                <c:pt idx="1525">
                  <c:v>ferrari of ft lauderdale</c:v>
                </c:pt>
                <c:pt idx="1526">
                  <c:v>asanka cars.com inc</c:v>
                </c:pt>
                <c:pt idx="1527">
                  <c:v>bill pearce courtesy honda</c:v>
                </c:pt>
                <c:pt idx="1528">
                  <c:v>j m auto imports corp</c:v>
                </c:pt>
                <c:pt idx="1529">
                  <c:v>park auto south inc</c:v>
                </c:pt>
                <c:pt idx="1530">
                  <c:v>sawgrass infiniti</c:v>
                </c:pt>
                <c:pt idx="1531">
                  <c:v>onemain rem/wholesale remarketing inc</c:v>
                </c:pt>
                <c:pt idx="1532">
                  <c:v>flag/mclaren tampa bay</c:v>
                </c:pt>
                <c:pt idx="1533">
                  <c:v>hiley buick gmc</c:v>
                </c:pt>
                <c:pt idx="1534">
                  <c:v>jersey's auto sales</c:v>
                </c:pt>
                <c:pt idx="1535">
                  <c:v>lexus of clearwater</c:v>
                </c:pt>
                <c:pt idx="1536">
                  <c:v>pohanka chevrolet inc</c:v>
                </c:pt>
                <c:pt idx="1537">
                  <c:v>steve and sons auto sales llc</c:v>
                </c:pt>
                <c:pt idx="1538">
                  <c:v>nissan of duarte</c:v>
                </c:pt>
                <c:pt idx="1539">
                  <c:v>ars/kc landsmen</c:v>
                </c:pt>
                <c:pt idx="1540">
                  <c:v>mercedes benz of chandler</c:v>
                </c:pt>
                <c:pt idx="1541">
                  <c:v>the auto group inc</c:v>
                </c:pt>
                <c:pt idx="1542">
                  <c:v>paul's trading station  llc</c:v>
                </c:pt>
                <c:pt idx="1543">
                  <c:v>ars/enterprise vehicle exchange/coconut creek</c:v>
                </c:pt>
                <c:pt idx="1544">
                  <c:v>xtreme automotive group inc</c:v>
                </c:pt>
                <c:pt idx="1545">
                  <c:v>mercedes benz of pittsburgh</c:v>
                </c:pt>
                <c:pt idx="1546">
                  <c:v>shamaley buick gmc</c:v>
                </c:pt>
                <c:pt idx="1547">
                  <c:v>stanley ford andrews</c:v>
                </c:pt>
                <c:pt idx="1548">
                  <c:v>lexus of edison</c:v>
                </c:pt>
                <c:pt idx="1549">
                  <c:v>kilpatrick chevrolet inc</c:v>
                </c:pt>
                <c:pt idx="1550">
                  <c:v>rivergate toyota</c:v>
                </c:pt>
                <c:pt idx="1551">
                  <c:v>riverton elko chevrolet buick gmc cadillac</c:v>
                </c:pt>
                <c:pt idx="1552">
                  <c:v>united fcu</c:v>
                </c:pt>
                <c:pt idx="1553">
                  <c:v>lia honda</c:v>
                </c:pt>
                <c:pt idx="1554">
                  <c:v>mercedes-benz of ft pierce</c:v>
                </c:pt>
                <c:pt idx="1555">
                  <c:v>bank of america/select repo</c:v>
                </c:pt>
                <c:pt idx="1556">
                  <c:v>flag/rbm of atlanta</c:v>
                </c:pt>
                <c:pt idx="1557">
                  <c:v>tony domiano auto dealerships inc</c:v>
                </c:pt>
                <c:pt idx="1558">
                  <c:v>cantu chevrolet</c:v>
                </c:pt>
                <c:pt idx="1559">
                  <c:v>onemain rem/vossen motors</c:v>
                </c:pt>
                <c:pt idx="1560">
                  <c:v>paul moteur</c:v>
                </c:pt>
                <c:pt idx="1561">
                  <c:v>onemain remarketing services</c:v>
                </c:pt>
                <c:pt idx="1562">
                  <c:v>matt saxe chevrolet buick inc</c:v>
                </c:pt>
                <c:pt idx="1563">
                  <c:v>scottsdale sports car group</c:v>
                </c:pt>
                <c:pt idx="1564">
                  <c:v>xtreme auto wholesalers inc</c:v>
                </c:pt>
                <c:pt idx="1565">
                  <c:v>performance chrysler jeep dodge inc</c:v>
                </c:pt>
                <c:pt idx="1566">
                  <c:v>peruzzi toyota</c:v>
                </c:pt>
                <c:pt idx="1567">
                  <c:v>mitchell associates</c:v>
                </c:pt>
                <c:pt idx="1568">
                  <c:v>lenny genzale auto sales</c:v>
                </c:pt>
                <c:pt idx="1569">
                  <c:v>braman motorcars of jupiter</c:v>
                </c:pt>
                <c:pt idx="1570">
                  <c:v>remarketing by ge/manheim detroit</c:v>
                </c:pt>
                <c:pt idx="1571">
                  <c:v>larry h. miller lexus murray</c:v>
                </c:pt>
                <c:pt idx="1572">
                  <c:v>hawley motor sales inc</c:v>
                </c:pt>
                <c:pt idx="1573">
                  <c:v>barrett transportation services inc</c:v>
                </c:pt>
                <c:pt idx="1574">
                  <c:v>economy rent a car/ars</c:v>
                </c:pt>
                <c:pt idx="1575">
                  <c:v>chapman scottsdale autoplex llc</c:v>
                </c:pt>
                <c:pt idx="1576">
                  <c:v>husker auto group inc</c:v>
                </c:pt>
                <c:pt idx="1577">
                  <c:v>nimnicht gmc</c:v>
                </c:pt>
                <c:pt idx="1578">
                  <c:v>fair oaks chrysler jeep dodge</c:v>
                </c:pt>
                <c:pt idx="1579">
                  <c:v>cherry hill classic cars</c:v>
                </c:pt>
                <c:pt idx="1580">
                  <c:v>waldorf vw waldorf subaru</c:v>
                </c:pt>
                <c:pt idx="1581">
                  <c:v>remarketing by ge/manheim pensacola</c:v>
                </c:pt>
                <c:pt idx="1582">
                  <c:v>southeastern honda</c:v>
                </c:pt>
                <c:pt idx="1583">
                  <c:v>motor city</c:v>
                </c:pt>
                <c:pt idx="1584">
                  <c:v>kelly chevrolet cadillac inc</c:v>
                </c:pt>
                <c:pt idx="1585">
                  <c:v>flag/genuine motorcars inc</c:v>
                </c:pt>
                <c:pt idx="1586">
                  <c:v>crossroads nissan of hickory inc</c:v>
                </c:pt>
                <c:pt idx="1587">
                  <c:v>darcars ford</c:v>
                </c:pt>
                <c:pt idx="1588">
                  <c:v>findlay motor company</c:v>
                </c:pt>
                <c:pt idx="1589">
                  <c:v>mckenna motors cerritos inc</c:v>
                </c:pt>
                <c:pt idx="1590">
                  <c:v>hendrick honda woodbridge</c:v>
                </c:pt>
                <c:pt idx="1591">
                  <c:v>browns arlington honda</c:v>
                </c:pt>
                <c:pt idx="1592">
                  <c:v>remarketing by ge/schools first fcu</c:v>
                </c:pt>
                <c:pt idx="1593">
                  <c:v>napletons nissan</c:v>
                </c:pt>
                <c:pt idx="1594">
                  <c:v>autobahn gallery</c:v>
                </c:pt>
                <c:pt idx="1595">
                  <c:v>us bancorp</c:v>
                </c:pt>
                <c:pt idx="1596">
                  <c:v>ray price honda mazda volvo</c:v>
                </c:pt>
                <c:pt idx="1597">
                  <c:v>auto financial group</c:v>
                </c:pt>
                <c:pt idx="1598">
                  <c:v>rick case hyundai inc</c:v>
                </c:pt>
                <c:pt idx="1599">
                  <c:v>mercedes benz of fredericksburg</c:v>
                </c:pt>
                <c:pt idx="1600">
                  <c:v>johnson sewell ford lincoln inc</c:v>
                </c:pt>
                <c:pt idx="1601">
                  <c:v>bedford auto wholesale</c:v>
                </c:pt>
                <c:pt idx="1602">
                  <c:v>coggin nissan</c:v>
                </c:pt>
                <c:pt idx="1603">
                  <c:v>h &amp; h motors inc</c:v>
                </c:pt>
                <c:pt idx="1604">
                  <c:v>maplewood toyota</c:v>
                </c:pt>
                <c:pt idx="1605">
                  <c:v>mercedes benz of foothill ranch</c:v>
                </c:pt>
                <c:pt idx="1606">
                  <c:v>nissan dealer blend/united nissan</c:v>
                </c:pt>
                <c:pt idx="1607">
                  <c:v>fairfield chevrolet cadillac</c:v>
                </c:pt>
                <c:pt idx="1608">
                  <c:v>eagle buick gmc inc</c:v>
                </c:pt>
                <c:pt idx="1609">
                  <c:v>bert smith euro collection</c:v>
                </c:pt>
                <c:pt idx="1610">
                  <c:v>chris auffenberg ford inc</c:v>
                </c:pt>
                <c:pt idx="1611">
                  <c:v>bmw of el paso</c:v>
                </c:pt>
                <c:pt idx="1612">
                  <c:v>rudy luther toyota</c:v>
                </c:pt>
                <c:pt idx="1613">
                  <c:v>flag/oceanside auto center</c:v>
                </c:pt>
                <c:pt idx="1614">
                  <c:v>dch wappingers falls toyota auto group</c:v>
                </c:pt>
                <c:pt idx="1615">
                  <c:v>onesource/hendrick toy scion of n charleston</c:v>
                </c:pt>
                <c:pt idx="1616">
                  <c:v>remarketing by ge/sw1 remarketing</c:v>
                </c:pt>
                <c:pt idx="1617">
                  <c:v>element vehicle management services llc</c:v>
                </c:pt>
                <c:pt idx="1618">
                  <c:v>sioux city ford lincoln mercury</c:v>
                </c:pt>
                <c:pt idx="1619">
                  <c:v>mars auto</c:v>
                </c:pt>
                <c:pt idx="1620">
                  <c:v>mckenna volkswagen</c:v>
                </c:pt>
                <c:pt idx="1621">
                  <c:v>executive enterprises auto wholesale inc</c:v>
                </c:pt>
                <c:pt idx="1622">
                  <c:v>autonation ford littleton</c:v>
                </c:pt>
                <c:pt idx="1623">
                  <c:v>hornburg jaguar santa monica</c:v>
                </c:pt>
                <c:pt idx="1624">
                  <c:v>nalley honda</c:v>
                </c:pt>
                <c:pt idx="1625">
                  <c:v>levittown ford llc</c:v>
                </c:pt>
                <c:pt idx="1626">
                  <c:v>honda world</c:v>
                </c:pt>
                <c:pt idx="1627">
                  <c:v>bmw of fairfax</c:v>
                </c:pt>
                <c:pt idx="1628">
                  <c:v>dean sellers ford</c:v>
                </c:pt>
                <c:pt idx="1629">
                  <c:v>primeritus remarketing/cu recovery</c:v>
                </c:pt>
                <c:pt idx="1630">
                  <c:v>courtesy chrysler dodge jeep ram of orange</c:v>
                </c:pt>
                <c:pt idx="1631">
                  <c:v>absher arnold motors llc</c:v>
                </c:pt>
                <c:pt idx="1632">
                  <c:v>credit union leasing of america</c:v>
                </c:pt>
                <c:pt idx="1633">
                  <c:v>tiger financial management llc</c:v>
                </c:pt>
                <c:pt idx="1634">
                  <c:v>cox chevrolet inc</c:v>
                </c:pt>
                <c:pt idx="1635">
                  <c:v>mercedes benz of omaha</c:v>
                </c:pt>
                <c:pt idx="1636">
                  <c:v>remarketing by ge/general auto acceptance llc</c:v>
                </c:pt>
                <c:pt idx="1637">
                  <c:v>napletons river oaks honda</c:v>
                </c:pt>
                <c:pt idx="1638">
                  <c:v>the car connection</c:v>
                </c:pt>
                <c:pt idx="1639">
                  <c:v>rusnak westlake porsche</c:v>
                </c:pt>
                <c:pt idx="1640">
                  <c:v>david mcdavids plano lincoln</c:v>
                </c:pt>
                <c:pt idx="1641">
                  <c:v>kia of cerritos</c:v>
                </c:pt>
                <c:pt idx="1642">
                  <c:v>pat obrien chevrolet south</c:v>
                </c:pt>
                <c:pt idx="1643">
                  <c:v>mr m auto group</c:v>
                </c:pt>
                <c:pt idx="1644">
                  <c:v>orlando hyundai</c:v>
                </c:pt>
                <c:pt idx="1645">
                  <c:v>remarketing by ge/penair fcu</c:v>
                </c:pt>
                <c:pt idx="1646">
                  <c:v>charitable adult rides services/car donating is</c:v>
                </c:pt>
                <c:pt idx="1647">
                  <c:v>crossroads infiniti south inc</c:v>
                </c:pt>
                <c:pt idx="1648">
                  <c:v>coggin buick-gmc of orange park</c:v>
                </c:pt>
                <c:pt idx="1649">
                  <c:v>audi plano</c:v>
                </c:pt>
                <c:pt idx="1650">
                  <c:v>ford of port richey</c:v>
                </c:pt>
                <c:pt idx="1651">
                  <c:v>north bakersfield toyota scion</c:v>
                </c:pt>
                <c:pt idx="1652">
                  <c:v>west county nissan</c:v>
                </c:pt>
                <c:pt idx="1653">
                  <c:v>bell audi</c:v>
                </c:pt>
                <c:pt idx="1654">
                  <c:v>all american ford of kingston llc</c:v>
                </c:pt>
                <c:pt idx="1655">
                  <c:v>2020 motors</c:v>
                </c:pt>
                <c:pt idx="1656">
                  <c:v>western fcu</c:v>
                </c:pt>
                <c:pt idx="1657">
                  <c:v>enterprise vehicle exchange/montgomery</c:v>
                </c:pt>
                <c:pt idx="1658">
                  <c:v>right honda</c:v>
                </c:pt>
                <c:pt idx="1659">
                  <c:v>hendrick mini</c:v>
                </c:pt>
                <c:pt idx="1660">
                  <c:v>mid florida fcu</c:v>
                </c:pt>
                <c:pt idx="1661">
                  <c:v>ride rite automobiles llc</c:v>
                </c:pt>
                <c:pt idx="1662">
                  <c:v>infiniti of norwood</c:v>
                </c:pt>
                <c:pt idx="1663">
                  <c:v>courtesy chevrolet cadillac</c:v>
                </c:pt>
                <c:pt idx="1664">
                  <c:v>mercedes benz of south bay</c:v>
                </c:pt>
                <c:pt idx="1665">
                  <c:v>va cars inc</c:v>
                </c:pt>
                <c:pt idx="1666">
                  <c:v>remarketing by ge/southern california financial</c:v>
                </c:pt>
                <c:pt idx="1667">
                  <c:v>j c auto world inc</c:v>
                </c:pt>
                <c:pt idx="1668">
                  <c:v>topline automotive inc</c:v>
                </c:pt>
                <c:pt idx="1669">
                  <c:v>sheehy nissan of waldorf</c:v>
                </c:pt>
                <c:pt idx="1670">
                  <c:v>global european motorcars llc</c:v>
                </c:pt>
                <c:pt idx="1671">
                  <c:v>findlay toyota and scion</c:v>
                </c:pt>
                <c:pt idx="1672">
                  <c:v>nationwide fleet auto sales inc</c:v>
                </c:pt>
                <c:pt idx="1673">
                  <c:v>bob mayberry hyundai inc</c:v>
                </c:pt>
                <c:pt idx="1674">
                  <c:v>remarketing by ge/classic motorcars inc</c:v>
                </c:pt>
                <c:pt idx="1675">
                  <c:v>harbor nissan</c:v>
                </c:pt>
                <c:pt idx="1676">
                  <c:v>milford motors inc</c:v>
                </c:pt>
                <c:pt idx="1677">
                  <c:v>hopper buick gmc</c:v>
                </c:pt>
                <c:pt idx="1678">
                  <c:v>connell chevrolet</c:v>
                </c:pt>
                <c:pt idx="1679">
                  <c:v>enterprise car sales/orange</c:v>
                </c:pt>
                <c:pt idx="1680">
                  <c:v>tds auto brokers</c:v>
                </c:pt>
                <c:pt idx="1681">
                  <c:v>chevrolet of wesley chapel</c:v>
                </c:pt>
                <c:pt idx="1682">
                  <c:v>pv holidng inc/non pgm</c:v>
                </c:pt>
                <c:pt idx="1683">
                  <c:v>desert sun motors inc</c:v>
                </c:pt>
                <c:pt idx="1684">
                  <c:v>bellevue nissan</c:v>
                </c:pt>
                <c:pt idx="1685">
                  <c:v>united auto credit/hurst</c:v>
                </c:pt>
                <c:pt idx="1686">
                  <c:v>car source</c:v>
                </c:pt>
                <c:pt idx="1687">
                  <c:v>bergstrom cadillac inc</c:v>
                </c:pt>
                <c:pt idx="1688">
                  <c:v>cadilexus</c:v>
                </c:pt>
                <c:pt idx="1689">
                  <c:v>lenders option corporation</c:v>
                </c:pt>
                <c:pt idx="1690">
                  <c:v>bert wolfe ford inc</c:v>
                </c:pt>
                <c:pt idx="1691">
                  <c:v>motorlease corporation</c:v>
                </c:pt>
                <c:pt idx="1692">
                  <c:v>neighbors fcu</c:v>
                </c:pt>
                <c:pt idx="1693">
                  <c:v>woodhouse ford south inc</c:v>
                </c:pt>
                <c:pt idx="1694">
                  <c:v>wetzel honda</c:v>
                </c:pt>
                <c:pt idx="1695">
                  <c:v>elite auto sales/leasing</c:v>
                </c:pt>
                <c:pt idx="1696">
                  <c:v>nalley ford sandy springs</c:v>
                </c:pt>
                <c:pt idx="1697">
                  <c:v>f c kerbeck &amp; sons</c:v>
                </c:pt>
                <c:pt idx="1698">
                  <c:v>j b a automotive llc</c:v>
                </c:pt>
                <c:pt idx="1699">
                  <c:v>myrtle beach automotive</c:v>
                </c:pt>
                <c:pt idx="1700">
                  <c:v>remarketing by ge/tubbs brothers</c:v>
                </c:pt>
                <c:pt idx="1701">
                  <c:v>nissan of albertville</c:v>
                </c:pt>
                <c:pt idx="1702">
                  <c:v>ars/easy car leasing llc dba brac of birmingham</c:v>
                </c:pt>
                <c:pt idx="1703">
                  <c:v>primeritus remarketing/new concepts leasi</c:v>
                </c:pt>
                <c:pt idx="1704">
                  <c:v>southern remarketing solutions/regions bank</c:v>
                </c:pt>
                <c:pt idx="1705">
                  <c:v>honda of serramonte</c:v>
                </c:pt>
                <c:pt idx="1706">
                  <c:v>onesource/beaver toyota of st augustine</c:v>
                </c:pt>
                <c:pt idx="1707">
                  <c:v>r &amp; r auto sales</c:v>
                </c:pt>
                <c:pt idx="1708">
                  <c:v>liberty auto city inc</c:v>
                </c:pt>
                <c:pt idx="1709">
                  <c:v>dream cars by bussinger ltd</c:v>
                </c:pt>
                <c:pt idx="1710">
                  <c:v>coggin deland hyundai</c:v>
                </c:pt>
                <c:pt idx="1711">
                  <c:v>g h n leasing corporation</c:v>
                </c:pt>
                <c:pt idx="1712">
                  <c:v>lucky imports</c:v>
                </c:pt>
                <c:pt idx="1713">
                  <c:v>american motor group</c:v>
                </c:pt>
                <c:pt idx="1714">
                  <c:v>superior wholesalers inc</c:v>
                </c:pt>
                <c:pt idx="1715">
                  <c:v>hennessy mazda buick gmc</c:v>
                </c:pt>
                <c:pt idx="1716">
                  <c:v>gettel nissan of sarasota</c:v>
                </c:pt>
                <c:pt idx="1717">
                  <c:v>park place infiniti</c:v>
                </c:pt>
                <c:pt idx="1718">
                  <c:v>nalley kia</c:v>
                </c:pt>
                <c:pt idx="1719">
                  <c:v>kline leasing</c:v>
                </c:pt>
                <c:pt idx="1720">
                  <c:v>frisco chrysler dodge jeep ram  inc.</c:v>
                </c:pt>
                <c:pt idx="1721">
                  <c:v>casa ford lincoln</c:v>
                </c:pt>
                <c:pt idx="1722">
                  <c:v>stanley chrysler dodge jeep brownwood</c:v>
                </c:pt>
                <c:pt idx="1723">
                  <c:v>auto plaza motor sports  llc</c:v>
                </c:pt>
                <c:pt idx="1724">
                  <c:v>jaguar porsche volvo of greenville</c:v>
                </c:pt>
                <c:pt idx="1725">
                  <c:v>mccarthy chevrolet inc</c:v>
                </c:pt>
                <c:pt idx="1726">
                  <c:v>california rent-a-car &amp; leasing</c:v>
                </c:pt>
                <c:pt idx="1727">
                  <c:v>northtown lexus</c:v>
                </c:pt>
                <c:pt idx="1728">
                  <c:v>primeritus remarketing/piedmont aviation</c:v>
                </c:pt>
                <c:pt idx="1729">
                  <c:v>rick matthews buick gmc llp</c:v>
                </c:pt>
                <c:pt idx="1730">
                  <c:v>infiniti of the palm beaches</c:v>
                </c:pt>
                <c:pt idx="1731">
                  <c:v>linus cadillac buick gmc</c:v>
                </c:pt>
                <c:pt idx="1732">
                  <c:v>wth car rental ulc</c:v>
                </c:pt>
                <c:pt idx="1733">
                  <c:v>massey cadillac</c:v>
                </c:pt>
                <c:pt idx="1734">
                  <c:v>randolph brooks fcu</c:v>
                </c:pt>
                <c:pt idx="1735">
                  <c:v>boston foreign motor</c:v>
                </c:pt>
                <c:pt idx="1736">
                  <c:v>jim click ford lincoln mercury</c:v>
                </c:pt>
                <c:pt idx="1737">
                  <c:v>glendale chrysler jeep dodge ram</c:v>
                </c:pt>
                <c:pt idx="1738">
                  <c:v>city of cars</c:v>
                </c:pt>
                <c:pt idx="1739">
                  <c:v>avis rac system/pv holding corp</c:v>
                </c:pt>
                <c:pt idx="1740">
                  <c:v>edwards motor company inc</c:v>
                </c:pt>
                <c:pt idx="1741">
                  <c:v>audi valencia</c:v>
                </c:pt>
                <c:pt idx="1742">
                  <c:v>gen x motors</c:v>
                </c:pt>
                <c:pt idx="1743">
                  <c:v>bill wright toyota</c:v>
                </c:pt>
                <c:pt idx="1744">
                  <c:v>nissan 24</c:v>
                </c:pt>
                <c:pt idx="1745">
                  <c:v>autonation chrysler dodge jeep ram pembroke pine</c:v>
                </c:pt>
                <c:pt idx="1746">
                  <c:v>austin infiniti inc</c:v>
                </c:pt>
                <c:pt idx="1747">
                  <c:v>the auto show inc</c:v>
                </c:pt>
                <c:pt idx="1748">
                  <c:v>paul tinney auto sales ltd</c:v>
                </c:pt>
                <c:pt idx="1749">
                  <c:v>autodome ltd</c:v>
                </c:pt>
                <c:pt idx="1750">
                  <c:v>james family auto sales</c:v>
                </c:pt>
                <c:pt idx="1751">
                  <c:v>browns fairfax nissan</c:v>
                </c:pt>
                <c:pt idx="1752">
                  <c:v>gregg glenn auto sales</c:v>
                </c:pt>
                <c:pt idx="1753">
                  <c:v>criswell isuzu trucks</c:v>
                </c:pt>
                <c:pt idx="1754">
                  <c:v>grossinger toyota north</c:v>
                </c:pt>
                <c:pt idx="1755">
                  <c:v>toyota santa monica</c:v>
                </c:pt>
                <c:pt idx="1756">
                  <c:v>nalley infiniti marietta</c:v>
                </c:pt>
                <c:pt idx="1757">
                  <c:v>selig leasing co inc</c:v>
                </c:pt>
                <c:pt idx="1758">
                  <c:v>bavarian auto sales llc</c:v>
                </c:pt>
                <c:pt idx="1759">
                  <c:v>dick poe chrysler jeep</c:v>
                </c:pt>
                <c:pt idx="1760">
                  <c:v>capital subaru of greenville llc</c:v>
                </c:pt>
                <c:pt idx="1761">
                  <c:v>gateway financial services</c:v>
                </c:pt>
                <c:pt idx="1762">
                  <c:v>five star dodge</c:v>
                </c:pt>
                <c:pt idx="1763">
                  <c:v>auto city stl</c:v>
                </c:pt>
                <c:pt idx="1764">
                  <c:v>remarketing by ge/florida central credit union</c:v>
                </c:pt>
                <c:pt idx="1765">
                  <c:v>crevier bmw/crevier mini</c:v>
                </c:pt>
                <c:pt idx="1766">
                  <c:v>ed morse cadillac</c:v>
                </c:pt>
                <c:pt idx="1767">
                  <c:v>sterling bmw</c:v>
                </c:pt>
                <c:pt idx="1768">
                  <c:v>repo remarketing/coast hills fcu</c:v>
                </c:pt>
                <c:pt idx="1769">
                  <c:v>repo remarketing/schools first fcu</c:v>
                </c:pt>
                <c:pt idx="1770">
                  <c:v>automatch usa</c:v>
                </c:pt>
                <c:pt idx="1771">
                  <c:v>onemain rem/unique autos inc</c:v>
                </c:pt>
                <c:pt idx="1772">
                  <c:v>crossroads ford lincoln of southern pines inc</c:v>
                </c:pt>
                <c:pt idx="1773">
                  <c:v>grossinger autoplex inc</c:v>
                </c:pt>
                <c:pt idx="1774">
                  <c:v>auto outlet</c:v>
                </c:pt>
                <c:pt idx="1775">
                  <c:v>mercedes benz of des moines</c:v>
                </c:pt>
                <c:pt idx="1776">
                  <c:v>elmwood chrysler dodge jeep ram</c:v>
                </c:pt>
                <c:pt idx="1777">
                  <c:v>community choice credit union</c:v>
                </c:pt>
                <c:pt idx="1778">
                  <c:v>cnac corporate office/columbus</c:v>
                </c:pt>
                <c:pt idx="1779">
                  <c:v>ron lewis pre-owned</c:v>
                </c:pt>
                <c:pt idx="1780">
                  <c:v>first tech credit union</c:v>
                </c:pt>
                <c:pt idx="1781">
                  <c:v>prestige land rover inc</c:v>
                </c:pt>
                <c:pt idx="1782">
                  <c:v>r.k. belt &amp; sons inc</c:v>
                </c:pt>
                <c:pt idx="1783">
                  <c:v>repo remarketing/visterra credit union</c:v>
                </c:pt>
                <c:pt idx="1784">
                  <c:v>mehdis car company</c:v>
                </c:pt>
                <c:pt idx="1785">
                  <c:v>mercedes benz of sarasota</c:v>
                </c:pt>
                <c:pt idx="1786">
                  <c:v>onesource/arlington toyota inc</c:v>
                </c:pt>
                <c:pt idx="1787">
                  <c:v>jerrys chevrolet of beresford</c:v>
                </c:pt>
                <c:pt idx="1788">
                  <c:v>rob lambdin's university dodge</c:v>
                </c:pt>
                <c:pt idx="1789">
                  <c:v>dick hannah subaru</c:v>
                </c:pt>
                <c:pt idx="1790">
                  <c:v>chevrolet of dublin</c:v>
                </c:pt>
                <c:pt idx="1791">
                  <c:v>ag leaseplan</c:v>
                </c:pt>
                <c:pt idx="1792">
                  <c:v>bob &amp; chuck eddy cadillac chevrolet buick</c:v>
                </c:pt>
                <c:pt idx="1793">
                  <c:v>daniels bmw mini of allentown</c:v>
                </c:pt>
                <c:pt idx="1794">
                  <c:v>toyota of murfreesboro/scion of murfreesboro</c:v>
                </c:pt>
                <c:pt idx="1795">
                  <c:v>le circuit ford lincoln ltee</c:v>
                </c:pt>
                <c:pt idx="1796">
                  <c:v>pfs/porsche partnership program</c:v>
                </c:pt>
                <c:pt idx="1797">
                  <c:v>findlay hyundai subaru</c:v>
                </c:pt>
                <c:pt idx="1798">
                  <c:v>larry h miller fleet lease</c:v>
                </c:pt>
                <c:pt idx="1799">
                  <c:v>martin auto gallery</c:v>
                </c:pt>
                <c:pt idx="1800">
                  <c:v>harrison auto sales</c:v>
                </c:pt>
                <c:pt idx="1801">
                  <c:v>autonation chevrolet laurel</c:v>
                </c:pt>
                <c:pt idx="1802">
                  <c:v>remarketing by ge/tech auto sales inc</c:v>
                </c:pt>
                <c:pt idx="1803">
                  <c:v>jba chevrolet</c:v>
                </c:pt>
                <c:pt idx="1804">
                  <c:v>ciscon llc</c:v>
                </c:pt>
                <c:pt idx="1805">
                  <c:v>nuvision financial fcu</c:v>
                </c:pt>
                <c:pt idx="1806">
                  <c:v>first tech fcu</c:v>
                </c:pt>
                <c:pt idx="1807">
                  <c:v>manheim milwaukee</c:v>
                </c:pt>
                <c:pt idx="1808">
                  <c:v>florida auto connection</c:v>
                </c:pt>
                <c:pt idx="1809">
                  <c:v>chip wynn motors</c:v>
                </c:pt>
                <c:pt idx="1810">
                  <c:v>parks ford of wesley chapel</c:v>
                </c:pt>
                <c:pt idx="1811">
                  <c:v>priscilla &amp; kids wholesalers inc</c:v>
                </c:pt>
                <c:pt idx="1812">
                  <c:v>lease &amp; rental management</c:v>
                </c:pt>
                <c:pt idx="1813">
                  <c:v>volkswagen north scottsdale</c:v>
                </c:pt>
                <c:pt idx="1814">
                  <c:v>trucks unlimited inc</c:v>
                </c:pt>
                <c:pt idx="1815">
                  <c:v>rick hendrick toyota scion</c:v>
                </c:pt>
                <c:pt idx="1816">
                  <c:v>sierra auto investment co</c:v>
                </c:pt>
                <c:pt idx="1817">
                  <c:v>crossroads ford lincoln of sanford inc</c:v>
                </c:pt>
                <c:pt idx="1818">
                  <c:v>rally motor credit</c:v>
                </c:pt>
                <c:pt idx="1819">
                  <c:v>bmw of monrovia</c:v>
                </c:pt>
                <c:pt idx="1820">
                  <c:v>jessup cad buick pont gmc saab hummer chev</c:v>
                </c:pt>
                <c:pt idx="1821">
                  <c:v>metro honda</c:v>
                </c:pt>
                <c:pt idx="1822">
                  <c:v>fiserv/us bank na</c:v>
                </c:pt>
                <c:pt idx="1823">
                  <c:v>p &amp; w foreign car service inc</c:v>
                </c:pt>
                <c:pt idx="1824">
                  <c:v>parks lincoln of tampa</c:v>
                </c:pt>
                <c:pt idx="1825">
                  <c:v>ars/uhaul</c:v>
                </c:pt>
                <c:pt idx="1826">
                  <c:v>nalley volkswagen of alpharetta</c:v>
                </c:pt>
                <c:pt idx="1827">
                  <c:v>world omni/santander</c:v>
                </c:pt>
                <c:pt idx="1828">
                  <c:v>toyota of clermont</c:v>
                </c:pt>
                <c:pt idx="1829">
                  <c:v>fusion autoplex</c:v>
                </c:pt>
                <c:pt idx="1830">
                  <c:v>gulf coast ford</c:v>
                </c:pt>
                <c:pt idx="1831">
                  <c:v>remarketing by ge/desert fleet finance</c:v>
                </c:pt>
                <c:pt idx="1832">
                  <c:v>remarketing by ge/dade county fcu</c:v>
                </c:pt>
                <c:pt idx="1833">
                  <c:v>bergeys chevrolet inc</c:v>
                </c:pt>
                <c:pt idx="1834">
                  <c:v>sama california auto export inc</c:v>
                </c:pt>
                <c:pt idx="1835">
                  <c:v>capital ford lincoln of wilmington</c:v>
                </c:pt>
                <c:pt idx="1836">
                  <c:v>bentley scottsdale</c:v>
                </c:pt>
                <c:pt idx="1837">
                  <c:v>dch bloomfield llc</c:v>
                </c:pt>
                <c:pt idx="1838">
                  <c:v>brown's leesburg hyundai</c:v>
                </c:pt>
                <c:pt idx="1839">
                  <c:v>audi mission viejo</c:v>
                </c:pt>
                <c:pt idx="1840">
                  <c:v>flood ford of east greenwich</c:v>
                </c:pt>
                <c:pt idx="1841">
                  <c:v>carters used cars</c:v>
                </c:pt>
                <c:pt idx="1842">
                  <c:v>auto brokers of tampa bay inc</c:v>
                </c:pt>
                <c:pt idx="1843">
                  <c:v>primeritus remarketing/jt automart 2</c:v>
                </c:pt>
                <c:pt idx="1844">
                  <c:v>lexus of pleasanton</c:v>
                </c:pt>
                <c:pt idx="1845">
                  <c:v>glockner south point ford</c:v>
                </c:pt>
                <c:pt idx="1846">
                  <c:v>premier toyota of newport</c:v>
                </c:pt>
                <c:pt idx="1847">
                  <c:v>parktown imports inc</c:v>
                </c:pt>
                <c:pt idx="1848">
                  <c:v>platinum auto finance llc</c:v>
                </c:pt>
                <c:pt idx="1849">
                  <c:v>alas leasing</c:v>
                </c:pt>
                <c:pt idx="1850">
                  <c:v>futrell auto sales</c:v>
                </c:pt>
                <c:pt idx="1851">
                  <c:v>sullivan cadillac</c:v>
                </c:pt>
                <c:pt idx="1852">
                  <c:v>gunn acura</c:v>
                </c:pt>
                <c:pt idx="1853">
                  <c:v>exotic euro cars</c:v>
                </c:pt>
                <c:pt idx="1854">
                  <c:v>coggin nissan at the avenues</c:v>
                </c:pt>
                <c:pt idx="1855">
                  <c:v>remarketing by ge/manheim north carolina</c:v>
                </c:pt>
                <c:pt idx="1856">
                  <c:v>fuccillo kia of cape coral</c:v>
                </c:pt>
                <c:pt idx="1857">
                  <c:v>orlando kia east</c:v>
                </c:pt>
                <c:pt idx="1858">
                  <c:v>enterprise vehicle exchange/st louis</c:v>
                </c:pt>
                <c:pt idx="1859">
                  <c:v>r e jahn auto sales</c:v>
                </c:pt>
                <c:pt idx="1860">
                  <c:v>coggin acura</c:v>
                </c:pt>
                <c:pt idx="1861">
                  <c:v>laurel kia</c:v>
                </c:pt>
                <c:pt idx="1862">
                  <c:v>anderson ford lincoln</c:v>
                </c:pt>
                <c:pt idx="1863">
                  <c:v>capital ford of charlotte inc</c:v>
                </c:pt>
                <c:pt idx="1864">
                  <c:v>corpat exchange llc</c:v>
                </c:pt>
                <c:pt idx="1865">
                  <c:v>piazza honda of pottstown</c:v>
                </c:pt>
                <c:pt idx="1866">
                  <c:v>national auto acceptance</c:v>
                </c:pt>
                <c:pt idx="1867">
                  <c:v>contemporary motorcar ltd</c:v>
                </c:pt>
                <c:pt idx="1868">
                  <c:v>autonation honda hollywood</c:v>
                </c:pt>
                <c:pt idx="1869">
                  <c:v>dch freehold llc</c:v>
                </c:pt>
                <c:pt idx="1870">
                  <c:v>auto finance solutions dba abc remarketing</c:v>
                </c:pt>
                <c:pt idx="1871">
                  <c:v>remarketing by ge/mid american credit union</c:v>
                </c:pt>
                <c:pt idx="1872">
                  <c:v>puyallup nissan</c:v>
                </c:pt>
                <c:pt idx="1873">
                  <c:v>sunrise ford company</c:v>
                </c:pt>
                <c:pt idx="1874">
                  <c:v>towne motors inc</c:v>
                </c:pt>
                <c:pt idx="1875">
                  <c:v>american national bank</c:v>
                </c:pt>
                <c:pt idx="1876">
                  <c:v>rockville audi</c:v>
                </c:pt>
                <c:pt idx="1877">
                  <c:v>financial services remarketing (other aucs)</c:v>
                </c:pt>
                <c:pt idx="1878">
                  <c:v>gt leasing inc</c:v>
                </c:pt>
                <c:pt idx="1879">
                  <c:v>american auto finance</c:v>
                </c:pt>
                <c:pt idx="1880">
                  <c:v>sullivan buick gmc truck</c:v>
                </c:pt>
                <c:pt idx="1881">
                  <c:v>palmer dodge inc</c:v>
                </c:pt>
                <c:pt idx="1882">
                  <c:v>o brien mitsubishi of normal</c:v>
                </c:pt>
                <c:pt idx="1883">
                  <c:v>metro toyota</c:v>
                </c:pt>
                <c:pt idx="1884">
                  <c:v>ars/dealer ars canada</c:v>
                </c:pt>
                <c:pt idx="1885">
                  <c:v>centurylink</c:v>
                </c:pt>
                <c:pt idx="1886">
                  <c:v>remarketing by ge/sixrentals corp</c:v>
                </c:pt>
                <c:pt idx="1887">
                  <c:v>moss motors</c:v>
                </c:pt>
                <c:pt idx="1888">
                  <c:v>cherokee chrysler dodge jeep</c:v>
                </c:pt>
                <c:pt idx="1889">
                  <c:v>fmgj inc</c:v>
                </c:pt>
                <c:pt idx="1890">
                  <c:v>autonation honda clearwater</c:v>
                </c:pt>
                <c:pt idx="1891">
                  <c:v>crossroads infiniti inc</c:v>
                </c:pt>
                <c:pt idx="1892">
                  <c:v>xclusive auto leasing inc</c:v>
                </c:pt>
                <c:pt idx="1893">
                  <c:v>mountain america credit union</c:v>
                </c:pt>
                <c:pt idx="1894">
                  <c:v>primeritus remarketing/cci</c:v>
                </c:pt>
                <c:pt idx="1895">
                  <c:v>capital ford inc</c:v>
                </c:pt>
                <c:pt idx="1896">
                  <c:v>scott robinson honda</c:v>
                </c:pt>
                <c:pt idx="1897">
                  <c:v>akins ford dodge jeep chrysler</c:v>
                </c:pt>
                <c:pt idx="1898">
                  <c:v>mitchell motor cars inc</c:v>
                </c:pt>
                <c:pt idx="1899">
                  <c:v>mazda and volkswagon of fredericksburg</c:v>
                </c:pt>
                <c:pt idx="1900">
                  <c:v>valley brook auto brokers</c:v>
                </c:pt>
                <c:pt idx="1901">
                  <c:v>fiat of ontario</c:v>
                </c:pt>
                <c:pt idx="1902">
                  <c:v>midway hfc fleet</c:v>
                </c:pt>
                <c:pt idx="1903">
                  <c:v>basney imports</c:v>
                </c:pt>
                <c:pt idx="1904">
                  <c:v>22nd street motors inc</c:v>
                </c:pt>
                <c:pt idx="1905">
                  <c:v>auction credit</c:v>
                </c:pt>
                <c:pt idx="1906">
                  <c:v>remarketing by ge/central fl sales &amp; leasing inc</c:v>
                </c:pt>
                <c:pt idx="1907">
                  <c:v>primeritus remarketing/fast line auto sales inc</c:v>
                </c:pt>
                <c:pt idx="1908">
                  <c:v>ray brandt infiniti of metairie llc</c:v>
                </c:pt>
                <c:pt idx="1909">
                  <c:v>gunn nissan ltd</c:v>
                </c:pt>
                <c:pt idx="1910">
                  <c:v>meyer automotive inc</c:v>
                </c:pt>
                <c:pt idx="1911">
                  <c:v>northway automotive inc</c:v>
                </c:pt>
                <c:pt idx="1912">
                  <c:v>marin auto group</c:v>
                </c:pt>
                <c:pt idx="1913">
                  <c:v>publix supermarkets</c:v>
                </c:pt>
                <c:pt idx="1914">
                  <c:v>rusty eck ford inc</c:v>
                </c:pt>
                <c:pt idx="1915">
                  <c:v>spitzer toyota scion</c:v>
                </c:pt>
                <c:pt idx="1916">
                  <c:v>mercedes benz of pembroke pines</c:v>
                </c:pt>
                <c:pt idx="1917">
                  <c:v>challenge financial services</c:v>
                </c:pt>
                <c:pt idx="1918">
                  <c:v>towne bmw mini maserati of buffalo</c:v>
                </c:pt>
                <c:pt idx="1919">
                  <c:v>peruzzi nissan</c:v>
                </c:pt>
                <c:pt idx="1920">
                  <c:v>onesource/deluca toyota inc</c:v>
                </c:pt>
                <c:pt idx="1921">
                  <c:v>dimmitt chevrolet inc</c:v>
                </c:pt>
                <c:pt idx="1922">
                  <c:v>low low miles llc</c:v>
                </c:pt>
                <c:pt idx="1923">
                  <c:v>bellamy strickland chev olds pon</c:v>
                </c:pt>
                <c:pt idx="1924">
                  <c:v>culver city honda</c:v>
                </c:pt>
                <c:pt idx="1925">
                  <c:v>avid acceptance llc</c:v>
                </c:pt>
                <c:pt idx="1926">
                  <c:v>best buy auto brokers inc</c:v>
                </c:pt>
                <c:pt idx="1927">
                  <c:v>audi of tucson</c:v>
                </c:pt>
                <c:pt idx="1928">
                  <c:v>autonation ford bradenton</c:v>
                </c:pt>
                <c:pt idx="1929">
                  <c:v>fredericksburg remarketing</c:v>
                </c:pt>
                <c:pt idx="1930">
                  <c:v>remarketing by ge/manheim san francisco bay</c:v>
                </c:pt>
                <c:pt idx="1931">
                  <c:v>honda village</c:v>
                </c:pt>
                <c:pt idx="1932">
                  <c:v>frank matteo inc</c:v>
                </c:pt>
                <c:pt idx="1933">
                  <c:v>remarketing by ge/trumark financial credit union</c:v>
                </c:pt>
                <c:pt idx="1934">
                  <c:v>national remarketing service</c:v>
                </c:pt>
                <c:pt idx="1935">
                  <c:v>midwestern wheels inc</c:v>
                </c:pt>
                <c:pt idx="1936">
                  <c:v>lou fusz motor co</c:v>
                </c:pt>
                <c:pt idx="1937">
                  <c:v>motormax automotive inc</c:v>
                </c:pt>
                <c:pt idx="1938">
                  <c:v>mvl leasing ltd</c:v>
                </c:pt>
                <c:pt idx="1939">
                  <c:v>porsche of melbourne audi melbourne</c:v>
                </c:pt>
                <c:pt idx="1940">
                  <c:v>carolina trust fcu</c:v>
                </c:pt>
                <c:pt idx="1941">
                  <c:v>honda west</c:v>
                </c:pt>
                <c:pt idx="1942">
                  <c:v>livermore toyota and livermore scion</c:v>
                </c:pt>
                <c:pt idx="1943">
                  <c:v>remarketing by ge/piedmont advantage credit unio</c:v>
                </c:pt>
                <c:pt idx="1944">
                  <c:v>huston buick gmc cadillac inc</c:v>
                </c:pt>
                <c:pt idx="1945">
                  <c:v>primeritus remarketing/farm bureau</c:v>
                </c:pt>
                <c:pt idx="1946">
                  <c:v>starling chevrolet</c:v>
                </c:pt>
                <c:pt idx="1947">
                  <c:v>flag/landrover tampa</c:v>
                </c:pt>
                <c:pt idx="1948">
                  <c:v>tipton motors inc</c:v>
                </c:pt>
                <c:pt idx="1949">
                  <c:v>annapolis subaru inc</c:v>
                </c:pt>
                <c:pt idx="1950">
                  <c:v>hendrick kia of concord</c:v>
                </c:pt>
                <c:pt idx="1951">
                  <c:v>mercedes benz of arlington</c:v>
                </c:pt>
                <c:pt idx="1952">
                  <c:v>paradise ford</c:v>
                </c:pt>
                <c:pt idx="1953">
                  <c:v>brown's manassas subaru</c:v>
                </c:pt>
                <c:pt idx="1954">
                  <c:v>paramount kia of asheville</c:v>
                </c:pt>
                <c:pt idx="1955">
                  <c:v>stanley chrysler - dodge - jeep - gatesville</c:v>
                </c:pt>
                <c:pt idx="1956">
                  <c:v>tim dahle nissan of southtowne</c:v>
                </c:pt>
                <c:pt idx="1957">
                  <c:v>sun motor cars inc</c:v>
                </c:pt>
                <c:pt idx="1958">
                  <c:v>parkway ford lincoln c-d-j-r</c:v>
                </c:pt>
                <c:pt idx="1959">
                  <c:v>autohaus bmw</c:v>
                </c:pt>
                <c:pt idx="1960">
                  <c:v>chapman ford llc</c:v>
                </c:pt>
                <c:pt idx="1961">
                  <c:v>gregg young chevrolet  inc.</c:v>
                </c:pt>
                <c:pt idx="1962">
                  <c:v>henderson nissan</c:v>
                </c:pt>
                <c:pt idx="1963">
                  <c:v>koons lexus of wilmington</c:v>
                </c:pt>
                <c:pt idx="1964">
                  <c:v>remktgedge/td bank</c:v>
                </c:pt>
                <c:pt idx="1965">
                  <c:v>merle stone chevrolet inc</c:v>
                </c:pt>
                <c:pt idx="1966">
                  <c:v>crossroads ford lincoln of morganton inc</c:v>
                </c:pt>
                <c:pt idx="1967">
                  <c:v>executive car leasing company</c:v>
                </c:pt>
                <c:pt idx="1968">
                  <c:v>cadillac of las vegas west</c:v>
                </c:pt>
                <c:pt idx="1969">
                  <c:v>plaza motors inc</c:v>
                </c:pt>
                <c:pt idx="1970">
                  <c:v>velcor leasing corp</c:v>
                </c:pt>
                <c:pt idx="1971">
                  <c:v>coastal credit llc/virginia beach/virginia beac</c:v>
                </c:pt>
                <c:pt idx="1972">
                  <c:v>south bay mazda</c:v>
                </c:pt>
                <c:pt idx="1973">
                  <c:v>autonation ford margate</c:v>
                </c:pt>
                <c:pt idx="1974">
                  <c:v>autonation chevrolet coral gables</c:v>
                </c:pt>
                <c:pt idx="1975">
                  <c:v>remarketing by ge/zeal credit union</c:v>
                </c:pt>
                <c:pt idx="1976">
                  <c:v>sun community fcu</c:v>
                </c:pt>
                <c:pt idx="1977">
                  <c:v>toyota of union city</c:v>
                </c:pt>
                <c:pt idx="1978">
                  <c:v>transworld auto finance &amp; leasing</c:v>
                </c:pt>
                <c:pt idx="1979">
                  <c:v>edwards subaru hyundai</c:v>
                </c:pt>
                <c:pt idx="1980">
                  <c:v>fred anderson nissan of fayetteville</c:v>
                </c:pt>
                <c:pt idx="1981">
                  <c:v>courtesy mitsubishi mazda kia</c:v>
                </c:pt>
                <c:pt idx="1982">
                  <c:v>north country ford</c:v>
                </c:pt>
                <c:pt idx="1983">
                  <c:v>innovate auto finance</c:v>
                </c:pt>
                <c:pt idx="1984">
                  <c:v>florida fine cars inc</c:v>
                </c:pt>
                <c:pt idx="1985">
                  <c:v>remarketing by ge/manheim milwaukee</c:v>
                </c:pt>
                <c:pt idx="1986">
                  <c:v>remarketing by ge/north american fleet sales inc</c:v>
                </c:pt>
                <c:pt idx="1987">
                  <c:v>register chevrolet &amp; oldsmobile inc</c:v>
                </c:pt>
                <c:pt idx="1988">
                  <c:v>duval ford</c:v>
                </c:pt>
                <c:pt idx="1989">
                  <c:v>a-l financial corporation</c:v>
                </c:pt>
                <c:pt idx="1990">
                  <c:v>honda cars of corona</c:v>
                </c:pt>
                <c:pt idx="1991">
                  <c:v>first american credit union</c:v>
                </c:pt>
                <c:pt idx="1992">
                  <c:v>autonation chevrolet security blvd</c:v>
                </c:pt>
                <c:pt idx="1993">
                  <c:v>findlay volkswagen</c:v>
                </c:pt>
                <c:pt idx="1994">
                  <c:v>lipton toyota</c:v>
                </c:pt>
                <c:pt idx="1995">
                  <c:v>pa distributors</c:v>
                </c:pt>
                <c:pt idx="1996">
                  <c:v>pra recievables management llc</c:v>
                </c:pt>
                <c:pt idx="1997">
                  <c:v>nissan of omaha llc</c:v>
                </c:pt>
                <c:pt idx="1998">
                  <c:v>mossy nissan oceanside</c:v>
                </c:pt>
                <c:pt idx="1999">
                  <c:v>cory fairbanks mazda</c:v>
                </c:pt>
                <c:pt idx="2000">
                  <c:v>cashmoneycars</c:v>
                </c:pt>
                <c:pt idx="2001">
                  <c:v>don beyer volvo winchester</c:v>
                </c:pt>
                <c:pt idx="2002">
                  <c:v>sun coast fleet services</c:v>
                </c:pt>
                <c:pt idx="2003">
                  <c:v>ent fcu</c:v>
                </c:pt>
                <c:pt idx="2004">
                  <c:v>ars/merchants automotive group</c:v>
                </c:pt>
                <c:pt idx="2005">
                  <c:v>eurofix</c:v>
                </c:pt>
                <c:pt idx="2006">
                  <c:v>branford motor 1</c:v>
                </c:pt>
                <c:pt idx="2007">
                  <c:v>family toyota of burleson</c:v>
                </c:pt>
                <c:pt idx="2008">
                  <c:v>wondries toyota</c:v>
                </c:pt>
                <c:pt idx="2009">
                  <c:v>sheehy nissan</c:v>
                </c:pt>
                <c:pt idx="2010">
                  <c:v>pine belt enterprises inc</c:v>
                </c:pt>
                <c:pt idx="2011">
                  <c:v>worthington ford</c:v>
                </c:pt>
                <c:pt idx="2012">
                  <c:v>salt lake valley chrysler dodge jeep ram</c:v>
                </c:pt>
                <c:pt idx="2013">
                  <c:v>left lane exotics llc</c:v>
                </c:pt>
                <c:pt idx="2014">
                  <c:v>gentry motor co inc</c:v>
                </c:pt>
                <c:pt idx="2015">
                  <c:v>nissan dealer blend/ross nissan of el monte</c:v>
                </c:pt>
                <c:pt idx="2016">
                  <c:v>sac fcu</c:v>
                </c:pt>
                <c:pt idx="2017">
                  <c:v>prestige auto imports inc</c:v>
                </c:pt>
                <c:pt idx="2018">
                  <c:v>big two toyota scion of chandler</c:v>
                </c:pt>
                <c:pt idx="2019">
                  <c:v>deluca toyota</c:v>
                </c:pt>
                <c:pt idx="2020">
                  <c:v>mp motors inc</c:v>
                </c:pt>
                <c:pt idx="2021">
                  <c:v>shottenkirk west burlington inc</c:v>
                </c:pt>
                <c:pt idx="2022">
                  <c:v>don beyer motors inc</c:v>
                </c:pt>
                <c:pt idx="2023">
                  <c:v>carbiz solutions  inc.</c:v>
                </c:pt>
                <c:pt idx="2024">
                  <c:v>autonation nissan brandon</c:v>
                </c:pt>
                <c:pt idx="2025">
                  <c:v>vehicle remarketing services</c:v>
                </c:pt>
                <c:pt idx="2026">
                  <c:v>harold's auto sales llc</c:v>
                </c:pt>
                <c:pt idx="2027">
                  <c:v>newport acceptance corp</c:v>
                </c:pt>
                <c:pt idx="2028">
                  <c:v>murphy leasing co inc/dba avis</c:v>
                </c:pt>
                <c:pt idx="2029">
                  <c:v>sheehy infiniti of annapolis</c:v>
                </c:pt>
                <c:pt idx="2030">
                  <c:v>simon funding inc</c:v>
                </c:pt>
                <c:pt idx="2031">
                  <c:v>land rover north dade llc</c:v>
                </c:pt>
                <c:pt idx="2032">
                  <c:v>gateway ford lincoln mazda inc</c:v>
                </c:pt>
                <c:pt idx="2033">
                  <c:v>athens bmw</c:v>
                </c:pt>
                <c:pt idx="2034">
                  <c:v>vestal buick gmc inc</c:v>
                </c:pt>
                <c:pt idx="2035">
                  <c:v>ace motor acceptance corporation</c:v>
                </c:pt>
                <c:pt idx="2036">
                  <c:v>onesource/heyward allen toyota</c:v>
                </c:pt>
                <c:pt idx="2037">
                  <c:v>ancira chrysler jeep dodge</c:v>
                </c:pt>
                <c:pt idx="2038">
                  <c:v>de felice of pt pleasant inc</c:v>
                </c:pt>
                <c:pt idx="2039">
                  <c:v>autonation chevrolet west colonial</c:v>
                </c:pt>
                <c:pt idx="2040">
                  <c:v>dtg operations</c:v>
                </c:pt>
                <c:pt idx="2041">
                  <c:v>woodhouse nissan inc</c:v>
                </c:pt>
                <c:pt idx="2042">
                  <c:v>hendrick toyota merriam</c:v>
                </c:pt>
                <c:pt idx="2043">
                  <c:v>howard orloff imports inc</c:v>
                </c:pt>
                <c:pt idx="2044">
                  <c:v>california motorsports</c:v>
                </c:pt>
                <c:pt idx="2045">
                  <c:v>smail acura</c:v>
                </c:pt>
                <c:pt idx="2046">
                  <c:v>land rover of alexandria</c:v>
                </c:pt>
                <c:pt idx="2047">
                  <c:v>stanley ford-pilot point</c:v>
                </c:pt>
                <c:pt idx="2048">
                  <c:v>landers mclarty dodge chrysler jeep</c:v>
                </c:pt>
                <c:pt idx="2049">
                  <c:v>derwood auto sales</c:v>
                </c:pt>
                <c:pt idx="2050">
                  <c:v>toyota scion of downtown la</c:v>
                </c:pt>
                <c:pt idx="2051">
                  <c:v>ford intl business development inc.</c:v>
                </c:pt>
                <c:pt idx="2052">
                  <c:v>metro ford</c:v>
                </c:pt>
                <c:pt idx="2053">
                  <c:v>cable dahmer of kansas city</c:v>
                </c:pt>
                <c:pt idx="2054">
                  <c:v>crown toyota</c:v>
                </c:pt>
                <c:pt idx="2055">
                  <c:v>cadillacs of houston</c:v>
                </c:pt>
                <c:pt idx="2056">
                  <c:v>ted britt ford lincoln</c:v>
                </c:pt>
                <c:pt idx="2057">
                  <c:v>hudson toyota</c:v>
                </c:pt>
                <c:pt idx="2058">
                  <c:v>first chrysler dodge  jeep  ram</c:v>
                </c:pt>
                <c:pt idx="2059">
                  <c:v>lance cunningham ford</c:v>
                </c:pt>
                <c:pt idx="2060">
                  <c:v>gmac smartlane dealers</c:v>
                </c:pt>
                <c:pt idx="2061">
                  <c:v>brandon auto mall fiat</c:v>
                </c:pt>
                <c:pt idx="2062">
                  <c:v>direct wholesale motors inc</c:v>
                </c:pt>
                <c:pt idx="2063">
                  <c:v>elmhurst auto group ltd</c:v>
                </c:pt>
                <c:pt idx="2064">
                  <c:v>ed bozarth nevada #1 chevrolet</c:v>
                </c:pt>
                <c:pt idx="2065">
                  <c:v>performance toyota-scion of lincoln</c:v>
                </c:pt>
                <c:pt idx="2066">
                  <c:v>wilson auto sales llc</c:v>
                </c:pt>
                <c:pt idx="2067">
                  <c:v>leaserite leasing and sales</c:v>
                </c:pt>
                <c:pt idx="2068">
                  <c:v>autonation buick gmc laurel</c:v>
                </c:pt>
                <c:pt idx="2069">
                  <c:v>remarketing by ge/manheim dallas ft. worth</c:v>
                </c:pt>
                <c:pt idx="2070">
                  <c:v>sheehy hyundai of waldorf</c:v>
                </c:pt>
                <c:pt idx="2071">
                  <c:v>burns buick gmc inc</c:v>
                </c:pt>
                <c:pt idx="2072">
                  <c:v>echopark</c:v>
                </c:pt>
                <c:pt idx="2073">
                  <c:v>scott london auto sales of nj</c:v>
                </c:pt>
                <c:pt idx="2074">
                  <c:v>national remarketing services/secu</c:v>
                </c:pt>
                <c:pt idx="2075">
                  <c:v>port view leasing &amp; sales ltd</c:v>
                </c:pt>
                <c:pt idx="2076">
                  <c:v>bryan honda</c:v>
                </c:pt>
                <c:pt idx="2077">
                  <c:v>south street auto sales</c:v>
                </c:pt>
                <c:pt idx="2078">
                  <c:v>gm/express car &amp; truck rental</c:v>
                </c:pt>
                <c:pt idx="2079">
                  <c:v>onemain rem/advance auto wholesale inc</c:v>
                </c:pt>
                <c:pt idx="2080">
                  <c:v>felix chevrolet &amp; cadillac</c:v>
                </c:pt>
                <c:pt idx="2081">
                  <c:v>hendrick acura overland park</c:v>
                </c:pt>
                <c:pt idx="2082">
                  <c:v>snell indoor auto center</c:v>
                </c:pt>
                <c:pt idx="2083">
                  <c:v>coggin deland honda</c:v>
                </c:pt>
                <c:pt idx="2084">
                  <c:v>gary yeomans ford lincoln mercury</c:v>
                </c:pt>
                <c:pt idx="2085">
                  <c:v>tri county chrysler dodge jeep ram</c:v>
                </c:pt>
                <c:pt idx="2086">
                  <c:v>keller bros ford</c:v>
                </c:pt>
                <c:pt idx="2087">
                  <c:v>five star ford lincoln mercury</c:v>
                </c:pt>
                <c:pt idx="2088">
                  <c:v>annapolis hyundai</c:v>
                </c:pt>
                <c:pt idx="2089">
                  <c:v>advantage chrysler dodge jeep</c:v>
                </c:pt>
                <c:pt idx="2090">
                  <c:v>kingman honda</c:v>
                </c:pt>
                <c:pt idx="2091">
                  <c:v>nationwide acceptance</c:v>
                </c:pt>
                <c:pt idx="2092">
                  <c:v>boyd chev buick gmc of emporia va  inc</c:v>
                </c:pt>
                <c:pt idx="2093">
                  <c:v>carpower trading inc</c:v>
                </c:pt>
                <c:pt idx="2094">
                  <c:v>gurley leep motor werks inc</c:v>
                </c:pt>
                <c:pt idx="2095">
                  <c:v>rally cad chev pont gmc hyundai buick</c:v>
                </c:pt>
                <c:pt idx="2096">
                  <c:v>findlay chry dodge jeep ram</c:v>
                </c:pt>
                <c:pt idx="2097">
                  <c:v>ontario auto sales</c:v>
                </c:pt>
                <c:pt idx="2098">
                  <c:v>enterprise motorcars inc</c:v>
                </c:pt>
                <c:pt idx="2099">
                  <c:v>remarketing by ge/five star autoplex</c:v>
                </c:pt>
                <c:pt idx="2100">
                  <c:v>allcar leasing</c:v>
                </c:pt>
                <c:pt idx="2101">
                  <c:v>gunn infiniti ltd</c:v>
                </c:pt>
                <c:pt idx="2102">
                  <c:v>crown honda</c:v>
                </c:pt>
                <c:pt idx="2103">
                  <c:v>remarketing by ge/we florida financial</c:v>
                </c:pt>
                <c:pt idx="2104">
                  <c:v>lee dodge</c:v>
                </c:pt>
                <c:pt idx="2105">
                  <c:v>nissan of stafford</c:v>
                </c:pt>
                <c:pt idx="2106">
                  <c:v>joe myers toyota</c:v>
                </c:pt>
                <c:pt idx="2107">
                  <c:v>phh vehicle management services</c:v>
                </c:pt>
                <c:pt idx="2108">
                  <c:v>premier motors</c:v>
                </c:pt>
                <c:pt idx="2109">
                  <c:v>honda city</c:v>
                </c:pt>
                <c:pt idx="2110">
                  <c:v>dunn motors</c:v>
                </c:pt>
                <c:pt idx="2111">
                  <c:v>michmich auto brokers</c:v>
                </c:pt>
                <c:pt idx="2112">
                  <c:v>centennial hyundai</c:v>
                </c:pt>
                <c:pt idx="2113">
                  <c:v>phillips chevrolet inc</c:v>
                </c:pt>
                <c:pt idx="2114">
                  <c:v>glens falls national bank &amp; trust co</c:v>
                </c:pt>
                <c:pt idx="2115">
                  <c:v>rolling hills auto plaza</c:v>
                </c:pt>
                <c:pt idx="2116">
                  <c:v>mv motorsports</c:v>
                </c:pt>
                <c:pt idx="2117">
                  <c:v>subasta &amp; subasta</c:v>
                </c:pt>
                <c:pt idx="2118">
                  <c:v>afg/roquemore and roquemore inc</c:v>
                </c:pt>
                <c:pt idx="2119">
                  <c:v>global motors corp</c:v>
                </c:pt>
                <c:pt idx="2120">
                  <c:v>manheim st louis</c:v>
                </c:pt>
                <c:pt idx="2121">
                  <c:v>metro volkswagen</c:v>
                </c:pt>
                <c:pt idx="2122">
                  <c:v>victory auto</c:v>
                </c:pt>
                <c:pt idx="2123">
                  <c:v>mount one inc</c:v>
                </c:pt>
                <c:pt idx="2124">
                  <c:v>riverside chevrolet inc</c:v>
                </c:pt>
                <c:pt idx="2125">
                  <c:v>carl h and ruth auto sales inc</c:v>
                </c:pt>
                <c:pt idx="2126">
                  <c:v>kia of waldorf</c:v>
                </c:pt>
                <c:pt idx="2127">
                  <c:v>gurley leep buick gmc cadillac gm giant</c:v>
                </c:pt>
                <c:pt idx="2128">
                  <c:v>bob parker &amp; son auto sales inc</c:v>
                </c:pt>
                <c:pt idx="2129">
                  <c:v>automotive credit corp</c:v>
                </c:pt>
                <c:pt idx="2130">
                  <c:v>mercedes-benz of melbourne</c:v>
                </c:pt>
                <c:pt idx="2131">
                  <c:v>karz direct inc</c:v>
                </c:pt>
                <c:pt idx="2132">
                  <c:v>win kelly chev buic pont gmc</c:v>
                </c:pt>
                <c:pt idx="2133">
                  <c:v>charitable auto resource</c:v>
                </c:pt>
                <c:pt idx="2134">
                  <c:v>centerone/set pool</c:v>
                </c:pt>
                <c:pt idx="2135">
                  <c:v>laurel audi of westmont</c:v>
                </c:pt>
                <c:pt idx="2136">
                  <c:v>ft knox fcu</c:v>
                </c:pt>
                <c:pt idx="2137">
                  <c:v>paramount kia of hickory</c:v>
                </c:pt>
                <c:pt idx="2138">
                  <c:v>lauderdale mini</c:v>
                </c:pt>
                <c:pt idx="2139">
                  <c:v>west houston infiniti ltd</c:v>
                </c:pt>
                <c:pt idx="2140">
                  <c:v>driveway leasing</c:v>
                </c:pt>
                <c:pt idx="2141">
                  <c:v>onesource/pitts toyota inc</c:v>
                </c:pt>
                <c:pt idx="2142">
                  <c:v>a and d motors llc</c:v>
                </c:pt>
                <c:pt idx="2143">
                  <c:v>oak avenue auto sales</c:v>
                </c:pt>
                <c:pt idx="2144">
                  <c:v>nbt bank na</c:v>
                </c:pt>
                <c:pt idx="2145">
                  <c:v>planet mazda</c:v>
                </c:pt>
                <c:pt idx="2146">
                  <c:v>regional finance/san antonio</c:v>
                </c:pt>
                <c:pt idx="2147">
                  <c:v>mercedes benz of miami</c:v>
                </c:pt>
                <c:pt idx="2148">
                  <c:v>airport van rental</c:v>
                </c:pt>
                <c:pt idx="2149">
                  <c:v>asa motor inc</c:v>
                </c:pt>
                <c:pt idx="2150">
                  <c:v>gateway car dealer inc</c:v>
                </c:pt>
                <c:pt idx="2151">
                  <c:v>courtesy buick gmc</c:v>
                </c:pt>
                <c:pt idx="2152">
                  <c:v>heartland toyota scion</c:v>
                </c:pt>
                <c:pt idx="2153">
                  <c:v>lincoln financial services</c:v>
                </c:pt>
                <c:pt idx="2154">
                  <c:v>durfee street auto sales inc</c:v>
                </c:pt>
                <c:pt idx="2155">
                  <c:v>classic ford</c:v>
                </c:pt>
                <c:pt idx="2156">
                  <c:v>patrick european llc</c:v>
                </c:pt>
                <c:pt idx="2157">
                  <c:v>hyundai of st augustine</c:v>
                </c:pt>
                <c:pt idx="2158">
                  <c:v>the luxury haus inc</c:v>
                </c:pt>
                <c:pt idx="2159">
                  <c:v>bmw of ontario</c:v>
                </c:pt>
                <c:pt idx="2160">
                  <c:v>leith inc</c:v>
                </c:pt>
                <c:pt idx="2161">
                  <c:v>auto centers bonne terre llc</c:v>
                </c:pt>
                <c:pt idx="2162">
                  <c:v>campus usa fcu</c:v>
                </c:pt>
                <c:pt idx="2163">
                  <c:v>bluewater motorsports ws</c:v>
                </c:pt>
                <c:pt idx="2164">
                  <c:v>farm credit leasing exchange inc</c:v>
                </c:pt>
                <c:pt idx="2165">
                  <c:v>richmond car &amp; truck sales</c:v>
                </c:pt>
                <c:pt idx="2166">
                  <c:v>columbus nissan inc</c:v>
                </c:pt>
                <c:pt idx="2167">
                  <c:v>tri county auto center ltd</c:v>
                </c:pt>
                <c:pt idx="2168">
                  <c:v>john roberts toyota</c:v>
                </c:pt>
                <c:pt idx="2169">
                  <c:v>rainbow motors corporation</c:v>
                </c:pt>
                <c:pt idx="2170">
                  <c:v>autonation lincoln clearwater</c:v>
                </c:pt>
                <c:pt idx="2171">
                  <c:v>riley enterprises llc</c:v>
                </c:pt>
                <c:pt idx="2172">
                  <c:v>mossy nissan poway</c:v>
                </c:pt>
                <c:pt idx="2173">
                  <c:v>mbz 4 less</c:v>
                </c:pt>
                <c:pt idx="2174">
                  <c:v>statewide wholesale ltd</c:v>
                </c:pt>
                <c:pt idx="2175">
                  <c:v>saitta trudeau chrysler jeep dodge</c:v>
                </c:pt>
                <c:pt idx="2176">
                  <c:v>k&amp;m northfield dodge</c:v>
                </c:pt>
                <c:pt idx="2177">
                  <c:v>remarketing by ge/sound credit union</c:v>
                </c:pt>
                <c:pt idx="2178">
                  <c:v>freeway chevrolet</c:v>
                </c:pt>
                <c:pt idx="2179">
                  <c:v>car sense</c:v>
                </c:pt>
                <c:pt idx="2180">
                  <c:v>toyota of fort worth</c:v>
                </c:pt>
                <c:pt idx="2181">
                  <c:v>capitol chevrolet cadillac inc</c:v>
                </c:pt>
                <c:pt idx="2182">
                  <c:v>atlanta classic cars inc</c:v>
                </c:pt>
                <c:pt idx="2183">
                  <c:v>south carolina state credit union</c:v>
                </c:pt>
                <c:pt idx="2184">
                  <c:v>autonation ford fort lauderdale</c:v>
                </c:pt>
                <c:pt idx="2185">
                  <c:v>lehman hyundai</c:v>
                </c:pt>
                <c:pt idx="2186">
                  <c:v>ramsey ford inc</c:v>
                </c:pt>
                <c:pt idx="2187">
                  <c:v>salt lake valley buick gmc</c:v>
                </c:pt>
                <c:pt idx="2188">
                  <c:v>meier &amp; company</c:v>
                </c:pt>
                <c:pt idx="2189">
                  <c:v>volvo na lemon law/world omni</c:v>
                </c:pt>
                <c:pt idx="2190">
                  <c:v>rick case kia</c:v>
                </c:pt>
                <c:pt idx="2191">
                  <c:v>paramount ford llc</c:v>
                </c:pt>
                <c:pt idx="2192">
                  <c:v>remarketing by ge/premier motors leasing inc</c:v>
                </c:pt>
                <c:pt idx="2193">
                  <c:v>wholesale enterprise inc</c:v>
                </c:pt>
                <c:pt idx="2194">
                  <c:v>onemain rem/fmt enterprises inc</c:v>
                </c:pt>
                <c:pt idx="2195">
                  <c:v>jaguar land rover carlsbad</c:v>
                </c:pt>
                <c:pt idx="2196">
                  <c:v>capps van &amp; car rental</c:v>
                </c:pt>
                <c:pt idx="2197">
                  <c:v>autonation nissan clearwater</c:v>
                </c:pt>
                <c:pt idx="2198">
                  <c:v>onemain rem/manheim georgia</c:v>
                </c:pt>
                <c:pt idx="2199">
                  <c:v>black tie auto group llc</c:v>
                </c:pt>
                <c:pt idx="2200">
                  <c:v>wilde chrysler jeep dodge</c:v>
                </c:pt>
                <c:pt idx="2201">
                  <c:v>ashwini k bahl</c:v>
                </c:pt>
                <c:pt idx="2202">
                  <c:v>remarketing by ge/manheim seattle</c:v>
                </c:pt>
                <c:pt idx="2203">
                  <c:v>hendrick hyundai</c:v>
                </c:pt>
                <c:pt idx="2204">
                  <c:v>crews chevrolet</c:v>
                </c:pt>
                <c:pt idx="2205">
                  <c:v>alamo leasing co</c:v>
                </c:pt>
                <c:pt idx="2206">
                  <c:v>thrifty rent a car/mount rainier</c:v>
                </c:pt>
                <c:pt idx="2207">
                  <c:v>security national automotive acceptance corp</c:v>
                </c:pt>
                <c:pt idx="2208">
                  <c:v>drexel hill nissan llc</c:v>
                </c:pt>
                <c:pt idx="2209">
                  <c:v>improved credit lending</c:v>
                </c:pt>
                <c:pt idx="2210">
                  <c:v>pie ix chrysler 2000 inc</c:v>
                </c:pt>
                <c:pt idx="2211">
                  <c:v>dick devoe buick cadillac inc</c:v>
                </c:pt>
                <c:pt idx="2212">
                  <c:v>manheim central facilitation services group</c:v>
                </c:pt>
                <c:pt idx="2213">
                  <c:v>rick's auto marketing center</c:v>
                </c:pt>
                <c:pt idx="2214">
                  <c:v>grand prix suzuki</c:v>
                </c:pt>
                <c:pt idx="2215">
                  <c:v>tims buick hyundai subaru &amp; gmc inc</c:v>
                </c:pt>
                <c:pt idx="2216">
                  <c:v>jerry durant toyota</c:v>
                </c:pt>
                <c:pt idx="2217">
                  <c:v>don whites timonium chrysler jeep dodge</c:v>
                </c:pt>
                <c:pt idx="2218">
                  <c:v>stadium nissan</c:v>
                </c:pt>
                <c:pt idx="2219">
                  <c:v>one source autos inc</c:v>
                </c:pt>
                <c:pt idx="2220">
                  <c:v>brown's manassas hyundai</c:v>
                </c:pt>
                <c:pt idx="2221">
                  <c:v>lotus of las vegas</c:v>
                </c:pt>
                <c:pt idx="2222">
                  <c:v>prestige auto mart inc</c:v>
                </c:pt>
                <c:pt idx="2223">
                  <c:v>imports of lancaster county inc</c:v>
                </c:pt>
                <c:pt idx="2224">
                  <c:v>unknown inventory</c:v>
                </c:pt>
                <c:pt idx="2225">
                  <c:v>united auto credit/newport beach</c:v>
                </c:pt>
                <c:pt idx="2226">
                  <c:v>rollit motors incorporated</c:v>
                </c:pt>
                <c:pt idx="2227">
                  <c:v>serra chevrolet buick gmc</c:v>
                </c:pt>
                <c:pt idx="2228">
                  <c:v>remarketing by ge/cornerstone comm financial fcu</c:v>
                </c:pt>
                <c:pt idx="2229">
                  <c:v>honor finance corporation</c:v>
                </c:pt>
                <c:pt idx="2230">
                  <c:v>lucas motor company</c:v>
                </c:pt>
                <c:pt idx="2231">
                  <c:v>galaxy motors</c:v>
                </c:pt>
                <c:pt idx="2232">
                  <c:v>mills transportation service inc</c:v>
                </c:pt>
                <c:pt idx="2233">
                  <c:v>sisk auto mall</c:v>
                </c:pt>
                <c:pt idx="2234">
                  <c:v>premier motors inc</c:v>
                </c:pt>
                <c:pt idx="2235">
                  <c:v>lake trust credit union</c:v>
                </c:pt>
                <c:pt idx="2236">
                  <c:v>teamone toyota of gadsden</c:v>
                </c:pt>
                <c:pt idx="2237">
                  <c:v>lone star liquidation/twisted performance</c:v>
                </c:pt>
                <c:pt idx="2238">
                  <c:v>euro motorsports</c:v>
                </c:pt>
                <c:pt idx="2239">
                  <c:v>one source fcu</c:v>
                </c:pt>
                <c:pt idx="2240">
                  <c:v>tappahannock chevrolet llc</c:v>
                </c:pt>
                <c:pt idx="2241">
                  <c:v>classic chevrolet</c:v>
                </c:pt>
                <c:pt idx="2242">
                  <c:v>centris fcu</c:v>
                </c:pt>
                <c:pt idx="2243">
                  <c:v>fiserv/regional acceptance corp</c:v>
                </c:pt>
                <c:pt idx="2244">
                  <c:v>mckenna porsche</c:v>
                </c:pt>
                <c:pt idx="2245">
                  <c:v>aero corporation</c:v>
                </c:pt>
                <c:pt idx="2246">
                  <c:v>capital honda</c:v>
                </c:pt>
                <c:pt idx="2247">
                  <c:v>the seyara motors co</c:v>
                </c:pt>
                <c:pt idx="2248">
                  <c:v>napletons river oaks chrysler jeep dodge</c:v>
                </c:pt>
                <c:pt idx="2249">
                  <c:v>riverchase used car center inc</c:v>
                </c:pt>
                <c:pt idx="2250">
                  <c:v>autohaus</c:v>
                </c:pt>
                <c:pt idx="2251">
                  <c:v>sell all cars.com llc</c:v>
                </c:pt>
                <c:pt idx="2252">
                  <c:v>harrison imports llc</c:v>
                </c:pt>
                <c:pt idx="2253">
                  <c:v>tidalwave finance corp</c:v>
                </c:pt>
                <c:pt idx="2254">
                  <c:v>peoples credit company inc</c:v>
                </c:pt>
                <c:pt idx="2255">
                  <c:v>abs</c:v>
                </c:pt>
                <c:pt idx="2256">
                  <c:v>onemain rem/roseville chrysler</c:v>
                </c:pt>
                <c:pt idx="2257">
                  <c:v>classic cars nissan inc</c:v>
                </c:pt>
                <c:pt idx="2258">
                  <c:v>susquehanna chrysler dodge jeep ram</c:v>
                </c:pt>
                <c:pt idx="2259">
                  <c:v>hendrick chrysler jeep</c:v>
                </c:pt>
                <c:pt idx="2260">
                  <c:v>walser chrysler jeep dodge</c:v>
                </c:pt>
                <c:pt idx="2261">
                  <c:v>jerry ulm dodge chrysler jeep</c:v>
                </c:pt>
                <c:pt idx="2262">
                  <c:v>bmw of des moines</c:v>
                </c:pt>
                <c:pt idx="2263">
                  <c:v>atlantic coast remarketing/pagi</c:v>
                </c:pt>
                <c:pt idx="2264">
                  <c:v>camelback finance co</c:v>
                </c:pt>
                <c:pt idx="2265">
                  <c:v>veterans ford</c:v>
                </c:pt>
                <c:pt idx="2266">
                  <c:v>jack ingram motors inc</c:v>
                </c:pt>
                <c:pt idx="2267">
                  <c:v>craig &amp; landreth inc.</c:v>
                </c:pt>
                <c:pt idx="2268">
                  <c:v>howard johnson auto sales inc</c:v>
                </c:pt>
                <c:pt idx="2269">
                  <c:v>howell motor company</c:v>
                </c:pt>
                <c:pt idx="2270">
                  <c:v>acura of concord</c:v>
                </c:pt>
                <c:pt idx="2271">
                  <c:v>northeast remarketing service inc</c:v>
                </c:pt>
                <c:pt idx="2272">
                  <c:v>hbl llc</c:v>
                </c:pt>
                <c:pt idx="2273">
                  <c:v>sam stevens motors inc</c:v>
                </c:pt>
                <c:pt idx="2274">
                  <c:v>auto boutique 1</c:v>
                </c:pt>
                <c:pt idx="2275">
                  <c:v>faulkner toyota</c:v>
                </c:pt>
                <c:pt idx="2276">
                  <c:v>m f enterprise llc</c:v>
                </c:pt>
                <c:pt idx="2277">
                  <c:v>best of clinton inc</c:v>
                </c:pt>
                <c:pt idx="2278">
                  <c:v>hertz/allard rental corp</c:v>
                </c:pt>
                <c:pt idx="2279">
                  <c:v>o'brien hyundai of fort meyers</c:v>
                </c:pt>
                <c:pt idx="2280">
                  <c:v>interstate fleets inc</c:v>
                </c:pt>
                <c:pt idx="2281">
                  <c:v>nico buys cars</c:v>
                </c:pt>
                <c:pt idx="2282">
                  <c:v>faulkner subaru</c:v>
                </c:pt>
                <c:pt idx="2283">
                  <c:v>nissan dealer blend/avis rent a car</c:v>
                </c:pt>
                <c:pt idx="2284">
                  <c:v>jmc auto brokers inc</c:v>
                </c:pt>
                <c:pt idx="2285">
                  <c:v>coastal union remarketing</c:v>
                </c:pt>
                <c:pt idx="2286">
                  <c:v>royal auto sales</c:v>
                </c:pt>
                <c:pt idx="2287">
                  <c:v>luxury cars of lexington</c:v>
                </c:pt>
                <c:pt idx="2288">
                  <c:v>volkswagen santa monica</c:v>
                </c:pt>
                <c:pt idx="2289">
                  <c:v>personalized auto group</c:v>
                </c:pt>
                <c:pt idx="2290">
                  <c:v>baileys truck &amp; auto sales</c:v>
                </c:pt>
                <c:pt idx="2291">
                  <c:v>springleaf financial services/evansville</c:v>
                </c:pt>
                <c:pt idx="2292">
                  <c:v>lance adams auto sales llc</c:v>
                </c:pt>
                <c:pt idx="2293">
                  <c:v>clare dodge chrysler jeep of newport</c:v>
                </c:pt>
                <c:pt idx="2294">
                  <c:v>autonation chevrolet south clearwater</c:v>
                </c:pt>
                <c:pt idx="2295">
                  <c:v>remarketing by ge/finance &amp; thrift company</c:v>
                </c:pt>
                <c:pt idx="2296">
                  <c:v>smith volvo inc</c:v>
                </c:pt>
                <c:pt idx="2297">
                  <c:v>one nevada credit union</c:v>
                </c:pt>
                <c:pt idx="2298">
                  <c:v>walser bloomington toyota</c:v>
                </c:pt>
                <c:pt idx="2299">
                  <c:v>hoehn buick gmc cadillac</c:v>
                </c:pt>
                <c:pt idx="2300">
                  <c:v>freedom first credit union</c:v>
                </c:pt>
                <c:pt idx="2301">
                  <c:v>honda of tysons corner</c:v>
                </c:pt>
                <c:pt idx="2302">
                  <c:v>morris auto sales inc</c:v>
                </c:pt>
                <c:pt idx="2303">
                  <c:v>1814099 alberta ltd</c:v>
                </c:pt>
                <c:pt idx="2304">
                  <c:v>k d kelley auto sales</c:v>
                </c:pt>
                <c:pt idx="2305">
                  <c:v>sewell cadillac-hummer</c:v>
                </c:pt>
                <c:pt idx="2306">
                  <c:v>mercedes-benz of coconut creek</c:v>
                </c:pt>
                <c:pt idx="2307">
                  <c:v>manheim san francisco bay</c:v>
                </c:pt>
                <c:pt idx="2308">
                  <c:v>remarketing by ge/columbus metro fcu</c:v>
                </c:pt>
                <c:pt idx="2309">
                  <c:v>primeritus remarketing/dwai</c:v>
                </c:pt>
                <c:pt idx="2310">
                  <c:v>las vegas motor company</c:v>
                </c:pt>
                <c:pt idx="2311">
                  <c:v>schomp bmw</c:v>
                </c:pt>
                <c:pt idx="2312">
                  <c:v>manheim minneapolis</c:v>
                </c:pt>
                <c:pt idx="2313">
                  <c:v>autonation ford jacksonville</c:v>
                </c:pt>
                <c:pt idx="2314">
                  <c:v>renton honda automobiles</c:v>
                </c:pt>
                <c:pt idx="2315">
                  <c:v>gateway kia of denville</c:v>
                </c:pt>
                <c:pt idx="2316">
                  <c:v>autonation chevrolet airport</c:v>
                </c:pt>
                <c:pt idx="2317">
                  <c:v>molle volkswagen molle audi</c:v>
                </c:pt>
                <c:pt idx="2318">
                  <c:v>lexus of lincoln</c:v>
                </c:pt>
                <c:pt idx="2319">
                  <c:v>flag/bert smith euro collection</c:v>
                </c:pt>
                <c:pt idx="2320">
                  <c:v>florida rent a car</c:v>
                </c:pt>
                <c:pt idx="2321">
                  <c:v>northwest motorsport</c:v>
                </c:pt>
                <c:pt idx="2322">
                  <c:v>kawo int'l inc</c:v>
                </c:pt>
                <c:pt idx="2323">
                  <c:v>honda of el cerrito</c:v>
                </c:pt>
                <c:pt idx="2324">
                  <c:v>behlmann buick gmc cadillac</c:v>
                </c:pt>
                <c:pt idx="2325">
                  <c:v>fisher auto sales inc</c:v>
                </c:pt>
                <c:pt idx="2326">
                  <c:v>oceanside auto center inc</c:v>
                </c:pt>
                <c:pt idx="2327">
                  <c:v>volkswagen southtowne  inc</c:v>
                </c:pt>
                <c:pt idx="2328">
                  <c:v>nice car outlet</c:v>
                </c:pt>
                <c:pt idx="2329">
                  <c:v>milam mazda</c:v>
                </c:pt>
                <c:pt idx="2330">
                  <c:v>ayers chevrolet inc</c:v>
                </c:pt>
                <c:pt idx="2331">
                  <c:v>crown honda greensboro</c:v>
                </c:pt>
                <c:pt idx="2332">
                  <c:v>larry h miller chrysler jeep avondale</c:v>
                </c:pt>
                <c:pt idx="2333">
                  <c:v>genuine motorcars inc</c:v>
                </c:pt>
                <c:pt idx="2334">
                  <c:v>m &amp; m brothers car sales inc</c:v>
                </c:pt>
                <c:pt idx="2335">
                  <c:v>anaheim mitsubishi</c:v>
                </c:pt>
                <c:pt idx="2336">
                  <c:v>green hyundai</c:v>
                </c:pt>
                <c:pt idx="2337">
                  <c:v>healey ford lincoln mercury llc</c:v>
                </c:pt>
                <c:pt idx="2338">
                  <c:v>galaxy auto sales inc</c:v>
                </c:pt>
                <c:pt idx="2339">
                  <c:v>repo remarketing/hughes fcu</c:v>
                </c:pt>
                <c:pt idx="2340">
                  <c:v>primeritus remarketing/atlas</c:v>
                </c:pt>
                <c:pt idx="2341">
                  <c:v>kip killmon ford</c:v>
                </c:pt>
                <c:pt idx="2342">
                  <c:v>bentley naples</c:v>
                </c:pt>
                <c:pt idx="2343">
                  <c:v>dch toyota city</c:v>
                </c:pt>
                <c:pt idx="2344">
                  <c:v>assets recovered</c:v>
                </c:pt>
                <c:pt idx="2345">
                  <c:v>bmw of henderson</c:v>
                </c:pt>
                <c:pt idx="2346">
                  <c:v>pines auto brokers</c:v>
                </c:pt>
                <c:pt idx="2347">
                  <c:v>hall auto brokerage</c:v>
                </c:pt>
                <c:pt idx="2348">
                  <c:v>remarketing by ge/manheim san antonio</c:v>
                </c:pt>
                <c:pt idx="2349">
                  <c:v>auction direct usa raleigh llc</c:v>
                </c:pt>
                <c:pt idx="2350">
                  <c:v>autonation chrysler dodge jeep ram spring</c:v>
                </c:pt>
                <c:pt idx="2351">
                  <c:v>lexus of southampton</c:v>
                </c:pt>
                <c:pt idx="2352">
                  <c:v>brown toyota</c:v>
                </c:pt>
                <c:pt idx="2353">
                  <c:v>orr preowned of destin</c:v>
                </c:pt>
                <c:pt idx="2354">
                  <c:v>crown motor co inc</c:v>
                </c:pt>
                <c:pt idx="2355">
                  <c:v>jr&amp;l industries inc</c:v>
                </c:pt>
                <c:pt idx="2356">
                  <c:v>american van rental</c:v>
                </c:pt>
                <c:pt idx="2357">
                  <c:v>ziems ford corners inc</c:v>
                </c:pt>
                <c:pt idx="2358">
                  <c:v>c&amp;a auto ny corp</c:v>
                </c:pt>
                <c:pt idx="2359">
                  <c:v>autonation honda dulles</c:v>
                </c:pt>
                <c:pt idx="2360">
                  <c:v>concours motors inc</c:v>
                </c:pt>
                <c:pt idx="2361">
                  <c:v>aex credit services</c:v>
                </c:pt>
                <c:pt idx="2362">
                  <c:v>capitol mitsubishi</c:v>
                </c:pt>
                <c:pt idx="2363">
                  <c:v>patrick cadillac</c:v>
                </c:pt>
                <c:pt idx="2364">
                  <c:v>mercedes benz of georgetown</c:v>
                </c:pt>
                <c:pt idx="2365">
                  <c:v>fleet services remarketing inc.</c:v>
                </c:pt>
                <c:pt idx="2366">
                  <c:v>autodeals.me  llc</c:v>
                </c:pt>
                <c:pt idx="2367">
                  <c:v>red noland cadillac inc.</c:v>
                </c:pt>
                <c:pt idx="2368">
                  <c:v>apex auto wholesale - gary</c:v>
                </c:pt>
                <c:pt idx="2369">
                  <c:v>nimnicht chevrolet company</c:v>
                </c:pt>
                <c:pt idx="2370">
                  <c:v>porsche of hawaii</c:v>
                </c:pt>
                <c:pt idx="2371">
                  <c:v>inland chevrolet</c:v>
                </c:pt>
                <c:pt idx="2372">
                  <c:v>green chev buick pont inc</c:v>
                </c:pt>
                <c:pt idx="2373">
                  <c:v>gregg young chevrolet inc</c:v>
                </c:pt>
                <c:pt idx="2374">
                  <c:v>c harper chevrolet buick cadillac</c:v>
                </c:pt>
                <c:pt idx="2375">
                  <c:v>ginn motor co</c:v>
                </c:pt>
                <c:pt idx="2376">
                  <c:v>autonation nissan pembroke pines</c:v>
                </c:pt>
                <c:pt idx="2377">
                  <c:v>mossy ford</c:v>
                </c:pt>
                <c:pt idx="2378">
                  <c:v>land rover minneapolis</c:v>
                </c:pt>
                <c:pt idx="2379">
                  <c:v>fuccillo autoplex of nelliston</c:v>
                </c:pt>
                <c:pt idx="2380">
                  <c:v>first citizens fcu</c:v>
                </c:pt>
                <c:pt idx="2381">
                  <c:v>crown nissan greenville</c:v>
                </c:pt>
                <c:pt idx="2382">
                  <c:v>odaniel honda</c:v>
                </c:pt>
                <c:pt idx="2383">
                  <c:v>yucca valley chrysler plymouth dodge inc</c:v>
                </c:pt>
                <c:pt idx="2384">
                  <c:v>m &amp; r auto sales</c:v>
                </c:pt>
                <c:pt idx="2385">
                  <c:v>bank of america/certified repo</c:v>
                </c:pt>
                <c:pt idx="2386">
                  <c:v>doug marine motors inc</c:v>
                </c:pt>
                <c:pt idx="2387">
                  <c:v>classic chevrolet bmw</c:v>
                </c:pt>
                <c:pt idx="2388">
                  <c:v>m b turnersville llc</c:v>
                </c:pt>
                <c:pt idx="2389">
                  <c:v>elite auto group llc</c:v>
                </c:pt>
                <c:pt idx="2390">
                  <c:v>crossroads nissan</c:v>
                </c:pt>
                <c:pt idx="2391">
                  <c:v>autobahn motors</c:v>
                </c:pt>
                <c:pt idx="2392">
                  <c:v>hendersonville auto brokers</c:v>
                </c:pt>
                <c:pt idx="2393">
                  <c:v>amro -auction sale unit</c:v>
                </c:pt>
                <c:pt idx="2394">
                  <c:v>car authority inc</c:v>
                </c:pt>
                <c:pt idx="2395">
                  <c:v>gettel hyundai of lakewood</c:v>
                </c:pt>
                <c:pt idx="2396">
                  <c:v>prestige lexus</c:v>
                </c:pt>
                <c:pt idx="2397">
                  <c:v>durant toyota</c:v>
                </c:pt>
                <c:pt idx="2398">
                  <c:v>hertz canada vehicles partners</c:v>
                </c:pt>
                <c:pt idx="2399">
                  <c:v>audi of chandler</c:v>
                </c:pt>
                <c:pt idx="2400">
                  <c:v>professional auto cooper llc</c:v>
                </c:pt>
                <c:pt idx="2401">
                  <c:v>luther hudson chevrolet gmc</c:v>
                </c:pt>
                <c:pt idx="2402">
                  <c:v>north central ford</c:v>
                </c:pt>
                <c:pt idx="2403">
                  <c:v>j r autobroker</c:v>
                </c:pt>
                <c:pt idx="2404">
                  <c:v>miscellaneous marshalling-manheim lakeland</c:v>
                </c:pt>
                <c:pt idx="2405">
                  <c:v>honda of fort myers</c:v>
                </c:pt>
                <c:pt idx="2406">
                  <c:v>barnett w b chrys jeep dodge</c:v>
                </c:pt>
                <c:pt idx="2407">
                  <c:v>remarketing by ge/manheim ft. lauderdale</c:v>
                </c:pt>
                <c:pt idx="2408">
                  <c:v>haldeman ford inc</c:v>
                </c:pt>
                <c:pt idx="2409">
                  <c:v>brookside motors inc</c:v>
                </c:pt>
                <c:pt idx="2410">
                  <c:v>iron trail chevrolet</c:v>
                </c:pt>
                <c:pt idx="2411">
                  <c:v>community credit inc</c:v>
                </c:pt>
                <c:pt idx="2412">
                  <c:v>audi of charlotte</c:v>
                </c:pt>
                <c:pt idx="2413">
                  <c:v>car request inc</c:v>
                </c:pt>
                <c:pt idx="2414">
                  <c:v>autonation ford lincoln orange park</c:v>
                </c:pt>
                <c:pt idx="2415">
                  <c:v>baxter ford inc</c:v>
                </c:pt>
                <c:pt idx="2416">
                  <c:v>coggin honda of st. augustine</c:v>
                </c:pt>
                <c:pt idx="2417">
                  <c:v>porsche of fresno audi fresno</c:v>
                </c:pt>
                <c:pt idx="2418">
                  <c:v>gettel hyundai</c:v>
                </c:pt>
                <c:pt idx="2419">
                  <c:v>william h porter inc</c:v>
                </c:pt>
                <c:pt idx="2420">
                  <c:v>autonation chevrolet doral</c:v>
                </c:pt>
                <c:pt idx="2421">
                  <c:v>concord honda</c:v>
                </c:pt>
                <c:pt idx="2422">
                  <c:v>apple ford inc</c:v>
                </c:pt>
                <c:pt idx="2423">
                  <c:v>a&amp;r motors llc</c:v>
                </c:pt>
                <c:pt idx="2424">
                  <c:v>germain lincoln</c:v>
                </c:pt>
                <c:pt idx="2425">
                  <c:v>city rent a truck llc</c:v>
                </c:pt>
                <c:pt idx="2426">
                  <c:v>chapman chevrolet llc</c:v>
                </c:pt>
                <c:pt idx="2427">
                  <c:v>pnc national bank</c:v>
                </c:pt>
                <c:pt idx="2428">
                  <c:v>capital one fleet</c:v>
                </c:pt>
                <c:pt idx="2429">
                  <c:v>all american chevrolet of killeen</c:v>
                </c:pt>
                <c:pt idx="2430">
                  <c:v>ghent chevrolet cadillac</c:v>
                </c:pt>
                <c:pt idx="2431">
                  <c:v>m &amp; m auto brokers inc</c:v>
                </c:pt>
                <c:pt idx="2432">
                  <c:v>manheim tampa</c:v>
                </c:pt>
                <c:pt idx="2433">
                  <c:v>poage auto plaza inc</c:v>
                </c:pt>
                <c:pt idx="2434">
                  <c:v>bill luke fiat</c:v>
                </c:pt>
                <c:pt idx="2435">
                  <c:v>nissan of the eastside at bellevue</c:v>
                </c:pt>
                <c:pt idx="2436">
                  <c:v>metroplex sales &amp; leasing inc</c:v>
                </c:pt>
                <c:pt idx="2437">
                  <c:v>john sisson motors inc.</c:v>
                </c:pt>
                <c:pt idx="2438">
                  <c:v>preston motors inc</c:v>
                </c:pt>
                <c:pt idx="2439">
                  <c:v>mason avenue motors inc</c:v>
                </c:pt>
                <c:pt idx="2440">
                  <c:v>rollins automotive</c:v>
                </c:pt>
                <c:pt idx="2441">
                  <c:v>imports by day inc</c:v>
                </c:pt>
                <c:pt idx="2442">
                  <c:v>palmen buick gmc cadillac inc</c:v>
                </c:pt>
                <c:pt idx="2443">
                  <c:v>autosport miami inc</c:v>
                </c:pt>
                <c:pt idx="2444">
                  <c:v>ars/manheim georgia</c:v>
                </c:pt>
                <c:pt idx="2445">
                  <c:v>beaman motor company</c:v>
                </c:pt>
                <c:pt idx="2446">
                  <c:v>o'neal sales</c:v>
                </c:pt>
                <c:pt idx="2447">
                  <c:v>luxury fleet leasing llc</c:v>
                </c:pt>
                <c:pt idx="2448">
                  <c:v>browns jeep eagle chrysler plymouth</c:v>
                </c:pt>
                <c:pt idx="2449">
                  <c:v>autonation cadillac west palm beach</c:v>
                </c:pt>
                <c:pt idx="2450">
                  <c:v>remarketing by ge/granite credit union</c:v>
                </c:pt>
                <c:pt idx="2451">
                  <c:v>primeritus remarketing/ias</c:v>
                </c:pt>
                <c:pt idx="2452">
                  <c:v>mercedes benz of kansas city</c:v>
                </c:pt>
                <c:pt idx="2453">
                  <c:v>rick weaver buick pont gmc trk</c:v>
                </c:pt>
                <c:pt idx="2454">
                  <c:v>off lease only inc</c:v>
                </c:pt>
                <c:pt idx="2455">
                  <c:v>best chevrolet</c:v>
                </c:pt>
                <c:pt idx="2456">
                  <c:v>aventura honda</c:v>
                </c:pt>
                <c:pt idx="2457">
                  <c:v>cadillac of arlington</c:v>
                </c:pt>
                <c:pt idx="2458">
                  <c:v>kreeb auto wholesale inc</c:v>
                </c:pt>
                <c:pt idx="2459">
                  <c:v>jm &amp; lf inc</c:v>
                </c:pt>
                <c:pt idx="2460">
                  <c:v>liberty gmc</c:v>
                </c:pt>
                <c:pt idx="2461">
                  <c:v>enterprise fm exchange</c:v>
                </c:pt>
                <c:pt idx="2462">
                  <c:v>fast cash 4 cars &amp; wholesale llc</c:v>
                </c:pt>
                <c:pt idx="2463">
                  <c:v>napleton's mid rivers kia</c:v>
                </c:pt>
                <c:pt idx="2464">
                  <c:v>onesource/treasure coast toyota of stuart</c:v>
                </c:pt>
                <c:pt idx="2465">
                  <c:v>phil tolkan leasing co inc</c:v>
                </c:pt>
                <c:pt idx="2466">
                  <c:v>performance chrysler dodge jeep ram of bellevue</c:v>
                </c:pt>
                <c:pt idx="2467">
                  <c:v>don davis dodge chrysler jeep ram</c:v>
                </c:pt>
                <c:pt idx="2468">
                  <c:v>gatorland toyota</c:v>
                </c:pt>
                <c:pt idx="2469">
                  <c:v>luther brookdale toyota scion</c:v>
                </c:pt>
                <c:pt idx="2470">
                  <c:v>r addington company</c:v>
                </c:pt>
                <c:pt idx="2471">
                  <c:v>astorg ford lincoln mercury</c:v>
                </c:pt>
                <c:pt idx="2472">
                  <c:v>volvo na company cars/world omni</c:v>
                </c:pt>
                <c:pt idx="2473">
                  <c:v>nassief auto group inc</c:v>
                </c:pt>
                <c:pt idx="2474">
                  <c:v>onesource/wesley chapel toyota</c:v>
                </c:pt>
                <c:pt idx="2475">
                  <c:v>capital eurocars inc</c:v>
                </c:pt>
                <c:pt idx="2476">
                  <c:v>onesource/ernie palmer toyota</c:v>
                </c:pt>
                <c:pt idx="2477">
                  <c:v>bmw of minnetonka</c:v>
                </c:pt>
                <c:pt idx="2478">
                  <c:v>beasley ford lincoln</c:v>
                </c:pt>
                <c:pt idx="2479">
                  <c:v>bmw of alexandria</c:v>
                </c:pt>
                <c:pt idx="2480">
                  <c:v>delta audi delta porsche delta subaru</c:v>
                </c:pt>
                <c:pt idx="2481">
                  <c:v>georgia's own credit union</c:v>
                </c:pt>
                <c:pt idx="2482">
                  <c:v>pat o brien chevrolet vermilion</c:v>
                </c:pt>
                <c:pt idx="2483">
                  <c:v>superior motors</c:v>
                </c:pt>
                <c:pt idx="2484">
                  <c:v>stanley chevrolet pontiac kaufman</c:v>
                </c:pt>
                <c:pt idx="2485">
                  <c:v>antiek journeys inc</c:v>
                </c:pt>
                <c:pt idx="2486">
                  <c:v>l k auto sales inc</c:v>
                </c:pt>
                <c:pt idx="2487">
                  <c:v>carter automotive remarketing specialists</c:v>
                </c:pt>
                <c:pt idx="2488">
                  <c:v>remarketing by ge/unique autos</c:v>
                </c:pt>
                <c:pt idx="2489">
                  <c:v>budget rent a car of memphis</c:v>
                </c:pt>
                <c:pt idx="2490">
                  <c:v>enterprise vehicle exchange/hapeville</c:v>
                </c:pt>
                <c:pt idx="2491">
                  <c:v>dennis rental cars</c:v>
                </c:pt>
                <c:pt idx="2492">
                  <c:v>nissan dealer blend/demaagd nissan</c:v>
                </c:pt>
                <c:pt idx="2493">
                  <c:v>abc hyundai</c:v>
                </c:pt>
                <c:pt idx="2494">
                  <c:v>dick hannah chrysler jeep dodge</c:v>
                </c:pt>
                <c:pt idx="2495">
                  <c:v>carolina auto sports</c:v>
                </c:pt>
                <c:pt idx="2496">
                  <c:v>ralph larson chevrolet inc</c:v>
                </c:pt>
                <c:pt idx="2497">
                  <c:v>escamilla ford inc</c:v>
                </c:pt>
                <c:pt idx="2498">
                  <c:v>curry acura</c:v>
                </c:pt>
                <c:pt idx="2499">
                  <c:v>wantz chevrolet inc</c:v>
                </c:pt>
                <c:pt idx="2500">
                  <c:v>piazza acura vw of ardmore</c:v>
                </c:pt>
                <c:pt idx="2501">
                  <c:v>toyota bountiful</c:v>
                </c:pt>
                <c:pt idx="2502">
                  <c:v>broadway garage of columbia county inc</c:v>
                </c:pt>
                <c:pt idx="2503">
                  <c:v>primeritus remarketing/salal credit union</c:v>
                </c:pt>
                <c:pt idx="2504">
                  <c:v>jakes motorcars</c:v>
                </c:pt>
                <c:pt idx="2505">
                  <c:v>fletcher jones motorcars of fremont</c:v>
                </c:pt>
                <c:pt idx="2506">
                  <c:v>flycatcher llc</c:v>
                </c:pt>
                <c:pt idx="2507">
                  <c:v>bob brown chevrolet inc</c:v>
                </c:pt>
                <c:pt idx="2508">
                  <c:v>elite motors</c:v>
                </c:pt>
                <c:pt idx="2509">
                  <c:v>prestige leasing and sales inc</c:v>
                </c:pt>
                <c:pt idx="2510">
                  <c:v>carson cars inc</c:v>
                </c:pt>
                <c:pt idx="2511">
                  <c:v>motor werks of barrington inc</c:v>
                </c:pt>
                <c:pt idx="2512">
                  <c:v>devoe buick gmc</c:v>
                </c:pt>
                <c:pt idx="2513">
                  <c:v>ars/budget rent a car/atlanta</c:v>
                </c:pt>
                <c:pt idx="2514">
                  <c:v>seay motors  llc</c:v>
                </c:pt>
                <c:pt idx="2515">
                  <c:v>a l financial</c:v>
                </c:pt>
                <c:pt idx="2516">
                  <c:v>weir canyon acura</c:v>
                </c:pt>
                <c:pt idx="2517">
                  <c:v>andrews fcu</c:v>
                </c:pt>
                <c:pt idx="2518">
                  <c:v>roberts toyota</c:v>
                </c:pt>
                <c:pt idx="2519">
                  <c:v>mercedes-benz of tacoma</c:v>
                </c:pt>
                <c:pt idx="2520">
                  <c:v>gurley leep imports inc</c:v>
                </c:pt>
                <c:pt idx="2521">
                  <c:v>showcase wholesale auto llc</c:v>
                </c:pt>
                <c:pt idx="2522">
                  <c:v>general american rental</c:v>
                </c:pt>
                <c:pt idx="2523">
                  <c:v>don beyer volvo-dulles</c:v>
                </c:pt>
                <c:pt idx="2524">
                  <c:v>gateway of quakertown</c:v>
                </c:pt>
                <c:pt idx="2525">
                  <c:v>town &amp; country ford inc</c:v>
                </c:pt>
                <c:pt idx="2526">
                  <c:v>lexus of tucson</c:v>
                </c:pt>
                <c:pt idx="2527">
                  <c:v>winter haven honda</c:v>
                </c:pt>
                <c:pt idx="2528">
                  <c:v>audi of tacoma</c:v>
                </c:pt>
                <c:pt idx="2529">
                  <c:v>rohrich cadillac incorporated</c:v>
                </c:pt>
                <c:pt idx="2530">
                  <c:v>north shore bank</c:v>
                </c:pt>
                <c:pt idx="2531">
                  <c:v>auto express</c:v>
                </c:pt>
                <c:pt idx="2532">
                  <c:v>harr motors inc</c:v>
                </c:pt>
                <c:pt idx="2533">
                  <c:v>performance chrysler jeep dodge of lincoln</c:v>
                </c:pt>
                <c:pt idx="2534">
                  <c:v>lexus of riverside</c:v>
                </c:pt>
                <c:pt idx="2535">
                  <c:v>american car finance inc</c:v>
                </c:pt>
                <c:pt idx="2536">
                  <c:v>dyer mazda</c:v>
                </c:pt>
                <c:pt idx="2537">
                  <c:v>manheim auctions/ars</c:v>
                </c:pt>
                <c:pt idx="2538">
                  <c:v>compass luxor</c:v>
                </c:pt>
                <c:pt idx="2539">
                  <c:v>magnussens lexus of fremont</c:v>
                </c:pt>
                <c:pt idx="2540">
                  <c:v>porsche of downtown la</c:v>
                </c:pt>
                <c:pt idx="2541">
                  <c:v>financial services remarketing</c:v>
                </c:pt>
                <c:pt idx="2542">
                  <c:v>autotech of venice inc</c:v>
                </c:pt>
                <c:pt idx="2543">
                  <c:v>primeritus remarketing/koons automotive i</c:v>
                </c:pt>
                <c:pt idx="2544">
                  <c:v>nassau educators federal credit union</c:v>
                </c:pt>
                <c:pt idx="2545">
                  <c:v>jim sloan ford inc.</c:v>
                </c:pt>
                <c:pt idx="2546">
                  <c:v>bianchi honda</c:v>
                </c:pt>
                <c:pt idx="2547">
                  <c:v>gm financial/fender automotive group</c:v>
                </c:pt>
                <c:pt idx="2548">
                  <c:v>autonation chevrolet north richland hills</c:v>
                </c:pt>
                <c:pt idx="2549">
                  <c:v>rock springs honda toyota</c:v>
                </c:pt>
                <c:pt idx="2550">
                  <c:v>sherman dodge</c:v>
                </c:pt>
                <c:pt idx="2551">
                  <c:v>porsche north scottsdale</c:v>
                </c:pt>
                <c:pt idx="2552">
                  <c:v>truliant fcu</c:v>
                </c:pt>
                <c:pt idx="2553">
                  <c:v>jordan auto</c:v>
                </c:pt>
                <c:pt idx="2554">
                  <c:v>crest ford inc</c:v>
                </c:pt>
                <c:pt idx="2555">
                  <c:v>darcars dodge of new carrollton</c:v>
                </c:pt>
                <c:pt idx="2556">
                  <c:v>avis rent a car/pv holding</c:v>
                </c:pt>
                <c:pt idx="2557">
                  <c:v>wisdom motor company</c:v>
                </c:pt>
                <c:pt idx="2558">
                  <c:v>usaa financial</c:v>
                </c:pt>
                <c:pt idx="2559">
                  <c:v>ward muscatell auto grp inc</c:v>
                </c:pt>
                <c:pt idx="2560">
                  <c:v>leasing associates</c:v>
                </c:pt>
                <c:pt idx="2561">
                  <c:v>sioux falls ford inc</c:v>
                </c:pt>
                <c:pt idx="2562">
                  <c:v>stanley ford lincoln mercury brownfield</c:v>
                </c:pt>
                <c:pt idx="2563">
                  <c:v>ray catena bmw of westchester</c:v>
                </c:pt>
                <c:pt idx="2564">
                  <c:v>sierra toyota</c:v>
                </c:pt>
                <c:pt idx="2565">
                  <c:v>jessup cad buick pont gmc saab/hummer chev</c:v>
                </c:pt>
                <c:pt idx="2566">
                  <c:v>dml remarketing</c:v>
                </c:pt>
                <c:pt idx="2567">
                  <c:v>larry h miller dodge ram tucson</c:v>
                </c:pt>
                <c:pt idx="2568">
                  <c:v>porter ford</c:v>
                </c:pt>
                <c:pt idx="2569">
                  <c:v>stanley ford sweetwater</c:v>
                </c:pt>
                <c:pt idx="2570">
                  <c:v>onesource/high country toyota</c:v>
                </c:pt>
                <c:pt idx="2571">
                  <c:v>the motor group collection inc</c:v>
                </c:pt>
                <c:pt idx="2572">
                  <c:v>jb remarketing llc</c:v>
                </c:pt>
                <c:pt idx="2573">
                  <c:v>weir canyon honda</c:v>
                </c:pt>
                <c:pt idx="2574">
                  <c:v>jmj motors</c:v>
                </c:pt>
                <c:pt idx="2575">
                  <c:v>landers mclarty nis merc benz of huntsville</c:v>
                </c:pt>
                <c:pt idx="2576">
                  <c:v>rpm luxury auto sales inc</c:v>
                </c:pt>
                <c:pt idx="2577">
                  <c:v>lexus of valencia</c:v>
                </c:pt>
                <c:pt idx="2578">
                  <c:v>downtown nashville nissan</c:v>
                </c:pt>
                <c:pt idx="2579">
                  <c:v>sims buick gmc nissan</c:v>
                </c:pt>
                <c:pt idx="2580">
                  <c:v>viva ford</c:v>
                </c:pt>
                <c:pt idx="2581">
                  <c:v>crown nissan</c:v>
                </c:pt>
                <c:pt idx="2582">
                  <c:v>englewood cadillac</c:v>
                </c:pt>
                <c:pt idx="2583">
                  <c:v>no limit imports inc</c:v>
                </c:pt>
                <c:pt idx="2584">
                  <c:v>manheim georgia</c:v>
                </c:pt>
                <c:pt idx="2585">
                  <c:v>harr toyota harr scion</c:v>
                </c:pt>
                <c:pt idx="2586">
                  <c:v>browns fairfax mazda</c:v>
                </c:pt>
                <c:pt idx="2587">
                  <c:v>wholesale outlet inc</c:v>
                </c:pt>
                <c:pt idx="2588">
                  <c:v>volkswagen of corpus christi</c:v>
                </c:pt>
                <c:pt idx="2589">
                  <c:v>community auto sales inc</c:v>
                </c:pt>
                <c:pt idx="2590">
                  <c:v>gucci services inc</c:v>
                </c:pt>
                <c:pt idx="2591">
                  <c:v>pacoima motors</c:v>
                </c:pt>
                <c:pt idx="2592">
                  <c:v>champion ford</c:v>
                </c:pt>
                <c:pt idx="2593">
                  <c:v>shore toyota &amp; shore scion</c:v>
                </c:pt>
                <c:pt idx="2594">
                  <c:v>auto elite group inc</c:v>
                </c:pt>
                <c:pt idx="2595">
                  <c:v>manheim philadelphia</c:v>
                </c:pt>
                <c:pt idx="2596">
                  <c:v>fort collins dodge chrysler jeep</c:v>
                </c:pt>
                <c:pt idx="2597">
                  <c:v>honor finance</c:v>
                </c:pt>
                <c:pt idx="2598">
                  <c:v>vista ford lincoln</c:v>
                </c:pt>
                <c:pt idx="2599">
                  <c:v>hendrick honda pompano beach</c:v>
                </c:pt>
                <c:pt idx="2600">
                  <c:v>coastal bend rent a car inc</c:v>
                </c:pt>
                <c:pt idx="2601">
                  <c:v>michael wayne investments</c:v>
                </c:pt>
                <c:pt idx="2602">
                  <c:v>lexus rivercenter</c:v>
                </c:pt>
                <c:pt idx="2603">
                  <c:v>pals auto wholesale</c:v>
                </c:pt>
                <c:pt idx="2604">
                  <c:v>audi south orlando</c:v>
                </c:pt>
                <c:pt idx="2605">
                  <c:v>chevrolet 21 inc</c:v>
                </c:pt>
                <c:pt idx="2606">
                  <c:v>members auto lease inc</c:v>
                </c:pt>
                <c:pt idx="2607">
                  <c:v>daytona nissan</c:v>
                </c:pt>
                <c:pt idx="2608">
                  <c:v>earl stewart toyota of north palm beach</c:v>
                </c:pt>
                <c:pt idx="2609">
                  <c:v>jerry's hyundai</c:v>
                </c:pt>
                <c:pt idx="2610">
                  <c:v>fort mill ford inc</c:v>
                </c:pt>
                <c:pt idx="2611">
                  <c:v>diane sauer chevrolet inc</c:v>
                </c:pt>
                <c:pt idx="2612">
                  <c:v>beaver toyota of st augustine</c:v>
                </c:pt>
                <c:pt idx="2613">
                  <c:v>barnett finance company</c:v>
                </c:pt>
                <c:pt idx="2614">
                  <c:v>national car rental</c:v>
                </c:pt>
                <c:pt idx="2615">
                  <c:v>tustin community bank</c:v>
                </c:pt>
                <c:pt idx="2616">
                  <c:v>west hills honda</c:v>
                </c:pt>
                <c:pt idx="2617">
                  <c:v>ken garff st. george ford lincoln</c:v>
                </c:pt>
                <c:pt idx="2618">
                  <c:v>heritage buick gmc</c:v>
                </c:pt>
                <c:pt idx="2619">
                  <c:v>universal auto gallery inc</c:v>
                </c:pt>
                <c:pt idx="2620">
                  <c:v>lease plan/napleton auto werks</c:v>
                </c:pt>
                <c:pt idx="2621">
                  <c:v>southlake motorcars</c:v>
                </c:pt>
                <c:pt idx="2622">
                  <c:v>hertz car exchange inc/alexandria</c:v>
                </c:pt>
                <c:pt idx="2623">
                  <c:v>lynn douglas motor co  inc</c:v>
                </c:pt>
                <c:pt idx="2624">
                  <c:v>robert chevrolet inc</c:v>
                </c:pt>
                <c:pt idx="2625">
                  <c:v>classic toyota</c:v>
                </c:pt>
                <c:pt idx="2626">
                  <c:v>bergstrom land rover jaguar volvo pors mase alfa</c:v>
                </c:pt>
                <c:pt idx="2627">
                  <c:v>remarketing by ge/united traders inc</c:v>
                </c:pt>
                <c:pt idx="2628">
                  <c:v>jaguar landrover hilton head</c:v>
                </c:pt>
                <c:pt idx="2629">
                  <c:v>classic buick gmc</c:v>
                </c:pt>
                <c:pt idx="2630">
                  <c:v>remarketing by ge/manheim new england</c:v>
                </c:pt>
                <c:pt idx="2631">
                  <c:v>q auto</c:v>
                </c:pt>
                <c:pt idx="2632">
                  <c:v>trailer source inc</c:v>
                </c:pt>
                <c:pt idx="2633">
                  <c:v>jack sherman toyota scion</c:v>
                </c:pt>
                <c:pt idx="2634">
                  <c:v>easterns automotive group</c:v>
                </c:pt>
                <c:pt idx="2635">
                  <c:v>blacksmoke wholesale llc</c:v>
                </c:pt>
                <c:pt idx="2636">
                  <c:v>martin chevrolet</c:v>
                </c:pt>
                <c:pt idx="2637">
                  <c:v>tom bell chevrolet</c:v>
                </c:pt>
                <c:pt idx="2638">
                  <c:v>bud smail motorcars ltd</c:v>
                </c:pt>
                <c:pt idx="2639">
                  <c:v>five star nissan</c:v>
                </c:pt>
                <c:pt idx="2640">
                  <c:v>riceland motors inc</c:v>
                </c:pt>
                <c:pt idx="2641">
                  <c:v>jim carlson leasing company</c:v>
                </c:pt>
                <c:pt idx="2642">
                  <c:v>napletons hyundai of aurora</c:v>
                </c:pt>
                <c:pt idx="2643">
                  <c:v>remarketing by ge/citizens equity first cu</c:v>
                </c:pt>
                <c:pt idx="2644">
                  <c:v>spallco enterprises inc/non pgm</c:v>
                </c:pt>
                <c:pt idx="2645">
                  <c:v>crown chrysler dodge jeep ram</c:v>
                </c:pt>
                <c:pt idx="2646">
                  <c:v>thrifty car sales</c:v>
                </c:pt>
                <c:pt idx="2647">
                  <c:v>hardy family ford</c:v>
                </c:pt>
                <c:pt idx="2648">
                  <c:v>country auto mart llc</c:v>
                </c:pt>
                <c:pt idx="2649">
                  <c:v>derr motor co</c:v>
                </c:pt>
                <c:pt idx="2650">
                  <c:v>john pauls automotive</c:v>
                </c:pt>
                <c:pt idx="2651">
                  <c:v>barreth chrysler center inc</c:v>
                </c:pt>
                <c:pt idx="2652">
                  <c:v>rehman auto sales</c:v>
                </c:pt>
                <c:pt idx="2653">
                  <c:v>orlando kia west</c:v>
                </c:pt>
                <c:pt idx="2654">
                  <c:v>bert ogden motors inc</c:v>
                </c:pt>
                <c:pt idx="2655">
                  <c:v>c &amp; k auto imports inc</c:v>
                </c:pt>
                <c:pt idx="2656">
                  <c:v>frank kent hyundai</c:v>
                </c:pt>
                <c:pt idx="2657">
                  <c:v>bmw of columbus</c:v>
                </c:pt>
                <c:pt idx="2658">
                  <c:v>bill hancock motors</c:v>
                </c:pt>
                <c:pt idx="2659">
                  <c:v>laurel bmw of westmont</c:v>
                </c:pt>
                <c:pt idx="2660">
                  <c:v>autonation acura sanford</c:v>
                </c:pt>
                <c:pt idx="2661">
                  <c:v>chapman hyundai</c:v>
                </c:pt>
                <c:pt idx="2662">
                  <c:v>mercedes benz of north orlando</c:v>
                </c:pt>
                <c:pt idx="2663">
                  <c:v>park place motorcars</c:v>
                </c:pt>
                <c:pt idx="2664">
                  <c:v>summs skip &amp; collections</c:v>
                </c:pt>
                <c:pt idx="2665">
                  <c:v>mick motors llc</c:v>
                </c:pt>
                <c:pt idx="2666">
                  <c:v>bmw of warwick</c:v>
                </c:pt>
                <c:pt idx="2667">
                  <c:v>lexus of orange park</c:v>
                </c:pt>
                <c:pt idx="2668">
                  <c:v>walser buick gmc of blm</c:v>
                </c:pt>
                <c:pt idx="2669">
                  <c:v>m and m enterprises</c:v>
                </c:pt>
                <c:pt idx="2670">
                  <c:v>wells fargo dealer services-tra</c:v>
                </c:pt>
                <c:pt idx="2671">
                  <c:v>budget rent a car/farmington</c:v>
                </c:pt>
                <c:pt idx="2672">
                  <c:v>car venue llc</c:v>
                </c:pt>
                <c:pt idx="2673">
                  <c:v>budget rent a car/alabama</c:v>
                </c:pt>
                <c:pt idx="2674">
                  <c:v>hometown motors inc</c:v>
                </c:pt>
                <c:pt idx="2675">
                  <c:v>hidy acura</c:v>
                </c:pt>
                <c:pt idx="2676">
                  <c:v>dch montclair acura</c:v>
                </c:pt>
                <c:pt idx="2677">
                  <c:v>infinity auto sales llc</c:v>
                </c:pt>
                <c:pt idx="2678">
                  <c:v>brooklyn pk automotive inc</c:v>
                </c:pt>
                <c:pt idx="2679">
                  <c:v>mini of wesley chapel</c:v>
                </c:pt>
                <c:pt idx="2680">
                  <c:v>ally/roseville</c:v>
                </c:pt>
                <c:pt idx="2681">
                  <c:v>true credit auto wholesale</c:v>
                </c:pt>
                <c:pt idx="2682">
                  <c:v>mike craig ford</c:v>
                </c:pt>
                <c:pt idx="2683">
                  <c:v>action nissan</c:v>
                </c:pt>
                <c:pt idx="2684">
                  <c:v>capital auto auction</c:v>
                </c:pt>
                <c:pt idx="2685">
                  <c:v>dch honda of temecula</c:v>
                </c:pt>
                <c:pt idx="2686">
                  <c:v>autonation ford marietta</c:v>
                </c:pt>
                <c:pt idx="2687">
                  <c:v>northwest import sales</c:v>
                </c:pt>
                <c:pt idx="2688">
                  <c:v>mall of ga chrysler dodge jeep</c:v>
                </c:pt>
                <c:pt idx="2689">
                  <c:v>university ford north</c:v>
                </c:pt>
                <c:pt idx="2690">
                  <c:v>united acceptance inc</c:v>
                </c:pt>
                <c:pt idx="2691">
                  <c:v>west coast rovers</c:v>
                </c:pt>
                <c:pt idx="2692">
                  <c:v>inviso llc</c:v>
                </c:pt>
                <c:pt idx="2693">
                  <c:v>universal auto leasing</c:v>
                </c:pt>
                <c:pt idx="2694">
                  <c:v>cox fleet/wheels</c:v>
                </c:pt>
                <c:pt idx="2695">
                  <c:v>town &amp; country toyota scion</c:v>
                </c:pt>
                <c:pt idx="2696">
                  <c:v>crossroads ford lincoln mercury mazda</c:v>
                </c:pt>
                <c:pt idx="2697">
                  <c:v>archie outlet auto sales</c:v>
                </c:pt>
                <c:pt idx="2698">
                  <c:v>performance ford</c:v>
                </c:pt>
                <c:pt idx="2699">
                  <c:v>payson car company</c:v>
                </c:pt>
                <c:pt idx="2700">
                  <c:v>mercedes benz of eugene</c:v>
                </c:pt>
                <c:pt idx="2701">
                  <c:v>thrifty car rental</c:v>
                </c:pt>
                <c:pt idx="2702">
                  <c:v>crown lexus</c:v>
                </c:pt>
                <c:pt idx="2703">
                  <c:v>darcars kia</c:v>
                </c:pt>
                <c:pt idx="2704">
                  <c:v>cash time title loans</c:v>
                </c:pt>
                <c:pt idx="2705">
                  <c:v>autohaus lancaster inc</c:v>
                </c:pt>
                <c:pt idx="2706">
                  <c:v>surf city nissan</c:v>
                </c:pt>
                <c:pt idx="2707">
                  <c:v>chilson inc</c:v>
                </c:pt>
                <c:pt idx="2708">
                  <c:v>autonation ford delray</c:v>
                </c:pt>
                <c:pt idx="2709">
                  <c:v>prestige usa sport cars  inc.</c:v>
                </c:pt>
                <c:pt idx="2710">
                  <c:v>h&amp;b auto center inc</c:v>
                </c:pt>
                <c:pt idx="2711">
                  <c:v>enterprise vehicle exchange / tra / birmingham</c:v>
                </c:pt>
                <c:pt idx="2712">
                  <c:v>carisma auto wholesaler inc</c:v>
                </c:pt>
                <c:pt idx="2713">
                  <c:v>louie herron auto sales</c:v>
                </c:pt>
                <c:pt idx="2714">
                  <c:v>russell barnett kia</c:v>
                </c:pt>
                <c:pt idx="2715">
                  <c:v>santa margarita ford</c:v>
                </c:pt>
                <c:pt idx="2716">
                  <c:v>lexus financial services/torrance</c:v>
                </c:pt>
                <c:pt idx="2717">
                  <c:v>select automotive  llc</c:v>
                </c:pt>
                <c:pt idx="2718">
                  <c:v>knoepfler chevrolet co</c:v>
                </c:pt>
                <c:pt idx="2719">
                  <c:v>martin auto sales inc</c:v>
                </c:pt>
                <c:pt idx="2720">
                  <c:v>primeritus remarketing/jw auto &amp; truck sa</c:v>
                </c:pt>
                <c:pt idx="2721">
                  <c:v>southern trust auto group llc</c:v>
                </c:pt>
                <c:pt idx="2722">
                  <c:v>sheehy ford inc</c:v>
                </c:pt>
                <c:pt idx="2723">
                  <c:v>manheim new york</c:v>
                </c:pt>
                <c:pt idx="2724">
                  <c:v>performance volkswagen</c:v>
                </c:pt>
                <c:pt idx="2725">
                  <c:v>lynnes nissan city inc</c:v>
                </c:pt>
                <c:pt idx="2726">
                  <c:v>edwards nissan</c:v>
                </c:pt>
                <c:pt idx="2727">
                  <c:v>remarketing by ge/first florida credit union</c:v>
                </c:pt>
                <c:pt idx="2728">
                  <c:v>tamiami ford inc</c:v>
                </c:pt>
                <c:pt idx="2729">
                  <c:v>sterimark motors inc</c:v>
                </c:pt>
                <c:pt idx="2730">
                  <c:v>mc grath imports inc</c:v>
                </c:pt>
                <c:pt idx="2731">
                  <c:v>mercedes benz of fort myers</c:v>
                </c:pt>
                <c:pt idx="2732">
                  <c:v>fields imports inc</c:v>
                </c:pt>
                <c:pt idx="2733">
                  <c:v>cnc motors inc</c:v>
                </c:pt>
                <c:pt idx="2734">
                  <c:v>johnson sewell ford lincoln llc</c:v>
                </c:pt>
                <c:pt idx="2735">
                  <c:v>federated financial corporation</c:v>
                </c:pt>
                <c:pt idx="2736">
                  <c:v>east end auto sales</c:v>
                </c:pt>
                <c:pt idx="2737">
                  <c:v>bmw of san diego</c:v>
                </c:pt>
                <c:pt idx="2738">
                  <c:v>alexandria volkswagen</c:v>
                </c:pt>
                <c:pt idx="2739">
                  <c:v>acres auto recycling inc</c:v>
                </c:pt>
                <c:pt idx="2740">
                  <c:v>jackson family of dealerships</c:v>
                </c:pt>
                <c:pt idx="2741">
                  <c:v>bmw of chattanooga</c:v>
                </c:pt>
                <c:pt idx="2742">
                  <c:v>financial services remarketing/trade assets</c:v>
                </c:pt>
                <c:pt idx="2743">
                  <c:v>gene gormans auto sales</c:v>
                </c:pt>
                <c:pt idx="2744">
                  <c:v>oriental group</c:v>
                </c:pt>
                <c:pt idx="2745">
                  <c:v>carex inc</c:v>
                </c:pt>
                <c:pt idx="2746">
                  <c:v>lexus of cool springs</c:v>
                </c:pt>
                <c:pt idx="2747">
                  <c:v>joe machens chrysler dodge jeep ram</c:v>
                </c:pt>
                <c:pt idx="2748">
                  <c:v>enterprise rac/edmonton</c:v>
                </c:pt>
                <c:pt idx="2749">
                  <c:v>sc leasing llc</c:v>
                </c:pt>
                <c:pt idx="2750">
                  <c:v>american leasing/northstar</c:v>
                </c:pt>
                <c:pt idx="2751">
                  <c:v>weston buick gmc inc</c:v>
                </c:pt>
                <c:pt idx="2752">
                  <c:v>crown acura</c:v>
                </c:pt>
                <c:pt idx="2753">
                  <c:v>mossy toyota</c:v>
                </c:pt>
                <c:pt idx="2754">
                  <c:v>spallco enterprises inc/gdp</c:v>
                </c:pt>
                <c:pt idx="2755">
                  <c:v>fuccillo volkswagen of schenectady</c:v>
                </c:pt>
                <c:pt idx="2756">
                  <c:v>findlay lincoln mercury</c:v>
                </c:pt>
                <c:pt idx="2757">
                  <c:v>sellers sexton inc</c:v>
                </c:pt>
                <c:pt idx="2758">
                  <c:v>v/m auto broker</c:v>
                </c:pt>
                <c:pt idx="2759">
                  <c:v>winner subaru/vw of dover</c:v>
                </c:pt>
                <c:pt idx="2760">
                  <c:v>priority volkswagen</c:v>
                </c:pt>
                <c:pt idx="2761">
                  <c:v>remarketing by ge/manheim nashville</c:v>
                </c:pt>
                <c:pt idx="2762">
                  <c:v>mercedes benz of columbus</c:v>
                </c:pt>
                <c:pt idx="2763">
                  <c:v>parks motor sales  inc.</c:v>
                </c:pt>
                <c:pt idx="2764">
                  <c:v>kevin whitaker chevrolet cadillac</c:v>
                </c:pt>
                <c:pt idx="2765">
                  <c:v>davis auto sales</c:v>
                </c:pt>
                <c:pt idx="2766">
                  <c:v>autonation ford st petersburg</c:v>
                </c:pt>
                <c:pt idx="2767">
                  <c:v>nissan dealer blend/infiniti of cool springs</c:v>
                </c:pt>
                <c:pt idx="2768">
                  <c:v>wind rider auto outlet inc</c:v>
                </c:pt>
                <c:pt idx="2769">
                  <c:v>roberts nissan  inc.</c:v>
                </c:pt>
                <c:pt idx="2770">
                  <c:v>national auto brokers inc</c:v>
                </c:pt>
                <c:pt idx="2771">
                  <c:v>criswell maserati</c:v>
                </c:pt>
                <c:pt idx="2772">
                  <c:v>motorworld automotive group inc</c:v>
                </c:pt>
                <c:pt idx="2773">
                  <c:v>woodhouse lincoln</c:v>
                </c:pt>
                <c:pt idx="2774">
                  <c:v>the auto port inc</c:v>
                </c:pt>
                <c:pt idx="2775">
                  <c:v>viva chevrolet</c:v>
                </c:pt>
                <c:pt idx="2776">
                  <c:v>manheim baltimore-washington</c:v>
                </c:pt>
                <c:pt idx="2777">
                  <c:v>remarketing by ge/first fidelity investments</c:v>
                </c:pt>
                <c:pt idx="2778">
                  <c:v>dick hannah toyota</c:v>
                </c:pt>
                <c:pt idx="2779">
                  <c:v>honda of superstition springs</c:v>
                </c:pt>
                <c:pt idx="2780">
                  <c:v>crown ford</c:v>
                </c:pt>
                <c:pt idx="2781">
                  <c:v>manheim fort lauderdale</c:v>
                </c:pt>
                <c:pt idx="2782">
                  <c:v>northwoods ford inc</c:v>
                </c:pt>
                <c:pt idx="2783">
                  <c:v>autobaun</c:v>
                </c:pt>
                <c:pt idx="2784">
                  <c:v>bob johnson gm inc</c:v>
                </c:pt>
                <c:pt idx="2785">
                  <c:v>jba motors llc</c:v>
                </c:pt>
                <c:pt idx="2786">
                  <c:v>land rover sls &amp; service of hoffman estates inc</c:v>
                </c:pt>
                <c:pt idx="2787">
                  <c:v>wheeling automotive group</c:v>
                </c:pt>
                <c:pt idx="2788">
                  <c:v>wilmar leasing inc</c:v>
                </c:pt>
                <c:pt idx="2789">
                  <c:v>publix employees fcu</c:v>
                </c:pt>
                <c:pt idx="2790">
                  <c:v>hardy chev pont buick gmc</c:v>
                </c:pt>
                <c:pt idx="2791">
                  <c:v>clermont nissan</c:v>
                </c:pt>
                <c:pt idx="2792">
                  <c:v>pauls auto parts ltd</c:v>
                </c:pt>
                <c:pt idx="2793">
                  <c:v>twin city auto sales inc</c:v>
                </c:pt>
                <c:pt idx="2794">
                  <c:v>payless auto sales inc</c:v>
                </c:pt>
                <c:pt idx="2795">
                  <c:v>volkswagen of fort myers</c:v>
                </c:pt>
                <c:pt idx="2796">
                  <c:v>florida european inc</c:v>
                </c:pt>
                <c:pt idx="2797">
                  <c:v>bailey auto plaza</c:v>
                </c:pt>
                <c:pt idx="2798">
                  <c:v>fairfield chrysler jeep dodge</c:v>
                </c:pt>
                <c:pt idx="2799">
                  <c:v>auto et moto gilles cloutier inc</c:v>
                </c:pt>
                <c:pt idx="2800">
                  <c:v>general acceptance corporation</c:v>
                </c:pt>
                <c:pt idx="2801">
                  <c:v>bill holt chevrolet of canton inc</c:v>
                </c:pt>
                <c:pt idx="2802">
                  <c:v>nedals inc</c:v>
                </c:pt>
                <c:pt idx="2803">
                  <c:v>king automotive llc</c:v>
                </c:pt>
                <c:pt idx="2804">
                  <c:v>st charles chrysler dodge jeep inc</c:v>
                </c:pt>
                <c:pt idx="2805">
                  <c:v>dch honda of nanuet</c:v>
                </c:pt>
                <c:pt idx="2806">
                  <c:v>landrover southpointe inc</c:v>
                </c:pt>
                <c:pt idx="2807">
                  <c:v>kennys auto group inc</c:v>
                </c:pt>
                <c:pt idx="2808">
                  <c:v>mullers woodfield acura</c:v>
                </c:pt>
                <c:pt idx="2809">
                  <c:v>escamilla chevrolet pontiac gmc</c:v>
                </c:pt>
                <c:pt idx="2810">
                  <c:v>lilliston enterprises inc</c:v>
                </c:pt>
                <c:pt idx="2811">
                  <c:v>bobbs auto sales</c:v>
                </c:pt>
                <c:pt idx="2812">
                  <c:v>fields motorcars</c:v>
                </c:pt>
                <c:pt idx="2813">
                  <c:v>waldorf chrysler jeep</c:v>
                </c:pt>
                <c:pt idx="2814">
                  <c:v>pacific funding</c:v>
                </c:pt>
                <c:pt idx="2815">
                  <c:v>houston auto plex inc</c:v>
                </c:pt>
                <c:pt idx="2816">
                  <c:v>wright automotive inc</c:v>
                </c:pt>
                <c:pt idx="2817">
                  <c:v>orlando mini</c:v>
                </c:pt>
                <c:pt idx="2818">
                  <c:v>south bay lexus</c:v>
                </c:pt>
                <c:pt idx="2819">
                  <c:v>toyota knoxville</c:v>
                </c:pt>
                <c:pt idx="2820">
                  <c:v>bill barlow</c:v>
                </c:pt>
                <c:pt idx="2821">
                  <c:v>petes auto sales inc</c:v>
                </c:pt>
                <c:pt idx="2822">
                  <c:v>volkswagen of america</c:v>
                </c:pt>
                <c:pt idx="2823">
                  <c:v>repo remarketing/first imperial cu</c:v>
                </c:pt>
                <c:pt idx="2824">
                  <c:v>union auto credit</c:v>
                </c:pt>
                <c:pt idx="2825">
                  <c:v>royal edition motors inc</c:v>
                </c:pt>
                <c:pt idx="2826">
                  <c:v>elite acura</c:v>
                </c:pt>
                <c:pt idx="2827">
                  <c:v>phelps auto sales</c:v>
                </c:pt>
                <c:pt idx="2828">
                  <c:v>go auto direct</c:v>
                </c:pt>
                <c:pt idx="2829">
                  <c:v>bergeys ford inc</c:v>
                </c:pt>
                <c:pt idx="2830">
                  <c:v>cag acceptance</c:v>
                </c:pt>
                <c:pt idx="2831">
                  <c:v>allard rental corporation</c:v>
                </c:pt>
                <c:pt idx="2832">
                  <c:v>moore automotive group</c:v>
                </c:pt>
                <c:pt idx="2833">
                  <c:v>desert fleet lease</c:v>
                </c:pt>
                <c:pt idx="2834">
                  <c:v>d cars corp</c:v>
                </c:pt>
                <c:pt idx="2835">
                  <c:v>faulkner cadillac inc</c:v>
                </c:pt>
                <c:pt idx="2836">
                  <c:v>park chrysler jeep</c:v>
                </c:pt>
                <c:pt idx="2837">
                  <c:v>fred a groves motor company inc</c:v>
                </c:pt>
                <c:pt idx="2838">
                  <c:v>c &amp; s motorsports inc</c:v>
                </c:pt>
                <c:pt idx="2839">
                  <c:v>repo remarketing/verity credit union</c:v>
                </c:pt>
                <c:pt idx="2840">
                  <c:v>murray bmw of denver</c:v>
                </c:pt>
                <c:pt idx="2841">
                  <c:v>ideal lease</c:v>
                </c:pt>
                <c:pt idx="2842">
                  <c:v>freeman buick gmc</c:v>
                </c:pt>
                <c:pt idx="2843">
                  <c:v>holcomb used cars inc</c:v>
                </c:pt>
                <c:pt idx="2844">
                  <c:v>dan judds auto sales inc</c:v>
                </c:pt>
                <c:pt idx="2845">
                  <c:v>remarketing by ge/monterey credit union</c:v>
                </c:pt>
                <c:pt idx="2846">
                  <c:v>winner dover llc</c:v>
                </c:pt>
                <c:pt idx="2847">
                  <c:v>elite motors inc</c:v>
                </c:pt>
                <c:pt idx="2848">
                  <c:v>jmb auto sales</c:v>
                </c:pt>
                <c:pt idx="2849">
                  <c:v>spradley barr ford  inc.</c:v>
                </c:pt>
                <c:pt idx="2850">
                  <c:v>mahoneys auto mall inc</c:v>
                </c:pt>
                <c:pt idx="2851">
                  <c:v>grossinger honda</c:v>
                </c:pt>
                <c:pt idx="2852">
                  <c:v>american honda motor company (buybacks)</c:v>
                </c:pt>
                <c:pt idx="2853">
                  <c:v>land rover farmington hills</c:v>
                </c:pt>
                <c:pt idx="2854">
                  <c:v>phillipsburg easton vehicle</c:v>
                </c:pt>
                <c:pt idx="2855">
                  <c:v>pitts toyota inc</c:v>
                </c:pt>
                <c:pt idx="2856">
                  <c:v>fiserv/pelican resource group</c:v>
                </c:pt>
                <c:pt idx="2857">
                  <c:v>acura of huntington</c:v>
                </c:pt>
                <c:pt idx="2858">
                  <c:v>rbm of alpharetta smart center of alpharetta</c:v>
                </c:pt>
                <c:pt idx="2859">
                  <c:v>hendrick fiat of concord</c:v>
                </c:pt>
                <c:pt idx="2860">
                  <c:v>kingman chevrolet-buick</c:v>
                </c:pt>
                <c:pt idx="2861">
                  <c:v>boucher chevrolet inc</c:v>
                </c:pt>
                <c:pt idx="2862">
                  <c:v>autonation chevrolet fort lauderdale</c:v>
                </c:pt>
                <c:pt idx="2863">
                  <c:v>heritage nissan</c:v>
                </c:pt>
                <c:pt idx="2864">
                  <c:v>york dodge chrysler jeep ram</c:v>
                </c:pt>
                <c:pt idx="2865">
                  <c:v>pohanka nissan hyundai</c:v>
                </c:pt>
                <c:pt idx="2866">
                  <c:v>sell your car today llc</c:v>
                </c:pt>
                <c:pt idx="2867">
                  <c:v>jenkins hyundai of leesburg</c:v>
                </c:pt>
                <c:pt idx="2868">
                  <c:v>garlitch ford chrysler dodge jeep</c:v>
                </c:pt>
                <c:pt idx="2869">
                  <c:v>skyline auto sales inc</c:v>
                </c:pt>
                <c:pt idx="2870">
                  <c:v>atlanta postal credit union</c:v>
                </c:pt>
                <c:pt idx="2871">
                  <c:v>imperial auto sales inc</c:v>
                </c:pt>
                <c:pt idx="2872">
                  <c:v>fields jeep inc</c:v>
                </c:pt>
                <c:pt idx="2873">
                  <c:v>curry toyota scion</c:v>
                </c:pt>
                <c:pt idx="2874">
                  <c:v>beadles</c:v>
                </c:pt>
                <c:pt idx="2875">
                  <c:v>healey chevrolet inc</c:v>
                </c:pt>
                <c:pt idx="2876">
                  <c:v>goode motor chrysler dodge jeep ram</c:v>
                </c:pt>
                <c:pt idx="2877">
                  <c:v>village euro motors inc</c:v>
                </c:pt>
                <c:pt idx="2878">
                  <c:v>mercedes benz of orlando</c:v>
                </c:pt>
                <c:pt idx="2879">
                  <c:v>velocity mazda</c:v>
                </c:pt>
                <c:pt idx="2880">
                  <c:v>healey chrysler dodge jeep llc</c:v>
                </c:pt>
                <c:pt idx="2881">
                  <c:v>mcnutt motor sales  inc.</c:v>
                </c:pt>
                <c:pt idx="2882">
                  <c:v>flag/mint motorcars inc</c:v>
                </c:pt>
                <c:pt idx="2883">
                  <c:v>paul miller inc</c:v>
                </c:pt>
                <c:pt idx="2884">
                  <c:v>dupaco community credit union</c:v>
                </c:pt>
                <c:pt idx="2885">
                  <c:v>premier auto consulting llc</c:v>
                </c:pt>
                <c:pt idx="2886">
                  <c:v>hendrick volkswagen of concord</c:v>
                </c:pt>
                <c:pt idx="2887">
                  <c:v>reed nissan</c:v>
                </c:pt>
                <c:pt idx="2888">
                  <c:v>cale yarborough honda</c:v>
                </c:pt>
                <c:pt idx="2889">
                  <c:v>coon rapids chrysler jeep dodge ram</c:v>
                </c:pt>
                <c:pt idx="2890">
                  <c:v>naperville imports inc</c:v>
                </c:pt>
                <c:pt idx="2891">
                  <c:v>plaza auto sales</c:v>
                </c:pt>
                <c:pt idx="2892">
                  <c:v>checkmate auto brokers</c:v>
                </c:pt>
                <c:pt idx="2893">
                  <c:v>sarge's auto sales inc</c:v>
                </c:pt>
                <c:pt idx="2894">
                  <c:v>assassin cycle &amp; design</c:v>
                </c:pt>
                <c:pt idx="2895">
                  <c:v>motorcars express</c:v>
                </c:pt>
                <c:pt idx="2896">
                  <c:v>mercedes benz of palm springs</c:v>
                </c:pt>
                <c:pt idx="2897">
                  <c:v>schlossmanns dodge city chrysler jeep</c:v>
                </c:pt>
                <c:pt idx="2898">
                  <c:v>champion chrysler jeep dodge</c:v>
                </c:pt>
                <c:pt idx="2899">
                  <c:v>ramsey volvo</c:v>
                </c:pt>
                <c:pt idx="2900">
                  <c:v>car financial</c:v>
                </c:pt>
                <c:pt idx="2901">
                  <c:v>advantage rent a car/hertz</c:v>
                </c:pt>
                <c:pt idx="2902">
                  <c:v>roth cadillac</c:v>
                </c:pt>
                <c:pt idx="2903">
                  <c:v>lake park mitsubishi</c:v>
                </c:pt>
                <c:pt idx="2904">
                  <c:v>logix federal credit union</c:v>
                </c:pt>
                <c:pt idx="2905">
                  <c:v>riverton hyundai</c:v>
                </c:pt>
                <c:pt idx="2906">
                  <c:v>metro lexus</c:v>
                </c:pt>
                <c:pt idx="2907">
                  <c:v>manheim harrisonburg</c:v>
                </c:pt>
                <c:pt idx="2908">
                  <c:v>stew hansen dodge city jeep</c:v>
                </c:pt>
                <c:pt idx="2909">
                  <c:v>jasper auto sales</c:v>
                </c:pt>
                <c:pt idx="2910">
                  <c:v>autonation chevrolet timonium</c:v>
                </c:pt>
                <c:pt idx="2911">
                  <c:v>primeritus remarketing/jack's used cars l</c:v>
                </c:pt>
                <c:pt idx="2912">
                  <c:v>cloquet ford chrysler center</c:v>
                </c:pt>
                <c:pt idx="2913">
                  <c:v>darrell waltrip honda</c:v>
                </c:pt>
                <c:pt idx="2914">
                  <c:v>germain lexus of dublin</c:v>
                </c:pt>
                <c:pt idx="2915">
                  <c:v>david wilsons ford of orange</c:v>
                </c:pt>
                <c:pt idx="2916">
                  <c:v>hendrick hyundai north</c:v>
                </c:pt>
                <c:pt idx="2917">
                  <c:v>braman kia</c:v>
                </c:pt>
                <c:pt idx="2918">
                  <c:v>thompson toyota inc</c:v>
                </c:pt>
                <c:pt idx="2919">
                  <c:v>merced volkswagen</c:v>
                </c:pt>
                <c:pt idx="2920">
                  <c:v>lexus of woodland hills</c:v>
                </c:pt>
                <c:pt idx="2921">
                  <c:v>tenvoorde ford inc</c:v>
                </c:pt>
                <c:pt idx="2922">
                  <c:v>cotroneo auto group</c:v>
                </c:pt>
                <c:pt idx="2923">
                  <c:v>metro chrysler jeep dodge</c:v>
                </c:pt>
                <c:pt idx="2924">
                  <c:v>brandon ford</c:v>
                </c:pt>
                <c:pt idx="2925">
                  <c:v>van chevrolet cadillac inc</c:v>
                </c:pt>
                <c:pt idx="2926">
                  <c:v>hendrick honda easley</c:v>
                </c:pt>
                <c:pt idx="2927">
                  <c:v>krystal motors car corp</c:v>
                </c:pt>
                <c:pt idx="2928">
                  <c:v>foreman financial  inc</c:v>
                </c:pt>
                <c:pt idx="2929">
                  <c:v>porsche of hilton head</c:v>
                </c:pt>
                <c:pt idx="2930">
                  <c:v>berglund luxury auto of roanoke</c:v>
                </c:pt>
                <c:pt idx="2931">
                  <c:v>lucas chevrolet geo inc</c:v>
                </c:pt>
                <c:pt idx="2932">
                  <c:v>acura north scottsdale</c:v>
                </c:pt>
                <c:pt idx="2933">
                  <c:v>richmond bmw crown mini of richmond</c:v>
                </c:pt>
                <c:pt idx="2934">
                  <c:v>bob frensley chrysler plymouth inc</c:v>
                </c:pt>
                <c:pt idx="2935">
                  <c:v>capistrano volkswagen</c:v>
                </c:pt>
                <c:pt idx="2936">
                  <c:v>west coast van rental</c:v>
                </c:pt>
                <c:pt idx="2937">
                  <c:v>hatch toyota</c:v>
                </c:pt>
                <c:pt idx="2938">
                  <c:v>remarketing by ge/eurosport auto</c:v>
                </c:pt>
                <c:pt idx="2939">
                  <c:v>hollywood auto center inc</c:v>
                </c:pt>
                <c:pt idx="2940">
                  <c:v>j michael enterprises</c:v>
                </c:pt>
                <c:pt idx="2941">
                  <c:v>remarketing by ge/comm financial members fcu</c:v>
                </c:pt>
                <c:pt idx="2942">
                  <c:v>landrover jacksonville</c:v>
                </c:pt>
                <c:pt idx="2943">
                  <c:v>asbury inventory bank</c:v>
                </c:pt>
                <c:pt idx="2944">
                  <c:v>markquart motors</c:v>
                </c:pt>
                <c:pt idx="2945">
                  <c:v>chapman honda</c:v>
                </c:pt>
                <c:pt idx="2946">
                  <c:v>onemain rem/freedom inc dba freedom auto group</c:v>
                </c:pt>
                <c:pt idx="2947">
                  <c:v>area 51 truck &amp; auto sales llc</c:v>
                </c:pt>
                <c:pt idx="2948">
                  <c:v>harry browns family automotive</c:v>
                </c:pt>
                <c:pt idx="2949">
                  <c:v>jack f hyde auto brokers</c:v>
                </c:pt>
                <c:pt idx="2950">
                  <c:v>terry inc</c:v>
                </c:pt>
                <c:pt idx="2951">
                  <c:v>pryor creek fleet services inc</c:v>
                </c:pt>
                <c:pt idx="2952">
                  <c:v>hillside trading llc</c:v>
                </c:pt>
                <c:pt idx="2953">
                  <c:v>beck &amp; masten pontiac gmc buick gulf freeway</c:v>
                </c:pt>
                <c:pt idx="2954">
                  <c:v>victoria auto</c:v>
                </c:pt>
                <c:pt idx="2955">
                  <c:v>dave syverson ford lin mer</c:v>
                </c:pt>
                <c:pt idx="2956">
                  <c:v>kia motors america/isg</c:v>
                </c:pt>
                <c:pt idx="2957">
                  <c:v>criswell chrysler jeep dodge</c:v>
                </c:pt>
                <c:pt idx="2958">
                  <c:v>larson ford inc</c:v>
                </c:pt>
                <c:pt idx="2959">
                  <c:v>toyota of slidell</c:v>
                </c:pt>
                <c:pt idx="2960">
                  <c:v>camino real chevrolet</c:v>
                </c:pt>
                <c:pt idx="2961">
                  <c:v>toyota volvo of keene</c:v>
                </c:pt>
                <c:pt idx="2962">
                  <c:v>sheehan buick gmc  inc</c:v>
                </c:pt>
                <c:pt idx="2963">
                  <c:v>onemain rem/american auto credit inc</c:v>
                </c:pt>
                <c:pt idx="2964">
                  <c:v>arms across america</c:v>
                </c:pt>
                <c:pt idx="2965">
                  <c:v>primeritus remarketing/national auto plaza</c:v>
                </c:pt>
                <c:pt idx="2966">
                  <c:v>moshina motors inc</c:v>
                </c:pt>
                <c:pt idx="2967">
                  <c:v>patrick vienneau autos inc</c:v>
                </c:pt>
                <c:pt idx="2968">
                  <c:v>kern auto remarketing</c:v>
                </c:pt>
                <c:pt idx="2969">
                  <c:v>barberas autoland</c:v>
                </c:pt>
                <c:pt idx="2970">
                  <c:v>great lakes auto purchasing and wholesale</c:v>
                </c:pt>
                <c:pt idx="2971">
                  <c:v>afg/champion cu</c:v>
                </c:pt>
                <c:pt idx="2972">
                  <c:v>ascend federal credit union</c:v>
                </c:pt>
                <c:pt idx="2973">
                  <c:v>smoaks auto sales</c:v>
                </c:pt>
                <c:pt idx="2974">
                  <c:v>planet chrysler dodge jeep ram</c:v>
                </c:pt>
                <c:pt idx="2975">
                  <c:v>gainesville chrysler dodge jeep</c:v>
                </c:pt>
                <c:pt idx="2976">
                  <c:v>mercedes-benz of houston north</c:v>
                </c:pt>
                <c:pt idx="2977">
                  <c:v>capital ford lincoln of rocky mount</c:v>
                </c:pt>
                <c:pt idx="2978">
                  <c:v>dch freehold nissan</c:v>
                </c:pt>
                <c:pt idx="2979">
                  <c:v>fred anderson nissan of raleigh</c:v>
                </c:pt>
                <c:pt idx="2980">
                  <c:v>humberview buick gmc</c:v>
                </c:pt>
                <c:pt idx="2981">
                  <c:v>lexus of san diego</c:v>
                </c:pt>
                <c:pt idx="2982">
                  <c:v>bakersfield audi</c:v>
                </c:pt>
                <c:pt idx="2983">
                  <c:v>stevens creek bmw</c:v>
                </c:pt>
                <c:pt idx="2984">
                  <c:v>chapman ford of lancaster</c:v>
                </c:pt>
                <c:pt idx="2985">
                  <c:v>betterway leasing llc</c:v>
                </c:pt>
                <c:pt idx="2986">
                  <c:v>automax</c:v>
                </c:pt>
                <c:pt idx="2987">
                  <c:v>boss auto premier</c:v>
                </c:pt>
                <c:pt idx="2988">
                  <c:v>ron bouchard auto sales inc</c:v>
                </c:pt>
                <c:pt idx="2989">
                  <c:v>budget truck sales</c:v>
                </c:pt>
                <c:pt idx="2990">
                  <c:v>stevinson imports inc</c:v>
                </c:pt>
                <c:pt idx="2991">
                  <c:v>onemain rem/silva auto sales</c:v>
                </c:pt>
                <c:pt idx="2992">
                  <c:v>international credit inc</c:v>
                </c:pt>
                <c:pt idx="2993">
                  <c:v>active auto sales inc</c:v>
                </c:pt>
                <c:pt idx="2994">
                  <c:v>brown's chantilly mazda</c:v>
                </c:pt>
                <c:pt idx="2995">
                  <c:v>overland park mazda</c:v>
                </c:pt>
                <c:pt idx="2996">
                  <c:v>horizon ford</c:v>
                </c:pt>
                <c:pt idx="2997">
                  <c:v>warner robins chrysler jeep dodge</c:v>
                </c:pt>
                <c:pt idx="2998">
                  <c:v>palm beach county sheriff's office</c:v>
                </c:pt>
                <c:pt idx="2999">
                  <c:v>cumberland toyota</c:v>
                </c:pt>
                <c:pt idx="3000">
                  <c:v>cheltenham motors inc</c:v>
                </c:pt>
                <c:pt idx="3001">
                  <c:v>remarketing by ge/midsouth capital lp</c:v>
                </c:pt>
                <c:pt idx="3002">
                  <c:v>exotic motors imports  llc</c:v>
                </c:pt>
                <c:pt idx="3003">
                  <c:v>car connection inc</c:v>
                </c:pt>
                <c:pt idx="3004">
                  <c:v>burns &amp; mcdonnell fleet</c:v>
                </c:pt>
                <c:pt idx="3005">
                  <c:v>pinellas fcu</c:v>
                </c:pt>
                <c:pt idx="3006">
                  <c:v>standley  p.m. corporation(2)</c:v>
                </c:pt>
                <c:pt idx="3007">
                  <c:v>best car buys iii</c:v>
                </c:pt>
                <c:pt idx="3008">
                  <c:v>mac churchhill auto mall</c:v>
                </c:pt>
                <c:pt idx="3009">
                  <c:v>lucky seven auto group inc</c:v>
                </c:pt>
                <c:pt idx="3010">
                  <c:v>mazda knoxville</c:v>
                </c:pt>
                <c:pt idx="3011">
                  <c:v>bravo chevrolet cadillac</c:v>
                </c:pt>
                <c:pt idx="3012">
                  <c:v>all pro sales &amp; leasing inc</c:v>
                </c:pt>
                <c:pt idx="3013">
                  <c:v>bell lexus</c:v>
                </c:pt>
                <c:pt idx="3014">
                  <c:v>silver auto sales inc</c:v>
                </c:pt>
                <c:pt idx="3015">
                  <c:v>larry h miller toyota corona</c:v>
                </c:pt>
                <c:pt idx="3016">
                  <c:v>onesource/ralph hayes toyota</c:v>
                </c:pt>
                <c:pt idx="3017">
                  <c:v>northwest bmw</c:v>
                </c:pt>
                <c:pt idx="3018">
                  <c:v>nationwide motor vehicles</c:v>
                </c:pt>
                <c:pt idx="3019">
                  <c:v>phh management services</c:v>
                </c:pt>
                <c:pt idx="3020">
                  <c:v>goodfellas auto sales llc</c:v>
                </c:pt>
                <c:pt idx="3021">
                  <c:v>autonation ford arlington</c:v>
                </c:pt>
                <c:pt idx="3022">
                  <c:v>hutch chrysler dodge jeep ram</c:v>
                </c:pt>
                <c:pt idx="3023">
                  <c:v>las vegas auto sports</c:v>
                </c:pt>
                <c:pt idx="3024">
                  <c:v>honda cars of mckinney</c:v>
                </c:pt>
                <c:pt idx="3025">
                  <c:v>rosenthal jaguar landrover of tysons corner</c:v>
                </c:pt>
                <c:pt idx="3026">
                  <c:v>foreign cars international llc</c:v>
                </c:pt>
                <c:pt idx="3027">
                  <c:v>lithia nissan of fresno</c:v>
                </c:pt>
                <c:pt idx="3028">
                  <c:v>primeritus remarketing/bank of hawaii</c:v>
                </c:pt>
                <c:pt idx="3029">
                  <c:v>road america auto finance llc</c:v>
                </c:pt>
                <c:pt idx="3030">
                  <c:v>elite car sales west inc</c:v>
                </c:pt>
                <c:pt idx="3031">
                  <c:v>north county auto wholesale</c:v>
                </c:pt>
                <c:pt idx="3032">
                  <c:v>peddle llc</c:v>
                </c:pt>
                <c:pt idx="3033">
                  <c:v>crossroads ford lincoln of shelby</c:v>
                </c:pt>
                <c:pt idx="3034">
                  <c:v>miller bros</c:v>
                </c:pt>
                <c:pt idx="3035">
                  <c:v>lampe chrysler dodge jeep ram</c:v>
                </c:pt>
                <c:pt idx="3036">
                  <c:v>ford country of lewisville</c:v>
                </c:pt>
                <c:pt idx="3037">
                  <c:v>manheim palm beach</c:v>
                </c:pt>
                <c:pt idx="3038">
                  <c:v>lease plan/napleton cadillac</c:v>
                </c:pt>
                <c:pt idx="3039">
                  <c:v>best way autos</c:v>
                </c:pt>
                <c:pt idx="3040">
                  <c:v>chiefland chrys dodge jeep inc</c:v>
                </c:pt>
                <c:pt idx="3041">
                  <c:v>j &amp; k auto gallery inc</c:v>
                </c:pt>
                <c:pt idx="3042">
                  <c:v>lee hyundai inc</c:v>
                </c:pt>
                <c:pt idx="3043">
                  <c:v>import exchange inc</c:v>
                </c:pt>
                <c:pt idx="3044">
                  <c:v>the sewickley car store inc</c:v>
                </c:pt>
                <c:pt idx="3045">
                  <c:v>the auto site inc</c:v>
                </c:pt>
                <c:pt idx="3046">
                  <c:v>jeff johnson chevrolet inc</c:v>
                </c:pt>
                <c:pt idx="3047">
                  <c:v>boggess automotive group llc</c:v>
                </c:pt>
                <c:pt idx="3048">
                  <c:v>remarketing by ge/michigan state university fcu</c:v>
                </c:pt>
                <c:pt idx="3049">
                  <c:v>ed morse mazda lakeland</c:v>
                </c:pt>
                <c:pt idx="3050">
                  <c:v>remarketing by ge/alliant credit union</c:v>
                </c:pt>
                <c:pt idx="3051">
                  <c:v>somerville national lease &amp; rentals ltd</c:v>
                </c:pt>
                <c:pt idx="3052">
                  <c:v>north america financial</c:v>
                </c:pt>
                <c:pt idx="3053">
                  <c:v>s e r autobrokers llc</c:v>
                </c:pt>
                <c:pt idx="3054">
                  <c:v>nissan of fort worth</c:v>
                </c:pt>
                <c:pt idx="3055">
                  <c:v>motor werks of hoffman estates inc</c:v>
                </c:pt>
                <c:pt idx="3056">
                  <c:v>joe rizza ford of orland park inc</c:v>
                </c:pt>
                <c:pt idx="3057">
                  <c:v>euro auto collection inc</c:v>
                </c:pt>
                <c:pt idx="3058">
                  <c:v>floorplan xpress</c:v>
                </c:pt>
                <c:pt idx="3059">
                  <c:v>stanley chevrolet buick gmc gatesville</c:v>
                </c:pt>
                <c:pt idx="3060">
                  <c:v>budget rent a car/san antonio</c:v>
                </c:pt>
                <c:pt idx="3061">
                  <c:v>hot deals auto</c:v>
                </c:pt>
                <c:pt idx="3062">
                  <c:v>phil long ford of denver llc</c:v>
                </c:pt>
                <c:pt idx="3063">
                  <c:v>remarketing by ge/affiliated financial corp</c:v>
                </c:pt>
                <c:pt idx="3064">
                  <c:v>enterprise car sales/tulsa</c:v>
                </c:pt>
                <c:pt idx="3065">
                  <c:v>mesa leasing company</c:v>
                </c:pt>
                <c:pt idx="3066">
                  <c:v>rick case hyundai</c:v>
                </c:pt>
                <c:pt idx="3067">
                  <c:v>autonation chevrolet delray</c:v>
                </c:pt>
                <c:pt idx="3068">
                  <c:v>auto centers nissan inc</c:v>
                </c:pt>
                <c:pt idx="3069">
                  <c:v>educational system fcu</c:v>
                </c:pt>
                <c:pt idx="3070">
                  <c:v>westmont m imports inc</c:v>
                </c:pt>
                <c:pt idx="3071">
                  <c:v>manheim pittsburgh</c:v>
                </c:pt>
                <c:pt idx="3072">
                  <c:v>dayton andrews inc</c:v>
                </c:pt>
                <c:pt idx="3073">
                  <c:v>north penn imports inc</c:v>
                </c:pt>
                <c:pt idx="3074">
                  <c:v>north branch chevrolet</c:v>
                </c:pt>
                <c:pt idx="3075">
                  <c:v>win hyundai carson</c:v>
                </c:pt>
                <c:pt idx="3076">
                  <c:v>i 10 toyota</c:v>
                </c:pt>
                <c:pt idx="3077">
                  <c:v>s w corporation</c:v>
                </c:pt>
                <c:pt idx="3078">
                  <c:v>henderson chev buick pont gmc</c:v>
                </c:pt>
                <c:pt idx="3079">
                  <c:v>landmark mazda</c:v>
                </c:pt>
                <c:pt idx="3080">
                  <c:v>automotive 360 inc</c:v>
                </c:pt>
                <c:pt idx="3081">
                  <c:v>audi nashville</c:v>
                </c:pt>
                <c:pt idx="3082">
                  <c:v>central pacific bank</c:v>
                </c:pt>
                <c:pt idx="3083">
                  <c:v>marion ford inc</c:v>
                </c:pt>
                <c:pt idx="3084">
                  <c:v>zimbrick of middleton</c:v>
                </c:pt>
                <c:pt idx="3085">
                  <c:v>bourne enterprises</c:v>
                </c:pt>
                <c:pt idx="3086">
                  <c:v>lexus of serramonte</c:v>
                </c:pt>
                <c:pt idx="3087">
                  <c:v>mid atlantic auto inc</c:v>
                </c:pt>
                <c:pt idx="3088">
                  <c:v>carey paul honda</c:v>
                </c:pt>
                <c:pt idx="3089">
                  <c:v>audi st paul</c:v>
                </c:pt>
                <c:pt idx="3090">
                  <c:v>chignoli auto sales inc</c:v>
                </c:pt>
                <c:pt idx="3091">
                  <c:v>kull auto sales inc</c:v>
                </c:pt>
                <c:pt idx="3092">
                  <c:v>cars 911</c:v>
                </c:pt>
                <c:pt idx="3093">
                  <c:v>lexus of seattle llc</c:v>
                </c:pt>
                <c:pt idx="3094">
                  <c:v>friendly finance corp</c:v>
                </c:pt>
                <c:pt idx="3095">
                  <c:v>ron schmidts used cars</c:v>
                </c:pt>
                <c:pt idx="3096">
                  <c:v>nissan dealer blend/lake norman infiniti</c:v>
                </c:pt>
                <c:pt idx="3097">
                  <c:v>tuttle click mazda</c:v>
                </c:pt>
                <c:pt idx="3098">
                  <c:v>star buick gmc cadillac</c:v>
                </c:pt>
                <c:pt idx="3099">
                  <c:v>larson chrysler jeep dodge</c:v>
                </c:pt>
                <c:pt idx="3100">
                  <c:v>prestige of mahwah inc</c:v>
                </c:pt>
                <c:pt idx="3101">
                  <c:v>capitol chevrolet buick gmc</c:v>
                </c:pt>
                <c:pt idx="3102">
                  <c:v>sullivan arc</c:v>
                </c:pt>
                <c:pt idx="3103">
                  <c:v>dulles jeep kia subaru</c:v>
                </c:pt>
                <c:pt idx="3104">
                  <c:v>federal asset remarketing services</c:v>
                </c:pt>
                <c:pt idx="3105">
                  <c:v>harr chrysler jeep dodge</c:v>
                </c:pt>
                <c:pt idx="3106">
                  <c:v>five star chevrolet cadillac</c:v>
                </c:pt>
                <c:pt idx="3107">
                  <c:v>autonation nissan miami</c:v>
                </c:pt>
                <c:pt idx="3108">
                  <c:v>marios auto wholesale</c:v>
                </c:pt>
                <c:pt idx="3109">
                  <c:v>northstar ford</c:v>
                </c:pt>
                <c:pt idx="3110">
                  <c:v>nissan of union city</c:v>
                </c:pt>
                <c:pt idx="3111">
                  <c:v>autonation toyota mall of georgia</c:v>
                </c:pt>
                <c:pt idx="3112">
                  <c:v>stoudt auto sales inc</c:v>
                </c:pt>
                <c:pt idx="3113">
                  <c:v>budget rent a car/east point</c:v>
                </c:pt>
                <c:pt idx="3114">
                  <c:v>autoflex leasing</c:v>
                </c:pt>
                <c:pt idx="3115">
                  <c:v>walser nissan</c:v>
                </c:pt>
                <c:pt idx="3116">
                  <c:v>honda of gainesville</c:v>
                </c:pt>
                <c:pt idx="3117">
                  <c:v>nissan dealer blend/team nissan</c:v>
                </c:pt>
                <c:pt idx="3118">
                  <c:v>swo</c:v>
                </c:pt>
                <c:pt idx="3119">
                  <c:v>courtesy chevrolet</c:v>
                </c:pt>
                <c:pt idx="3120">
                  <c:v>strosnider chevrolet inc</c:v>
                </c:pt>
                <c:pt idx="3121">
                  <c:v>porter nissan buick</c:v>
                </c:pt>
                <c:pt idx="3122">
                  <c:v>bettenhausen motor sales inc</c:v>
                </c:pt>
                <c:pt idx="3123">
                  <c:v>roush honda</c:v>
                </c:pt>
                <c:pt idx="3124">
                  <c:v>hgreg.com</c:v>
                </c:pt>
                <c:pt idx="3125">
                  <c:v>semo motor co</c:v>
                </c:pt>
                <c:pt idx="3126">
                  <c:v>charlie cheap car</c:v>
                </c:pt>
                <c:pt idx="3127">
                  <c:v>street smart auto brokers</c:v>
                </c:pt>
                <c:pt idx="3128">
                  <c:v>autolink sales llc</c:v>
                </c:pt>
                <c:pt idx="3129">
                  <c:v>ars/enterprise rent a car</c:v>
                </c:pt>
                <c:pt idx="3130">
                  <c:v>the faricy boys</c:v>
                </c:pt>
                <c:pt idx="3131">
                  <c:v>educators credit union</c:v>
                </c:pt>
                <c:pt idx="3132">
                  <c:v>car drop</c:v>
                </c:pt>
                <c:pt idx="3133">
                  <c:v>smart auto</c:v>
                </c:pt>
                <c:pt idx="3134">
                  <c:v>centennial buick gmc</c:v>
                </c:pt>
                <c:pt idx="3135">
                  <c:v>chings trading</c:v>
                </c:pt>
                <c:pt idx="3136">
                  <c:v>new concepts leasing inc</c:v>
                </c:pt>
                <c:pt idx="3137">
                  <c:v>international honda</c:v>
                </c:pt>
                <c:pt idx="3138">
                  <c:v>alliance motor cars</c:v>
                </c:pt>
                <c:pt idx="3139">
                  <c:v>lindsay volkswagen of dulles</c:v>
                </c:pt>
                <c:pt idx="3140">
                  <c:v>atlanta dealer trades inc</c:v>
                </c:pt>
                <c:pt idx="3141">
                  <c:v>coulter nissan</c:v>
                </c:pt>
                <c:pt idx="3142">
                  <c:v>toyota of orange</c:v>
                </c:pt>
                <c:pt idx="3143">
                  <c:v>central florida postal credit union</c:v>
                </c:pt>
                <c:pt idx="3144">
                  <c:v>remktgedge/td bank/specialty</c:v>
                </c:pt>
                <c:pt idx="3145">
                  <c:v>college park motor cars inc</c:v>
                </c:pt>
                <c:pt idx="3146">
                  <c:v>cure inc</c:v>
                </c:pt>
                <c:pt idx="3147">
                  <c:v>sunset auto</c:v>
                </c:pt>
                <c:pt idx="3148">
                  <c:v>mercedes-benz of nashville</c:v>
                </c:pt>
                <c:pt idx="3149">
                  <c:v>new city funding</c:v>
                </c:pt>
                <c:pt idx="3150">
                  <c:v>south county auto center</c:v>
                </c:pt>
                <c:pt idx="3151">
                  <c:v>wyatt johnson automotive group inc</c:v>
                </c:pt>
                <c:pt idx="3152">
                  <c:v>ltd ford lincoln</c:v>
                </c:pt>
                <c:pt idx="3153">
                  <c:v>onemain rem/master car center</c:v>
                </c:pt>
                <c:pt idx="3154">
                  <c:v>crown direct llc</c:v>
                </c:pt>
                <c:pt idx="3155">
                  <c:v>crown hyundai</c:v>
                </c:pt>
                <c:pt idx="3156">
                  <c:v>cars unlimited niagara</c:v>
                </c:pt>
                <c:pt idx="3157">
                  <c:v>curry hyundai subaru</c:v>
                </c:pt>
                <c:pt idx="3158">
                  <c:v>victory auto sales inc</c:v>
                </c:pt>
                <c:pt idx="3159">
                  <c:v>pacifico ford inc</c:v>
                </c:pt>
                <c:pt idx="3160">
                  <c:v>hampton roads finance company</c:v>
                </c:pt>
                <c:pt idx="3161">
                  <c:v>m and m auto sales</c:v>
                </c:pt>
                <c:pt idx="3162">
                  <c:v>buddys auto sales llc</c:v>
                </c:pt>
                <c:pt idx="3163">
                  <c:v>spooner sales inc</c:v>
                </c:pt>
                <c:pt idx="3164">
                  <c:v>manheim north carolina</c:v>
                </c:pt>
                <c:pt idx="3165">
                  <c:v>shults ford lincoln</c:v>
                </c:pt>
                <c:pt idx="3166">
                  <c:v>future auto sales inc</c:v>
                </c:pt>
                <c:pt idx="3167">
                  <c:v>medlin hyundai</c:v>
                </c:pt>
                <c:pt idx="3168">
                  <c:v>lexus of south atlanta</c:v>
                </c:pt>
                <c:pt idx="3169">
                  <c:v>stanley ford mercury - eastland</c:v>
                </c:pt>
                <c:pt idx="3170">
                  <c:v>gary smith ford inc</c:v>
                </c:pt>
                <c:pt idx="3171">
                  <c:v>primeritus remarketing/midwest auto mart llc</c:v>
                </c:pt>
                <c:pt idx="3172">
                  <c:v>u save auto rental</c:v>
                </c:pt>
                <c:pt idx="3173">
                  <c:v>faulkner honda used cars</c:v>
                </c:pt>
                <c:pt idx="3174">
                  <c:v>classic audi</c:v>
                </c:pt>
                <c:pt idx="3175">
                  <c:v>fremont chevrolet</c:v>
                </c:pt>
                <c:pt idx="3176">
                  <c:v>orr bmw</c:v>
                </c:pt>
                <c:pt idx="3177">
                  <c:v>aristocrat motors</c:v>
                </c:pt>
                <c:pt idx="3178">
                  <c:v>pennstar bank/nbt bank na</c:v>
                </c:pt>
                <c:pt idx="3179">
                  <c:v>cabe toyota</c:v>
                </c:pt>
                <c:pt idx="3180">
                  <c:v>mcdonald independent pre owned subaru jeep</c:v>
                </c:pt>
                <c:pt idx="3181">
                  <c:v>autoshow sales and service</c:v>
                </c:pt>
                <c:pt idx="3182">
                  <c:v>800cash247</c:v>
                </c:pt>
                <c:pt idx="3183">
                  <c:v>lithia hyundai of fresno</c:v>
                </c:pt>
                <c:pt idx="3184">
                  <c:v>land rover redwood city</c:v>
                </c:pt>
                <c:pt idx="3185">
                  <c:v>wesley chapel toyota</c:v>
                </c:pt>
                <c:pt idx="3186">
                  <c:v>gene latta ford inc</c:v>
                </c:pt>
                <c:pt idx="3187">
                  <c:v>doan buick gmc</c:v>
                </c:pt>
                <c:pt idx="3188">
                  <c:v>riverside hyundai</c:v>
                </c:pt>
                <c:pt idx="3189">
                  <c:v>flag/cotroneo auto group</c:v>
                </c:pt>
                <c:pt idx="3190">
                  <c:v>la costa auto sales</c:v>
                </c:pt>
                <c:pt idx="3191">
                  <c:v>sun motor cars bmw</c:v>
                </c:pt>
                <c:pt idx="3192">
                  <c:v>bmw of nashville</c:v>
                </c:pt>
                <c:pt idx="3193">
                  <c:v>admiral leasing</c:v>
                </c:pt>
                <c:pt idx="3194">
                  <c:v>south coast subaru</c:v>
                </c:pt>
                <c:pt idx="3195">
                  <c:v>allstate remarketing service inc</c:v>
                </c:pt>
                <c:pt idx="3196">
                  <c:v>diablo motors</c:v>
                </c:pt>
                <c:pt idx="3197">
                  <c:v>boardwalk honda</c:v>
                </c:pt>
                <c:pt idx="3198">
                  <c:v>primeritus remarketing/austin century auto sales</c:v>
                </c:pt>
                <c:pt idx="3199">
                  <c:v>corporate america family credit union</c:v>
                </c:pt>
                <c:pt idx="3200">
                  <c:v>stephen wade auto center</c:v>
                </c:pt>
                <c:pt idx="3201">
                  <c:v>crown dodge of fayetteville</c:v>
                </c:pt>
                <c:pt idx="3202">
                  <c:v>city auto</c:v>
                </c:pt>
                <c:pt idx="3203">
                  <c:v>younger toyota</c:v>
                </c:pt>
                <c:pt idx="3204">
                  <c:v>infiniti of syracuse</c:v>
                </c:pt>
                <c:pt idx="3205">
                  <c:v>remarketing by ge/yusim</c:v>
                </c:pt>
                <c:pt idx="3206">
                  <c:v>delray auto mall</c:v>
                </c:pt>
                <c:pt idx="3207">
                  <c:v>southwest business corporation</c:v>
                </c:pt>
                <c:pt idx="3208">
                  <c:v>sunbelt chrysler jeep dodge inc</c:v>
                </c:pt>
                <c:pt idx="3209">
                  <c:v>mtn. view nissan  inc.</c:v>
                </c:pt>
                <c:pt idx="3210">
                  <c:v>rothrock motor sales inc</c:v>
                </c:pt>
                <c:pt idx="3211">
                  <c:v>virginia select auto</c:v>
                </c:pt>
                <c:pt idx="3212">
                  <c:v>munday chevrolet</c:v>
                </c:pt>
                <c:pt idx="3213">
                  <c:v>ss motors llc</c:v>
                </c:pt>
                <c:pt idx="3214">
                  <c:v>enterprise rent a car/london</c:v>
                </c:pt>
                <c:pt idx="3215">
                  <c:v>automart</c:v>
                </c:pt>
                <c:pt idx="3216">
                  <c:v>orlando car connection</c:v>
                </c:pt>
                <c:pt idx="3217">
                  <c:v>brand automotive financial services</c:v>
                </c:pt>
                <c:pt idx="3218">
                  <c:v>freeway investments</c:v>
                </c:pt>
                <c:pt idx="3219">
                  <c:v>primeritus remarketing/gateway affordable motors</c:v>
                </c:pt>
                <c:pt idx="3220">
                  <c:v>budget sales &amp; leasing</c:v>
                </c:pt>
                <c:pt idx="3221">
                  <c:v>aubrey alexander toyota</c:v>
                </c:pt>
                <c:pt idx="3222">
                  <c:v>bmw of fort myers</c:v>
                </c:pt>
                <c:pt idx="3223">
                  <c:v>north main motors inc</c:v>
                </c:pt>
                <c:pt idx="3224">
                  <c:v>mark one financial</c:v>
                </c:pt>
                <c:pt idx="3225">
                  <c:v>u save car &amp; truck renta</c:v>
                </c:pt>
                <c:pt idx="3226">
                  <c:v>five star auto sales corp.</c:v>
                </c:pt>
                <c:pt idx="3227">
                  <c:v>braman honda</c:v>
                </c:pt>
                <c:pt idx="3228">
                  <c:v>atlantic coast remarketing inc/jam</c:v>
                </c:pt>
                <c:pt idx="3229">
                  <c:v>marion motors llc</c:v>
                </c:pt>
                <c:pt idx="3230">
                  <c:v>autonation ford miami</c:v>
                </c:pt>
                <c:pt idx="3231">
                  <c:v>lokey nissan</c:v>
                </c:pt>
                <c:pt idx="3232">
                  <c:v>adventure rv &amp; auto sales inc</c:v>
                </c:pt>
                <c:pt idx="3233">
                  <c:v>frank kent honda</c:v>
                </c:pt>
                <c:pt idx="3234">
                  <c:v>pacific porsche</c:v>
                </c:pt>
                <c:pt idx="3235">
                  <c:v>gosch hyundai</c:v>
                </c:pt>
                <c:pt idx="3236">
                  <c:v>goyetteauto.com</c:v>
                </c:pt>
                <c:pt idx="3237">
                  <c:v>colonial toyota</c:v>
                </c:pt>
                <c:pt idx="3238">
                  <c:v>frederick chev cad olds</c:v>
                </c:pt>
                <c:pt idx="3239">
                  <c:v>dtag</c:v>
                </c:pt>
                <c:pt idx="3240">
                  <c:v>performance lexus</c:v>
                </c:pt>
                <c:pt idx="3241">
                  <c:v>auto/magic car sales</c:v>
                </c:pt>
                <c:pt idx="3242">
                  <c:v>laurel toyota scion</c:v>
                </c:pt>
                <c:pt idx="3243">
                  <c:v>seth wadley ford lincoln mercury</c:v>
                </c:pt>
                <c:pt idx="3244">
                  <c:v>gilboy automotive group</c:v>
                </c:pt>
                <c:pt idx="3245">
                  <c:v>norris ford</c:v>
                </c:pt>
                <c:pt idx="3246">
                  <c:v>roswell auto brokers inc</c:v>
                </c:pt>
                <c:pt idx="3247">
                  <c:v>ken stillwell ford merc inc</c:v>
                </c:pt>
                <c:pt idx="3248">
                  <c:v>apple honda isuzu chrysler plymouth</c:v>
                </c:pt>
                <c:pt idx="3249">
                  <c:v>broward county sheriffs office</c:v>
                </c:pt>
                <c:pt idx="3250">
                  <c:v>comfort auto rental/leasing dba comfort auto</c:v>
                </c:pt>
                <c:pt idx="3251">
                  <c:v>darcars toyota of baltimore</c:v>
                </c:pt>
                <c:pt idx="3252">
                  <c:v>wells auto group</c:v>
                </c:pt>
                <c:pt idx="3253">
                  <c:v>coventry auto sales</c:v>
                </c:pt>
                <c:pt idx="3254">
                  <c:v>mcgee's used cars</c:v>
                </c:pt>
                <c:pt idx="3255">
                  <c:v>high country auto center  inc.</c:v>
                </c:pt>
                <c:pt idx="3256">
                  <c:v>renew wholesale auto sales inc</c:v>
                </c:pt>
                <c:pt idx="3257">
                  <c:v>rehoboth beach motor cars</c:v>
                </c:pt>
                <c:pt idx="3258">
                  <c:v>albert &amp; jack inc</c:v>
                </c:pt>
                <c:pt idx="3259">
                  <c:v>mikhail okhtenberg</c:v>
                </c:pt>
                <c:pt idx="3260">
                  <c:v>crown honda of southpoint</c:v>
                </c:pt>
                <c:pt idx="3261">
                  <c:v>nissan dealer blend/holman infiniti</c:v>
                </c:pt>
                <c:pt idx="3262">
                  <c:v>rb motor finance/dba avis</c:v>
                </c:pt>
                <c:pt idx="3263">
                  <c:v>repo remarketing/obee fcu</c:v>
                </c:pt>
                <c:pt idx="3264">
                  <c:v>glesby marks corporation</c:v>
                </c:pt>
                <c:pt idx="3265">
                  <c:v>auto connect</c:v>
                </c:pt>
                <c:pt idx="3266">
                  <c:v>sky motor cars</c:v>
                </c:pt>
                <c:pt idx="3267">
                  <c:v>rays wholesale auto sales llc</c:v>
                </c:pt>
                <c:pt idx="3268">
                  <c:v>remarketing by ge/manheim louisville</c:v>
                </c:pt>
                <c:pt idx="3269">
                  <c:v>remarketing by ge/manheim albany</c:v>
                </c:pt>
                <c:pt idx="3270">
                  <c:v>ace auto wholesale inc</c:v>
                </c:pt>
                <c:pt idx="3271">
                  <c:v>five star toyota of milledgeville</c:v>
                </c:pt>
                <c:pt idx="3272">
                  <c:v>corona nissan</c:v>
                </c:pt>
                <c:pt idx="3273">
                  <c:v>remarketing by ge/mission fcu</c:v>
                </c:pt>
                <c:pt idx="3274">
                  <c:v>napletons auto werks inc</c:v>
                </c:pt>
                <c:pt idx="3275">
                  <c:v>quality auto wholesale llc</c:v>
                </c:pt>
                <c:pt idx="3276">
                  <c:v>fx caprara vlkwg trailer sales</c:v>
                </c:pt>
                <c:pt idx="3277">
                  <c:v>faulkner buick gmc</c:v>
                </c:pt>
                <c:pt idx="3278">
                  <c:v>victory mitsubishi</c:v>
                </c:pt>
                <c:pt idx="3279">
                  <c:v>remarketing by ge/arnie yusim leasing</c:v>
                </c:pt>
                <c:pt idx="3280">
                  <c:v>allen samuels chrysler dodge jeep ram</c:v>
                </c:pt>
                <c:pt idx="3281">
                  <c:v>maxwell chrysler jeep dodge</c:v>
                </c:pt>
                <c:pt idx="3282">
                  <c:v>love field chrysler dodge jeep ram</c:v>
                </c:pt>
                <c:pt idx="3283">
                  <c:v>hanover honda</c:v>
                </c:pt>
                <c:pt idx="3284">
                  <c:v>browns alexandria mazda</c:v>
                </c:pt>
                <c:pt idx="3285">
                  <c:v>mei finance</c:v>
                </c:pt>
                <c:pt idx="3286">
                  <c:v>first flight federal credit union</c:v>
                </c:pt>
                <c:pt idx="3287">
                  <c:v>toyota of somerset</c:v>
                </c:pt>
                <c:pt idx="3288">
                  <c:v>giles nissan</c:v>
                </c:pt>
                <c:pt idx="3289">
                  <c:v>stanley ford-mcgregor</c:v>
                </c:pt>
                <c:pt idx="3290">
                  <c:v>leto auto exchange</c:v>
                </c:pt>
                <c:pt idx="3291">
                  <c:v>autonation toyota gulf freeway</c:v>
                </c:pt>
                <c:pt idx="3292">
                  <c:v>good car company inc</c:v>
                </c:pt>
                <c:pt idx="3293">
                  <c:v>atlantic coast remarketing inc/baci</c:v>
                </c:pt>
                <c:pt idx="3294">
                  <c:v>united auto credit/atlanta</c:v>
                </c:pt>
                <c:pt idx="3295">
                  <c:v>grove dodge chrysler jeep</c:v>
                </c:pt>
                <c:pt idx="3296">
                  <c:v>remarketing by ge/film vehicle services</c:v>
                </c:pt>
                <c:pt idx="3297">
                  <c:v>west hills chrysler jeep</c:v>
                </c:pt>
                <c:pt idx="3298">
                  <c:v>flowers nissan</c:v>
                </c:pt>
                <c:pt idx="3299">
                  <c:v>flag/jaguar of tampa</c:v>
                </c:pt>
                <c:pt idx="3300">
                  <c:v>image fleet &amp; lease sales llc</c:v>
                </c:pt>
                <c:pt idx="3301">
                  <c:v>kb express auto sales</c:v>
                </c:pt>
                <c:pt idx="3302">
                  <c:v>bank of hawaii auto leasing department</c:v>
                </c:pt>
                <c:pt idx="3303">
                  <c:v>go auto finance</c:v>
                </c:pt>
                <c:pt idx="3304">
                  <c:v>remarketing by ge/mccoy leasing &amp; finance inc</c:v>
                </c:pt>
                <c:pt idx="3305">
                  <c:v>b &amp; j wholesale inc</c:v>
                </c:pt>
                <c:pt idx="3306">
                  <c:v>telhio credit union</c:v>
                </c:pt>
                <c:pt idx="3307">
                  <c:v>ooak motor group</c:v>
                </c:pt>
                <c:pt idx="3308">
                  <c:v>west financial acceptance</c:v>
                </c:pt>
                <c:pt idx="3309">
                  <c:v>morrissey motor company</c:v>
                </c:pt>
                <c:pt idx="3310">
                  <c:v>flag/left lane exotics llc</c:v>
                </c:pt>
                <c:pt idx="3311">
                  <c:v>j &amp; m auto sales</c:v>
                </c:pt>
                <c:pt idx="3312">
                  <c:v>premier motors-leasing  inc.</c:v>
                </c:pt>
                <c:pt idx="3313">
                  <c:v>arc financial</c:v>
                </c:pt>
                <c:pt idx="3314">
                  <c:v>byers ford llc</c:v>
                </c:pt>
                <c:pt idx="3315">
                  <c:v>al hendrickson toyota</c:v>
                </c:pt>
                <c:pt idx="3316">
                  <c:v>b a motor co ltd</c:v>
                </c:pt>
                <c:pt idx="3317">
                  <c:v>toms truck center inc</c:v>
                </c:pt>
                <c:pt idx="3318">
                  <c:v>beechmont audi inc</c:v>
                </c:pt>
                <c:pt idx="3319">
                  <c:v>faulkner bmw</c:v>
                </c:pt>
                <c:pt idx="3320">
                  <c:v>automotive holding co ltd</c:v>
                </c:pt>
                <c:pt idx="3321">
                  <c:v>curry auto center inc</c:v>
                </c:pt>
                <c:pt idx="3322">
                  <c:v>allegacy fcu</c:v>
                </c:pt>
                <c:pt idx="3323">
                  <c:v>globul</c:v>
                </c:pt>
                <c:pt idx="3324">
                  <c:v>town and country motors</c:v>
                </c:pt>
                <c:pt idx="3325">
                  <c:v>tuttle clicks tustin chrysler jeep dodge</c:v>
                </c:pt>
                <c:pt idx="3326">
                  <c:v>united imports</c:v>
                </c:pt>
                <c:pt idx="3327">
                  <c:v>healey ford lincoln llc</c:v>
                </c:pt>
                <c:pt idx="3328">
                  <c:v>rudolph honda</c:v>
                </c:pt>
                <c:pt idx="3329">
                  <c:v>barter holdings inc.</c:v>
                </c:pt>
                <c:pt idx="3330">
                  <c:v>c &amp; f remarketing llc</c:v>
                </c:pt>
                <c:pt idx="3331">
                  <c:v>fred anderson kia</c:v>
                </c:pt>
                <c:pt idx="3332">
                  <c:v>classic honda</c:v>
                </c:pt>
                <c:pt idx="3333">
                  <c:v>auto house llc</c:v>
                </c:pt>
                <c:pt idx="3334">
                  <c:v>bmw of west houston</c:v>
                </c:pt>
                <c:pt idx="3335">
                  <c:v>mercedes benz of sugarland</c:v>
                </c:pt>
                <c:pt idx="3336">
                  <c:v>brown's volkswagen suzuki</c:v>
                </c:pt>
                <c:pt idx="3337">
                  <c:v>baxter volkswagen</c:v>
                </c:pt>
                <c:pt idx="3338">
                  <c:v>huffines chrysler jeep dodge</c:v>
                </c:pt>
                <c:pt idx="3339">
                  <c:v>fairfield honda</c:v>
                </c:pt>
                <c:pt idx="3340">
                  <c:v>o'brien's automotive group</c:v>
                </c:pt>
                <c:pt idx="3341">
                  <c:v>d'amico chrysler dodge jeep</c:v>
                </c:pt>
                <c:pt idx="3342">
                  <c:v>national remarketing services</c:v>
                </c:pt>
                <c:pt idx="3343">
                  <c:v>h&amp;h chevrolet llc</c:v>
                </c:pt>
                <c:pt idx="3344">
                  <c:v>onemain rem/true credit auto wholesale</c:v>
                </c:pt>
                <c:pt idx="3345">
                  <c:v>century buick gmc</c:v>
                </c:pt>
                <c:pt idx="3346">
                  <c:v>desert toyota</c:v>
                </c:pt>
                <c:pt idx="3347">
                  <c:v>fred martin nissan</c:v>
                </c:pt>
                <c:pt idx="3348">
                  <c:v>autoyes</c:v>
                </c:pt>
                <c:pt idx="3349">
                  <c:v>weikert ford inc</c:v>
                </c:pt>
                <c:pt idx="3350">
                  <c:v>goss dodge inc</c:v>
                </c:pt>
                <c:pt idx="3351">
                  <c:v>bmw of houston north</c:v>
                </c:pt>
                <c:pt idx="3352">
                  <c:v>main line honda</c:v>
                </c:pt>
                <c:pt idx="3353">
                  <c:v>remarketing by ge/cardinal community cu  inc.</c:v>
                </c:pt>
                <c:pt idx="3354">
                  <c:v>plaza auto center inc</c:v>
                </c:pt>
                <c:pt idx="3355">
                  <c:v>auto one acceptance llc</c:v>
                </c:pt>
                <c:pt idx="3356">
                  <c:v>auto finance solutions</c:v>
                </c:pt>
                <c:pt idx="3357">
                  <c:v>autonation nissan delray</c:v>
                </c:pt>
                <c:pt idx="3358">
                  <c:v>credit union 1</c:v>
                </c:pt>
                <c:pt idx="3359">
                  <c:v>wesley chapel honda</c:v>
                </c:pt>
                <c:pt idx="3360">
                  <c:v>texas auto</c:v>
                </c:pt>
                <c:pt idx="3361">
                  <c:v>primeritus remarketing/american airlines</c:v>
                </c:pt>
                <c:pt idx="3362">
                  <c:v>consumer credit union</c:v>
                </c:pt>
                <c:pt idx="3363">
                  <c:v>phil moore buick gmc</c:v>
                </c:pt>
                <c:pt idx="3364">
                  <c:v>kuni lexus of greenwood village</c:v>
                </c:pt>
                <c:pt idx="3365">
                  <c:v>rudolph mazda</c:v>
                </c:pt>
                <c:pt idx="3366">
                  <c:v>hyundai mtrs of morris ct inc</c:v>
                </c:pt>
                <c:pt idx="3367">
                  <c:v>fomoco corp</c:v>
                </c:pt>
                <c:pt idx="3368">
                  <c:v>exotic motors corporation</c:v>
                </c:pt>
                <c:pt idx="3369">
                  <c:v>jacobs motors</c:v>
                </c:pt>
                <c:pt idx="3370">
                  <c:v>braman hyundai</c:v>
                </c:pt>
                <c:pt idx="3371">
                  <c:v>on trac auto sales</c:v>
                </c:pt>
                <c:pt idx="3372">
                  <c:v>frontline auto remarketing llc</c:v>
                </c:pt>
                <c:pt idx="3373">
                  <c:v>belcastro auto sales &amp; leasing</c:v>
                </c:pt>
                <c:pt idx="3374">
                  <c:v>south shore bmw</c:v>
                </c:pt>
                <c:pt idx="3375">
                  <c:v>huntington beach auto buyers</c:v>
                </c:pt>
                <c:pt idx="3376">
                  <c:v>remarketing by ge/people driven credit union</c:v>
                </c:pt>
                <c:pt idx="3377">
                  <c:v>gunn buick gmc ltd</c:v>
                </c:pt>
                <c:pt idx="3378">
                  <c:v>nissan north america - pickup request</c:v>
                </c:pt>
                <c:pt idx="3379">
                  <c:v>intermountain auto sales</c:v>
                </c:pt>
                <c:pt idx="3380">
                  <c:v>gray chrysler dodge jeep</c:v>
                </c:pt>
                <c:pt idx="3381">
                  <c:v>big joes auto sales</c:v>
                </c:pt>
                <c:pt idx="3382">
                  <c:v>larry h miller chrysler jeep dodge ram sandy</c:v>
                </c:pt>
                <c:pt idx="3383">
                  <c:v>adventure chrysler jeep</c:v>
                </c:pt>
                <c:pt idx="3384">
                  <c:v>matix motoring inc</c:v>
                </c:pt>
                <c:pt idx="3385">
                  <c:v>classic volkswagen</c:v>
                </c:pt>
                <c:pt idx="3386">
                  <c:v>goodman chevroletcadnissan inc</c:v>
                </c:pt>
                <c:pt idx="3387">
                  <c:v>healey hyundai inc</c:v>
                </c:pt>
                <c:pt idx="3388">
                  <c:v>brown's manassas kia</c:v>
                </c:pt>
                <c:pt idx="3389">
                  <c:v>jim marsh mitsubishi suzuki kia</c:v>
                </c:pt>
                <c:pt idx="3390">
                  <c:v>honda of marysville</c:v>
                </c:pt>
                <c:pt idx="3391">
                  <c:v>hertz car rental</c:v>
                </c:pt>
                <c:pt idx="3392">
                  <c:v>melody toyota</c:v>
                </c:pt>
                <c:pt idx="3393">
                  <c:v>autonation nissan orange park</c:v>
                </c:pt>
                <c:pt idx="3394">
                  <c:v>ron lewis ford</c:v>
                </c:pt>
                <c:pt idx="3395">
                  <c:v>paramount hyundai of hickory</c:v>
                </c:pt>
                <c:pt idx="3396">
                  <c:v>mac haik's southway ford</c:v>
                </c:pt>
                <c:pt idx="3397">
                  <c:v>lake gm auto center</c:v>
                </c:pt>
                <c:pt idx="3398">
                  <c:v>palmiero toyota</c:v>
                </c:pt>
                <c:pt idx="3399">
                  <c:v>co car toyota motor sales</c:v>
                </c:pt>
                <c:pt idx="3400">
                  <c:v>ferman bmw</c:v>
                </c:pt>
                <c:pt idx="3401">
                  <c:v>enterprise vehicle exchange inc. dallas</c:v>
                </c:pt>
                <c:pt idx="3402">
                  <c:v>performance toyota-scion of lavista</c:v>
                </c:pt>
                <c:pt idx="3403">
                  <c:v>hawaii usa fcu</c:v>
                </c:pt>
                <c:pt idx="3404">
                  <c:v>manheim ohio</c:v>
                </c:pt>
                <c:pt idx="3405">
                  <c:v>des plaines autoworks inc</c:v>
                </c:pt>
                <c:pt idx="3406">
                  <c:v>wholesale enterprises inc</c:v>
                </c:pt>
                <c:pt idx="3407">
                  <c:v>luxury sports &amp; imports</c:v>
                </c:pt>
                <c:pt idx="3408">
                  <c:v>master lease plan</c:v>
                </c:pt>
                <c:pt idx="3409">
                  <c:v>fields cadillac</c:v>
                </c:pt>
                <c:pt idx="3410">
                  <c:v>napleton's volkswagen of sanford</c:v>
                </c:pt>
                <c:pt idx="3411">
                  <c:v>exclusive motors</c:v>
                </c:pt>
                <c:pt idx="3412">
                  <c:v>mercedes benz of pleasanton</c:v>
                </c:pt>
                <c:pt idx="3413">
                  <c:v>mph import &amp; export inc</c:v>
                </c:pt>
                <c:pt idx="3414">
                  <c:v>advanced fleet services</c:v>
                </c:pt>
                <c:pt idx="3415">
                  <c:v>prestige toyota</c:v>
                </c:pt>
                <c:pt idx="3416">
                  <c:v>flag/dash motors inc</c:v>
                </c:pt>
                <c:pt idx="3417">
                  <c:v>premier members fcu</c:v>
                </c:pt>
                <c:pt idx="3418">
                  <c:v>lewisville mitsubishi</c:v>
                </c:pt>
                <c:pt idx="3419">
                  <c:v>the car store inc</c:v>
                </c:pt>
                <c:pt idx="3420">
                  <c:v>auto plaza</c:v>
                </c:pt>
                <c:pt idx="3421">
                  <c:v>cold lake ford</c:v>
                </c:pt>
                <c:pt idx="3422">
                  <c:v>anderson toyota scion</c:v>
                </c:pt>
                <c:pt idx="3423">
                  <c:v>remarketing by ge/manheim san diego</c:v>
                </c:pt>
                <c:pt idx="3424">
                  <c:v>porsche of fort myers</c:v>
                </c:pt>
                <c:pt idx="3425">
                  <c:v>new rogers pontiac inc</c:v>
                </c:pt>
                <c:pt idx="3426">
                  <c:v>budget rent a car of harrisburg  pa</c:v>
                </c:pt>
                <c:pt idx="3427">
                  <c:v>uag hudson cjd llc</c:v>
                </c:pt>
                <c:pt idx="3428">
                  <c:v>kolosso chrysler jeep dodge</c:v>
                </c:pt>
                <c:pt idx="3429">
                  <c:v>go right auto group</c:v>
                </c:pt>
                <c:pt idx="3430">
                  <c:v>titlemax/balcone heights tx1</c:v>
                </c:pt>
                <c:pt idx="3431">
                  <c:v>repo remarketing/arizona central credit union</c:v>
                </c:pt>
                <c:pt idx="3432">
                  <c:v>hamel chevrolet buick gmc ltee</c:v>
                </c:pt>
                <c:pt idx="3433">
                  <c:v>beaman dodge chrysler jeep ram</c:v>
                </c:pt>
                <c:pt idx="3434">
                  <c:v>gsa sales inc</c:v>
                </c:pt>
                <c:pt idx="3435">
                  <c:v>modern enterprises</c:v>
                </c:pt>
                <c:pt idx="3436">
                  <c:v>lorenzo bomnin chevrolet</c:v>
                </c:pt>
                <c:pt idx="3437">
                  <c:v>wantcar inc</c:v>
                </c:pt>
                <c:pt idx="3438">
                  <c:v>gurley leep hyundai subaru saab car city</c:v>
                </c:pt>
                <c:pt idx="3439">
                  <c:v>cowboy finance llc</c:v>
                </c:pt>
                <c:pt idx="3440">
                  <c:v>park ford of mahopac inc</c:v>
                </c:pt>
                <c:pt idx="3441">
                  <c:v>primeritus remarketing/aras</c:v>
                </c:pt>
                <c:pt idx="3442">
                  <c:v>byers imports llc</c:v>
                </c:pt>
                <c:pt idx="3443">
                  <c:v>fiserv/community bank</c:v>
                </c:pt>
                <c:pt idx="3444">
                  <c:v>augusta motor group inc.</c:v>
                </c:pt>
                <c:pt idx="3445">
                  <c:v>pegues hurst motor company</c:v>
                </c:pt>
                <c:pt idx="3446">
                  <c:v>palm beach auto group</c:v>
                </c:pt>
                <c:pt idx="3447">
                  <c:v>jaguar annapolis</c:v>
                </c:pt>
                <c:pt idx="3448">
                  <c:v>dream jeep</c:v>
                </c:pt>
                <c:pt idx="3449">
                  <c:v>avis rac/pv holding/san francisco</c:v>
                </c:pt>
                <c:pt idx="3450">
                  <c:v>lakeland toyota/lakeland scion</c:v>
                </c:pt>
                <c:pt idx="3451">
                  <c:v>mercedes benz of westminster</c:v>
                </c:pt>
                <c:pt idx="3452">
                  <c:v>hughes honda</c:v>
                </c:pt>
                <c:pt idx="3453">
                  <c:v>clay nissan of newton inc.</c:v>
                </c:pt>
                <c:pt idx="3454">
                  <c:v>landmark dodge inc</c:v>
                </c:pt>
                <c:pt idx="3455">
                  <c:v>pricedrite auto sales inc</c:v>
                </c:pt>
                <c:pt idx="3456">
                  <c:v>miracle chrysler-dodge-jeep  inc.</c:v>
                </c:pt>
                <c:pt idx="3457">
                  <c:v>bel air nissan subaru inc</c:v>
                </c:pt>
                <c:pt idx="3458">
                  <c:v>burnsville toyota</c:v>
                </c:pt>
                <c:pt idx="3459">
                  <c:v>hendrick honda daytona</c:v>
                </c:pt>
                <c:pt idx="3460">
                  <c:v>criswell nissan</c:v>
                </c:pt>
                <c:pt idx="3461">
                  <c:v>cherokee ford lincoln mercury of alpharetta llc</c:v>
                </c:pt>
                <c:pt idx="3462">
                  <c:v>southwest kia nw</c:v>
                </c:pt>
                <c:pt idx="3463">
                  <c:v>lucas dodge inc</c:v>
                </c:pt>
                <c:pt idx="3464">
                  <c:v>volkswagen of kirkland</c:v>
                </c:pt>
                <c:pt idx="3465">
                  <c:v>asi fcu</c:v>
                </c:pt>
                <c:pt idx="3466">
                  <c:v>floorplan xpress llc</c:v>
                </c:pt>
                <c:pt idx="3467">
                  <c:v>dowling toyota of litchfield</c:v>
                </c:pt>
                <c:pt idx="3468">
                  <c:v>united inventory control inc</c:v>
                </c:pt>
                <c:pt idx="3469">
                  <c:v>remarketing by ge/eglin fcu</c:v>
                </c:pt>
                <c:pt idx="3470">
                  <c:v>wildwood motors</c:v>
                </c:pt>
                <c:pt idx="3471">
                  <c:v>the key finance</c:v>
                </c:pt>
                <c:pt idx="3472">
                  <c:v>curry honda</c:v>
                </c:pt>
                <c:pt idx="3473">
                  <c:v>jackson lease inc</c:v>
                </c:pt>
                <c:pt idx="3474">
                  <c:v>exotic auto sales</c:v>
                </c:pt>
                <c:pt idx="3475">
                  <c:v>hyundai of gadsden</c:v>
                </c:pt>
                <c:pt idx="3476">
                  <c:v>caparra motor services inc. dba target rac</c:v>
                </c:pt>
                <c:pt idx="3477">
                  <c:v>lexus of warwick</c:v>
                </c:pt>
                <c:pt idx="3478">
                  <c:v>crown jaguar</c:v>
                </c:pt>
                <c:pt idx="3479">
                  <c:v>maurice schwartz</c:v>
                </c:pt>
                <c:pt idx="3480">
                  <c:v>stykemain pontiac buick gmc ltd</c:v>
                </c:pt>
                <c:pt idx="3481">
                  <c:v>diaz and sons auto sales inc</c:v>
                </c:pt>
                <c:pt idx="3482">
                  <c:v>faulkner nissan</c:v>
                </c:pt>
                <c:pt idx="3483">
                  <c:v>coast acceptance corp</c:v>
                </c:pt>
                <c:pt idx="3484">
                  <c:v>bob johnson chevrolet</c:v>
                </c:pt>
                <c:pt idx="3485">
                  <c:v>rogers &amp; rogers nissan</c:v>
                </c:pt>
                <c:pt idx="3486">
                  <c:v>nissan dealer blend/mcgrath nissan</c:v>
                </c:pt>
                <c:pt idx="3487">
                  <c:v>packey webb ford</c:v>
                </c:pt>
                <c:pt idx="3488">
                  <c:v>rhinelander chrysler dodge jeep ram</c:v>
                </c:pt>
                <c:pt idx="3489">
                  <c:v>fiat of strongsville</c:v>
                </c:pt>
                <c:pt idx="3490">
                  <c:v>fred raynor ford</c:v>
                </c:pt>
                <c:pt idx="3491">
                  <c:v>fuccillo kia</c:v>
                </c:pt>
                <c:pt idx="3492">
                  <c:v>vip auto enterprises inc</c:v>
                </c:pt>
                <c:pt idx="3493">
                  <c:v>bergstrom infiniti of the fox valley</c:v>
                </c:pt>
                <c:pt idx="3494">
                  <c:v>queen city motors</c:v>
                </c:pt>
                <c:pt idx="3495">
                  <c:v>remarketing by ge/chandler auto sales</c:v>
                </c:pt>
                <c:pt idx="3496">
                  <c:v>alse auto</c:v>
                </c:pt>
                <c:pt idx="3497">
                  <c:v>atlantic coast remarketing inc/bai</c:v>
                </c:pt>
                <c:pt idx="3498">
                  <c:v>the bank of southside virginia</c:v>
                </c:pt>
                <c:pt idx="3499">
                  <c:v>kia matane</c:v>
                </c:pt>
                <c:pt idx="3500">
                  <c:v>chase remarketing and financial</c:v>
                </c:pt>
                <c:pt idx="3501">
                  <c:v>evergreen kia</c:v>
                </c:pt>
                <c:pt idx="3502">
                  <c:v>manheim auctions</c:v>
                </c:pt>
                <c:pt idx="3503">
                  <c:v>platinum auto group inc</c:v>
                </c:pt>
                <c:pt idx="3504">
                  <c:v>boyd honda of south hill</c:v>
                </c:pt>
                <c:pt idx="3505">
                  <c:v>zeibak auto trading</c:v>
                </c:pt>
                <c:pt idx="3506">
                  <c:v>cherry hill nissan inc</c:v>
                </c:pt>
                <c:pt idx="3507">
                  <c:v>onesource/toyota mall of georgia</c:v>
                </c:pt>
                <c:pt idx="3508">
                  <c:v>workman motor company inc</c:v>
                </c:pt>
                <c:pt idx="3509">
                  <c:v>collateral services</c:v>
                </c:pt>
                <c:pt idx="3510">
                  <c:v>888 motors</c:v>
                </c:pt>
                <c:pt idx="3511">
                  <c:v>oars fleet lease llc</c:v>
                </c:pt>
                <c:pt idx="3512">
                  <c:v>mid atlantic finance /clearwater</c:v>
                </c:pt>
                <c:pt idx="3513">
                  <c:v>rockie williams premier dod chry jeep</c:v>
                </c:pt>
                <c:pt idx="3514">
                  <c:v>riverside car store inc</c:v>
                </c:pt>
                <c:pt idx="3515">
                  <c:v>cnh capital</c:v>
                </c:pt>
                <c:pt idx="3516">
                  <c:v>more automotive products inc</c:v>
                </c:pt>
                <c:pt idx="3517">
                  <c:v>autobahn west enterprises inc</c:v>
                </c:pt>
                <c:pt idx="3518">
                  <c:v>global auto group inc</c:v>
                </c:pt>
                <c:pt idx="3519">
                  <c:v>onemain rem/international auto sales</c:v>
                </c:pt>
                <c:pt idx="3520">
                  <c:v>subaru of las vegas</c:v>
                </c:pt>
                <c:pt idx="3521">
                  <c:v>alexander r antkowiak auto sales</c:v>
                </c:pt>
                <c:pt idx="3522">
                  <c:v>double e motors</c:v>
                </c:pt>
                <c:pt idx="3523">
                  <c:v>hendrick porsche</c:v>
                </c:pt>
                <c:pt idx="3524">
                  <c:v>rairdon's dodge chrysler jeep of kirkland</c:v>
                </c:pt>
                <c:pt idx="3525">
                  <c:v>classic dodge chrysler jeep</c:v>
                </c:pt>
                <c:pt idx="3526">
                  <c:v>mercedes benz of cincinnati llc</c:v>
                </c:pt>
                <c:pt idx="3527">
                  <c:v>hi class auto sales inc</c:v>
                </c:pt>
                <c:pt idx="3528">
                  <c:v>dover fcu</c:v>
                </c:pt>
                <c:pt idx="3529">
                  <c:v>auto city</c:v>
                </c:pt>
                <c:pt idx="3530">
                  <c:v>downtown motors inc</c:v>
                </c:pt>
                <c:pt idx="3531">
                  <c:v>pacific auto trade inc</c:v>
                </c:pt>
                <c:pt idx="3532">
                  <c:v>bergstrom neenah gm</c:v>
                </c:pt>
                <c:pt idx="3533">
                  <c:v>colorado river ford of kingman</c:v>
                </c:pt>
                <c:pt idx="3534">
                  <c:v>clearwater toyota</c:v>
                </c:pt>
                <c:pt idx="3535">
                  <c:v>faulkner auto sales</c:v>
                </c:pt>
                <c:pt idx="3536">
                  <c:v>manheim resale llc</c:v>
                </c:pt>
                <c:pt idx="3537">
                  <c:v>edward oshea</c:v>
                </c:pt>
                <c:pt idx="3538">
                  <c:v>michael's motor co.</c:v>
                </c:pt>
                <c:pt idx="3539">
                  <c:v>autonation honda lewisville</c:v>
                </c:pt>
                <c:pt idx="3540">
                  <c:v>thornhill acura</c:v>
                </c:pt>
                <c:pt idx="3541">
                  <c:v>awn sales ltd</c:v>
                </c:pt>
                <c:pt idx="3542">
                  <c:v>super auto</c:v>
                </c:pt>
                <c:pt idx="3543">
                  <c:v>automotive dynamics</c:v>
                </c:pt>
                <c:pt idx="3544">
                  <c:v>onemain rem/city select motors</c:v>
                </c:pt>
                <c:pt idx="3545">
                  <c:v>luther brookdale chrysler jeep dodge</c:v>
                </c:pt>
                <c:pt idx="3546">
                  <c:v>just right auto deals</c:v>
                </c:pt>
                <c:pt idx="3547">
                  <c:v>lynn hines used cars</c:v>
                </c:pt>
                <c:pt idx="3548">
                  <c:v>dewey dodge jeep</c:v>
                </c:pt>
                <c:pt idx="3549">
                  <c:v>keller bros dodge</c:v>
                </c:pt>
                <c:pt idx="3550">
                  <c:v>flag/ferman bmw</c:v>
                </c:pt>
                <c:pt idx="3551">
                  <c:v>national credit union administration/asset mgmt</c:v>
                </c:pt>
                <c:pt idx="3552">
                  <c:v>lease plan/wal-mart stores</c:v>
                </c:pt>
                <c:pt idx="3553">
                  <c:v>bryans cars.com</c:v>
                </c:pt>
                <c:pt idx="3554">
                  <c:v>dixie buick gmc truck inc</c:v>
                </c:pt>
                <c:pt idx="3555">
                  <c:v>autonation toyota scion leesburg</c:v>
                </c:pt>
                <c:pt idx="3556">
                  <c:v>nelson auto sales inc</c:v>
                </c:pt>
                <c:pt idx="3557">
                  <c:v>lansdale chrysler dodge jeep ram</c:v>
                </c:pt>
                <c:pt idx="3558">
                  <c:v>valenti motors inc</c:v>
                </c:pt>
                <c:pt idx="3559">
                  <c:v>mears motor leasing</c:v>
                </c:pt>
                <c:pt idx="3560">
                  <c:v>elite auto wholesale</c:v>
                </c:pt>
                <c:pt idx="3561">
                  <c:v>conway chry dodge jeep inc</c:v>
                </c:pt>
                <c:pt idx="3562">
                  <c:v>premiere chevrolet inc</c:v>
                </c:pt>
                <c:pt idx="3563">
                  <c:v>international toyota subaru</c:v>
                </c:pt>
                <c:pt idx="3564">
                  <c:v>frederick ford inc</c:v>
                </c:pt>
                <c:pt idx="3565">
                  <c:v>interstate motors</c:v>
                </c:pt>
                <c:pt idx="3566">
                  <c:v>fleet services inc</c:v>
                </c:pt>
                <c:pt idx="3567">
                  <c:v>titan motors inc</c:v>
                </c:pt>
                <c:pt idx="3568">
                  <c:v>car cash of new jersey llc</c:v>
                </c:pt>
                <c:pt idx="3569">
                  <c:v>dtag dollar thrifty auto group/gm</c:v>
                </c:pt>
                <c:pt idx="3570">
                  <c:v>hendrick nissan kansas city</c:v>
                </c:pt>
                <c:pt idx="3571">
                  <c:v>goldstein subaru</c:v>
                </c:pt>
                <c:pt idx="3572">
                  <c:v>myrtle beach chry jeep inc</c:v>
                </c:pt>
                <c:pt idx="3573">
                  <c:v>select remarketing group llc/midwest title loans</c:v>
                </c:pt>
                <c:pt idx="3574">
                  <c:v>southwest national bank</c:v>
                </c:pt>
                <c:pt idx="3575">
                  <c:v>remarketing by ge/betal autoplex ltd</c:v>
                </c:pt>
                <c:pt idx="3576">
                  <c:v>ws healey chevrolet buick inc</c:v>
                </c:pt>
                <c:pt idx="3577">
                  <c:v>arcadia motors inc</c:v>
                </c:pt>
                <c:pt idx="3578">
                  <c:v>cac motors</c:v>
                </c:pt>
                <c:pt idx="3579">
                  <c:v>infiniti of coconut creek</c:v>
                </c:pt>
                <c:pt idx="3580">
                  <c:v>hyundai of cookeville</c:v>
                </c:pt>
                <c:pt idx="3581">
                  <c:v>credit union remarketing solutions</c:v>
                </c:pt>
                <c:pt idx="3582">
                  <c:v>preston of sharon</c:v>
                </c:pt>
                <c:pt idx="3583">
                  <c:v>detroit west auto wholesale</c:v>
                </c:pt>
                <c:pt idx="3584">
                  <c:v>remarketing by ge/cable-dahmer of kansas city</c:v>
                </c:pt>
                <c:pt idx="3585">
                  <c:v>classic mazda</c:v>
                </c:pt>
                <c:pt idx="3586">
                  <c:v>lincoln of olympia</c:v>
                </c:pt>
                <c:pt idx="3587">
                  <c:v>repo remarketing/sce federal credit union</c:v>
                </c:pt>
                <c:pt idx="3588">
                  <c:v>dorazio ford inc</c:v>
                </c:pt>
                <c:pt idx="3589">
                  <c:v>mar-max corp inc/cenit leasing</c:v>
                </c:pt>
                <c:pt idx="3590">
                  <c:v>ed bresnahan a/s dba thrifty rac</c:v>
                </c:pt>
                <c:pt idx="3591">
                  <c:v>classic cadillac saab</c:v>
                </c:pt>
                <c:pt idx="3592">
                  <c:v>cash money cars llc</c:v>
                </c:pt>
                <c:pt idx="3593">
                  <c:v>mark beutz auto sales</c:v>
                </c:pt>
                <c:pt idx="3594">
                  <c:v>a+ autobrokers inc</c:v>
                </c:pt>
                <c:pt idx="3595">
                  <c:v>hertrich family</c:v>
                </c:pt>
                <c:pt idx="3596">
                  <c:v>bentley tysons</c:v>
                </c:pt>
                <c:pt idx="3597">
                  <c:v>automotive avenues  inc</c:v>
                </c:pt>
                <c:pt idx="3598">
                  <c:v>primeritus remarketing/yem</c:v>
                </c:pt>
                <c:pt idx="3599">
                  <c:v>remarketing by ge/kemba financial credit union</c:v>
                </c:pt>
                <c:pt idx="3600">
                  <c:v>scarsview plymouth chrysler jeep eagle</c:v>
                </c:pt>
                <c:pt idx="3601">
                  <c:v>larry h miller toyota scion boulder</c:v>
                </c:pt>
                <c:pt idx="3602">
                  <c:v>transitowne dodge chrysler jeep of williamsville</c:v>
                </c:pt>
                <c:pt idx="3603">
                  <c:v>ars/meridian remarketing</c:v>
                </c:pt>
                <c:pt idx="3604">
                  <c:v>bmw northwest</c:v>
                </c:pt>
                <c:pt idx="3605">
                  <c:v>lafontaine ford of lansing</c:v>
                </c:pt>
                <c:pt idx="3606">
                  <c:v>faulkner nissan inc</c:v>
                </c:pt>
                <c:pt idx="3607">
                  <c:v>h j auto group inc</c:v>
                </c:pt>
                <c:pt idx="3608">
                  <c:v>rockville auto vehicle</c:v>
                </c:pt>
                <c:pt idx="3609">
                  <c:v>flexi lease inc</c:v>
                </c:pt>
                <c:pt idx="3610">
                  <c:v>deragon location inc</c:v>
                </c:pt>
                <c:pt idx="3611">
                  <c:v>don jacobs imports inc</c:v>
                </c:pt>
                <c:pt idx="3612">
                  <c:v>state superior fin</c:v>
                </c:pt>
                <c:pt idx="3613">
                  <c:v>lakeland chrysler dodge jeep</c:v>
                </c:pt>
                <c:pt idx="3614">
                  <c:v>hardy automotive llc</c:v>
                </c:pt>
                <c:pt idx="3615">
                  <c:v>dch millburn audi</c:v>
                </c:pt>
                <c:pt idx="3616">
                  <c:v>auto x-change inc</c:v>
                </c:pt>
                <c:pt idx="3617">
                  <c:v>magna auto rentals inc</c:v>
                </c:pt>
                <c:pt idx="3618">
                  <c:v>discount motors</c:v>
                </c:pt>
                <c:pt idx="3619">
                  <c:v>mcgrath city hyundai inc</c:v>
                </c:pt>
                <c:pt idx="3620">
                  <c:v>remarketing by ge/gaia llc</c:v>
                </c:pt>
                <c:pt idx="3621">
                  <c:v>canuck auto sales</c:v>
                </c:pt>
                <c:pt idx="3622">
                  <c:v>bachman auto group  inc.</c:v>
                </c:pt>
                <c:pt idx="3623">
                  <c:v>darcars of rockville inc</c:v>
                </c:pt>
                <c:pt idx="3624">
                  <c:v>axcess financial</c:v>
                </c:pt>
                <c:pt idx="3625">
                  <c:v>billy mauer chevrolet</c:v>
                </c:pt>
                <c:pt idx="3626">
                  <c:v>clutch georgia  llc</c:v>
                </c:pt>
                <c:pt idx="3627">
                  <c:v>los angeles japanese auto corp</c:v>
                </c:pt>
                <c:pt idx="3628">
                  <c:v>motor galaxy inc</c:v>
                </c:pt>
                <c:pt idx="3629">
                  <c:v>lafontaine nissan inc</c:v>
                </c:pt>
                <c:pt idx="3630">
                  <c:v>toyota walnut creek</c:v>
                </c:pt>
                <c:pt idx="3631">
                  <c:v>binghamton chrysler jeep dodge</c:v>
                </c:pt>
                <c:pt idx="3632">
                  <c:v>sixrentals corp</c:v>
                </c:pt>
                <c:pt idx="3633">
                  <c:v>bellmobile inc</c:v>
                </c:pt>
                <c:pt idx="3634">
                  <c:v>boast volkswagen</c:v>
                </c:pt>
                <c:pt idx="3635">
                  <c:v>lxm motorcars</c:v>
                </c:pt>
                <c:pt idx="3636">
                  <c:v>fleetway leasing company</c:v>
                </c:pt>
                <c:pt idx="3637">
                  <c:v>larry h. miller toyota</c:v>
                </c:pt>
                <c:pt idx="3638">
                  <c:v>northwest fleet lease inc</c:v>
                </c:pt>
                <c:pt idx="3639">
                  <c:v>honda motorwerks</c:v>
                </c:pt>
                <c:pt idx="3640">
                  <c:v>mazda of lakewood</c:v>
                </c:pt>
                <c:pt idx="3641">
                  <c:v>onemain rem/intigue motors</c:v>
                </c:pt>
                <c:pt idx="3642">
                  <c:v>imperial rides</c:v>
                </c:pt>
                <c:pt idx="3643">
                  <c:v>golden west motors</c:v>
                </c:pt>
                <c:pt idx="3644">
                  <c:v>kars forever</c:v>
                </c:pt>
                <c:pt idx="3645">
                  <c:v>sheridan ford sales</c:v>
                </c:pt>
                <c:pt idx="3646">
                  <c:v>mcmahon leasing/mcmahon motors</c:v>
                </c:pt>
                <c:pt idx="3647">
                  <c:v>beshoff motorcars</c:v>
                </c:pt>
                <c:pt idx="3648">
                  <c:v>wiz leasing inc</c:v>
                </c:pt>
                <c:pt idx="3649">
                  <c:v>hallmark cards inc</c:v>
                </c:pt>
                <c:pt idx="3650">
                  <c:v>south coast acura</c:v>
                </c:pt>
                <c:pt idx="3651">
                  <c:v>isringhausen imports inc</c:v>
                </c:pt>
                <c:pt idx="3652">
                  <c:v>695 auto sales &amp; service</c:v>
                </c:pt>
                <c:pt idx="3653">
                  <c:v>morries 394 hyundai</c:v>
                </c:pt>
                <c:pt idx="3654">
                  <c:v>safford kia of fredericksburg</c:v>
                </c:pt>
                <c:pt idx="3655">
                  <c:v>america's united financial llc</c:v>
                </c:pt>
                <c:pt idx="3656">
                  <c:v>bergeys auto sales and service</c:v>
                </c:pt>
                <c:pt idx="3657">
                  <c:v>murray ford mercury inc</c:v>
                </c:pt>
                <c:pt idx="3658">
                  <c:v>price ford</c:v>
                </c:pt>
                <c:pt idx="3659">
                  <c:v>onesource/toyota of melbourne</c:v>
                </c:pt>
                <c:pt idx="3660">
                  <c:v>long mcarthur inc</c:v>
                </c:pt>
                <c:pt idx="3661">
                  <c:v>dondelinger chev cad inc</c:v>
                </c:pt>
                <c:pt idx="3662">
                  <c:v>jackson's auto mart inc</c:v>
                </c:pt>
                <c:pt idx="3663">
                  <c:v>five star florence llc</c:v>
                </c:pt>
                <c:pt idx="3664">
                  <c:v>titlemax/windcrest tx1</c:v>
                </c:pt>
                <c:pt idx="3665">
                  <c:v>car saver</c:v>
                </c:pt>
                <c:pt idx="3666">
                  <c:v>stateline chrysler jeep dodge inc</c:v>
                </c:pt>
                <c:pt idx="3667">
                  <c:v>worldwide sales &amp; leasing llc</c:v>
                </c:pt>
                <c:pt idx="3668">
                  <c:v>warren henry infiniti inc</c:v>
                </c:pt>
                <c:pt idx="3669">
                  <c:v>mcgrath lexus of chicago</c:v>
                </c:pt>
                <c:pt idx="3670">
                  <c:v>dch kia of temecula</c:v>
                </c:pt>
                <c:pt idx="3671">
                  <c:v>century auto group</c:v>
                </c:pt>
                <c:pt idx="3672">
                  <c:v>ford of ocala</c:v>
                </c:pt>
                <c:pt idx="3673">
                  <c:v>olathe dodge chrysler jeep</c:v>
                </c:pt>
                <c:pt idx="3674">
                  <c:v>autonation direct</c:v>
                </c:pt>
                <c:pt idx="3675">
                  <c:v>ourisman volkswagen mazda of rockville</c:v>
                </c:pt>
                <c:pt idx="3676">
                  <c:v>worldwide auto sales and service llc</c:v>
                </c:pt>
                <c:pt idx="3677">
                  <c:v>granite buick gmc inc</c:v>
                </c:pt>
                <c:pt idx="3678">
                  <c:v>mercedes benz of southampton</c:v>
                </c:pt>
                <c:pt idx="3679">
                  <c:v>metro kia of raynham</c:v>
                </c:pt>
                <c:pt idx="3680">
                  <c:v>palisades dealer funding llc</c:v>
                </c:pt>
                <c:pt idx="3681">
                  <c:v>premier mazda</c:v>
                </c:pt>
                <c:pt idx="3682">
                  <c:v>discover preowned sales</c:v>
                </c:pt>
                <c:pt idx="3683">
                  <c:v>wranglers unlimited llc</c:v>
                </c:pt>
                <c:pt idx="3684">
                  <c:v>hrm auto sales inc</c:v>
                </c:pt>
                <c:pt idx="3685">
                  <c:v>ars/erac canada limited</c:v>
                </c:pt>
                <c:pt idx="3686">
                  <c:v>frontline enterprises inc</c:v>
                </c:pt>
                <c:pt idx="3687">
                  <c:v>napletons goldcoast imports inc</c:v>
                </c:pt>
                <c:pt idx="3688">
                  <c:v>jake group</c:v>
                </c:pt>
                <c:pt idx="3689">
                  <c:v>donlen/ray chevrolet</c:v>
                </c:pt>
                <c:pt idx="3690">
                  <c:v>advantage ford of stuart inc</c:v>
                </c:pt>
                <c:pt idx="3691">
                  <c:v>walker's renton subaru</c:v>
                </c:pt>
                <c:pt idx="3692">
                  <c:v>autonation ford burleson</c:v>
                </c:pt>
                <c:pt idx="3693">
                  <c:v>van devere inc</c:v>
                </c:pt>
                <c:pt idx="3694">
                  <c:v>remarketing by ge/manheim northstar</c:v>
                </c:pt>
                <c:pt idx="3695">
                  <c:v>st claire cadillac/ st claire oldsmobile</c:v>
                </c:pt>
                <c:pt idx="3696">
                  <c:v>acr (atlanta car remarketing inc)</c:v>
                </c:pt>
                <c:pt idx="3697">
                  <c:v>onesource/earl stewart toyota</c:v>
                </c:pt>
                <c:pt idx="3698">
                  <c:v>high line auto inc</c:v>
                </c:pt>
                <c:pt idx="3699">
                  <c:v>audi minneapolis</c:v>
                </c:pt>
                <c:pt idx="3700">
                  <c:v>park ave motor corp</c:v>
                </c:pt>
                <c:pt idx="3701">
                  <c:v>delacom inc</c:v>
                </c:pt>
                <c:pt idx="3702">
                  <c:v>atlantic coast remarketing inc/kdi</c:v>
                </c:pt>
                <c:pt idx="3703">
                  <c:v>autonation chevrolet northpoint</c:v>
                </c:pt>
                <c:pt idx="3704">
                  <c:v>onemain rem/shak's auto sales inc</c:v>
                </c:pt>
                <c:pt idx="3705">
                  <c:v>ik autowholesale inc</c:v>
                </c:pt>
                <c:pt idx="3706">
                  <c:v>anderson automotive group inc</c:v>
                </c:pt>
                <c:pt idx="3707">
                  <c:v>sheridan nissan llc</c:v>
                </c:pt>
                <c:pt idx="3708">
                  <c:v>university of virginia community credit union</c:v>
                </c:pt>
                <c:pt idx="3709">
                  <c:v>mike albert leasing  inc</c:v>
                </c:pt>
                <c:pt idx="3710">
                  <c:v>fletcher jones automotive ent</c:v>
                </c:pt>
                <c:pt idx="3711">
                  <c:v>mercedes benz of fresno</c:v>
                </c:pt>
                <c:pt idx="3712">
                  <c:v>kearny mesa hyundai subaru</c:v>
                </c:pt>
                <c:pt idx="3713">
                  <c:v>topspeed motor group</c:v>
                </c:pt>
                <c:pt idx="3714">
                  <c:v>pit stop car co</c:v>
                </c:pt>
                <c:pt idx="3715">
                  <c:v>springfield chrysler auto mart</c:v>
                </c:pt>
                <c:pt idx="3716">
                  <c:v>fred anderson toyota of columbia</c:v>
                </c:pt>
                <c:pt idx="3717">
                  <c:v>gateway kia</c:v>
                </c:pt>
                <c:pt idx="3718">
                  <c:v>coastal auto brokers</c:v>
                </c:pt>
                <c:pt idx="3719">
                  <c:v>roy schmidt honda</c:v>
                </c:pt>
                <c:pt idx="3720">
                  <c:v>fisher kia</c:v>
                </c:pt>
                <c:pt idx="3721">
                  <c:v>remarketing by ge/southern wholesale cars</c:v>
                </c:pt>
                <c:pt idx="3722">
                  <c:v>keystone motors</c:v>
                </c:pt>
                <c:pt idx="3723">
                  <c:v>jack safro toyota</c:v>
                </c:pt>
                <c:pt idx="3724">
                  <c:v>thornton chevrolet inc</c:v>
                </c:pt>
                <c:pt idx="3725">
                  <c:v>bill holt chevrolet buick and gmc inc</c:v>
                </c:pt>
                <c:pt idx="3726">
                  <c:v>chesterfield imports inc</c:v>
                </c:pt>
                <c:pt idx="3727">
                  <c:v>gentry chevrolet inc.</c:v>
                </c:pt>
                <c:pt idx="3728">
                  <c:v>blackhawk finance</c:v>
                </c:pt>
                <c:pt idx="3729">
                  <c:v>wilde toyota</c:v>
                </c:pt>
                <c:pt idx="3730">
                  <c:v>morse chevrolet inc</c:v>
                </c:pt>
                <c:pt idx="3731">
                  <c:v>fleet street remarketing (heavy)</c:v>
                </c:pt>
                <c:pt idx="3732">
                  <c:v>martin swanty hyundai</c:v>
                </c:pt>
                <c:pt idx="3733">
                  <c:v>autonation gmc mendenhall</c:v>
                </c:pt>
                <c:pt idx="3734">
                  <c:v>ford of upland</c:v>
                </c:pt>
                <c:pt idx="3735">
                  <c:v>prestige auto wholesales corp 1</c:v>
                </c:pt>
                <c:pt idx="3736">
                  <c:v>united bmw</c:v>
                </c:pt>
                <c:pt idx="3737">
                  <c:v>cadillac of sioux falls</c:v>
                </c:pt>
                <c:pt idx="3738">
                  <c:v>crown bmw</c:v>
                </c:pt>
                <c:pt idx="3739">
                  <c:v>arizona central credit union</c:v>
                </c:pt>
                <c:pt idx="3740">
                  <c:v>moss bros cjd riverside</c:v>
                </c:pt>
                <c:pt idx="3741">
                  <c:v>pronto pre'stamos</c:v>
                </c:pt>
                <c:pt idx="3742">
                  <c:v>low gos used cars</c:v>
                </c:pt>
                <c:pt idx="3743">
                  <c:v>morris motors inc</c:v>
                </c:pt>
                <c:pt idx="3744">
                  <c:v>john jones chevrolet buick cadillac of salem inc</c:v>
                </c:pt>
                <c:pt idx="3745">
                  <c:v>viva dodge chrysler &amp; jeep</c:v>
                </c:pt>
                <c:pt idx="3746">
                  <c:v>hrft finance and leasing</c:v>
                </c:pt>
                <c:pt idx="3747">
                  <c:v>jensen incorporated</c:v>
                </c:pt>
                <c:pt idx="3748">
                  <c:v>star ford lincoln</c:v>
                </c:pt>
                <c:pt idx="3749">
                  <c:v>leaders financial co</c:v>
                </c:pt>
                <c:pt idx="3750">
                  <c:v>steve link ford lincoln mercury inc</c:v>
                </c:pt>
                <c:pt idx="3751">
                  <c:v>weslaco ford  l.l.p.</c:v>
                </c:pt>
                <c:pt idx="3752">
                  <c:v>e motor cars</c:v>
                </c:pt>
                <c:pt idx="3753">
                  <c:v>route 6 auto mall kia</c:v>
                </c:pt>
                <c:pt idx="3754">
                  <c:v>crown chrysler jeep inc</c:v>
                </c:pt>
                <c:pt idx="3755">
                  <c:v>university of iowa community credit union</c:v>
                </c:pt>
                <c:pt idx="3756">
                  <c:v>west coast acceptance</c:v>
                </c:pt>
                <c:pt idx="3757">
                  <c:v>westchester toyota</c:v>
                </c:pt>
                <c:pt idx="3758">
                  <c:v>honda of stevens creek</c:v>
                </c:pt>
                <c:pt idx="3759">
                  <c:v>lease plan international</c:v>
                </c:pt>
                <c:pt idx="3760">
                  <c:v>land rover fort lauderdale</c:v>
                </c:pt>
                <c:pt idx="3761">
                  <c:v>plaza hyundai ltd</c:v>
                </c:pt>
                <c:pt idx="3762">
                  <c:v>nissan dealer blend/corona nissan</c:v>
                </c:pt>
                <c:pt idx="3763">
                  <c:v>beck &amp; masten kia of tomball</c:v>
                </c:pt>
                <c:pt idx="3764">
                  <c:v>rolando kenneth auto</c:v>
                </c:pt>
                <c:pt idx="3765">
                  <c:v>cannco motor sales llc</c:v>
                </c:pt>
                <c:pt idx="3766">
                  <c:v>sun motor cars porsche audi mechanicsburg</c:v>
                </c:pt>
                <c:pt idx="3767">
                  <c:v>triangle chevrolet buick inc</c:v>
                </c:pt>
                <c:pt idx="3768">
                  <c:v>kia motors america inc - lemon law</c:v>
                </c:pt>
                <c:pt idx="3769">
                  <c:v>family auto sales and leasing llc</c:v>
                </c:pt>
                <c:pt idx="3770">
                  <c:v>gateway subaru</c:v>
                </c:pt>
                <c:pt idx="3771">
                  <c:v>classic hyundai</c:v>
                </c:pt>
                <c:pt idx="3772">
                  <c:v>woodmen nissan</c:v>
                </c:pt>
                <c:pt idx="3773">
                  <c:v>carmart llc</c:v>
                </c:pt>
                <c:pt idx="3774">
                  <c:v>remarketing by ge/campus auto retail service</c:v>
                </c:pt>
                <c:pt idx="3775">
                  <c:v>koki motors inc</c:v>
                </c:pt>
                <c:pt idx="3776">
                  <c:v>pat obrien chevrolet buick norwalk</c:v>
                </c:pt>
                <c:pt idx="3777">
                  <c:v>palm toyota</c:v>
                </c:pt>
                <c:pt idx="3778">
                  <c:v>walser honda</c:v>
                </c:pt>
                <c:pt idx="3779">
                  <c:v>downtown l a motors</c:v>
                </c:pt>
                <c:pt idx="3780">
                  <c:v>peoria ford</c:v>
                </c:pt>
                <c:pt idx="3781">
                  <c:v>amherst autoplace inc</c:v>
                </c:pt>
                <c:pt idx="3782">
                  <c:v>toyota volvo jaguar of warren</c:v>
                </c:pt>
                <c:pt idx="3783">
                  <c:v>mwm motors inc</c:v>
                </c:pt>
                <c:pt idx="3784">
                  <c:v>mercedes benz of augusta</c:v>
                </c:pt>
                <c:pt idx="3785">
                  <c:v>sac federal credit union</c:v>
                </c:pt>
                <c:pt idx="3786">
                  <c:v>bmw mini portland</c:v>
                </c:pt>
                <c:pt idx="3787">
                  <c:v>onemain rem/west financial acceptance</c:v>
                </c:pt>
                <c:pt idx="3788">
                  <c:v>simon luxury motorcars ltd</c:v>
                </c:pt>
                <c:pt idx="3789">
                  <c:v>ridenour auto group</c:v>
                </c:pt>
                <c:pt idx="3790">
                  <c:v>auto progress inc</c:v>
                </c:pt>
                <c:pt idx="3791">
                  <c:v>bud's auto sales</c:v>
                </c:pt>
                <c:pt idx="3792">
                  <c:v>car masters corp</c:v>
                </c:pt>
                <c:pt idx="3793">
                  <c:v>kentucky telco credit union</c:v>
                </c:pt>
                <c:pt idx="3794">
                  <c:v>southwest title loans</c:v>
                </c:pt>
                <c:pt idx="3795">
                  <c:v>a&amp;r motors  llc</c:v>
                </c:pt>
                <c:pt idx="3796">
                  <c:v>audi of wallingford</c:v>
                </c:pt>
                <c:pt idx="3797">
                  <c:v>newport auto group inc</c:v>
                </c:pt>
                <c:pt idx="3798">
                  <c:v>center point energy fleet</c:v>
                </c:pt>
                <c:pt idx="3799">
                  <c:v>deer valley fleet &amp; leasing</c:v>
                </c:pt>
                <c:pt idx="3800">
                  <c:v>dukes auto</c:v>
                </c:pt>
                <c:pt idx="3801">
                  <c:v>northbrook toyota</c:v>
                </c:pt>
                <c:pt idx="3802">
                  <c:v>audi volkswagen of naples</c:v>
                </c:pt>
                <c:pt idx="3803">
                  <c:v>duke industries</c:v>
                </c:pt>
                <c:pt idx="3804">
                  <c:v>m &amp; l motor co inc</c:v>
                </c:pt>
                <c:pt idx="3805">
                  <c:v>hinshaws acura</c:v>
                </c:pt>
                <c:pt idx="3806">
                  <c:v>big billy a/s llc</c:v>
                </c:pt>
                <c:pt idx="3807">
                  <c:v>auto junction inc</c:v>
                </c:pt>
                <c:pt idx="3808">
                  <c:v>prestine auto group</c:v>
                </c:pt>
                <c:pt idx="3809">
                  <c:v>palm tree auto sales</c:v>
                </c:pt>
                <c:pt idx="3810">
                  <c:v>cal west motors</c:v>
                </c:pt>
                <c:pt idx="3811">
                  <c:v>gardelli motors</c:v>
                </c:pt>
                <c:pt idx="3812">
                  <c:v>fast cars</c:v>
                </c:pt>
                <c:pt idx="3813">
                  <c:v>ed napleton westmont imports inc</c:v>
                </c:pt>
                <c:pt idx="3814">
                  <c:v>the car store</c:v>
                </c:pt>
                <c:pt idx="3815">
                  <c:v>atlanta auto world</c:v>
                </c:pt>
                <c:pt idx="3816">
                  <c:v>auction access auto inc</c:v>
                </c:pt>
                <c:pt idx="3817">
                  <c:v>repo remarketing/whatcom educational credit unio</c:v>
                </c:pt>
                <c:pt idx="3818">
                  <c:v>platte city airport chrysler dodge jeep ram</c:v>
                </c:pt>
                <c:pt idx="3819">
                  <c:v>onesource/team nissan of lithia springs</c:v>
                </c:pt>
                <c:pt idx="3820">
                  <c:v>five star hyundai of warner robins</c:v>
                </c:pt>
                <c:pt idx="3821">
                  <c:v>napletons tallahassee imports llc</c:v>
                </c:pt>
                <c:pt idx="3822">
                  <c:v>huntington national bank</c:v>
                </c:pt>
                <c:pt idx="3823">
                  <c:v>caldwell leasing</c:v>
                </c:pt>
                <c:pt idx="3824">
                  <c:v>j f r &amp; associates inc</c:v>
                </c:pt>
                <c:pt idx="3825">
                  <c:v>jim hudson ford</c:v>
                </c:pt>
                <c:pt idx="3826">
                  <c:v>centennial mazda</c:v>
                </c:pt>
                <c:pt idx="3827">
                  <c:v>cars 4 needs inc</c:v>
                </c:pt>
                <c:pt idx="3828">
                  <c:v>chrysler / dodge / jeep / ram of gadsden</c:v>
                </c:pt>
                <c:pt idx="3829">
                  <c:v>heritage cars inc</c:v>
                </c:pt>
                <c:pt idx="3830">
                  <c:v>eastern vehicle recycling inc</c:v>
                </c:pt>
                <c:pt idx="3831">
                  <c:v>apple ford</c:v>
                </c:pt>
                <c:pt idx="3832">
                  <c:v>1st mid america credit union</c:v>
                </c:pt>
                <c:pt idx="3833">
                  <c:v>honda of chantilly</c:v>
                </c:pt>
                <c:pt idx="3834">
                  <c:v>big country ford lincoln mercury</c:v>
                </c:pt>
                <c:pt idx="3835">
                  <c:v>carmix inc</c:v>
                </c:pt>
                <c:pt idx="3836">
                  <c:v>nissan dealer blend/west houston infiniti ltd</c:v>
                </c:pt>
                <c:pt idx="3837">
                  <c:v>1st national bank of scotia</c:v>
                </c:pt>
                <c:pt idx="3838">
                  <c:v>autonation ford brooksville</c:v>
                </c:pt>
                <c:pt idx="3839">
                  <c:v>deluxe auto sales inc</c:v>
                </c:pt>
                <c:pt idx="3840">
                  <c:v>onemain rem/network sales and leasing</c:v>
                </c:pt>
                <c:pt idx="3841">
                  <c:v>dean mccrary kia</c:v>
                </c:pt>
                <c:pt idx="3842">
                  <c:v>tio rico te ayuda-anfs inc</c:v>
                </c:pt>
                <c:pt idx="3843">
                  <c:v>plj auto sales inc</c:v>
                </c:pt>
                <c:pt idx="3844">
                  <c:v>del-one fcu</c:v>
                </c:pt>
                <c:pt idx="3845">
                  <c:v>remarketing by ge/vermont state emp credit union</c:v>
                </c:pt>
                <c:pt idx="3846">
                  <c:v>coastal credit llc</c:v>
                </c:pt>
                <c:pt idx="3847">
                  <c:v>volvo of brentwood</c:v>
                </c:pt>
                <c:pt idx="3848">
                  <c:v>lejeune honda cars</c:v>
                </c:pt>
                <c:pt idx="3849">
                  <c:v>alamo leasing co inc</c:v>
                </c:pt>
                <c:pt idx="3850">
                  <c:v>all-trade auto x change inc</c:v>
                </c:pt>
                <c:pt idx="3851">
                  <c:v>sharonview fcu</c:v>
                </c:pt>
                <c:pt idx="3852">
                  <c:v>toth buick pontiac gmc truck inc</c:v>
                </c:pt>
                <c:pt idx="3853">
                  <c:v>budget rent a car &amp; sales</c:v>
                </c:pt>
                <c:pt idx="3854">
                  <c:v>dick poe toyota</c:v>
                </c:pt>
                <c:pt idx="3855">
                  <c:v>honda marysville</c:v>
                </c:pt>
                <c:pt idx="3856">
                  <c:v>economy honda cars</c:v>
                </c:pt>
                <c:pt idx="3857">
                  <c:v>land rover/ jaguar/ aston martin</c:v>
                </c:pt>
                <c:pt idx="3858">
                  <c:v>lexus of chandler</c:v>
                </c:pt>
                <c:pt idx="3859">
                  <c:v>flag/park place maserati</c:v>
                </c:pt>
                <c:pt idx="3860">
                  <c:v>schumacher chevrolet</c:v>
                </c:pt>
                <c:pt idx="3861">
                  <c:v>woodys dodge jeep chrysler</c:v>
                </c:pt>
                <c:pt idx="3862">
                  <c:v>autosport chicago inc</c:v>
                </c:pt>
                <c:pt idx="3863">
                  <c:v>villa toyota scion</c:v>
                </c:pt>
                <c:pt idx="3864">
                  <c:v>town &amp; country ford  llc.</c:v>
                </c:pt>
                <c:pt idx="3865">
                  <c:v>a &amp; a auto and truck center inc</c:v>
                </c:pt>
                <c:pt idx="3866">
                  <c:v>certified auto center inc</c:v>
                </c:pt>
                <c:pt idx="3867">
                  <c:v>ed martin nissan of fishers</c:v>
                </c:pt>
                <c:pt idx="3868">
                  <c:v>dean team ballwin</c:v>
                </c:pt>
                <c:pt idx="3869">
                  <c:v>remarketing by ge/astera credit union</c:v>
                </c:pt>
                <c:pt idx="3870">
                  <c:v>g &amp; m auto sales inc</c:v>
                </c:pt>
                <c:pt idx="3871">
                  <c:v>gambacorta motors inc</c:v>
                </c:pt>
                <c:pt idx="3872">
                  <c:v>sierra valley fleet &amp; lease</c:v>
                </c:pt>
                <c:pt idx="3873">
                  <c:v>big country chevrolet inc</c:v>
                </c:pt>
                <c:pt idx="3874">
                  <c:v>remarketing by ge/deseret first credit union</c:v>
                </c:pt>
                <c:pt idx="3875">
                  <c:v>dealers auto select</c:v>
                </c:pt>
                <c:pt idx="3876">
                  <c:v>world motorsports</c:v>
                </c:pt>
                <c:pt idx="3877">
                  <c:v>auffenberg hyundai inc</c:v>
                </c:pt>
                <c:pt idx="3878">
                  <c:v>preston auto company inc</c:v>
                </c:pt>
                <c:pt idx="3879">
                  <c:v>sam leman chry jeep dodge of morton</c:v>
                </c:pt>
                <c:pt idx="3880">
                  <c:v>piazza honda of reading</c:v>
                </c:pt>
                <c:pt idx="3881">
                  <c:v>capitol hyundai</c:v>
                </c:pt>
                <c:pt idx="3882">
                  <c:v>cadillac of south charlotte</c:v>
                </c:pt>
                <c:pt idx="3883">
                  <c:v>jim falk lexus of beverly hills</c:v>
                </c:pt>
                <c:pt idx="3884">
                  <c:v>willett honda south</c:v>
                </c:pt>
                <c:pt idx="3885">
                  <c:v>boyd brothers ford inc</c:v>
                </c:pt>
                <c:pt idx="3886">
                  <c:v>darcars nissan</c:v>
                </c:pt>
                <c:pt idx="3887">
                  <c:v>mmco llc</c:v>
                </c:pt>
                <c:pt idx="3888">
                  <c:v>weimer chrysler dodge jeep ram</c:v>
                </c:pt>
                <c:pt idx="3889">
                  <c:v>oasis chevrolet llc</c:v>
                </c:pt>
                <c:pt idx="3890">
                  <c:v>hendrick alfa romeo fiat of concord</c:v>
                </c:pt>
                <c:pt idx="3891">
                  <c:v>fields chrysler jeep dodge ram</c:v>
                </c:pt>
                <c:pt idx="3892">
                  <c:v>auto network group inc</c:v>
                </c:pt>
                <c:pt idx="3893">
                  <c:v>al packer ford west</c:v>
                </c:pt>
                <c:pt idx="3894">
                  <c:v>peterson autoplex</c:v>
                </c:pt>
                <c:pt idx="3895">
                  <c:v>gary miller chrysler jeep inc</c:v>
                </c:pt>
                <c:pt idx="3896">
                  <c:v>lilliston ford inc</c:v>
                </c:pt>
                <c:pt idx="3897">
                  <c:v>western american loan</c:v>
                </c:pt>
                <c:pt idx="3898">
                  <c:v>remarketing by ge/arkansas federal credit union</c:v>
                </c:pt>
                <c:pt idx="3899">
                  <c:v>trans pacific leasing llc</c:v>
                </c:pt>
                <c:pt idx="3900">
                  <c:v>bendary car corp</c:v>
                </c:pt>
                <c:pt idx="3901">
                  <c:v>hyundai of auburn inc</c:v>
                </c:pt>
                <c:pt idx="3902">
                  <c:v>sullivan buick gmc inc</c:v>
                </c:pt>
                <c:pt idx="3903">
                  <c:v>luther brookdale honda</c:v>
                </c:pt>
                <c:pt idx="3904">
                  <c:v>fairfield chrysler dodge jeep ram of danville</c:v>
                </c:pt>
                <c:pt idx="3905">
                  <c:v>suburban auto sales</c:v>
                </c:pt>
                <c:pt idx="3906">
                  <c:v>hansen lease &amp; rental inc</c:v>
                </c:pt>
                <c:pt idx="3907">
                  <c:v>advanced auto sales</c:v>
                </c:pt>
                <c:pt idx="3908">
                  <c:v>manheim pennsylvania</c:v>
                </c:pt>
                <c:pt idx="3909">
                  <c:v>autonation toyota south austin</c:v>
                </c:pt>
                <c:pt idx="3910">
                  <c:v>remarketing by ge/linn co federal credit union</c:v>
                </c:pt>
                <c:pt idx="3911">
                  <c:v>auto world inc</c:v>
                </c:pt>
                <c:pt idx="3912">
                  <c:v>ams financial group/auto king inc/sensible car r</c:v>
                </c:pt>
                <c:pt idx="3913">
                  <c:v>tinker fcu</c:v>
                </c:pt>
                <c:pt idx="3914">
                  <c:v>jimmys used cars inc</c:v>
                </c:pt>
                <c:pt idx="3915">
                  <c:v>a&amp;c wholesale</c:v>
                </c:pt>
                <c:pt idx="3916">
                  <c:v>superior a s llc</c:v>
                </c:pt>
                <c:pt idx="3917">
                  <c:v>primus automotive financial services</c:v>
                </c:pt>
                <c:pt idx="3918">
                  <c:v>destination nissan</c:v>
                </c:pt>
                <c:pt idx="3919">
                  <c:v>autonation volkswagen mall of georgia</c:v>
                </c:pt>
                <c:pt idx="3920">
                  <c:v>metro auto wholesale llc</c:v>
                </c:pt>
                <c:pt idx="3921">
                  <c:v>blaise alexander hyundai mazda</c:v>
                </c:pt>
                <c:pt idx="3922">
                  <c:v>atlantic coast remarketing inc/das</c:v>
                </c:pt>
                <c:pt idx="3923">
                  <c:v>metro kia</c:v>
                </c:pt>
                <c:pt idx="3924">
                  <c:v>foust fleet leasing</c:v>
                </c:pt>
                <c:pt idx="3925">
                  <c:v>karl malone chrysler dodge jeep ram</c:v>
                </c:pt>
                <c:pt idx="3926">
                  <c:v>mitsubishi consignments</c:v>
                </c:pt>
                <c:pt idx="3927">
                  <c:v>concord toyota</c:v>
                </c:pt>
                <c:pt idx="3928">
                  <c:v>denooyer chevrolet inc</c:v>
                </c:pt>
                <c:pt idx="3929">
                  <c:v>auto &amp; truck village inc</c:v>
                </c:pt>
                <c:pt idx="3930">
                  <c:v>statewide leasing corp</c:v>
                </c:pt>
                <c:pt idx="3931">
                  <c:v>faulkner mazda</c:v>
                </c:pt>
                <c:pt idx="3932">
                  <c:v>kuhn honda</c:v>
                </c:pt>
                <c:pt idx="3933">
                  <c:v>savarani motors</c:v>
                </c:pt>
                <c:pt idx="3934">
                  <c:v>glesby marks ltd</c:v>
                </c:pt>
                <c:pt idx="3935">
                  <c:v>maguire automotive llc</c:v>
                </c:pt>
                <c:pt idx="3936">
                  <c:v>high country honda</c:v>
                </c:pt>
                <c:pt idx="3937">
                  <c:v>auto city motors inc</c:v>
                </c:pt>
                <c:pt idx="3938">
                  <c:v>infiniti of charlotte</c:v>
                </c:pt>
                <c:pt idx="3939">
                  <c:v>stevens creek hyundai</c:v>
                </c:pt>
                <c:pt idx="3940">
                  <c:v>d &amp; d auto group llc</c:v>
                </c:pt>
                <c:pt idx="3941">
                  <c:v>nevada auto wholesalers</c:v>
                </c:pt>
                <c:pt idx="3942">
                  <c:v>napleton's volkswagen of orlando</c:v>
                </c:pt>
                <c:pt idx="3943">
                  <c:v>vci/stone mountain volkswagen</c:v>
                </c:pt>
                <c:pt idx="3944">
                  <c:v>primeritus remarketing/crown cork and sea</c:v>
                </c:pt>
                <c:pt idx="3945">
                  <c:v>zappone chrysler jeep dodge inc</c:v>
                </c:pt>
                <c:pt idx="3946">
                  <c:v>best auto brokers inc</c:v>
                </c:pt>
                <c:pt idx="3947">
                  <c:v>paul hiltbrand ltd</c:v>
                </c:pt>
                <c:pt idx="3948">
                  <c:v>jenkins acura</c:v>
                </c:pt>
                <c:pt idx="3949">
                  <c:v>al piemonte ford sales inc</c:v>
                </c:pt>
                <c:pt idx="3950">
                  <c:v>coastal credit corp</c:v>
                </c:pt>
                <c:pt idx="3951">
                  <c:v>crossroads ford mazda</c:v>
                </c:pt>
                <c:pt idx="3952">
                  <c:v>grant motors corp</c:v>
                </c:pt>
                <c:pt idx="3953">
                  <c:v>fuccillo chrysler jeep dodge</c:v>
                </c:pt>
                <c:pt idx="3954">
                  <c:v>harbor chevrolet</c:v>
                </c:pt>
                <c:pt idx="3955">
                  <c:v>capitol chevrolet</c:v>
                </c:pt>
                <c:pt idx="3956">
                  <c:v>lexus of brookfield</c:v>
                </c:pt>
                <c:pt idx="3957">
                  <c:v>modern financial services</c:v>
                </c:pt>
                <c:pt idx="3958">
                  <c:v>auto ranch llc</c:v>
                </c:pt>
                <c:pt idx="3959">
                  <c:v>land rover orlando</c:v>
                </c:pt>
                <c:pt idx="3960">
                  <c:v>permian toyota</c:v>
                </c:pt>
                <c:pt idx="3961">
                  <c:v>hg motor company llc</c:v>
                </c:pt>
                <c:pt idx="3962">
                  <c:v>centerone/southeast toyota distributors</c:v>
                </c:pt>
                <c:pt idx="3963">
                  <c:v>green line auto sales</c:v>
                </c:pt>
                <c:pt idx="3964">
                  <c:v>ducharme motors ltd</c:v>
                </c:pt>
                <c:pt idx="3965">
                  <c:v>u haul</c:v>
                </c:pt>
                <c:pt idx="3966">
                  <c:v>professional financial services/louisville</c:v>
                </c:pt>
                <c:pt idx="3967">
                  <c:v>anderson chrysler jeep dodge</c:v>
                </c:pt>
                <c:pt idx="3968">
                  <c:v>proctor subaru</c:v>
                </c:pt>
                <c:pt idx="3969">
                  <c:v>toyota/scion of gastonia</c:v>
                </c:pt>
                <c:pt idx="3970">
                  <c:v>upper marlboro ford llc</c:v>
                </c:pt>
                <c:pt idx="3971">
                  <c:v>carvant financial llc</c:v>
                </c:pt>
                <c:pt idx="3972">
                  <c:v>precision acura of princeton</c:v>
                </c:pt>
                <c:pt idx="3973">
                  <c:v>audi of smithtown</c:v>
                </c:pt>
                <c:pt idx="3974">
                  <c:v>luxury auto group llc</c:v>
                </c:pt>
                <c:pt idx="3975">
                  <c:v>kuehn motor co inc</c:v>
                </c:pt>
                <c:pt idx="3976">
                  <c:v>south dade toyota</c:v>
                </c:pt>
                <c:pt idx="3977">
                  <c:v>jim hudson buick gmc &amp; cadillac inc</c:v>
                </c:pt>
                <c:pt idx="3978">
                  <c:v>manheim san diego</c:v>
                </c:pt>
                <c:pt idx="3979">
                  <c:v>billy lawrence leasing</c:v>
                </c:pt>
                <c:pt idx="3980">
                  <c:v>fairfield hyundai</c:v>
                </c:pt>
                <c:pt idx="3981">
                  <c:v>maserati north america inc</c:v>
                </c:pt>
                <c:pt idx="3982">
                  <c:v>a &amp; n auto group inc</c:v>
                </c:pt>
                <c:pt idx="3983">
                  <c:v>metrolina credit co of charlotte inc</c:v>
                </c:pt>
                <c:pt idx="3984">
                  <c:v>mrd investments inc</c:v>
                </c:pt>
                <c:pt idx="3985">
                  <c:v>community cu of florida</c:v>
                </c:pt>
                <c:pt idx="3986">
                  <c:v>burlington chevrolet inc</c:v>
                </c:pt>
                <c:pt idx="3987">
                  <c:v>primeritus remarketing/davis wholesale outlet</c:v>
                </c:pt>
                <c:pt idx="3988">
                  <c:v>porsche of arlington</c:v>
                </c:pt>
                <c:pt idx="3989">
                  <c:v>donate for charity</c:v>
                </c:pt>
                <c:pt idx="3990">
                  <c:v>mercedes benz of daytona beach</c:v>
                </c:pt>
                <c:pt idx="3991">
                  <c:v>jim fuoco motor company</c:v>
                </c:pt>
                <c:pt idx="3992">
                  <c:v>lithia volkswagen of des moines audi des moines</c:v>
                </c:pt>
                <c:pt idx="3993">
                  <c:v>atlantic coast remarketing inc/rcllc</c:v>
                </c:pt>
                <c:pt idx="3994">
                  <c:v>bergstrom acura</c:v>
                </c:pt>
                <c:pt idx="3995">
                  <c:v>foulke management corp</c:v>
                </c:pt>
                <c:pt idx="3996">
                  <c:v>baierl ford</c:v>
                </c:pt>
                <c:pt idx="3997">
                  <c:v>classic cars &amp; trucks inc</c:v>
                </c:pt>
                <c:pt idx="3998">
                  <c:v>romeo kia of kingston</c:v>
                </c:pt>
                <c:pt idx="3999">
                  <c:v>georges used car sales inc</c:v>
                </c:pt>
                <c:pt idx="4000">
                  <c:v>autonation ford katy</c:v>
                </c:pt>
                <c:pt idx="4001">
                  <c:v>the mint leasing inc</c:v>
                </c:pt>
                <c:pt idx="4002">
                  <c:v>c l hyman auto wholesale of virginia inc</c:v>
                </c:pt>
                <c:pt idx="4003">
                  <c:v>acura of omaha</c:v>
                </c:pt>
                <c:pt idx="4004">
                  <c:v>palm coast ford</c:v>
                </c:pt>
                <c:pt idx="4005">
                  <c:v>remarketing by ge/usa brokers</c:v>
                </c:pt>
                <c:pt idx="4006">
                  <c:v>cadi auto wholesale inc</c:v>
                </c:pt>
                <c:pt idx="4007">
                  <c:v>auto marques inc</c:v>
                </c:pt>
                <c:pt idx="4008">
                  <c:v>dan martins auto depot ltd</c:v>
                </c:pt>
                <c:pt idx="4009">
                  <c:v>peruzzi mazda</c:v>
                </c:pt>
                <c:pt idx="4010">
                  <c:v>meccanic shop north inc</c:v>
                </c:pt>
                <c:pt idx="4011">
                  <c:v>avis rac/san francisco</c:v>
                </c:pt>
                <c:pt idx="4012">
                  <c:v>subaru of clear lake</c:v>
                </c:pt>
                <c:pt idx="4013">
                  <c:v>rc auto brokers inc</c:v>
                </c:pt>
                <c:pt idx="4014">
                  <c:v>jb motors &amp; sons llc</c:v>
                </c:pt>
                <c:pt idx="4015">
                  <c:v>urban motorcars lp</c:v>
                </c:pt>
                <c:pt idx="4016">
                  <c:v>dublin toyota</c:v>
                </c:pt>
                <c:pt idx="4017">
                  <c:v>future finance company inc/oak forest</c:v>
                </c:pt>
                <c:pt idx="4018">
                  <c:v>low book sales</c:v>
                </c:pt>
                <c:pt idx="4019">
                  <c:v>delaware cadillac olds saab</c:v>
                </c:pt>
                <c:pt idx="4020">
                  <c:v>select luxury cars</c:v>
                </c:pt>
                <c:pt idx="4021">
                  <c:v>international imports llc</c:v>
                </c:pt>
                <c:pt idx="4022">
                  <c:v>corporate cars inc</c:v>
                </c:pt>
                <c:pt idx="4023">
                  <c:v>off lease vehicle llc</c:v>
                </c:pt>
                <c:pt idx="4024">
                  <c:v>white plains lincoln</c:v>
                </c:pt>
                <c:pt idx="4025">
                  <c:v>claridon resale cars</c:v>
                </c:pt>
                <c:pt idx="4026">
                  <c:v>bravo cadillac hummer</c:v>
                </c:pt>
                <c:pt idx="4027">
                  <c:v>communication fcu</c:v>
                </c:pt>
                <c:pt idx="4028">
                  <c:v>annapolis volvo subaru</c:v>
                </c:pt>
                <c:pt idx="4029">
                  <c:v>nissan north america - program</c:v>
                </c:pt>
                <c:pt idx="4030">
                  <c:v>liberal auto</c:v>
                </c:pt>
                <c:pt idx="4031">
                  <c:v>carolina farm credit</c:v>
                </c:pt>
                <c:pt idx="4032">
                  <c:v>costa mesa nissan</c:v>
                </c:pt>
                <c:pt idx="4033">
                  <c:v>pauls autos inc/hanchick &amp; lerch</c:v>
                </c:pt>
                <c:pt idx="4034">
                  <c:v>northwest fleet</c:v>
                </c:pt>
                <c:pt idx="4035">
                  <c:v>cali motors</c:v>
                </c:pt>
                <c:pt idx="4036">
                  <c:v>nissan of lagrange</c:v>
                </c:pt>
                <c:pt idx="4037">
                  <c:v>opelika ford inc</c:v>
                </c:pt>
                <c:pt idx="4038">
                  <c:v>toyota of tacoma</c:v>
                </c:pt>
                <c:pt idx="4039">
                  <c:v>hiller ford inc</c:v>
                </c:pt>
                <c:pt idx="4040">
                  <c:v>princeton chevrolet inc</c:v>
                </c:pt>
                <c:pt idx="4041">
                  <c:v>peruzzi pontiac gmc truck inc</c:v>
                </c:pt>
                <c:pt idx="4042">
                  <c:v>jeb leasing co</c:v>
                </c:pt>
                <c:pt idx="4043">
                  <c:v>faulkner subaru mechanicsburg</c:v>
                </c:pt>
                <c:pt idx="4044">
                  <c:v>primeritus remarketing/eurocar imports</c:v>
                </c:pt>
                <c:pt idx="4045">
                  <c:v>bergstrom pioneer auto &amp; truck leasing inc</c:v>
                </c:pt>
                <c:pt idx="4046">
                  <c:v>barlow chevrolet oldsmobile</c:v>
                </c:pt>
                <c:pt idx="4047">
                  <c:v>mullinax ford lincoln</c:v>
                </c:pt>
                <c:pt idx="4048">
                  <c:v>selma hyundai</c:v>
                </c:pt>
                <c:pt idx="4049">
                  <c:v>hendrick chevrolet buick gmc cadillac southpoint</c:v>
                </c:pt>
                <c:pt idx="4050">
                  <c:v>burnsville volkswagen inc</c:v>
                </c:pt>
                <c:pt idx="4051">
                  <c:v>acura of johnston</c:v>
                </c:pt>
                <c:pt idx="4052">
                  <c:v>auto show place  llc</c:v>
                </c:pt>
                <c:pt idx="4053">
                  <c:v>autobahn motorcars</c:v>
                </c:pt>
                <c:pt idx="4054">
                  <c:v>european motor sports inc</c:v>
                </c:pt>
                <c:pt idx="4055">
                  <c:v>apple bmw of york</c:v>
                </c:pt>
                <c:pt idx="4056">
                  <c:v>infiniti of omaha</c:v>
                </c:pt>
                <c:pt idx="4057">
                  <c:v>primeritus remarketing / universal motors</c:v>
                </c:pt>
                <c:pt idx="4058">
                  <c:v>j &amp; b auto &amp; truck inc</c:v>
                </c:pt>
                <c:pt idx="4059">
                  <c:v>roger dean chevrolet inc</c:v>
                </c:pt>
                <c:pt idx="4060">
                  <c:v>autonation chevrolet gulf freeway</c:v>
                </c:pt>
                <c:pt idx="4061">
                  <c:v>primeritus remarketing/capital bank</c:v>
                </c:pt>
                <c:pt idx="4062">
                  <c:v>new holland ford</c:v>
                </c:pt>
                <c:pt idx="4063">
                  <c:v>executive leasing</c:v>
                </c:pt>
                <c:pt idx="4064">
                  <c:v>toyota of tampa bay</c:v>
                </c:pt>
                <c:pt idx="4065">
                  <c:v>bmw of the hudson valley</c:v>
                </c:pt>
                <c:pt idx="4066">
                  <c:v>faa/dt</c:v>
                </c:pt>
                <c:pt idx="4067">
                  <c:v>crown chrysler dodge jeep</c:v>
                </c:pt>
                <c:pt idx="4068">
                  <c:v>transfleet us llc</c:v>
                </c:pt>
                <c:pt idx="4069">
                  <c:v>sunbelt nissan</c:v>
                </c:pt>
                <c:pt idx="4070">
                  <c:v>great lakes chevrolet inc</c:v>
                </c:pt>
                <c:pt idx="4071">
                  <c:v>onemain rem/alliance motor cars</c:v>
                </c:pt>
                <c:pt idx="4072">
                  <c:v>rinos auto sales inc</c:v>
                </c:pt>
                <c:pt idx="4073">
                  <c:v>autonation subaru west</c:v>
                </c:pt>
                <c:pt idx="4074">
                  <c:v>in line motors</c:v>
                </c:pt>
                <c:pt idx="4075">
                  <c:v>j and c inc</c:v>
                </c:pt>
                <c:pt idx="4076">
                  <c:v>tom wood nissan inc</c:v>
                </c:pt>
                <c:pt idx="4077">
                  <c:v>pr auto loans llc</c:v>
                </c:pt>
                <c:pt idx="4078">
                  <c:v>teg federal credit union</c:v>
                </c:pt>
                <c:pt idx="4079">
                  <c:v>honda east</c:v>
                </c:pt>
                <c:pt idx="4080">
                  <c:v>primeritus remarketing/jc auto world</c:v>
                </c:pt>
                <c:pt idx="4081">
                  <c:v>leaseway</c:v>
                </c:pt>
                <c:pt idx="4082">
                  <c:v>advantage funding commercial capital corp</c:v>
                </c:pt>
                <c:pt idx="4083">
                  <c:v>lauer brothers auto sales</c:v>
                </c:pt>
                <c:pt idx="4084">
                  <c:v>arch auto sales</c:v>
                </c:pt>
                <c:pt idx="4085">
                  <c:v>jim hudson luxury cars inc</c:v>
                </c:pt>
                <c:pt idx="4086">
                  <c:v>primeritus remarketing / pennsylvania state</c:v>
                </c:pt>
                <c:pt idx="4087">
                  <c:v>lithia toyota of abilene</c:v>
                </c:pt>
                <c:pt idx="4088">
                  <c:v>american finance &amp; association corp</c:v>
                </c:pt>
                <c:pt idx="4089">
                  <c:v>centerone/macul</c:v>
                </c:pt>
                <c:pt idx="4090">
                  <c:v>kia of silver spring</c:v>
                </c:pt>
                <c:pt idx="4091">
                  <c:v>primeritus remarketing/cur</c:v>
                </c:pt>
                <c:pt idx="4092">
                  <c:v>acr rental services inc</c:v>
                </c:pt>
                <c:pt idx="4093">
                  <c:v>rdr car truck van rentals</c:v>
                </c:pt>
                <c:pt idx="4094">
                  <c:v>grand motors inc</c:v>
                </c:pt>
                <c:pt idx="4095">
                  <c:v>grossinger city toyota</c:v>
                </c:pt>
                <c:pt idx="4096">
                  <c:v>security financial</c:v>
                </c:pt>
                <c:pt idx="4097">
                  <c:v>ray laethem chrysler dodge jeep ram</c:v>
                </c:pt>
                <c:pt idx="4098">
                  <c:v>acura of brookfield</c:v>
                </c:pt>
                <c:pt idx="4099">
                  <c:v>jn auto</c:v>
                </c:pt>
                <c:pt idx="4100">
                  <c:v>san antonio fcu</c:v>
                </c:pt>
                <c:pt idx="4101">
                  <c:v>lehman buick gmc llc</c:v>
                </c:pt>
                <c:pt idx="4102">
                  <c:v>platinum auto world</c:v>
                </c:pt>
                <c:pt idx="4103">
                  <c:v>alexandria toyota inc</c:v>
                </c:pt>
                <c:pt idx="4104">
                  <c:v>airpark motorcars llc</c:v>
                </c:pt>
                <c:pt idx="4105">
                  <c:v>woodbridge motors inc</c:v>
                </c:pt>
                <c:pt idx="4106">
                  <c:v>toyota of poway</c:v>
                </c:pt>
                <c:pt idx="4107">
                  <c:v>luxury auto group</c:v>
                </c:pt>
                <c:pt idx="4108">
                  <c:v>j &amp; r car and truck center llc</c:v>
                </c:pt>
                <c:pt idx="4109">
                  <c:v>park place ltd</c:v>
                </c:pt>
                <c:pt idx="4110">
                  <c:v>massey automotive inc</c:v>
                </c:pt>
                <c:pt idx="4111">
                  <c:v>aarts enterprise inc</c:v>
                </c:pt>
                <c:pt idx="4112">
                  <c:v>alliance credit union</c:v>
                </c:pt>
                <c:pt idx="4113">
                  <c:v>remarketing by ge/landmark auto inc</c:v>
                </c:pt>
                <c:pt idx="4114">
                  <c:v>toyota motor credit corp</c:v>
                </c:pt>
                <c:pt idx="4115">
                  <c:v>ernst toyota</c:v>
                </c:pt>
                <c:pt idx="4116">
                  <c:v>brother auto group inc</c:v>
                </c:pt>
                <c:pt idx="4117">
                  <c:v>clark knapp honda</c:v>
                </c:pt>
                <c:pt idx="4118">
                  <c:v>gainesville buick gmc</c:v>
                </c:pt>
                <c:pt idx="4119">
                  <c:v>don ledford automotive center inc</c:v>
                </c:pt>
                <c:pt idx="4120">
                  <c:v>head motor company</c:v>
                </c:pt>
                <c:pt idx="4121">
                  <c:v>professionals auto sales inc</c:v>
                </c:pt>
                <c:pt idx="4122">
                  <c:v>randall ray motor company</c:v>
                </c:pt>
                <c:pt idx="4123">
                  <c:v>remktgedge/cars/auto one acceptance</c:v>
                </c:pt>
                <c:pt idx="4124">
                  <c:v>royal auto chicago inc</c:v>
                </c:pt>
                <c:pt idx="4125">
                  <c:v>fleet services remarketing inc</c:v>
                </c:pt>
                <c:pt idx="4126">
                  <c:v>remarketing by ge/vic canever chevrolet inc</c:v>
                </c:pt>
                <c:pt idx="4127">
                  <c:v>rick miller used cars &amp; rvs</c:v>
                </c:pt>
                <c:pt idx="4128">
                  <c:v>old fannin autoplex inc</c:v>
                </c:pt>
                <c:pt idx="4129">
                  <c:v>autopay</c:v>
                </c:pt>
                <c:pt idx="4130">
                  <c:v>troy spencer and sons inc</c:v>
                </c:pt>
                <c:pt idx="4131">
                  <c:v>sherwood ford lincoln of salisbury</c:v>
                </c:pt>
                <c:pt idx="4132">
                  <c:v>complete auto remarketing specialists inc</c:v>
                </c:pt>
                <c:pt idx="4133">
                  <c:v>eisenhauer nissan inc</c:v>
                </c:pt>
                <c:pt idx="4134">
                  <c:v>steve's mobile detail</c:v>
                </c:pt>
                <c:pt idx="4135">
                  <c:v>plus auto sales corp</c:v>
                </c:pt>
                <c:pt idx="4136">
                  <c:v>crosslane wholesale llc</c:v>
                </c:pt>
                <c:pt idx="4137">
                  <c:v>toyota of northwest arkansas</c:v>
                </c:pt>
                <c:pt idx="4138">
                  <c:v>bmw of atlantic city</c:v>
                </c:pt>
                <c:pt idx="4139">
                  <c:v>bergstrom lexus</c:v>
                </c:pt>
                <c:pt idx="4140">
                  <c:v>jack schmitt cadillac oldsmobile inc</c:v>
                </c:pt>
                <c:pt idx="4141">
                  <c:v>titlemax/fort apache-nv16</c:v>
                </c:pt>
                <c:pt idx="4142">
                  <c:v>amazing luxury cars</c:v>
                </c:pt>
                <c:pt idx="4143">
                  <c:v>white county ford llc</c:v>
                </c:pt>
                <c:pt idx="4144">
                  <c:v>longmont auto wholesale</c:v>
                </c:pt>
                <c:pt idx="4145">
                  <c:v>vci/eich motor company</c:v>
                </c:pt>
                <c:pt idx="4146">
                  <c:v>cerini/hertz car sales of columbia</c:v>
                </c:pt>
                <c:pt idx="4147">
                  <c:v>mtk auto</c:v>
                </c:pt>
                <c:pt idx="4148">
                  <c:v>grand auto exchange inc</c:v>
                </c:pt>
                <c:pt idx="4149">
                  <c:v>teatero motor products</c:v>
                </c:pt>
                <c:pt idx="4150">
                  <c:v>iezzi's auto sales</c:v>
                </c:pt>
                <c:pt idx="4151">
                  <c:v>rogue cu</c:v>
                </c:pt>
                <c:pt idx="4152">
                  <c:v>net sales auto</c:v>
                </c:pt>
                <c:pt idx="4153">
                  <c:v>southern auto exchange</c:v>
                </c:pt>
                <c:pt idx="4154">
                  <c:v>atlautos.com</c:v>
                </c:pt>
                <c:pt idx="4155">
                  <c:v>apple chevrolet inc</c:v>
                </c:pt>
                <c:pt idx="4156">
                  <c:v>land rover encino</c:v>
                </c:pt>
                <c:pt idx="4157">
                  <c:v>nickel corporation</c:v>
                </c:pt>
                <c:pt idx="4158">
                  <c:v>meridian motors</c:v>
                </c:pt>
                <c:pt idx="4159">
                  <c:v>honda cars of bellevue</c:v>
                </c:pt>
                <c:pt idx="4160">
                  <c:v>car solutions</c:v>
                </c:pt>
                <c:pt idx="4161">
                  <c:v>bmw of bakersfield</c:v>
                </c:pt>
                <c:pt idx="4162">
                  <c:v>toyota of runnemede</c:v>
                </c:pt>
                <c:pt idx="4163">
                  <c:v>onemain rem/sams auto sales</c:v>
                </c:pt>
                <c:pt idx="4164">
                  <c:v>professional financial services/raleigh</c:v>
                </c:pt>
                <c:pt idx="4165">
                  <c:v>gretna auto outlet</c:v>
                </c:pt>
                <c:pt idx="4166">
                  <c:v>frank toyota</c:v>
                </c:pt>
                <c:pt idx="4167">
                  <c:v>east coast toyota scion</c:v>
                </c:pt>
                <c:pt idx="4168">
                  <c:v>hertz car exchange inc/montgomery</c:v>
                </c:pt>
                <c:pt idx="4169">
                  <c:v>orange county's credit union</c:v>
                </c:pt>
                <c:pt idx="4170">
                  <c:v>onesource/atlanta toyota</c:v>
                </c:pt>
                <c:pt idx="4171">
                  <c:v>augusta metro fcu</c:v>
                </c:pt>
                <c:pt idx="4172">
                  <c:v>empire rent a car inc</c:v>
                </c:pt>
                <c:pt idx="4173">
                  <c:v>smothers european</c:v>
                </c:pt>
                <c:pt idx="4174">
                  <c:v>budget rent a car/port angeles</c:v>
                </c:pt>
                <c:pt idx="4175">
                  <c:v>earth motorcars llc</c:v>
                </c:pt>
                <c:pt idx="4176">
                  <c:v>remarketing by ge/manheim el paso</c:v>
                </c:pt>
                <c:pt idx="4177">
                  <c:v>coulter infiniti</c:v>
                </c:pt>
                <c:pt idx="4178">
                  <c:v>crest lincoln inc</c:v>
                </c:pt>
                <c:pt idx="4179">
                  <c:v>tcar recovery and remarketing</c:v>
                </c:pt>
                <c:pt idx="4180">
                  <c:v>motorwerks bmw</c:v>
                </c:pt>
                <c:pt idx="4181">
                  <c:v>sds motors</c:v>
                </c:pt>
                <c:pt idx="4182">
                  <c:v>m &amp; t bank</c:v>
                </c:pt>
                <c:pt idx="4183">
                  <c:v>ocean city cars&amp;trucks inc</c:v>
                </c:pt>
                <c:pt idx="4184">
                  <c:v>mb automotive corp</c:v>
                </c:pt>
                <c:pt idx="4185">
                  <c:v>pch pre owned</c:v>
                </c:pt>
                <c:pt idx="4186">
                  <c:v>orlando motors inc</c:v>
                </c:pt>
                <c:pt idx="4187">
                  <c:v>taylor infiniti bmw hyundai</c:v>
                </c:pt>
                <c:pt idx="4188">
                  <c:v>manheim chicago aa</c:v>
                </c:pt>
                <c:pt idx="4189">
                  <c:v>kalona auto</c:v>
                </c:pt>
                <c:pt idx="4190">
                  <c:v>david mcdavid ford ft worth</c:v>
                </c:pt>
                <c:pt idx="4191">
                  <c:v>craig toyota</c:v>
                </c:pt>
                <c:pt idx="4192">
                  <c:v>northtown vplr</c:v>
                </c:pt>
                <c:pt idx="4193">
                  <c:v>jaguar of tacoma</c:v>
                </c:pt>
                <c:pt idx="4194">
                  <c:v>lasco ford inc</c:v>
                </c:pt>
                <c:pt idx="4195">
                  <c:v>mc grath acura of westmont</c:v>
                </c:pt>
                <c:pt idx="4196">
                  <c:v>ars/manheim auctions</c:v>
                </c:pt>
                <c:pt idx="4197">
                  <c:v>lafontaine chrysler dodge jeep</c:v>
                </c:pt>
                <c:pt idx="4198">
                  <c:v>north island fcu</c:v>
                </c:pt>
                <c:pt idx="4199">
                  <c:v>tom wood toyota</c:v>
                </c:pt>
                <c:pt idx="4200">
                  <c:v>plutus motor group llc</c:v>
                </c:pt>
                <c:pt idx="4201">
                  <c:v>palmetto57 nissan</c:v>
                </c:pt>
                <c:pt idx="4202">
                  <c:v>autonation honda thornton road</c:v>
                </c:pt>
                <c:pt idx="4203">
                  <c:v>mercedes benz of calabasas</c:v>
                </c:pt>
                <c:pt idx="4204">
                  <c:v>scratch and dent motors</c:v>
                </c:pt>
                <c:pt idx="4205">
                  <c:v>macon deals inc</c:v>
                </c:pt>
                <c:pt idx="4206">
                  <c:v>hendrick volkswagen lewisville</c:v>
                </c:pt>
                <c:pt idx="4207">
                  <c:v>dick barbour performance llc</c:v>
                </c:pt>
                <c:pt idx="4208">
                  <c:v>onemain rem/automotive restyling concepts inc</c:v>
                </c:pt>
                <c:pt idx="4209">
                  <c:v>russ darrow leasing co inc</c:v>
                </c:pt>
                <c:pt idx="4210">
                  <c:v>bert ogden infiniti</c:v>
                </c:pt>
                <c:pt idx="4211">
                  <c:v>van pool hawaii  vpsi inc</c:v>
                </c:pt>
                <c:pt idx="4212">
                  <c:v>uncle ang auto sales</c:v>
                </c:pt>
                <c:pt idx="4213">
                  <c:v>educational employees credit union</c:v>
                </c:pt>
                <c:pt idx="4214">
                  <c:v>norris acura west</c:v>
                </c:pt>
                <c:pt idx="4215">
                  <c:v>mc grath honda</c:v>
                </c:pt>
                <c:pt idx="4216">
                  <c:v>l &amp; b auto sales corp</c:v>
                </c:pt>
                <c:pt idx="4217">
                  <c:v>arnold chevrolet llc</c:v>
                </c:pt>
                <c:pt idx="4218">
                  <c:v>bobby ford inc</c:v>
                </c:pt>
                <c:pt idx="4219">
                  <c:v>scheidemantle motors</c:v>
                </c:pt>
                <c:pt idx="4220">
                  <c:v>pattis car country</c:v>
                </c:pt>
                <c:pt idx="4221">
                  <c:v>ponoka chrysler jeep dodge</c:v>
                </c:pt>
                <c:pt idx="4222">
                  <c:v>eagle automotives inc</c:v>
                </c:pt>
                <c:pt idx="4223">
                  <c:v>go rentals</c:v>
                </c:pt>
                <c:pt idx="4224">
                  <c:v>jg elite enterprises</c:v>
                </c:pt>
                <c:pt idx="4225">
                  <c:v>financial one credit union</c:v>
                </c:pt>
                <c:pt idx="4226">
                  <c:v>remarketing by ge/community cu of florida</c:v>
                </c:pt>
                <c:pt idx="4227">
                  <c:v>nashville chrysler dodge jeep ram</c:v>
                </c:pt>
                <c:pt idx="4228">
                  <c:v>mike albert leasing</c:v>
                </c:pt>
                <c:pt idx="4229">
                  <c:v>first team hyu-nis-sub-vw auto mall</c:v>
                </c:pt>
                <c:pt idx="4230">
                  <c:v>jr used cars</c:v>
                </c:pt>
                <c:pt idx="4231">
                  <c:v>vci/commonwealth audi volkswagen</c:v>
                </c:pt>
                <c:pt idx="4232">
                  <c:v>palm desert auto</c:v>
                </c:pt>
                <c:pt idx="4233">
                  <c:v>remarketing by ge/rock valley credit union</c:v>
                </c:pt>
                <c:pt idx="4234">
                  <c:v>primeritus remarketing/vonuc motors</c:v>
                </c:pt>
                <c:pt idx="4235">
                  <c:v>bright bay lincoln inc</c:v>
                </c:pt>
                <c:pt idx="4236">
                  <c:v>cardinale gmc truck</c:v>
                </c:pt>
                <c:pt idx="4237">
                  <c:v>first financial credit union</c:v>
                </c:pt>
                <c:pt idx="4238">
                  <c:v>cjb enterprises inc.</c:v>
                </c:pt>
                <c:pt idx="4239">
                  <c:v>met autos llc</c:v>
                </c:pt>
                <c:pt idx="4240">
                  <c:v>global motors</c:v>
                </c:pt>
                <c:pt idx="4241">
                  <c:v>a b c auto credit inc</c:v>
                </c:pt>
                <c:pt idx="4242">
                  <c:v>trg sales inc</c:v>
                </c:pt>
                <c:pt idx="4243">
                  <c:v>cj wilson mazda of ventura</c:v>
                </c:pt>
                <c:pt idx="4244">
                  <c:v>apple honda</c:v>
                </c:pt>
                <c:pt idx="4245">
                  <c:v>premium auto group llc</c:v>
                </c:pt>
                <c:pt idx="4246">
                  <c:v>orland toyota inc</c:v>
                </c:pt>
                <c:pt idx="4247">
                  <c:v>new deal used cars</c:v>
                </c:pt>
                <c:pt idx="4248">
                  <c:v>fiserv/grow financial fcu</c:v>
                </c:pt>
                <c:pt idx="4249">
                  <c:v>metro ford sales inc</c:v>
                </c:pt>
                <c:pt idx="4250">
                  <c:v>subaru of orange park</c:v>
                </c:pt>
                <c:pt idx="4251">
                  <c:v>autodeal ltd</c:v>
                </c:pt>
                <c:pt idx="4252">
                  <c:v>trade motors sales corp</c:v>
                </c:pt>
                <c:pt idx="4253">
                  <c:v>elite motors llc</c:v>
                </c:pt>
                <c:pt idx="4254">
                  <c:v>united consumer finance</c:v>
                </c:pt>
                <c:pt idx="4255">
                  <c:v>city finance inc</c:v>
                </c:pt>
                <c:pt idx="4256">
                  <c:v>street track-n-trail inc</c:v>
                </c:pt>
                <c:pt idx="4257">
                  <c:v>e &amp; l motors corp</c:v>
                </c:pt>
                <c:pt idx="4258">
                  <c:v>genao auto sales inc</c:v>
                </c:pt>
                <c:pt idx="4259">
                  <c:v>fredy kia</c:v>
                </c:pt>
                <c:pt idx="4260">
                  <c:v>the lot of saratoga llc</c:v>
                </c:pt>
                <c:pt idx="4261">
                  <c:v>autoworks</c:v>
                </c:pt>
                <c:pt idx="4262">
                  <c:v>richardson imports inc</c:v>
                </c:pt>
                <c:pt idx="4263">
                  <c:v>ewald fleet solution</c:v>
                </c:pt>
                <c:pt idx="4264">
                  <c:v>onemain rem/jmp motors llc</c:v>
                </c:pt>
                <c:pt idx="4265">
                  <c:v>klasse auto</c:v>
                </c:pt>
                <c:pt idx="4266">
                  <c:v>brad deery motors inc</c:v>
                </c:pt>
                <c:pt idx="4267">
                  <c:v>dyer &amp; dyer volvo</c:v>
                </c:pt>
                <c:pt idx="4268">
                  <c:v>porsche of san diego</c:v>
                </c:pt>
                <c:pt idx="4269">
                  <c:v>world toyota</c:v>
                </c:pt>
                <c:pt idx="4270">
                  <c:v>volvo of cape cod</c:v>
                </c:pt>
                <c:pt idx="4271">
                  <c:v>palmetto chevrolet co inc</c:v>
                </c:pt>
                <c:pt idx="4272">
                  <c:v>southwest auto inc</c:v>
                </c:pt>
                <c:pt idx="4273">
                  <c:v>crosby nissan sales</c:v>
                </c:pt>
                <c:pt idx="4274">
                  <c:v>team honda</c:v>
                </c:pt>
                <c:pt idx="4275">
                  <c:v>fratelli auto repair</c:v>
                </c:pt>
                <c:pt idx="4276">
                  <c:v>nab</c:v>
                </c:pt>
                <c:pt idx="4277">
                  <c:v>princeton bmw</c:v>
                </c:pt>
                <c:pt idx="4278">
                  <c:v>spire cu</c:v>
                </c:pt>
                <c:pt idx="4279">
                  <c:v>pfs auto financial</c:v>
                </c:pt>
                <c:pt idx="4280">
                  <c:v>o'reilly auto parts</c:v>
                </c:pt>
                <c:pt idx="4281">
                  <c:v>gateway chevrolet</c:v>
                </c:pt>
                <c:pt idx="4282">
                  <c:v>gentilini chevrolet llc</c:v>
                </c:pt>
                <c:pt idx="4283">
                  <c:v>redline motorsports  inc.</c:v>
                </c:pt>
                <c:pt idx="4284">
                  <c:v>hyundai of newport</c:v>
                </c:pt>
                <c:pt idx="4285">
                  <c:v>villa motors inc</c:v>
                </c:pt>
                <c:pt idx="4286">
                  <c:v>ryan mtrs of morristown inc</c:v>
                </c:pt>
                <c:pt idx="4287">
                  <c:v>cox fleet/ari</c:v>
                </c:pt>
                <c:pt idx="4288">
                  <c:v>amco motor sales</c:v>
                </c:pt>
                <c:pt idx="4289">
                  <c:v>flag/fort worth audi</c:v>
                </c:pt>
                <c:pt idx="4290">
                  <c:v>keystone acquisition bureau</c:v>
                </c:pt>
                <c:pt idx="4291">
                  <c:v>freeman motor company inc</c:v>
                </c:pt>
                <c:pt idx="4292">
                  <c:v>automotive leasing specialist</c:v>
                </c:pt>
                <c:pt idx="4293">
                  <c:v>nissan of athens</c:v>
                </c:pt>
                <c:pt idx="4294">
                  <c:v>greenwood remarketing</c:v>
                </c:pt>
                <c:pt idx="4295">
                  <c:v>dan deery rental</c:v>
                </c:pt>
                <c:pt idx="4296">
                  <c:v>dow louisiana fcu</c:v>
                </c:pt>
                <c:pt idx="4297">
                  <c:v>remarketing by ge/carville auto sales llc</c:v>
                </c:pt>
                <c:pt idx="4298">
                  <c:v>volvo of orange county</c:v>
                </c:pt>
                <c:pt idx="4299">
                  <c:v>primeritus remarketing/oregon comm credit</c:v>
                </c:pt>
                <c:pt idx="4300">
                  <c:v>southern motors honda</c:v>
                </c:pt>
                <c:pt idx="4301">
                  <c:v>hudson's stratford kia</c:v>
                </c:pt>
                <c:pt idx="4302">
                  <c:v>spitzer autoworld homestead inc</c:v>
                </c:pt>
                <c:pt idx="4303">
                  <c:v>renty car rental</c:v>
                </c:pt>
                <c:pt idx="4304">
                  <c:v>a1 plus auto center</c:v>
                </c:pt>
                <c:pt idx="4305">
                  <c:v>acme auto leasing llc</c:v>
                </c:pt>
                <c:pt idx="4306">
                  <c:v>ars/luxor motor cars inc</c:v>
                </c:pt>
                <c:pt idx="4307">
                  <c:v>oscar traders inc</c:v>
                </c:pt>
                <c:pt idx="4308">
                  <c:v>justbettercars com inc</c:v>
                </c:pt>
                <c:pt idx="4309">
                  <c:v>schmitt imports llc</c:v>
                </c:pt>
                <c:pt idx="4310">
                  <c:v>perfection truck wholesale inc</c:v>
                </c:pt>
                <c:pt idx="4311">
                  <c:v>illest motors</c:v>
                </c:pt>
                <c:pt idx="4312">
                  <c:v>dm motorcars inc</c:v>
                </c:pt>
                <c:pt idx="4313">
                  <c:v>bmw of fresno</c:v>
                </c:pt>
                <c:pt idx="4314">
                  <c:v>napleton auto werks of ind</c:v>
                </c:pt>
                <c:pt idx="4315">
                  <c:v>check into cash inc.</c:v>
                </c:pt>
                <c:pt idx="4316">
                  <c:v>coast 2 coast auto wholesale</c:v>
                </c:pt>
                <c:pt idx="4317">
                  <c:v>onemain rem/fastlane automotive enterprises</c:v>
                </c:pt>
                <c:pt idx="4318">
                  <c:v>westbury imports llc</c:v>
                </c:pt>
                <c:pt idx="4319">
                  <c:v>autonation ford memphis</c:v>
                </c:pt>
                <c:pt idx="4320">
                  <c:v>harris auto sales</c:v>
                </c:pt>
                <c:pt idx="4321">
                  <c:v>security auto loans inc</c:v>
                </c:pt>
                <c:pt idx="4322">
                  <c:v>west hills chrysler jeep dodge</c:v>
                </c:pt>
                <c:pt idx="4323">
                  <c:v>kernersville chrysler dodge jeep</c:v>
                </c:pt>
                <c:pt idx="4324">
                  <c:v>university of minnesota</c:v>
                </c:pt>
                <c:pt idx="4325">
                  <c:v>remarketing by ge/jax fcu</c:v>
                </c:pt>
                <c:pt idx="4326">
                  <c:v>a1a import export</c:v>
                </c:pt>
                <c:pt idx="4327">
                  <c:v>lone star ford</c:v>
                </c:pt>
                <c:pt idx="4328">
                  <c:v>remarketing by ge/first commerce credit union</c:v>
                </c:pt>
                <c:pt idx="4329">
                  <c:v>porsche of the main line</c:v>
                </c:pt>
                <c:pt idx="4330">
                  <c:v>premier motor/cars</c:v>
                </c:pt>
                <c:pt idx="4331">
                  <c:v>shaver automotive group inc</c:v>
                </c:pt>
                <c:pt idx="4332">
                  <c:v>onemain rem/global imports sales inc</c:v>
                </c:pt>
                <c:pt idx="4333">
                  <c:v>contemporary mitsubishi</c:v>
                </c:pt>
                <c:pt idx="4334">
                  <c:v>remarketing by ge/boeing wichita credit union</c:v>
                </c:pt>
                <c:pt idx="4335">
                  <c:v>gary motors inc</c:v>
                </c:pt>
                <c:pt idx="4336">
                  <c:v>hyundai inland empire</c:v>
                </c:pt>
                <c:pt idx="4337">
                  <c:v>walker wholesale</c:v>
                </c:pt>
                <c:pt idx="4338">
                  <c:v>crossline on fort road</c:v>
                </c:pt>
                <c:pt idx="4339">
                  <c:v>universal motor credit</c:v>
                </c:pt>
                <c:pt idx="4340">
                  <c:v>legacy ford pasco</c:v>
                </c:pt>
                <c:pt idx="4341">
                  <c:v>tampa bay autonetwork</c:v>
                </c:pt>
                <c:pt idx="4342">
                  <c:v>arrowhead auto sales</c:v>
                </c:pt>
                <c:pt idx="4343">
                  <c:v>commerce hyundai</c:v>
                </c:pt>
                <c:pt idx="4344">
                  <c:v>perris valley dodge jeep</c:v>
                </c:pt>
                <c:pt idx="4345">
                  <c:v>u save</c:v>
                </c:pt>
                <c:pt idx="4346">
                  <c:v>remarketing by ge/utah power credit union</c:v>
                </c:pt>
                <c:pt idx="4347">
                  <c:v>cannon motors inc</c:v>
                </c:pt>
                <c:pt idx="4348">
                  <c:v>ciocca subaru</c:v>
                </c:pt>
                <c:pt idx="4349">
                  <c:v>cars &amp; trucks</c:v>
                </c:pt>
                <c:pt idx="4350">
                  <c:v>paradise automotive group inc</c:v>
                </c:pt>
                <c:pt idx="4351">
                  <c:v>primeritus remarketing/lum</c:v>
                </c:pt>
                <c:pt idx="4352">
                  <c:v>leo martin chevrolet inc</c:v>
                </c:pt>
                <c:pt idx="4353">
                  <c:v>chilsons corner motors of cadott llc</c:v>
                </c:pt>
                <c:pt idx="4354">
                  <c:v>manheim houston</c:v>
                </c:pt>
                <c:pt idx="4355">
                  <c:v>remarketing by ge/h&amp;h motors inc</c:v>
                </c:pt>
                <c:pt idx="4356">
                  <c:v>leo venters motors inc</c:v>
                </c:pt>
                <c:pt idx="4357">
                  <c:v>repo remarketing/first flight federal cu</c:v>
                </c:pt>
                <c:pt idx="4358">
                  <c:v>audi reno tahoe</c:v>
                </c:pt>
                <c:pt idx="4359">
                  <c:v>hi country chevrolet inc</c:v>
                </c:pt>
                <c:pt idx="4360">
                  <c:v>diamond automotive group</c:v>
                </c:pt>
                <c:pt idx="4361">
                  <c:v>findlay honda flagstaff</c:v>
                </c:pt>
                <c:pt idx="4362">
                  <c:v>autos 4 less</c:v>
                </c:pt>
                <c:pt idx="4363">
                  <c:v>mercedes benz of walnut creek</c:v>
                </c:pt>
                <c:pt idx="4364">
                  <c:v>nelson auto center inc</c:v>
                </c:pt>
                <c:pt idx="4365">
                  <c:v>eli's auto world inc</c:v>
                </c:pt>
                <c:pt idx="4366">
                  <c:v>arrowhead honda</c:v>
                </c:pt>
                <c:pt idx="4367">
                  <c:v>ted cianos used car center</c:v>
                </c:pt>
                <c:pt idx="4368">
                  <c:v>summs skip &amp; collections service inc</c:v>
                </c:pt>
                <c:pt idx="4369">
                  <c:v>boucher cadillac buick gmc of waukesha</c:v>
                </c:pt>
                <c:pt idx="4370">
                  <c:v>alan jay chevrolet cadillac inc</c:v>
                </c:pt>
                <c:pt idx="4371">
                  <c:v>luxury auto collection llc</c:v>
                </c:pt>
                <c:pt idx="4372">
                  <c:v>lombard auto exchange inc</c:v>
                </c:pt>
                <c:pt idx="4373">
                  <c:v>apex automotive llc</c:v>
                </c:pt>
                <c:pt idx="4374">
                  <c:v>abab corportation</c:v>
                </c:pt>
                <c:pt idx="4375">
                  <c:v>great southern bank</c:v>
                </c:pt>
                <c:pt idx="4376">
                  <c:v>onemain rem/manheim san francisco bay</c:v>
                </c:pt>
                <c:pt idx="4377">
                  <c:v>daimler truck financial</c:v>
                </c:pt>
                <c:pt idx="4378">
                  <c:v>onemain rem/minas car group</c:v>
                </c:pt>
                <c:pt idx="4379">
                  <c:v>alan jay ford lincoln</c:v>
                </c:pt>
                <c:pt idx="4380">
                  <c:v>david ragan ford</c:v>
                </c:pt>
                <c:pt idx="4381">
                  <c:v>heffle motor company preowned vehicles</c:v>
                </c:pt>
                <c:pt idx="4382">
                  <c:v>sensible auto lending  llc</c:v>
                </c:pt>
                <c:pt idx="4383">
                  <c:v>capital one certified inc</c:v>
                </c:pt>
                <c:pt idx="4384">
                  <c:v>union bank &amp; trust</c:v>
                </c:pt>
                <c:pt idx="4385">
                  <c:v>sewell buick-pontiac-gmc</c:v>
                </c:pt>
                <c:pt idx="4386">
                  <c:v>murrays used cars inc</c:v>
                </c:pt>
                <c:pt idx="4387">
                  <c:v>heartland motors inc</c:v>
                </c:pt>
                <c:pt idx="4388">
                  <c:v>city loan</c:v>
                </c:pt>
                <c:pt idx="4389">
                  <c:v>langley federal credit union</c:v>
                </c:pt>
                <c:pt idx="4390">
                  <c:v>dollar thrifty/tra</c:v>
                </c:pt>
                <c:pt idx="4391">
                  <c:v>cartwright motors</c:v>
                </c:pt>
                <c:pt idx="4392">
                  <c:v>eastern utah community credit union</c:v>
                </c:pt>
                <c:pt idx="4393">
                  <c:v>country chevrolet inc</c:v>
                </c:pt>
                <c:pt idx="4394">
                  <c:v>thrift investment corporation</c:v>
                </c:pt>
                <c:pt idx="4395">
                  <c:v>mercedes benz of san diego</c:v>
                </c:pt>
                <c:pt idx="4396">
                  <c:v>u f o motorsports llc</c:v>
                </c:pt>
                <c:pt idx="4397">
                  <c:v>larson motors inc</c:v>
                </c:pt>
                <c:pt idx="4398">
                  <c:v>bls management inc</c:v>
                </c:pt>
                <c:pt idx="4399">
                  <c:v>lexus of marin</c:v>
                </c:pt>
                <c:pt idx="4400">
                  <c:v>global finance group</c:v>
                </c:pt>
                <c:pt idx="4401">
                  <c:v>coconut point ford</c:v>
                </c:pt>
                <c:pt idx="4402">
                  <c:v>721740 alberta ltd</c:v>
                </c:pt>
                <c:pt idx="4403">
                  <c:v>columbia credit union</c:v>
                </c:pt>
                <c:pt idx="4404">
                  <c:v>the western motor co inc</c:v>
                </c:pt>
                <c:pt idx="4405">
                  <c:v>mike brown ford</c:v>
                </c:pt>
                <c:pt idx="4406">
                  <c:v>border federal credit union</c:v>
                </c:pt>
                <c:pt idx="4407">
                  <c:v>wilsonville toyota scion</c:v>
                </c:pt>
                <c:pt idx="4408">
                  <c:v>mancaris chrysler jeep inc</c:v>
                </c:pt>
                <c:pt idx="4409">
                  <c:v>volvo of ft myers</c:v>
                </c:pt>
                <c:pt idx="4410">
                  <c:v>j/r motors</c:v>
                </c:pt>
                <c:pt idx="4411">
                  <c:v>auto house of salisbury inc</c:v>
                </c:pt>
                <c:pt idx="4412">
                  <c:v>deals on wheels</c:v>
                </c:pt>
                <c:pt idx="4413">
                  <c:v>westside hummer inc</c:v>
                </c:pt>
                <c:pt idx="4414">
                  <c:v>superior toyota</c:v>
                </c:pt>
                <c:pt idx="4415">
                  <c:v>gene steffy ford llc</c:v>
                </c:pt>
                <c:pt idx="4416">
                  <c:v>velocity auto broker  inc</c:v>
                </c:pt>
                <c:pt idx="4417">
                  <c:v>blaise alexander chevrolet buick inc</c:v>
                </c:pt>
                <c:pt idx="4418">
                  <c:v>arrow auto sales</c:v>
                </c:pt>
                <c:pt idx="4419">
                  <c:v>subaru of spokane</c:v>
                </c:pt>
                <c:pt idx="4420">
                  <c:v>fuccillo nissan of latham</c:v>
                </c:pt>
                <c:pt idx="4421">
                  <c:v>mechanicsville toyota</c:v>
                </c:pt>
                <c:pt idx="4422">
                  <c:v>nissan dealer blend/kings infiniti inc</c:v>
                </c:pt>
                <c:pt idx="4423">
                  <c:v>hou tex finance</c:v>
                </c:pt>
                <c:pt idx="4424">
                  <c:v>wilson auto wholesale</c:v>
                </c:pt>
                <c:pt idx="4425">
                  <c:v>torre nissan</c:v>
                </c:pt>
                <c:pt idx="4426">
                  <c:v>red bank volvo inc</c:v>
                </c:pt>
                <c:pt idx="4427">
                  <c:v>max auto sales inc</c:v>
                </c:pt>
                <c:pt idx="4428">
                  <c:v>b &amp; m auto sales inc</c:v>
                </c:pt>
                <c:pt idx="4429">
                  <c:v>fuson automotive inc</c:v>
                </c:pt>
                <c:pt idx="4430">
                  <c:v>benchmark auto sales nj llc</c:v>
                </c:pt>
                <c:pt idx="4431">
                  <c:v>autonation ford frisco</c:v>
                </c:pt>
                <c:pt idx="4432">
                  <c:v>carbucks of georgia inc</c:v>
                </c:pt>
                <c:pt idx="4433">
                  <c:v>enterprise leasing co. of georgia</c:v>
                </c:pt>
                <c:pt idx="4434">
                  <c:v>preston chrysler dodge jeep ram</c:v>
                </c:pt>
                <c:pt idx="4435">
                  <c:v>commerce bank</c:v>
                </c:pt>
                <c:pt idx="4436">
                  <c:v>repo remarketing/first commerce credit union</c:v>
                </c:pt>
                <c:pt idx="4437">
                  <c:v>onemain rem/orange county motorsports llc</c:v>
                </c:pt>
                <c:pt idx="4438">
                  <c:v>crossroads auto center</c:v>
                </c:pt>
                <c:pt idx="4439">
                  <c:v>bell canada</c:v>
                </c:pt>
                <c:pt idx="4440">
                  <c:v>ltd automotive llc</c:v>
                </c:pt>
                <c:pt idx="4441">
                  <c:v>pdx auto wholesale llc</c:v>
                </c:pt>
                <c:pt idx="4442">
                  <c:v>barley chase chevrolet buick inc</c:v>
                </c:pt>
                <c:pt idx="4443">
                  <c:v>bellco credit union</c:v>
                </c:pt>
                <c:pt idx="4444">
                  <c:v>mpm auto traders</c:v>
                </c:pt>
                <c:pt idx="4445">
                  <c:v>rosner ford</c:v>
                </c:pt>
                <c:pt idx="4446">
                  <c:v>grables auto wholesale</c:v>
                </c:pt>
                <c:pt idx="4447">
                  <c:v>nations best auto brokers llc</c:v>
                </c:pt>
                <c:pt idx="4448">
                  <c:v>remarketing by ge/sunstate fcu</c:v>
                </c:pt>
                <c:pt idx="4449">
                  <c:v>autonation chrysler jeep west</c:v>
                </c:pt>
                <c:pt idx="4450">
                  <c:v>repo remarketing/skyone fcu</c:v>
                </c:pt>
                <c:pt idx="4451">
                  <c:v>jordan motors inc</c:v>
                </c:pt>
                <c:pt idx="4452">
                  <c:v>diamond motor company</c:v>
                </c:pt>
                <c:pt idx="4453">
                  <c:v>kia st eustache enr</c:v>
                </c:pt>
                <c:pt idx="4454">
                  <c:v>legends toyota legends scion</c:v>
                </c:pt>
                <c:pt idx="4455">
                  <c:v>sunrise volkswagen inc</c:v>
                </c:pt>
                <c:pt idx="4456">
                  <c:v>vci/audi mission viejo</c:v>
                </c:pt>
                <c:pt idx="4457">
                  <c:v>trucks &amp; cars for less</c:v>
                </c:pt>
                <c:pt idx="4458">
                  <c:v>m &amp; g cars unlimited llc</c:v>
                </c:pt>
                <c:pt idx="4459">
                  <c:v>audi warwick</c:v>
                </c:pt>
                <c:pt idx="4460">
                  <c:v>fx caprara chevrolet olds buick inc</c:v>
                </c:pt>
                <c:pt idx="4461">
                  <c:v>lithia chrysler jeep dodge of tri-cities</c:v>
                </c:pt>
                <c:pt idx="4462">
                  <c:v>ruan car leasing</c:v>
                </c:pt>
                <c:pt idx="4463">
                  <c:v>power jda llc</c:v>
                </c:pt>
                <c:pt idx="4464">
                  <c:v>anderson motors</c:v>
                </c:pt>
                <c:pt idx="4465">
                  <c:v>imans imports</c:v>
                </c:pt>
                <c:pt idx="4466">
                  <c:v>herrnstein chrysler inc</c:v>
                </c:pt>
                <c:pt idx="4467">
                  <c:v>chase automotive</c:v>
                </c:pt>
                <c:pt idx="4468">
                  <c:v>brian s richmond enterprise inc</c:v>
                </c:pt>
                <c:pt idx="4469">
                  <c:v>landrover tampa</c:v>
                </c:pt>
                <c:pt idx="4470">
                  <c:v>piazza honda of philadelphia</c:v>
                </c:pt>
                <c:pt idx="4471">
                  <c:v>answer one motors</c:v>
                </c:pt>
                <c:pt idx="4472">
                  <c:v>paramount autosport</c:v>
                </c:pt>
                <c:pt idx="4473">
                  <c:v>wheels/cox</c:v>
                </c:pt>
                <c:pt idx="4474">
                  <c:v>repo remarketing/first credit union</c:v>
                </c:pt>
                <c:pt idx="4475">
                  <c:v>auto funding group</c:v>
                </c:pt>
                <c:pt idx="4476">
                  <c:v>classic motorcars inc</c:v>
                </c:pt>
                <c:pt idx="4477">
                  <c:v>mercedes benz of oakland</c:v>
                </c:pt>
                <c:pt idx="4478">
                  <c:v>land rover knoxville llc</c:v>
                </c:pt>
                <c:pt idx="4479">
                  <c:v>yucca valley ford center</c:v>
                </c:pt>
                <c:pt idx="4480">
                  <c:v>carlos jeep rental</c:v>
                </c:pt>
                <c:pt idx="4481">
                  <c:v>bill currie ford</c:v>
                </c:pt>
                <c:pt idx="4482">
                  <c:v>azf auto inc</c:v>
                </c:pt>
                <c:pt idx="4483">
                  <c:v>long beach bmw &amp; long beach mini</c:v>
                </c:pt>
                <c:pt idx="4484">
                  <c:v>allied rent a car</c:v>
                </c:pt>
                <c:pt idx="4485">
                  <c:v>archer-perdue suzuki</c:v>
                </c:pt>
                <c:pt idx="4486">
                  <c:v>clay cooley toyota of hazelwood</c:v>
                </c:pt>
                <c:pt idx="4487">
                  <c:v>united bank inc</c:v>
                </c:pt>
                <c:pt idx="4488">
                  <c:v>langley fcu</c:v>
                </c:pt>
                <c:pt idx="4489">
                  <c:v>larry h. miller chevrolet</c:v>
                </c:pt>
                <c:pt idx="4490">
                  <c:v>port lavaca ford inc</c:v>
                </c:pt>
                <c:pt idx="4491">
                  <c:v>carlsbad chevrolet</c:v>
                </c:pt>
                <c:pt idx="4492">
                  <c:v>cardinaleway volkswagen</c:v>
                </c:pt>
                <c:pt idx="4493">
                  <c:v>autonation ford westlake</c:v>
                </c:pt>
                <c:pt idx="4494">
                  <c:v>generations bank</c:v>
                </c:pt>
                <c:pt idx="4495">
                  <c:v>volkswagen of downtown la</c:v>
                </c:pt>
                <c:pt idx="4496">
                  <c:v>potomac imports inc</c:v>
                </c:pt>
                <c:pt idx="4497">
                  <c:v>lee f slaughter fine cars since 1948</c:v>
                </c:pt>
                <c:pt idx="4498">
                  <c:v>a town auto brokers</c:v>
                </c:pt>
                <c:pt idx="4499">
                  <c:v>apollo vw subaru</c:v>
                </c:pt>
                <c:pt idx="4500">
                  <c:v>national brokers</c:v>
                </c:pt>
                <c:pt idx="4501">
                  <c:v>n/a imports</c:v>
                </c:pt>
                <c:pt idx="4502">
                  <c:v>titlemax/san antonio tx24</c:v>
                </c:pt>
                <c:pt idx="4503">
                  <c:v>onemain rem/us auto fleet group</c:v>
                </c:pt>
                <c:pt idx="4504">
                  <c:v>cedar rapids toyota inc</c:v>
                </c:pt>
                <c:pt idx="4505">
                  <c:v>cal rentals</c:v>
                </c:pt>
                <c:pt idx="4506">
                  <c:v>sheehy ford of warrenton</c:v>
                </c:pt>
                <c:pt idx="4507">
                  <c:v>sheehy ford ashland</c:v>
                </c:pt>
                <c:pt idx="4508">
                  <c:v>remarketing by ge/public service credit union</c:v>
                </c:pt>
                <c:pt idx="4509">
                  <c:v>molle toyota inc</c:v>
                </c:pt>
                <c:pt idx="4510">
                  <c:v>re2 inc</c:v>
                </c:pt>
                <c:pt idx="4511">
                  <c:v>ars/all vehicle leasing</c:v>
                </c:pt>
                <c:pt idx="4512">
                  <c:v>spc credit union</c:v>
                </c:pt>
                <c:pt idx="4513">
                  <c:v>fields motorcars orlando</c:v>
                </c:pt>
                <c:pt idx="4514">
                  <c:v>european automobile company</c:v>
                </c:pt>
                <c:pt idx="4515">
                  <c:v>laclede gas</c:v>
                </c:pt>
                <c:pt idx="4516">
                  <c:v>new rochelle toyota</c:v>
                </c:pt>
                <c:pt idx="4517">
                  <c:v>the johnson dealerships inc</c:v>
                </c:pt>
                <c:pt idx="4518">
                  <c:v>remarketing by ge/lion's share fcu</c:v>
                </c:pt>
                <c:pt idx="4519">
                  <c:v>stivers ford lincoln</c:v>
                </c:pt>
                <c:pt idx="4520">
                  <c:v>luxury of queens inc</c:v>
                </c:pt>
                <c:pt idx="4521">
                  <c:v>rental remarketing inc</c:v>
                </c:pt>
                <c:pt idx="4522">
                  <c:v>remarketing by ge/dab auto world &amp; leasing</c:v>
                </c:pt>
                <c:pt idx="4523">
                  <c:v>north lily auto sales llc</c:v>
                </c:pt>
                <c:pt idx="4524">
                  <c:v>kia of bedford</c:v>
                </c:pt>
                <c:pt idx="4525">
                  <c:v>manheim nevada</c:v>
                </c:pt>
                <c:pt idx="4526">
                  <c:v>joe ball pontiac gmc commercial trucks</c:v>
                </c:pt>
                <c:pt idx="4527">
                  <c:v>indoor auto llc</c:v>
                </c:pt>
                <c:pt idx="4528">
                  <c:v>eastside corridor constructors</c:v>
                </c:pt>
                <c:pt idx="4529">
                  <c:v>westerra credit union</c:v>
                </c:pt>
                <c:pt idx="4530">
                  <c:v>katy kars</c:v>
                </c:pt>
                <c:pt idx="4531">
                  <c:v>diamond toyota scion</c:v>
                </c:pt>
                <c:pt idx="4532">
                  <c:v>priority nissan chantilly</c:v>
                </c:pt>
                <c:pt idx="4533">
                  <c:v>fernandez honda</c:v>
                </c:pt>
                <c:pt idx="4534">
                  <c:v>j &amp; l autosports</c:v>
                </c:pt>
                <c:pt idx="4535">
                  <c:v>infiniti of van nuys</c:v>
                </c:pt>
                <c:pt idx="4536">
                  <c:v>o hara motors inc</c:v>
                </c:pt>
                <c:pt idx="4537">
                  <c:v>kings auto ltd</c:v>
                </c:pt>
                <c:pt idx="4538">
                  <c:v>coastal mitsubishi  coastal hyundai</c:v>
                </c:pt>
                <c:pt idx="4539">
                  <c:v>hi-end auto llc</c:v>
                </c:pt>
                <c:pt idx="4540">
                  <c:v>professional financial services / murfreesboro</c:v>
                </c:pt>
                <c:pt idx="4541">
                  <c:v>scottsdale motor group llc</c:v>
                </c:pt>
                <c:pt idx="4542">
                  <c:v>randy butler automotive inc</c:v>
                </c:pt>
                <c:pt idx="4543">
                  <c:v>glesby marks leasing</c:v>
                </c:pt>
                <c:pt idx="4544">
                  <c:v>blevins auto sales llc</c:v>
                </c:pt>
                <c:pt idx="4545">
                  <c:v>twin motor</c:v>
                </c:pt>
                <c:pt idx="4546">
                  <c:v>ken peterson sales &amp; leasing</c:v>
                </c:pt>
                <c:pt idx="4547">
                  <c:v>smithfield motor sales inc</c:v>
                </c:pt>
                <c:pt idx="4548">
                  <c:v>rpm auto remarketing llc</c:v>
                </c:pt>
                <c:pt idx="4549">
                  <c:v>prestige leasing &amp; management inc</c:v>
                </c:pt>
                <c:pt idx="4550">
                  <c:v>gainesville nissan</c:v>
                </c:pt>
                <c:pt idx="4551">
                  <c:v>sal's auto service ltd.</c:v>
                </c:pt>
                <c:pt idx="4552">
                  <c:v>bens automotive center inc</c:v>
                </c:pt>
                <c:pt idx="4553">
                  <c:v>onpoint financial corp</c:v>
                </c:pt>
                <c:pt idx="4554">
                  <c:v>western brok venture ltd</c:v>
                </c:pt>
                <c:pt idx="4555">
                  <c:v>arrigo dodge chrysler jeep ram sawgrass</c:v>
                </c:pt>
                <c:pt idx="4556">
                  <c:v>grossinger motors inc</c:v>
                </c:pt>
                <c:pt idx="4557">
                  <c:v>aunlimited inc</c:v>
                </c:pt>
                <c:pt idx="4558">
                  <c:v>safco</c:v>
                </c:pt>
                <c:pt idx="4559">
                  <c:v>wonder automotive inc</c:v>
                </c:pt>
                <c:pt idx="4560">
                  <c:v>alexander automotive downtown franklin</c:v>
                </c:pt>
                <c:pt idx="4561">
                  <c:v>rc motorcars</c:v>
                </c:pt>
                <c:pt idx="4562">
                  <c:v>myrtle beach tnt auto sales llc</c:v>
                </c:pt>
                <c:pt idx="4563">
                  <c:v>cole ford sales inc</c:v>
                </c:pt>
                <c:pt idx="4564">
                  <c:v>bill bryan subaru</c:v>
                </c:pt>
                <c:pt idx="4565">
                  <c:v>georgetown auto sales inc</c:v>
                </c:pt>
                <c:pt idx="4566">
                  <c:v>primeritus remarketing/loan service center</c:v>
                </c:pt>
                <c:pt idx="4567">
                  <c:v>ideal motors</c:v>
                </c:pt>
                <c:pt idx="4568">
                  <c:v>joe ball gmc</c:v>
                </c:pt>
                <c:pt idx="4569">
                  <c:v>j and e auto sales inc</c:v>
                </c:pt>
                <c:pt idx="4570">
                  <c:v>pls loan store/phoenix</c:v>
                </c:pt>
                <c:pt idx="4571">
                  <c:v>manhattan imported cars inc</c:v>
                </c:pt>
                <c:pt idx="4572">
                  <c:v>stockton # 12 honda</c:v>
                </c:pt>
                <c:pt idx="4573">
                  <c:v>hertz corporation/non pgm</c:v>
                </c:pt>
                <c:pt idx="4574">
                  <c:v>atlantic coast remarketing inc/omcllc</c:v>
                </c:pt>
                <c:pt idx="4575">
                  <c:v>keweenaw automotive inc</c:v>
                </c:pt>
                <c:pt idx="4576">
                  <c:v>n &amp; b motorworks inc</c:v>
                </c:pt>
                <c:pt idx="4577">
                  <c:v>j r mirizio auto sales</c:v>
                </c:pt>
                <c:pt idx="4578">
                  <c:v>burt watson chevrolet inc</c:v>
                </c:pt>
                <c:pt idx="4579">
                  <c:v>prestige bmw</c:v>
                </c:pt>
                <c:pt idx="4580">
                  <c:v>cape fear credit union</c:v>
                </c:pt>
                <c:pt idx="4581">
                  <c:v>repo remarketing/unitus community cu</c:v>
                </c:pt>
                <c:pt idx="4582">
                  <c:v>sheehy ford of springfield inc</c:v>
                </c:pt>
                <c:pt idx="4583">
                  <c:v>marshall chevrolet co</c:v>
                </c:pt>
                <c:pt idx="4584">
                  <c:v>palm springs volvo</c:v>
                </c:pt>
                <c:pt idx="4585">
                  <c:v>morries subaru</c:v>
                </c:pt>
                <c:pt idx="4586">
                  <c:v>the car company inc</c:v>
                </c:pt>
                <c:pt idx="4587">
                  <c:v>bill bunch chevrolet inc</c:v>
                </c:pt>
                <c:pt idx="4588">
                  <c:v>jim hudson toyota</c:v>
                </c:pt>
                <c:pt idx="4589">
                  <c:v>hunter chev volvo subaru hyundai</c:v>
                </c:pt>
                <c:pt idx="4590">
                  <c:v>bill gray volvo</c:v>
                </c:pt>
                <c:pt idx="4591">
                  <c:v>1st commercial</c:v>
                </c:pt>
                <c:pt idx="4592">
                  <c:v>motor trends</c:v>
                </c:pt>
                <c:pt idx="4593">
                  <c:v>scholfield buick gmc hyundai</c:v>
                </c:pt>
                <c:pt idx="4594">
                  <c:v>ernst auto center inc</c:v>
                </c:pt>
                <c:pt idx="4595">
                  <c:v>denper group  inc.</c:v>
                </c:pt>
                <c:pt idx="4596">
                  <c:v>givens auto inc</c:v>
                </c:pt>
                <c:pt idx="4597">
                  <c:v>carlock kia of tuscaloosa</c:v>
                </c:pt>
                <c:pt idx="4598">
                  <c:v>landers fiat</c:v>
                </c:pt>
                <c:pt idx="4599">
                  <c:v>lafontaine subaru</c:v>
                </c:pt>
                <c:pt idx="4600">
                  <c:v>remarketing by ge/shine auto brokers inc</c:v>
                </c:pt>
                <c:pt idx="4601">
                  <c:v>oxmoor ford lincoln mercury</c:v>
                </c:pt>
                <c:pt idx="4602">
                  <c:v>c harper ford kia</c:v>
                </c:pt>
                <c:pt idx="4603">
                  <c:v>keith m motors</c:v>
                </c:pt>
                <c:pt idx="4604">
                  <c:v>carplus auto sales  inc</c:v>
                </c:pt>
                <c:pt idx="4605">
                  <c:v>the best choice inc</c:v>
                </c:pt>
                <c:pt idx="4606">
                  <c:v>mercedes benz of denver</c:v>
                </c:pt>
                <c:pt idx="4607">
                  <c:v>orr nissan</c:v>
                </c:pt>
                <c:pt idx="4608">
                  <c:v>action finance &amp; leasing corporation</c:v>
                </c:pt>
                <c:pt idx="4609">
                  <c:v>ala sales inc</c:v>
                </c:pt>
                <c:pt idx="4610">
                  <c:v>oates &amp; lane motor co</c:v>
                </c:pt>
                <c:pt idx="4611">
                  <c:v>nissan dealer blend/briggs motor company</c:v>
                </c:pt>
                <c:pt idx="4612">
                  <c:v>rent a vette</c:v>
                </c:pt>
                <c:pt idx="4613">
                  <c:v>dependable auto sales</c:v>
                </c:pt>
                <c:pt idx="4614">
                  <c:v>sheehy subaru</c:v>
                </c:pt>
                <c:pt idx="4615">
                  <c:v>finishline services</c:v>
                </c:pt>
                <c:pt idx="4616">
                  <c:v>bristol county savings bank</c:v>
                </c:pt>
                <c:pt idx="4617">
                  <c:v>greenwood chevrolet olds inc</c:v>
                </c:pt>
                <c:pt idx="4618">
                  <c:v>auto dealer solutions inc</c:v>
                </c:pt>
                <c:pt idx="4619">
                  <c:v>faulkner harrisburg inc</c:v>
                </c:pt>
                <c:pt idx="4620">
                  <c:v>buckeye title loans inc</c:v>
                </c:pt>
                <c:pt idx="4621">
                  <c:v>red hoagland hyundai inc</c:v>
                </c:pt>
                <c:pt idx="4622">
                  <c:v>toyota chula vista dba scion</c:v>
                </c:pt>
                <c:pt idx="4623">
                  <c:v>peach state fcu</c:v>
                </c:pt>
                <c:pt idx="4624">
                  <c:v>stapleton motorcars inc</c:v>
                </c:pt>
                <c:pt idx="4625">
                  <c:v>action auction llc</c:v>
                </c:pt>
                <c:pt idx="4626">
                  <c:v>american capital asset management</c:v>
                </c:pt>
                <c:pt idx="4627">
                  <c:v>fields of daytona llc</c:v>
                </c:pt>
                <c:pt idx="4628">
                  <c:v>bmw of mobile</c:v>
                </c:pt>
                <c:pt idx="4629">
                  <c:v>honda of covington</c:v>
                </c:pt>
                <c:pt idx="4630">
                  <c:v>symes saab of pasadena</c:v>
                </c:pt>
                <c:pt idx="4631">
                  <c:v>s &amp; f auto sales inc.</c:v>
                </c:pt>
                <c:pt idx="4632">
                  <c:v>larson cadillac saab</c:v>
                </c:pt>
                <c:pt idx="4633">
                  <c:v>ar auto sales</c:v>
                </c:pt>
                <c:pt idx="4634">
                  <c:v>michael hohl subaru</c:v>
                </c:pt>
                <c:pt idx="4635">
                  <c:v>west coast motors</c:v>
                </c:pt>
                <c:pt idx="4636">
                  <c:v>jrs autobuyers llc</c:v>
                </c:pt>
                <c:pt idx="4637">
                  <c:v>zinc auto finance</c:v>
                </c:pt>
                <c:pt idx="4638">
                  <c:v>lease plan/fig leasing co</c:v>
                </c:pt>
                <c:pt idx="4639">
                  <c:v>united motors trade llc</c:v>
                </c:pt>
                <c:pt idx="4640">
                  <c:v>suburban chrysler jeep dodge</c:v>
                </c:pt>
                <c:pt idx="4641">
                  <c:v>san tan ford</c:v>
                </c:pt>
                <c:pt idx="4642">
                  <c:v>bay automotive corporation</c:v>
                </c:pt>
                <c:pt idx="4643">
                  <c:v>ramos auto sales</c:v>
                </c:pt>
                <c:pt idx="4644">
                  <c:v>remarketing by ge/ted a rea inc</c:v>
                </c:pt>
                <c:pt idx="4645">
                  <c:v>bert ogden chevrolet inc</c:v>
                </c:pt>
                <c:pt idx="4646">
                  <c:v>crown kia</c:v>
                </c:pt>
                <c:pt idx="4647">
                  <c:v>wards motorsports inc</c:v>
                </c:pt>
                <c:pt idx="4648">
                  <c:v>russell &amp; smith ford inc</c:v>
                </c:pt>
                <c:pt idx="4649">
                  <c:v>claremont volkswagen</c:v>
                </c:pt>
                <c:pt idx="4650">
                  <c:v>budds chev cadillac buick gmc</c:v>
                </c:pt>
                <c:pt idx="4651">
                  <c:v>repo remarketing/vons credit union</c:v>
                </c:pt>
                <c:pt idx="4652">
                  <c:v>sixrentals corp/damage liquidation</c:v>
                </c:pt>
                <c:pt idx="4653">
                  <c:v>larry miller volkswagen avondale</c:v>
                </c:pt>
                <c:pt idx="4654">
                  <c:v>volvo of memphis</c:v>
                </c:pt>
                <c:pt idx="4655">
                  <c:v>coon rapids nissan</c:v>
                </c:pt>
                <c:pt idx="4656">
                  <c:v>remarketing by ge/manheim utah</c:v>
                </c:pt>
                <c:pt idx="4657">
                  <c:v>premier partners inc.</c:v>
                </c:pt>
                <c:pt idx="4658">
                  <c:v>long island motorcars inc</c:v>
                </c:pt>
                <c:pt idx="4659">
                  <c:v>allied acceptance corp</c:v>
                </c:pt>
                <c:pt idx="4660">
                  <c:v>budget rent a car/rapid city</c:v>
                </c:pt>
                <c:pt idx="4661">
                  <c:v>eagle motorsports corporation</c:v>
                </c:pt>
                <c:pt idx="4662">
                  <c:v>centrus auto finance</c:v>
                </c:pt>
                <c:pt idx="4663">
                  <c:v>michaels motorcars inc</c:v>
                </c:pt>
                <c:pt idx="4664">
                  <c:v>tri state leasing</c:v>
                </c:pt>
                <c:pt idx="4665">
                  <c:v>gardner motors inc</c:v>
                </c:pt>
                <c:pt idx="4666">
                  <c:v>brown chevrolet co inc</c:v>
                </c:pt>
                <c:pt idx="4667">
                  <c:v>norfolk motors</c:v>
                </c:pt>
                <c:pt idx="4668">
                  <c:v>toyota of surprise</c:v>
                </c:pt>
                <c:pt idx="4669">
                  <c:v>wilmington auto wholesale inc</c:v>
                </c:pt>
                <c:pt idx="4670">
                  <c:v>jimmy's love bug sales</c:v>
                </c:pt>
                <c:pt idx="4671">
                  <c:v>atlantic coast remarketing inc/gawllc</c:v>
                </c:pt>
                <c:pt idx="4672">
                  <c:v>auto planet superstore</c:v>
                </c:pt>
                <c:pt idx="4673">
                  <c:v>remarketing by ge/your deal automotive inc</c:v>
                </c:pt>
                <c:pt idx="4674">
                  <c:v>manheim kansas city</c:v>
                </c:pt>
                <c:pt idx="4675">
                  <c:v>sterling credit corp</c:v>
                </c:pt>
                <c:pt idx="4676">
                  <c:v>butler county motor company</c:v>
                </c:pt>
                <c:pt idx="4677">
                  <c:v>chaco credit union</c:v>
                </c:pt>
                <c:pt idx="4678">
                  <c:v>jc auto world</c:v>
                </c:pt>
                <c:pt idx="4679">
                  <c:v>brad benson motorsports</c:v>
                </c:pt>
                <c:pt idx="4680">
                  <c:v>h &amp; h corvette inc</c:v>
                </c:pt>
                <c:pt idx="4681">
                  <c:v>richmond bmw</c:v>
                </c:pt>
                <c:pt idx="4682">
                  <c:v>assets recovered llc</c:v>
                </c:pt>
                <c:pt idx="4683">
                  <c:v>new holland toyota</c:v>
                </c:pt>
                <c:pt idx="4684">
                  <c:v>pontotoc auto sales</c:v>
                </c:pt>
                <c:pt idx="4685">
                  <c:v>smart toyota of quad cities</c:v>
                </c:pt>
                <c:pt idx="4686">
                  <c:v>sheehy honda</c:v>
                </c:pt>
                <c:pt idx="4687">
                  <c:v>auto sales &amp; services inc</c:v>
                </c:pt>
                <c:pt idx="4688">
                  <c:v>pm worldwide rent a car</c:v>
                </c:pt>
                <c:pt idx="4689">
                  <c:v>kings volkswagen</c:v>
                </c:pt>
                <c:pt idx="4690">
                  <c:v>majestic auto sale &amp; wholesale corp</c:v>
                </c:pt>
                <c:pt idx="4691">
                  <c:v>peninsula infiniti llc</c:v>
                </c:pt>
                <c:pt idx="4692">
                  <c:v>mercedes-benz of houston greenway</c:v>
                </c:pt>
                <c:pt idx="4693">
                  <c:v>joe wanas auto sales</c:v>
                </c:pt>
                <c:pt idx="4694">
                  <c:v>auto village llc</c:v>
                </c:pt>
                <c:pt idx="4695">
                  <c:v>hoffman ford sales inc</c:v>
                </c:pt>
                <c:pt idx="4696">
                  <c:v>manheim seattle</c:v>
                </c:pt>
                <c:pt idx="4697">
                  <c:v>sonic crest honda llc</c:v>
                </c:pt>
                <c:pt idx="4698">
                  <c:v>repo remarketing/north island fcu</c:v>
                </c:pt>
                <c:pt idx="4699">
                  <c:v>manheim omaha</c:v>
                </c:pt>
                <c:pt idx="4700">
                  <c:v>fruendly auto source inc</c:v>
                </c:pt>
                <c:pt idx="4701">
                  <c:v>driveit financial services llc</c:v>
                </c:pt>
                <c:pt idx="4702">
                  <c:v>starco financial llc</c:v>
                </c:pt>
                <c:pt idx="4703">
                  <c:v>onemain rem/no.1 auto sales inc</c:v>
                </c:pt>
                <c:pt idx="4704">
                  <c:v>regional finance corp ga dba autocredit source</c:v>
                </c:pt>
                <c:pt idx="4705">
                  <c:v>taunton fcu</c:v>
                </c:pt>
                <c:pt idx="4706">
                  <c:v>difeo bmw</c:v>
                </c:pt>
                <c:pt idx="4707">
                  <c:v>ride &amp; drive llc</c:v>
                </c:pt>
                <c:pt idx="4708">
                  <c:v>sunshine autos</c:v>
                </c:pt>
                <c:pt idx="4709">
                  <c:v>plutas motor group llc</c:v>
                </c:pt>
                <c:pt idx="4710">
                  <c:v>venice auto mall</c:v>
                </c:pt>
                <c:pt idx="4711">
                  <c:v>k &amp; s auto sales</c:v>
                </c:pt>
                <c:pt idx="4712">
                  <c:v>avm auto sales</c:v>
                </c:pt>
                <c:pt idx="4713">
                  <c:v>tom kadlec honda</c:v>
                </c:pt>
                <c:pt idx="4714">
                  <c:v>fleet masters</c:v>
                </c:pt>
                <c:pt idx="4715">
                  <c:v>dave's speedway service</c:v>
                </c:pt>
                <c:pt idx="4716">
                  <c:v>eaton auto sales &amp; leasing</c:v>
                </c:pt>
                <c:pt idx="4717">
                  <c:v>toyota motor credit corp/torrance</c:v>
                </c:pt>
                <c:pt idx="4718">
                  <c:v>new tampa auto brokers inc</c:v>
                </c:pt>
                <c:pt idx="4719">
                  <c:v>seven town trading inc</c:v>
                </c:pt>
                <c:pt idx="4720">
                  <c:v>sj auto fleet wholesale inc</c:v>
                </c:pt>
                <c:pt idx="4721">
                  <c:v>lafontaine buick gmc of ann arbor inc</c:v>
                </c:pt>
                <c:pt idx="4722">
                  <c:v>tom ahl buick inc</c:v>
                </c:pt>
                <c:pt idx="4723">
                  <c:v>luxury autos of great neck llc</c:v>
                </c:pt>
                <c:pt idx="4724">
                  <c:v>el mor chevrolet inc</c:v>
                </c:pt>
                <c:pt idx="4725">
                  <c:v>longs auto place inc</c:v>
                </c:pt>
                <c:pt idx="4726">
                  <c:v>bmw of dayton</c:v>
                </c:pt>
                <c:pt idx="4727">
                  <c:v>hiland toyota</c:v>
                </c:pt>
                <c:pt idx="4728">
                  <c:v>bryan bowman chrys dod jeep</c:v>
                </c:pt>
                <c:pt idx="4729">
                  <c:v>avondale mazda</c:v>
                </c:pt>
                <c:pt idx="4730">
                  <c:v>orange buick gmc</c:v>
                </c:pt>
                <c:pt idx="4731">
                  <c:v>auto haus</c:v>
                </c:pt>
                <c:pt idx="4732">
                  <c:v>primeritus remarketing/five star car and truck</c:v>
                </c:pt>
                <c:pt idx="4733">
                  <c:v>pigg enterprises inc</c:v>
                </c:pt>
                <c:pt idx="4734">
                  <c:v>sons acura</c:v>
                </c:pt>
                <c:pt idx="4735">
                  <c:v>dennis j baglier buick inc</c:v>
                </c:pt>
                <c:pt idx="4736">
                  <c:v>2626 5660 quebec inc</c:v>
                </c:pt>
                <c:pt idx="4737">
                  <c:v>altoona honda</c:v>
                </c:pt>
                <c:pt idx="4738">
                  <c:v>a.n.a auto sales llc</c:v>
                </c:pt>
                <c:pt idx="4739">
                  <c:v>superior chevrolet</c:v>
                </c:pt>
                <c:pt idx="4740">
                  <c:v>swanson fahrney ford sales</c:v>
                </c:pt>
                <c:pt idx="4741">
                  <c:v>manheim fredericksburg</c:v>
                </c:pt>
                <c:pt idx="4742">
                  <c:v>leif johnson ford</c:v>
                </c:pt>
                <c:pt idx="4743">
                  <c:v>pritchard's of clear lake inc</c:v>
                </c:pt>
                <c:pt idx="4744">
                  <c:v>philadelphia fcu</c:v>
                </c:pt>
                <c:pt idx="4745">
                  <c:v>jay wolfe honda</c:v>
                </c:pt>
                <c:pt idx="4746">
                  <c:v>all season motors corp</c:v>
                </c:pt>
                <c:pt idx="4747">
                  <c:v>avis rac/damage/charlotte</c:v>
                </c:pt>
                <c:pt idx="4748">
                  <c:v>remarketing by ge/npps inc</c:v>
                </c:pt>
                <c:pt idx="4749">
                  <c:v>merle stone chevrolet</c:v>
                </c:pt>
                <c:pt idx="4750">
                  <c:v>southwest auto finance</c:v>
                </c:pt>
                <c:pt idx="4751">
                  <c:v>fidelity auto credit</c:v>
                </c:pt>
                <c:pt idx="4752">
                  <c:v>lexus of merrillville</c:v>
                </c:pt>
                <c:pt idx="4753">
                  <c:v>mark toyota of plover</c:v>
                </c:pt>
                <c:pt idx="4754">
                  <c:v>cars ez llc</c:v>
                </c:pt>
                <c:pt idx="4755">
                  <c:v>whitewater motors inc</c:v>
                </c:pt>
                <c:pt idx="4756">
                  <c:v>napletons hyundai</c:v>
                </c:pt>
                <c:pt idx="4757">
                  <c:v>valor federal credit union</c:v>
                </c:pt>
                <c:pt idx="4758">
                  <c:v>rab motors</c:v>
                </c:pt>
                <c:pt idx="4759">
                  <c:v>primeritus remarketing/truck division of lowes</c:v>
                </c:pt>
                <c:pt idx="4760">
                  <c:v>lake norman infiniti</c:v>
                </c:pt>
                <c:pt idx="4761">
                  <c:v>tom griffiths autos wholesale</c:v>
                </c:pt>
                <c:pt idx="4762">
                  <c:v>auto network group of arizona</c:v>
                </c:pt>
                <c:pt idx="4763">
                  <c:v>foreman financial</c:v>
                </c:pt>
                <c:pt idx="4764">
                  <c:v>beadle fd inc/beadle chry ctr</c:v>
                </c:pt>
                <c:pt idx="4765">
                  <c:v>apollo auto finance llc</c:v>
                </c:pt>
                <c:pt idx="4766">
                  <c:v>omega auto sale</c:v>
                </c:pt>
                <c:pt idx="4767">
                  <c:v>zeigler chevrolet-schaumburg llc</c:v>
                </c:pt>
                <c:pt idx="4768">
                  <c:v>automart wholesale</c:v>
                </c:pt>
                <c:pt idx="4769">
                  <c:v>houston distributing</c:v>
                </c:pt>
                <c:pt idx="4770">
                  <c:v>nissan of cookeville</c:v>
                </c:pt>
                <c:pt idx="4771">
                  <c:v>fredericktowne motors inc</c:v>
                </c:pt>
                <c:pt idx="4772">
                  <c:v>cherokee hyundai of kennesaw</c:v>
                </c:pt>
                <c:pt idx="4773">
                  <c:v>repo remarketing/pacific marine credit union</c:v>
                </c:pt>
                <c:pt idx="4774">
                  <c:v>miracle ford inc.</c:v>
                </c:pt>
                <c:pt idx="4775">
                  <c:v>complete fleet auto sales</c:v>
                </c:pt>
                <c:pt idx="4776">
                  <c:v>lee buick gmc</c:v>
                </c:pt>
                <c:pt idx="4777">
                  <c:v>volvo na lease/world omni</c:v>
                </c:pt>
                <c:pt idx="4778">
                  <c:v>auto credit source</c:v>
                </c:pt>
                <c:pt idx="4779">
                  <c:v>land rover jaguar louisville</c:v>
                </c:pt>
                <c:pt idx="4780">
                  <c:v>ultra auto enterprise inc</c:v>
                </c:pt>
                <c:pt idx="4781">
                  <c:v>richland auto mart</c:v>
                </c:pt>
                <c:pt idx="4782">
                  <c:v>toyota financial services cfg</c:v>
                </c:pt>
                <c:pt idx="4783">
                  <c:v>all out powersports</c:v>
                </c:pt>
                <c:pt idx="4784">
                  <c:v>a crivelli buick gmc inc</c:v>
                </c:pt>
                <c:pt idx="4785">
                  <c:v>chilson chrysler dodge llc</c:v>
                </c:pt>
                <c:pt idx="4786">
                  <c:v>143 auto sales inc</c:v>
                </c:pt>
                <c:pt idx="4787">
                  <c:v>fiserv/us bank</c:v>
                </c:pt>
                <c:pt idx="4788">
                  <c:v>volvo of las vegas</c:v>
                </c:pt>
                <c:pt idx="4789">
                  <c:v>schumacher chevrolet of clifton</c:v>
                </c:pt>
                <c:pt idx="4790">
                  <c:v>joe machens bmw</c:v>
                </c:pt>
                <c:pt idx="4791">
                  <c:v>cerritos infiniti inc</c:v>
                </c:pt>
                <c:pt idx="4792">
                  <c:v>resources for human development</c:v>
                </c:pt>
                <c:pt idx="4793">
                  <c:v>remarketing by ge/coc llc</c:v>
                </c:pt>
                <c:pt idx="4794">
                  <c:v>lee chevrolet buick</c:v>
                </c:pt>
                <c:pt idx="4795">
                  <c:v>lph automotive</c:v>
                </c:pt>
                <c:pt idx="4796">
                  <c:v>bmw of dallas</c:v>
                </c:pt>
                <c:pt idx="4797">
                  <c:v>inman motors sales of somerville</c:v>
                </c:pt>
                <c:pt idx="4798">
                  <c:v>united motors llc</c:v>
                </c:pt>
                <c:pt idx="4799">
                  <c:v>lou fusz kia</c:v>
                </c:pt>
                <c:pt idx="4800">
                  <c:v>lewis page auto brokers</c:v>
                </c:pt>
                <c:pt idx="4801">
                  <c:v>mimick motor co</c:v>
                </c:pt>
                <c:pt idx="4802">
                  <c:v>jud kuhn chevrolet</c:v>
                </c:pt>
                <c:pt idx="4803">
                  <c:v>central florida automotive group llc</c:v>
                </c:pt>
                <c:pt idx="4804">
                  <c:v>york mitsubishi</c:v>
                </c:pt>
                <c:pt idx="4805">
                  <c:v>performance nissan</c:v>
                </c:pt>
                <c:pt idx="4806">
                  <c:v>volkswagen of gainesville</c:v>
                </c:pt>
                <c:pt idx="4807">
                  <c:v>bales motor company inc</c:v>
                </c:pt>
                <c:pt idx="4808">
                  <c:v>bredemann chevrolet</c:v>
                </c:pt>
                <c:pt idx="4809">
                  <c:v>super car co inc</c:v>
                </c:pt>
                <c:pt idx="4810">
                  <c:v>chris scott motors</c:v>
                </c:pt>
                <c:pt idx="4811">
                  <c:v>crevier bmw</c:v>
                </c:pt>
                <c:pt idx="4812">
                  <c:v>kfa automotive group inc</c:v>
                </c:pt>
                <c:pt idx="4813">
                  <c:v>nelson automotive ltd</c:v>
                </c:pt>
                <c:pt idx="4814">
                  <c:v>rite car</c:v>
                </c:pt>
                <c:pt idx="4815">
                  <c:v>hi lo auto sales</c:v>
                </c:pt>
                <c:pt idx="4816">
                  <c:v>dan hecht chevrolet inc</c:v>
                </c:pt>
                <c:pt idx="4817">
                  <c:v>pelican auto finance</c:v>
                </c:pt>
                <c:pt idx="4818">
                  <c:v>pfs auto finance</c:v>
                </c:pt>
                <c:pt idx="4819">
                  <c:v>s &amp; p auto leasing</c:v>
                </c:pt>
                <c:pt idx="4820">
                  <c:v>ohio auto sales</c:v>
                </c:pt>
                <c:pt idx="4821">
                  <c:v>amg auto traders</c:v>
                </c:pt>
                <c:pt idx="4822">
                  <c:v>max cars</c:v>
                </c:pt>
                <c:pt idx="4823">
                  <c:v>bob hook chevrolet  inc.</c:v>
                </c:pt>
                <c:pt idx="4824">
                  <c:v>jerrys auto sales inc</c:v>
                </c:pt>
                <c:pt idx="4825">
                  <c:v>dragon auto group inc</c:v>
                </c:pt>
                <c:pt idx="4826">
                  <c:v>bmw of las vegas</c:v>
                </c:pt>
                <c:pt idx="4827">
                  <c:v>vics auto wholesale</c:v>
                </c:pt>
                <c:pt idx="4828">
                  <c:v>primeritus remarketing/jack's auto sales</c:v>
                </c:pt>
                <c:pt idx="4829">
                  <c:v>safe fcu</c:v>
                </c:pt>
                <c:pt idx="4830">
                  <c:v>village chev co</c:v>
                </c:pt>
                <c:pt idx="4831">
                  <c:v>claremont toyota</c:v>
                </c:pt>
                <c:pt idx="4832">
                  <c:v>autoport llc</c:v>
                </c:pt>
                <c:pt idx="4833">
                  <c:v>james wood motors inc</c:v>
                </c:pt>
                <c:pt idx="4834">
                  <c:v>1st choice automotive corp</c:v>
                </c:pt>
                <c:pt idx="4835">
                  <c:v>jefferson bank leasing service division</c:v>
                </c:pt>
                <c:pt idx="4836">
                  <c:v>fbi</c:v>
                </c:pt>
                <c:pt idx="4837">
                  <c:v>island lincoln mercury inc</c:v>
                </c:pt>
                <c:pt idx="4838">
                  <c:v>auto row sales center inc</c:v>
                </c:pt>
                <c:pt idx="4839">
                  <c:v>toyota west</c:v>
                </c:pt>
                <c:pt idx="4840">
                  <c:v>performance subaru porsche</c:v>
                </c:pt>
                <c:pt idx="4841">
                  <c:v>piazza honda of springfield</c:v>
                </c:pt>
                <c:pt idx="4842">
                  <c:v>hancock bank</c:v>
                </c:pt>
                <c:pt idx="4843">
                  <c:v>ks motor group llc</c:v>
                </c:pt>
                <c:pt idx="4844">
                  <c:v>pass auto center</c:v>
                </c:pt>
                <c:pt idx="4845">
                  <c:v>source motors inc</c:v>
                </c:pt>
                <c:pt idx="4846">
                  <c:v>486236 alberta ltd</c:v>
                </c:pt>
                <c:pt idx="4847">
                  <c:v>doan chevrolet llc</c:v>
                </c:pt>
                <c:pt idx="4848">
                  <c:v>gann auto group</c:v>
                </c:pt>
                <c:pt idx="4849">
                  <c:v>remarketing by ge/advantage enterprises llc</c:v>
                </c:pt>
                <c:pt idx="4850">
                  <c:v>primeritus</c:v>
                </c:pt>
                <c:pt idx="4851">
                  <c:v>penske toyota</c:v>
                </c:pt>
                <c:pt idx="4852">
                  <c:v>kugman inc</c:v>
                </c:pt>
                <c:pt idx="4853">
                  <c:v>remarketing by ge/manheim digital marketplace</c:v>
                </c:pt>
                <c:pt idx="4854">
                  <c:v>bert ogden chrysler ply dodge inc</c:v>
                </c:pt>
                <c:pt idx="4855">
                  <c:v>elite auto financing</c:v>
                </c:pt>
                <c:pt idx="4856">
                  <c:v>onesource/lagrange toyota inc</c:v>
                </c:pt>
                <c:pt idx="4857">
                  <c:v>normandin chrysler jeep dodge</c:v>
                </c:pt>
                <c:pt idx="4858">
                  <c:v>the auto mall of effingham</c:v>
                </c:pt>
                <c:pt idx="4859">
                  <c:v>alexander subaru inc</c:v>
                </c:pt>
                <c:pt idx="4860">
                  <c:v>gary's wholesaling  ltd</c:v>
                </c:pt>
                <c:pt idx="4861">
                  <c:v>manchester motors</c:v>
                </c:pt>
                <c:pt idx="4862">
                  <c:v>riverside motorcars of derby llc</c:v>
                </c:pt>
                <c:pt idx="4863">
                  <c:v>precision mitsubishi / precision mazda</c:v>
                </c:pt>
                <c:pt idx="4864">
                  <c:v>ashland motorcars llc</c:v>
                </c:pt>
                <c:pt idx="4865">
                  <c:v>emich chevrolet</c:v>
                </c:pt>
                <c:pt idx="4866">
                  <c:v>lee chrysler dodge jeep</c:v>
                </c:pt>
                <c:pt idx="4867">
                  <c:v>mid-tenn ford truck sales  inc.</c:v>
                </c:pt>
                <c:pt idx="4868">
                  <c:v>miller motors</c:v>
                </c:pt>
                <c:pt idx="4869">
                  <c:v>extra credit union</c:v>
                </c:pt>
                <c:pt idx="4870">
                  <c:v>florence toyota</c:v>
                </c:pt>
                <c:pt idx="4871">
                  <c:v>midlands honda</c:v>
                </c:pt>
                <c:pt idx="4872">
                  <c:v>sun financial holdings llc</c:v>
                </c:pt>
                <c:pt idx="4873">
                  <c:v>st cloud hyundai llc</c:v>
                </c:pt>
                <c:pt idx="4874">
                  <c:v>ramsey pontiac corp</c:v>
                </c:pt>
                <c:pt idx="4875">
                  <c:v>savage dodge</c:v>
                </c:pt>
                <c:pt idx="4876">
                  <c:v>townsend used cars llc</c:v>
                </c:pt>
                <c:pt idx="4877">
                  <c:v>huber automotive inc</c:v>
                </c:pt>
                <c:pt idx="4878">
                  <c:v>evolution motorsports llc</c:v>
                </c:pt>
                <c:pt idx="4879">
                  <c:v>bmw trade assist</c:v>
                </c:pt>
                <c:pt idx="4880">
                  <c:v>j w c motor cars llc</c:v>
                </c:pt>
                <c:pt idx="4881">
                  <c:v>manheim arena illinois</c:v>
                </c:pt>
                <c:pt idx="4882">
                  <c:v>stevens creek auto imports</c:v>
                </c:pt>
                <c:pt idx="4883">
                  <c:v>executive auto brokers &amp; leasing inc</c:v>
                </c:pt>
                <c:pt idx="4884">
                  <c:v>national auto clearing house</c:v>
                </c:pt>
                <c:pt idx="4885">
                  <c:v>steven toyota</c:v>
                </c:pt>
                <c:pt idx="4886">
                  <c:v>magnum motors</c:v>
                </c:pt>
                <c:pt idx="4887">
                  <c:v>lute riley honda</c:v>
                </c:pt>
                <c:pt idx="4888">
                  <c:v>waconia ford sales inc</c:v>
                </c:pt>
                <c:pt idx="4889">
                  <c:v>ed howard lincoln mercury  inc</c:v>
                </c:pt>
                <c:pt idx="4890">
                  <c:v>exotic leasing &amp; sales</c:v>
                </c:pt>
                <c:pt idx="4891">
                  <c:v>basler auto ltd</c:v>
                </c:pt>
                <c:pt idx="4892">
                  <c:v>elrac  llc</c:v>
                </c:pt>
                <c:pt idx="4893">
                  <c:v>bhfc financial services inc</c:v>
                </c:pt>
                <c:pt idx="4894">
                  <c:v>last stop motors inc</c:v>
                </c:pt>
                <c:pt idx="4895">
                  <c:v>prime auto group of nj</c:v>
                </c:pt>
                <c:pt idx="4896">
                  <c:v>fayette honda</c:v>
                </c:pt>
                <c:pt idx="4897">
                  <c:v>florida luxury motorcars llc</c:v>
                </c:pt>
                <c:pt idx="4898">
                  <c:v>heritage volkswagen inc</c:v>
                </c:pt>
                <c:pt idx="4899">
                  <c:v>southland credit union</c:v>
                </c:pt>
                <c:pt idx="4900">
                  <c:v>rte 6 auto max</c:v>
                </c:pt>
                <c:pt idx="4901">
                  <c:v>ken cox ford inc</c:v>
                </c:pt>
                <c:pt idx="4902">
                  <c:v>ingram park chrysler jeep</c:v>
                </c:pt>
                <c:pt idx="4903">
                  <c:v>john megel motors</c:v>
                </c:pt>
                <c:pt idx="4904">
                  <c:v>boardwalk volkswagen</c:v>
                </c:pt>
                <c:pt idx="4905">
                  <c:v>enterprise fleet management inc</c:v>
                </c:pt>
                <c:pt idx="4906">
                  <c:v>moon township ford</c:v>
                </c:pt>
                <c:pt idx="4907">
                  <c:v>mcdonough toyota &amp; scion</c:v>
                </c:pt>
                <c:pt idx="4908">
                  <c:v>autonation toyota north arlington</c:v>
                </c:pt>
                <c:pt idx="4909">
                  <c:v>men car auto sales</c:v>
                </c:pt>
                <c:pt idx="4910">
                  <c:v>finish line auto sales llc</c:v>
                </c:pt>
                <c:pt idx="4911">
                  <c:v>jones kia</c:v>
                </c:pt>
                <c:pt idx="4912">
                  <c:v>bargain auto centre</c:v>
                </c:pt>
                <c:pt idx="4913">
                  <c:v>marshal mize ford inc</c:v>
                </c:pt>
                <c:pt idx="4914">
                  <c:v>coastal credit llc/ft walton beach/ft walton be</c:v>
                </c:pt>
                <c:pt idx="4915">
                  <c:v>bmw financial services</c:v>
                </c:pt>
                <c:pt idx="4916">
                  <c:v>toyota of naperville inc</c:v>
                </c:pt>
                <c:pt idx="4917">
                  <c:v>landers mclarty chevrolet</c:v>
                </c:pt>
                <c:pt idx="4918">
                  <c:v>olivia chrysler center</c:v>
                </c:pt>
                <c:pt idx="4919">
                  <c:v>doxon toyota scion</c:v>
                </c:pt>
                <c:pt idx="4920">
                  <c:v>brown daub chrysler jeep dodge</c:v>
                </c:pt>
                <c:pt idx="4921">
                  <c:v>troys auto &amp; cycle sport</c:v>
                </c:pt>
                <c:pt idx="4922">
                  <c:v>usf federal credit union</c:v>
                </c:pt>
                <c:pt idx="4923">
                  <c:v>park cities volkswagen</c:v>
                </c:pt>
                <c:pt idx="4924">
                  <c:v>national automotive group inc</c:v>
                </c:pt>
                <c:pt idx="4925">
                  <c:v>carlock nissan of jackson inc</c:v>
                </c:pt>
                <c:pt idx="4926">
                  <c:v>altier credit union</c:v>
                </c:pt>
                <c:pt idx="4927">
                  <c:v>grenier chrysler dodge jeep inc</c:v>
                </c:pt>
                <c:pt idx="4928">
                  <c:v>air force fcu</c:v>
                </c:pt>
                <c:pt idx="4929">
                  <c:v>remarketing by ge/heritage ford of indiana inc</c:v>
                </c:pt>
                <c:pt idx="4930">
                  <c:v>rosen nissan inc</c:v>
                </c:pt>
                <c:pt idx="4931">
                  <c:v>merchants sales &amp; leasing</c:v>
                </c:pt>
                <c:pt idx="4932">
                  <c:v>exotic motoring group llc</c:v>
                </c:pt>
                <c:pt idx="4933">
                  <c:v>nice car inc</c:v>
                </c:pt>
                <c:pt idx="4934">
                  <c:v>ray chevrolet inc</c:v>
                </c:pt>
                <c:pt idx="4935">
                  <c:v>sports and imports inc</c:v>
                </c:pt>
                <c:pt idx="4936">
                  <c:v>east coast auto group inc</c:v>
                </c:pt>
                <c:pt idx="4937">
                  <c:v>1491081 alberta inc.</c:v>
                </c:pt>
                <c:pt idx="4938">
                  <c:v>onemain rem/j&amp;d expo inc dba auto connect</c:v>
                </c:pt>
                <c:pt idx="4939">
                  <c:v>a plus auto sales inc</c:v>
                </c:pt>
                <c:pt idx="4940">
                  <c:v>don bindas motors</c:v>
                </c:pt>
                <c:pt idx="4941">
                  <c:v>diamond credit union</c:v>
                </c:pt>
                <c:pt idx="4942">
                  <c:v>federal financial services inc/elkin</c:v>
                </c:pt>
                <c:pt idx="4943">
                  <c:v>electro savings credit union</c:v>
                </c:pt>
                <c:pt idx="4944">
                  <c:v>preston honda</c:v>
                </c:pt>
                <c:pt idx="4945">
                  <c:v>fuller auto sales</c:v>
                </c:pt>
                <c:pt idx="4946">
                  <c:v>jns auto sales inc</c:v>
                </c:pt>
                <c:pt idx="4947">
                  <c:v>bmw of topeka volkswagen of topeka</c:v>
                </c:pt>
                <c:pt idx="4948">
                  <c:v>midsouth auto sales llc</c:v>
                </c:pt>
                <c:pt idx="4949">
                  <c:v>remarketing by ge/marcar leasing 2011 inc</c:v>
                </c:pt>
                <c:pt idx="4950">
                  <c:v>miniter group</c:v>
                </c:pt>
                <c:pt idx="4951">
                  <c:v>miami lakes chevrolet</c:v>
                </c:pt>
                <c:pt idx="4952">
                  <c:v>enterprise vehicle exchange/el paso</c:v>
                </c:pt>
                <c:pt idx="4953">
                  <c:v>dallas chry dodge jeep</c:v>
                </c:pt>
                <c:pt idx="4954">
                  <c:v>mtp auto leasing &amp; services inc</c:v>
                </c:pt>
                <c:pt idx="4955">
                  <c:v>more mazda</c:v>
                </c:pt>
                <c:pt idx="4956">
                  <c:v>cella ford inc</c:v>
                </c:pt>
                <c:pt idx="4957">
                  <c:v>bill gatton mazda</c:v>
                </c:pt>
                <c:pt idx="4958">
                  <c:v>atwater ford inc</c:v>
                </c:pt>
                <c:pt idx="4959">
                  <c:v>volkswagen of saint augustine</c:v>
                </c:pt>
                <c:pt idx="4960">
                  <c:v>tom williams imports llc</c:v>
                </c:pt>
                <c:pt idx="4961">
                  <c:v>bohn brothers toyota</c:v>
                </c:pt>
                <c:pt idx="4962">
                  <c:v>central florida lincoln mercury inc</c:v>
                </c:pt>
                <c:pt idx="4963">
                  <c:v>professional financial services/charlotte</c:v>
                </c:pt>
                <c:pt idx="4964">
                  <c:v>audi west covina</c:v>
                </c:pt>
                <c:pt idx="4965">
                  <c:v>hertrich ford lincoln mercury</c:v>
                </c:pt>
                <c:pt idx="4966">
                  <c:v>mustard motor company</c:v>
                </c:pt>
                <c:pt idx="4967">
                  <c:v>red line auto &amp; tires corp</c:v>
                </c:pt>
                <c:pt idx="4968">
                  <c:v>wholesale auto brokers inc</c:v>
                </c:pt>
                <c:pt idx="4969">
                  <c:v>cougar auto sales</c:v>
                </c:pt>
                <c:pt idx="4970">
                  <c:v>franklin chrysler dodge jeep ram</c:v>
                </c:pt>
                <c:pt idx="4971">
                  <c:v>executive auto sales</c:v>
                </c:pt>
                <c:pt idx="4972">
                  <c:v>rezzetti enterprises inc</c:v>
                </c:pt>
                <c:pt idx="4973">
                  <c:v>total finance llc</c:v>
                </c:pt>
                <c:pt idx="4974">
                  <c:v>aq motors</c:v>
                </c:pt>
                <c:pt idx="4975">
                  <c:v>trois-rivieres hyundai</c:v>
                </c:pt>
                <c:pt idx="4976">
                  <c:v>vnb loan services inc</c:v>
                </c:pt>
                <c:pt idx="4977">
                  <c:v>remarketing by ge/westconsin credit union</c:v>
                </c:pt>
                <c:pt idx="4978">
                  <c:v>g b services</c:v>
                </c:pt>
                <c:pt idx="4979">
                  <c:v>team nissan</c:v>
                </c:pt>
                <c:pt idx="4980">
                  <c:v>colorado chrysler jeep</c:v>
                </c:pt>
                <c:pt idx="4981">
                  <c:v>kingdom auto center inc</c:v>
                </c:pt>
                <c:pt idx="4982">
                  <c:v>car chase llc</c:v>
                </c:pt>
                <c:pt idx="4983">
                  <c:v>aatc auto</c:v>
                </c:pt>
                <c:pt idx="4984">
                  <c:v>all star dodge chrysler jeep</c:v>
                </c:pt>
                <c:pt idx="4985">
                  <c:v>autos en gros</c:v>
                </c:pt>
                <c:pt idx="4986">
                  <c:v>primeritus remarketing/best deal motors</c:v>
                </c:pt>
                <c:pt idx="4987">
                  <c:v>clay nissan of newton inc</c:v>
                </c:pt>
                <c:pt idx="4988">
                  <c:v>prestige cadillac inc</c:v>
                </c:pt>
                <c:pt idx="4989">
                  <c:v>safe auto sales</c:v>
                </c:pt>
                <c:pt idx="4990">
                  <c:v>joe hall used cars inc</c:v>
                </c:pt>
                <c:pt idx="4991">
                  <c:v>hanscom fcu</c:v>
                </c:pt>
                <c:pt idx="4992">
                  <c:v>atlantic coast remarketing/tpllc</c:v>
                </c:pt>
                <c:pt idx="4993">
                  <c:v>salt lake imports  inc.</c:v>
                </c:pt>
                <c:pt idx="4994">
                  <c:v>budget rent a car &amp; sales/las vagas</c:v>
                </c:pt>
                <c:pt idx="4995">
                  <c:v>gray daniels nissan north</c:v>
                </c:pt>
                <c:pt idx="4996">
                  <c:v>poage cadillac buick gmc inc</c:v>
                </c:pt>
                <c:pt idx="4997">
                  <c:v>overland park imports</c:v>
                </c:pt>
                <c:pt idx="4998">
                  <c:v>vw of freehold</c:v>
                </c:pt>
                <c:pt idx="4999">
                  <c:v>tate's auto center of winslow</c:v>
                </c:pt>
                <c:pt idx="5000">
                  <c:v>caramerica inc</c:v>
                </c:pt>
                <c:pt idx="5001">
                  <c:v>della honda of glens falls</c:v>
                </c:pt>
                <c:pt idx="5002">
                  <c:v>cosmopolitan finance</c:v>
                </c:pt>
                <c:pt idx="5003">
                  <c:v>parkway motors</c:v>
                </c:pt>
                <c:pt idx="5004">
                  <c:v>kia of gastonia</c:v>
                </c:pt>
                <c:pt idx="5005">
                  <c:v>stephens chrslr jeep dodge of grnwich llc</c:v>
                </c:pt>
                <c:pt idx="5006">
                  <c:v>first class auto inc</c:v>
                </c:pt>
                <c:pt idx="5007">
                  <c:v>all pro leasing</c:v>
                </c:pt>
                <c:pt idx="5008">
                  <c:v>bmw of sioux falls</c:v>
                </c:pt>
                <c:pt idx="5009">
                  <c:v>arrigo dodge chrysler jeep ram ft pierce</c:v>
                </c:pt>
                <c:pt idx="5010">
                  <c:v>twelve oaks auto</c:v>
                </c:pt>
                <c:pt idx="5011">
                  <c:v>auto quest inc.</c:v>
                </c:pt>
                <c:pt idx="5012">
                  <c:v>joe basil chevrolet inc</c:v>
                </c:pt>
                <c:pt idx="5013">
                  <c:v>future ford of clovis</c:v>
                </c:pt>
                <c:pt idx="5014">
                  <c:v>audi palo alto</c:v>
                </c:pt>
                <c:pt idx="5015">
                  <c:v>performance auto sales llc</c:v>
                </c:pt>
                <c:pt idx="5016">
                  <c:v>sacramento european ltd</c:v>
                </c:pt>
                <c:pt idx="5017">
                  <c:v>riley toyota scion</c:v>
                </c:pt>
                <c:pt idx="5018">
                  <c:v>mercedes benz of scottsdale</c:v>
                </c:pt>
                <c:pt idx="5019">
                  <c:v>flexilease</c:v>
                </c:pt>
                <c:pt idx="5020">
                  <c:v>remarketing by ge/motorsource inc</c:v>
                </c:pt>
                <c:pt idx="5021">
                  <c:v>holz motors inc</c:v>
                </c:pt>
                <c:pt idx="5022">
                  <c:v>jnb motor inc</c:v>
                </c:pt>
                <c:pt idx="5023">
                  <c:v>del valle auto sales</c:v>
                </c:pt>
                <c:pt idx="5024">
                  <c:v>world hyundai matteson</c:v>
                </c:pt>
                <c:pt idx="5025">
                  <c:v>sikeston leasing company llc</c:v>
                </c:pt>
                <c:pt idx="5026">
                  <c:v>mossy nissan kearny mesa</c:v>
                </c:pt>
                <c:pt idx="5027">
                  <c:v>ebersole auto sales</c:v>
                </c:pt>
                <c:pt idx="5028">
                  <c:v>georgetown kraft credit union</c:v>
                </c:pt>
                <c:pt idx="5029">
                  <c:v>j &amp; m affordable auto inc</c:v>
                </c:pt>
                <c:pt idx="5030">
                  <c:v>capital lincoln of cary</c:v>
                </c:pt>
                <c:pt idx="5031">
                  <c:v>honda of santa monica</c:v>
                </c:pt>
                <c:pt idx="5032">
                  <c:v>mcquiston motors</c:v>
                </c:pt>
                <c:pt idx="5033">
                  <c:v>exquisite car sales</c:v>
                </c:pt>
                <c:pt idx="5034">
                  <c:v>blaise alexander ford of ephrata</c:v>
                </c:pt>
                <c:pt idx="5035">
                  <c:v>denper group inc</c:v>
                </c:pt>
                <c:pt idx="5036">
                  <c:v>naples motorsports inc</c:v>
                </c:pt>
                <c:pt idx="5037">
                  <c:v>nissan dealer blend/continental motors</c:v>
                </c:pt>
                <c:pt idx="5038">
                  <c:v>lakefront auto sales inc</c:v>
                </c:pt>
                <c:pt idx="5039">
                  <c:v>lexus of glendale</c:v>
                </c:pt>
                <c:pt idx="5040">
                  <c:v>headquarter honda</c:v>
                </c:pt>
                <c:pt idx="5041">
                  <c:v>executive business wholesale</c:v>
                </c:pt>
                <c:pt idx="5042">
                  <c:v>suntrup hyundai west inc</c:v>
                </c:pt>
                <c:pt idx="5043">
                  <c:v>elite auto sales llc</c:v>
                </c:pt>
                <c:pt idx="5044">
                  <c:v>cars 2 credit</c:v>
                </c:pt>
                <c:pt idx="5045">
                  <c:v>svz auto group inc</c:v>
                </c:pt>
                <c:pt idx="5046">
                  <c:v>primeritus remarketing/car city inc</c:v>
                </c:pt>
                <c:pt idx="5047">
                  <c:v>remarketing by ge/manheim atlanta</c:v>
                </c:pt>
                <c:pt idx="5048">
                  <c:v>outten chrysler dodge jeep ram</c:v>
                </c:pt>
                <c:pt idx="5049">
                  <c:v>360 motors inc</c:v>
                </c:pt>
                <c:pt idx="5050">
                  <c:v>dick norris buick gmc palm harbor</c:v>
                </c:pt>
                <c:pt idx="5051">
                  <c:v>courtesy lincoln</c:v>
                </c:pt>
                <c:pt idx="5052">
                  <c:v>volkswagen of duluth</c:v>
                </c:pt>
                <c:pt idx="5053">
                  <c:v>affordable autos inc</c:v>
                </c:pt>
                <c:pt idx="5054">
                  <c:v>crivelli ford inc</c:v>
                </c:pt>
                <c:pt idx="5055">
                  <c:v>1st advantage fcu</c:v>
                </c:pt>
                <c:pt idx="5056">
                  <c:v>direct sales and leasing</c:v>
                </c:pt>
                <c:pt idx="5057">
                  <c:v>chesterfield motorsports llc</c:v>
                </c:pt>
                <c:pt idx="5058">
                  <c:v>our community credit union</c:v>
                </c:pt>
                <c:pt idx="5059">
                  <c:v>van subaru</c:v>
                </c:pt>
                <c:pt idx="5060">
                  <c:v>repo remarketing/sun east credit union</c:v>
                </c:pt>
                <c:pt idx="5061">
                  <c:v>avanti auto sales</c:v>
                </c:pt>
                <c:pt idx="5062">
                  <c:v>caguas auto city inc</c:v>
                </c:pt>
                <c:pt idx="5063">
                  <c:v>honda of seattle</c:v>
                </c:pt>
                <c:pt idx="5064">
                  <c:v>autonation ford south fort worth</c:v>
                </c:pt>
                <c:pt idx="5065">
                  <c:v>smart finance</c:v>
                </c:pt>
                <c:pt idx="5066">
                  <c:v>perfect 10 auto sales</c:v>
                </c:pt>
                <c:pt idx="5067">
                  <c:v>onemain remarketing</c:v>
                </c:pt>
                <c:pt idx="5068">
                  <c:v>houston premium motorcars</c:v>
                </c:pt>
                <c:pt idx="5069">
                  <c:v>all star mitsubishi</c:v>
                </c:pt>
                <c:pt idx="5070">
                  <c:v>lithia ford lincoln of fresno</c:v>
                </c:pt>
                <c:pt idx="5071">
                  <c:v>kjc auto title loan corp</c:v>
                </c:pt>
                <c:pt idx="5072">
                  <c:v>hebert auto</c:v>
                </c:pt>
                <c:pt idx="5073">
                  <c:v>piazza acura of reading</c:v>
                </c:pt>
                <c:pt idx="5074">
                  <c:v>west county performance</c:v>
                </c:pt>
                <c:pt idx="5075">
                  <c:v>auto advantage finance</c:v>
                </c:pt>
                <c:pt idx="5076">
                  <c:v>3 in one auto sales inc</c:v>
                </c:pt>
                <c:pt idx="5077">
                  <c:v>legacy toyota of tallahassee</c:v>
                </c:pt>
                <c:pt idx="5078">
                  <c:v>quick cars llc</c:v>
                </c:pt>
                <c:pt idx="5079">
                  <c:v>onemain rem/nas financial services</c:v>
                </c:pt>
                <c:pt idx="5080">
                  <c:v>landmark auto inc</c:v>
                </c:pt>
                <c:pt idx="5081">
                  <c:v>capital finance and sales of kenosha inc</c:v>
                </c:pt>
                <c:pt idx="5082">
                  <c:v>azjor truck &amp; equipment inc</c:v>
                </c:pt>
                <c:pt idx="5083">
                  <c:v>burdick ford inc</c:v>
                </c:pt>
                <c:pt idx="5084">
                  <c:v>autosource motors inc</c:v>
                </c:pt>
                <c:pt idx="5085">
                  <c:v>safco southern automotive finance</c:v>
                </c:pt>
                <c:pt idx="5086">
                  <c:v>pacific auto center</c:v>
                </c:pt>
                <c:pt idx="5087">
                  <c:v>american united family credit union</c:v>
                </c:pt>
                <c:pt idx="5088">
                  <c:v>green light automotive llc</c:v>
                </c:pt>
                <c:pt idx="5089">
                  <c:v>main street motors</c:v>
                </c:pt>
                <c:pt idx="5090">
                  <c:v>mark miller subaru inc</c:v>
                </c:pt>
                <c:pt idx="5091">
                  <c:v>simply wheelz dba advantage rent a car</c:v>
                </c:pt>
                <c:pt idx="5092">
                  <c:v>bmw of macon</c:v>
                </c:pt>
                <c:pt idx="5093">
                  <c:v>integrity automotive inc</c:v>
                </c:pt>
                <c:pt idx="5094">
                  <c:v>young buick gmc co.</c:v>
                </c:pt>
                <c:pt idx="5095">
                  <c:v>modern image customs inc</c:v>
                </c:pt>
                <c:pt idx="5096">
                  <c:v>central florida sales &amp; leasing</c:v>
                </c:pt>
                <c:pt idx="5097">
                  <c:v>lithia subaru of fresno</c:v>
                </c:pt>
                <c:pt idx="5098">
                  <c:v>montrose buick pontiac gmc cadillac</c:v>
                </c:pt>
                <c:pt idx="5099">
                  <c:v>delashmit motors llc</c:v>
                </c:pt>
                <c:pt idx="5100">
                  <c:v>arlington lexus in palatine</c:v>
                </c:pt>
                <c:pt idx="5101">
                  <c:v>eco drive auto sales/leasing inc</c:v>
                </c:pt>
                <c:pt idx="5102">
                  <c:v>southside auto sales llc</c:v>
                </c:pt>
                <c:pt idx="5103">
                  <c:v>price chrysler dodge jeep ram</c:v>
                </c:pt>
                <c:pt idx="5104">
                  <c:v>wallace chevrolet-olds inc</c:v>
                </c:pt>
                <c:pt idx="5105">
                  <c:v>royal import cars llc</c:v>
                </c:pt>
                <c:pt idx="5106">
                  <c:v>commercial fleet financing</c:v>
                </c:pt>
                <c:pt idx="5107">
                  <c:v>holiday rent a car</c:v>
                </c:pt>
                <c:pt idx="5108">
                  <c:v>bic motors llc</c:v>
                </c:pt>
                <c:pt idx="5109">
                  <c:v>avis rac/los angeles</c:v>
                </c:pt>
                <c:pt idx="5110">
                  <c:v>wichita falls ford lin merc</c:v>
                </c:pt>
                <c:pt idx="5111">
                  <c:v>motorcars of delaware</c:v>
                </c:pt>
                <c:pt idx="5112">
                  <c:v>william lehman leasing corporation</c:v>
                </c:pt>
                <c:pt idx="5113">
                  <c:v>tower fcu</c:v>
                </c:pt>
                <c:pt idx="5114">
                  <c:v>south colorado springs nissan</c:v>
                </c:pt>
                <c:pt idx="5115">
                  <c:v>jansens auto sales</c:v>
                </c:pt>
                <c:pt idx="5116">
                  <c:v>friedman's financial group llc</c:v>
                </c:pt>
                <c:pt idx="5117">
                  <c:v>sherman oaks exclusive</c:v>
                </c:pt>
                <c:pt idx="5118">
                  <c:v>interstate motorsport llc</c:v>
                </c:pt>
                <c:pt idx="5119">
                  <c:v>vigor leasing</c:v>
                </c:pt>
                <c:pt idx="5120">
                  <c:v>jaguar jacksonville</c:v>
                </c:pt>
                <c:pt idx="5121">
                  <c:v>rock chevrolet</c:v>
                </c:pt>
                <c:pt idx="5122">
                  <c:v>mercedes benz &amp; porsche of jax</c:v>
                </c:pt>
                <c:pt idx="5123">
                  <c:v>rok auto brokers</c:v>
                </c:pt>
                <c:pt idx="5124">
                  <c:v>remarketing by ge/nas financial services</c:v>
                </c:pt>
                <c:pt idx="5125">
                  <c:v>volvo of charleston</c:v>
                </c:pt>
                <c:pt idx="5126">
                  <c:v>brandon financial inc</c:v>
                </c:pt>
                <c:pt idx="5127">
                  <c:v>gilboy volkswagen inc</c:v>
                </c:pt>
                <c:pt idx="5128">
                  <c:v>keffer kia</c:v>
                </c:pt>
                <c:pt idx="5129">
                  <c:v>advantage autosport llc</c:v>
                </c:pt>
                <c:pt idx="5130">
                  <c:v>onemain rem/cisco enterprises</c:v>
                </c:pt>
                <c:pt idx="5131">
                  <c:v>scott evans chrysler dodge jeep</c:v>
                </c:pt>
                <c:pt idx="5132">
                  <c:v>niello fiat/masarati sacramento</c:v>
                </c:pt>
                <c:pt idx="5133">
                  <c:v>onemain rem/metropolitan classic cars inc</c:v>
                </c:pt>
                <c:pt idx="5134">
                  <c:v>amros wholesales</c:v>
                </c:pt>
                <c:pt idx="5135">
                  <c:v>bmw of san antonio</c:v>
                </c:pt>
                <c:pt idx="5136">
                  <c:v>access motors company</c:v>
                </c:pt>
                <c:pt idx="5137">
                  <c:v>autonation hyundai mall of georgia</c:v>
                </c:pt>
                <c:pt idx="5138">
                  <c:v>halfmoon trading corp</c:v>
                </c:pt>
                <c:pt idx="5139">
                  <c:v>fiserv/citizens bank</c:v>
                </c:pt>
                <c:pt idx="5140">
                  <c:v>sloane toyota of philadelphia</c:v>
                </c:pt>
                <c:pt idx="5141">
                  <c:v>larry h miller bountiful chrysler jeep dodge</c:v>
                </c:pt>
                <c:pt idx="5142">
                  <c:v>united imports inc</c:v>
                </c:pt>
                <c:pt idx="5143">
                  <c:v>cox auto group inc</c:v>
                </c:pt>
                <c:pt idx="5144">
                  <c:v>ed morse sawgrass auto mall</c:v>
                </c:pt>
                <c:pt idx="5145">
                  <c:v>southland automotive group llc</c:v>
                </c:pt>
                <c:pt idx="5146">
                  <c:v>autopros columbia</c:v>
                </c:pt>
                <c:pt idx="5147">
                  <c:v>david scott investments</c:v>
                </c:pt>
                <c:pt idx="5148">
                  <c:v>luther white bear acura</c:v>
                </c:pt>
                <c:pt idx="5149">
                  <c:v>location sauvageau inc</c:v>
                </c:pt>
                <c:pt idx="5150">
                  <c:v>valley honda</c:v>
                </c:pt>
                <c:pt idx="5151">
                  <c:v>continental motors inc</c:v>
                </c:pt>
                <c:pt idx="5152">
                  <c:v>hortenbach auto llc</c:v>
                </c:pt>
                <c:pt idx="5153">
                  <c:v>d. dahle mazda of murray</c:v>
                </c:pt>
                <c:pt idx="5154">
                  <c:v>ford lincoln of cookeville</c:v>
                </c:pt>
                <c:pt idx="5155">
                  <c:v>bunnin chevrolet cadillac</c:v>
                </c:pt>
                <c:pt idx="5156">
                  <c:v>vci/maple hill auto center</c:v>
                </c:pt>
                <c:pt idx="5157">
                  <c:v>cherokee ford inc</c:v>
                </c:pt>
                <c:pt idx="5158">
                  <c:v>feeny chrysler jeep dodge inc</c:v>
                </c:pt>
                <c:pt idx="5159">
                  <c:v>autoprice canada</c:v>
                </c:pt>
                <c:pt idx="5160">
                  <c:v>ed napleton acura</c:v>
                </c:pt>
                <c:pt idx="5161">
                  <c:v>autonation chrysler dodge jeep ram southwest</c:v>
                </c:pt>
                <c:pt idx="5162">
                  <c:v>tampa honda</c:v>
                </c:pt>
                <c:pt idx="5163">
                  <c:v>onemain rem/royal motors wholesale</c:v>
                </c:pt>
                <c:pt idx="5164">
                  <c:v>coulter cadillac oldsmobile inc</c:v>
                </c:pt>
                <c:pt idx="5165">
                  <c:v>prime automart inc</c:v>
                </c:pt>
                <c:pt idx="5166">
                  <c:v>lariche toyota subaru inc</c:v>
                </c:pt>
                <c:pt idx="5167">
                  <c:v>waynesville chevrolet buick</c:v>
                </c:pt>
                <c:pt idx="5168">
                  <c:v>crystal chevrolet</c:v>
                </c:pt>
                <c:pt idx="5169">
                  <c:v>advantage/rosedale dodge/chrysler</c:v>
                </c:pt>
                <c:pt idx="5170">
                  <c:v>central ford y hyundai</c:v>
                </c:pt>
                <c:pt idx="5171">
                  <c:v>autonation nissan memphis</c:v>
                </c:pt>
                <c:pt idx="5172">
                  <c:v>mmc motors</c:v>
                </c:pt>
                <c:pt idx="5173">
                  <c:v>middlekauff ford lincoln</c:v>
                </c:pt>
                <c:pt idx="5174">
                  <c:v>cardex inc</c:v>
                </c:pt>
                <c:pt idx="5175">
                  <c:v>dawkins auto sales inc</c:v>
                </c:pt>
                <c:pt idx="5176">
                  <c:v>hiline motorsports llc</c:v>
                </c:pt>
                <c:pt idx="5177">
                  <c:v>starling chevrolet cadillac llc</c:v>
                </c:pt>
                <c:pt idx="5178">
                  <c:v>patrick land rover</c:v>
                </c:pt>
                <c:pt idx="5179">
                  <c:v>tom gill chevrolet</c:v>
                </c:pt>
                <c:pt idx="5180">
                  <c:v>budget rent a car/utah</c:v>
                </c:pt>
                <c:pt idx="5181">
                  <c:v>hertz car exchange inc/monroe</c:v>
                </c:pt>
                <c:pt idx="5182">
                  <c:v>village pointe toyota-scion</c:v>
                </c:pt>
                <c:pt idx="5183">
                  <c:v>stoney ledge auto sales llc</c:v>
                </c:pt>
                <c:pt idx="5184">
                  <c:v>hatfield kia</c:v>
                </c:pt>
                <c:pt idx="5185">
                  <c:v>lexus of orland</c:v>
                </c:pt>
                <c:pt idx="5186">
                  <c:v>philpott ford</c:v>
                </c:pt>
                <c:pt idx="5187">
                  <c:v>lombard toyota scion</c:v>
                </c:pt>
                <c:pt idx="5188">
                  <c:v>hendrick fiat of cary</c:v>
                </c:pt>
                <c:pt idx="5189">
                  <c:v>anderson rockriver ford</c:v>
                </c:pt>
                <c:pt idx="5190">
                  <c:v>bellavia buick inc</c:v>
                </c:pt>
                <c:pt idx="5191">
                  <c:v>darcars sales and leasing</c:v>
                </c:pt>
                <c:pt idx="5192">
                  <c:v>bobs auto sales inc</c:v>
                </c:pt>
                <c:pt idx="5193">
                  <c:v>west end autos</c:v>
                </c:pt>
                <c:pt idx="5194">
                  <c:v>anderson motor company of crystal lake inc</c:v>
                </c:pt>
                <c:pt idx="5195">
                  <c:v>dk ford sales ltd</c:v>
                </c:pt>
                <c:pt idx="5196">
                  <c:v>budget autos llc</c:v>
                </c:pt>
                <c:pt idx="5197">
                  <c:v>ctl corp</c:v>
                </c:pt>
                <c:pt idx="5198">
                  <c:v>access finance</c:v>
                </c:pt>
                <c:pt idx="5199">
                  <c:v>jp morgan public</c:v>
                </c:pt>
                <c:pt idx="5200">
                  <c:v>soliman enterprises inc</c:v>
                </c:pt>
                <c:pt idx="5201">
                  <c:v>mercedes benz of tucson</c:v>
                </c:pt>
                <c:pt idx="5202">
                  <c:v>c r cregar &amp; son autobroker</c:v>
                </c:pt>
                <c:pt idx="5203">
                  <c:v>sheehy ford lincoln</c:v>
                </c:pt>
                <c:pt idx="5204">
                  <c:v>superior motor cars inc</c:v>
                </c:pt>
                <c:pt idx="5205">
                  <c:v>onesource/lynch nissan</c:v>
                </c:pt>
                <c:pt idx="5206">
                  <c:v>tech motors llc</c:v>
                </c:pt>
                <c:pt idx="5207">
                  <c:v>toyota of melbourne</c:v>
                </c:pt>
                <c:pt idx="5208">
                  <c:v>daves motors</c:v>
                </c:pt>
                <c:pt idx="5209">
                  <c:v>interlease corporation</c:v>
                </c:pt>
                <c:pt idx="5210">
                  <c:v>autonation cadillac port richey</c:v>
                </c:pt>
                <c:pt idx="5211">
                  <c:v>century kia</c:v>
                </c:pt>
                <c:pt idx="5212">
                  <c:v>imports auto sales inc</c:v>
                </c:pt>
                <c:pt idx="5213">
                  <c:v>volvo of fredericksburg</c:v>
                </c:pt>
                <c:pt idx="5214">
                  <c:v>len stoler nissan ford porsche audi</c:v>
                </c:pt>
                <c:pt idx="5215">
                  <c:v>simpson auto inc</c:v>
                </c:pt>
                <c:pt idx="5216">
                  <c:v>capital fleet</c:v>
                </c:pt>
                <c:pt idx="5217">
                  <c:v>bob johnson 390 chevrolet inc</c:v>
                </c:pt>
                <c:pt idx="5218">
                  <c:v>eide chrysler dodge jeep ram</c:v>
                </c:pt>
                <c:pt idx="5219">
                  <c:v>all american chevrolet inc</c:v>
                </c:pt>
                <c:pt idx="5220">
                  <c:v>pinnacle financial group</c:v>
                </c:pt>
                <c:pt idx="5221">
                  <c:v>van horn chrysler dodge jeep ram</c:v>
                </c:pt>
                <c:pt idx="5222">
                  <c:v>toyota of seattle</c:v>
                </c:pt>
                <c:pt idx="5223">
                  <c:v>beyer brothers gmc</c:v>
                </c:pt>
                <c:pt idx="5224">
                  <c:v>gilleland chev cadi inc</c:v>
                </c:pt>
                <c:pt idx="5225">
                  <c:v>addison motorcars</c:v>
                </c:pt>
                <c:pt idx="5226">
                  <c:v>d &amp; m auto sales</c:v>
                </c:pt>
                <c:pt idx="5227">
                  <c:v>florida autobrokers of st augustine</c:v>
                </c:pt>
                <c:pt idx="5228">
                  <c:v>effingham auto care &amp; tire inc</c:v>
                </c:pt>
                <c:pt idx="5229">
                  <c:v>sterling auto sales</c:v>
                </c:pt>
                <c:pt idx="5230">
                  <c:v>beadles chevrolet buick gmc llc</c:v>
                </c:pt>
                <c:pt idx="5231">
                  <c:v>redline european</c:v>
                </c:pt>
                <c:pt idx="5232">
                  <c:v>allan a hornbeck chevrolet sales inc</c:v>
                </c:pt>
                <c:pt idx="5233">
                  <c:v>roper kia</c:v>
                </c:pt>
                <c:pt idx="5234">
                  <c:v>mac haik ford lincoln</c:v>
                </c:pt>
                <c:pt idx="5235">
                  <c:v>advance car rental inc</c:v>
                </c:pt>
                <c:pt idx="5236">
                  <c:v>kargo quality cars &amp; trucks inc</c:v>
                </c:pt>
                <c:pt idx="5237">
                  <c:v>tuttle click chrysler jeep dodge</c:v>
                </c:pt>
                <c:pt idx="5238">
                  <c:v>mega motors inc</c:v>
                </c:pt>
                <c:pt idx="5239">
                  <c:v>primeritus remarketing/fort knox fcu</c:v>
                </c:pt>
                <c:pt idx="5240">
                  <c:v>dependable motor sales inc</c:v>
                </c:pt>
                <c:pt idx="5241">
                  <c:v>dempewolf ford lincoln mercury</c:v>
                </c:pt>
                <c:pt idx="5242">
                  <c:v>durbin motor sales</c:v>
                </c:pt>
                <c:pt idx="5243">
                  <c:v>nissan dealer blend/tustin nissan</c:v>
                </c:pt>
                <c:pt idx="5244">
                  <c:v>g stone motors inc</c:v>
                </c:pt>
                <c:pt idx="5245">
                  <c:v>dnl automotive inc</c:v>
                </c:pt>
                <c:pt idx="5246">
                  <c:v>madigans auto sales llc</c:v>
                </c:pt>
                <c:pt idx="5247">
                  <c:v>bill bryan kia</c:v>
                </c:pt>
                <c:pt idx="5248">
                  <c:v>gray-daniels toyota</c:v>
                </c:pt>
                <c:pt idx="5249">
                  <c:v>towne bmw mini</c:v>
                </c:pt>
                <c:pt idx="5250">
                  <c:v>molle chevrolet inc</c:v>
                </c:pt>
                <c:pt idx="5251">
                  <c:v>suburban chevrolet cadillac saab hummer</c:v>
                </c:pt>
                <c:pt idx="5252">
                  <c:v>manheim mississippi</c:v>
                </c:pt>
                <c:pt idx="5253">
                  <c:v>flag/platinum motor cars</c:v>
                </c:pt>
                <c:pt idx="5254">
                  <c:v>community chevrolet inc</c:v>
                </c:pt>
                <c:pt idx="5255">
                  <c:v>cars for less llc</c:v>
                </c:pt>
                <c:pt idx="5256">
                  <c:v>onemain rem/capital auto broker inc</c:v>
                </c:pt>
                <c:pt idx="5257">
                  <c:v>team 'd' auto sales</c:v>
                </c:pt>
                <c:pt idx="5258">
                  <c:v>mike shaw toyota</c:v>
                </c:pt>
                <c:pt idx="5259">
                  <c:v>remarketing by ge/point breeze credit union</c:v>
                </c:pt>
                <c:pt idx="5260">
                  <c:v>momentum volkswagen</c:v>
                </c:pt>
                <c:pt idx="5261">
                  <c:v>alliance automotive marketing</c:v>
                </c:pt>
                <c:pt idx="5262">
                  <c:v>american auto sales</c:v>
                </c:pt>
                <c:pt idx="5263">
                  <c:v>bestway auto brokers llc</c:v>
                </c:pt>
                <c:pt idx="5264">
                  <c:v>fiserv/teachers credit union</c:v>
                </c:pt>
                <c:pt idx="5265">
                  <c:v>tilton automotive llc</c:v>
                </c:pt>
                <c:pt idx="5266">
                  <c:v>american resources financial llc</c:v>
                </c:pt>
                <c:pt idx="5267">
                  <c:v>marino chrysler jeep dodge</c:v>
                </c:pt>
                <c:pt idx="5268">
                  <c:v>valley imports inc</c:v>
                </c:pt>
                <c:pt idx="5269">
                  <c:v>united autopia</c:v>
                </c:pt>
                <c:pt idx="5270">
                  <c:v>buena park honda</c:v>
                </c:pt>
                <c:pt idx="5271">
                  <c:v>g payne sales</c:v>
                </c:pt>
                <c:pt idx="5272">
                  <c:v>blue ridge north georgia ford inc</c:v>
                </c:pt>
                <c:pt idx="5273">
                  <c:v>american honda fin/honda lse trust/hvt inc/inet</c:v>
                </c:pt>
                <c:pt idx="5274">
                  <c:v>titlemax/whitehall oh1</c:v>
                </c:pt>
                <c:pt idx="5275">
                  <c:v>szottm-59 toyota szott m-59 scion</c:v>
                </c:pt>
                <c:pt idx="5276">
                  <c:v>ed hicks nissan ltd</c:v>
                </c:pt>
                <c:pt idx="5277">
                  <c:v>autonation ford fort worth</c:v>
                </c:pt>
                <c:pt idx="5278">
                  <c:v>broadway motor company</c:v>
                </c:pt>
                <c:pt idx="5279">
                  <c:v>blue diamond auto sales corp 1</c:v>
                </c:pt>
                <c:pt idx="5280">
                  <c:v>martins sales llc</c:v>
                </c:pt>
                <c:pt idx="5281">
                  <c:v>bald hill dodge-chrysler-jeep</c:v>
                </c:pt>
                <c:pt idx="5282">
                  <c:v>carflex</c:v>
                </c:pt>
                <c:pt idx="5283">
                  <c:v>repo remarketing/pacific community credit union</c:v>
                </c:pt>
                <c:pt idx="5284">
                  <c:v>king buick gmc llc</c:v>
                </c:pt>
                <c:pt idx="5285">
                  <c:v>southern motors acura</c:v>
                </c:pt>
                <c:pt idx="5286">
                  <c:v>members credit union</c:v>
                </c:pt>
                <c:pt idx="5287">
                  <c:v>budget rac/easy car leasing</c:v>
                </c:pt>
                <c:pt idx="5288">
                  <c:v>arizona specialty motors</c:v>
                </c:pt>
                <c:pt idx="5289">
                  <c:v>family ford lincoln</c:v>
                </c:pt>
                <c:pt idx="5290">
                  <c:v>elmwood auto sales inc</c:v>
                </c:pt>
                <c:pt idx="5291">
                  <c:v>kentucky telco fcu</c:v>
                </c:pt>
                <c:pt idx="5292">
                  <c:v>sugar loaf ford linc mrc inc</c:v>
                </c:pt>
                <c:pt idx="5293">
                  <c:v>apple chevrolet apple cadillac</c:v>
                </c:pt>
                <c:pt idx="5294">
                  <c:v>top finance co inc</c:v>
                </c:pt>
                <c:pt idx="5295">
                  <c:v>eautoniche llc</c:v>
                </c:pt>
                <c:pt idx="5296">
                  <c:v>freedom ford sales inc</c:v>
                </c:pt>
                <c:pt idx="5297">
                  <c:v>del norte credit union</c:v>
                </c:pt>
                <c:pt idx="5298">
                  <c:v>bill kolb jr subaru inc</c:v>
                </c:pt>
                <c:pt idx="5299">
                  <c:v>subaru pacific</c:v>
                </c:pt>
                <c:pt idx="5300">
                  <c:v>midwest diesel trucks llc</c:v>
                </c:pt>
                <c:pt idx="5301">
                  <c:v>wheels &amp; deals</c:v>
                </c:pt>
                <c:pt idx="5302">
                  <c:v>reachme auto group llc</c:v>
                </c:pt>
                <c:pt idx="5303">
                  <c:v>novato chevrolet</c:v>
                </c:pt>
                <c:pt idx="5304">
                  <c:v>plaza auto sales inc</c:v>
                </c:pt>
                <c:pt idx="5305">
                  <c:v>american financial</c:v>
                </c:pt>
                <c:pt idx="5306">
                  <c:v>butler leasing</c:v>
                </c:pt>
                <c:pt idx="5307">
                  <c:v>audi wilsonville</c:v>
                </c:pt>
                <c:pt idx="5308">
                  <c:v>global venture capital/dba airport rac of atl</c:v>
                </c:pt>
                <c:pt idx="5309">
                  <c:v>garnett motorcars  inc.</c:v>
                </c:pt>
                <c:pt idx="5310">
                  <c:v>ars/economy rent a car</c:v>
                </c:pt>
                <c:pt idx="5311">
                  <c:v>robinson ford sales inc</c:v>
                </c:pt>
                <c:pt idx="5312">
                  <c:v>k b m</c:v>
                </c:pt>
                <c:pt idx="5313">
                  <c:v>primeritus remarketing / executive auto sal</c:v>
                </c:pt>
                <c:pt idx="5314">
                  <c:v>saulnier automobile inc</c:v>
                </c:pt>
                <c:pt idx="5315">
                  <c:v>kings fcu</c:v>
                </c:pt>
                <c:pt idx="5316">
                  <c:v>american bank</c:v>
                </c:pt>
                <c:pt idx="5317">
                  <c:v>culver city toyota</c:v>
                </c:pt>
                <c:pt idx="5318">
                  <c:v>remktgedge/fastenal company fleet</c:v>
                </c:pt>
                <c:pt idx="5319">
                  <c:v>jaguar land rover hunt valley</c:v>
                </c:pt>
                <c:pt idx="5320">
                  <c:v>art butler auto sales inc</c:v>
                </c:pt>
                <c:pt idx="5321">
                  <c:v>bredemann ford-glenview</c:v>
                </c:pt>
                <c:pt idx="5322">
                  <c:v>heritage toyota</c:v>
                </c:pt>
                <c:pt idx="5323">
                  <c:v>autospot car sales</c:v>
                </c:pt>
                <c:pt idx="5324">
                  <c:v>kc ventures llc</c:v>
                </c:pt>
                <c:pt idx="5325">
                  <c:v>avis rent a car/mobile</c:v>
                </c:pt>
                <c:pt idx="5326">
                  <c:v>evolve federal credit union</c:v>
                </c:pt>
                <c:pt idx="5327">
                  <c:v>litchfield auto sales</c:v>
                </c:pt>
                <c:pt idx="5328">
                  <c:v>mini north scottsdale</c:v>
                </c:pt>
                <c:pt idx="5329">
                  <c:v>tim dahle nissan</c:v>
                </c:pt>
                <c:pt idx="5330">
                  <c:v>mccauley automotive co</c:v>
                </c:pt>
                <c:pt idx="5331">
                  <c:v>lenders assistance corp/fisher auto sales</c:v>
                </c:pt>
                <c:pt idx="5332">
                  <c:v>capital auto trading</c:v>
                </c:pt>
                <c:pt idx="5333">
                  <c:v>sheehy nissan of manassas</c:v>
                </c:pt>
                <c:pt idx="5334">
                  <c:v>the motorlease corporation</c:v>
                </c:pt>
                <c:pt idx="5335">
                  <c:v>sheboygan chev buick pontiac gmc cad inc</c:v>
                </c:pt>
                <c:pt idx="5336">
                  <c:v>ford of murfreesboro</c:v>
                </c:pt>
                <c:pt idx="5337">
                  <c:v>veridian credit union</c:v>
                </c:pt>
                <c:pt idx="5338">
                  <c:v>ars/spallco enterprises inc</c:v>
                </c:pt>
                <c:pt idx="5339">
                  <c:v>jo jo auto wholesalers</c:v>
                </c:pt>
                <c:pt idx="5340">
                  <c:v>dallas car store</c:v>
                </c:pt>
                <c:pt idx="5341">
                  <c:v>offlease of miami</c:v>
                </c:pt>
                <c:pt idx="5342">
                  <c:v>s friedman enterprises inc</c:v>
                </c:pt>
                <c:pt idx="5343">
                  <c:v>network auto sales llc</c:v>
                </c:pt>
                <c:pt idx="5344">
                  <c:v>la capitol fcu</c:v>
                </c:pt>
                <c:pt idx="5345">
                  <c:v>mid state auto inc</c:v>
                </c:pt>
                <c:pt idx="5346">
                  <c:v>victoria motors llc</c:v>
                </c:pt>
                <c:pt idx="5347">
                  <c:v>onemain rem/manheim southern california</c:v>
                </c:pt>
                <c:pt idx="5348">
                  <c:v>members co-op credit union</c:v>
                </c:pt>
                <c:pt idx="5349">
                  <c:v>tech auto sales inc</c:v>
                </c:pt>
                <c:pt idx="5350">
                  <c:v>s/s auto leasing inc</c:v>
                </c:pt>
                <c:pt idx="5351">
                  <c:v>tri star ford chry dodge jeep ram suz kia</c:v>
                </c:pt>
                <c:pt idx="5352">
                  <c:v>3117839 canada inc</c:v>
                </c:pt>
                <c:pt idx="5353">
                  <c:v>er fleet and rental</c:v>
                </c:pt>
                <c:pt idx="5354">
                  <c:v>lafontaine volkswagen of dearborn</c:v>
                </c:pt>
                <c:pt idx="5355">
                  <c:v>onemain rem/advance automotive sales &amp; financing</c:v>
                </c:pt>
                <c:pt idx="5356">
                  <c:v>fiserv/independent dealers advantage</c:v>
                </c:pt>
                <c:pt idx="5357">
                  <c:v>express auto spot</c:v>
                </c:pt>
                <c:pt idx="5358">
                  <c:v>roby cars corporation</c:v>
                </c:pt>
                <c:pt idx="5359">
                  <c:v>dealer auto sales</c:v>
                </c:pt>
                <c:pt idx="5360">
                  <c:v>ancira eagle pass ford</c:v>
                </c:pt>
                <c:pt idx="5361">
                  <c:v>distinctive motors</c:v>
                </c:pt>
                <c:pt idx="5362">
                  <c:v>kia of alhambra</c:v>
                </c:pt>
                <c:pt idx="5363">
                  <c:v>marine credit union</c:v>
                </c:pt>
                <c:pt idx="5364">
                  <c:v>luxury imports/bmw of bowling green</c:v>
                </c:pt>
                <c:pt idx="5365">
                  <c:v>enterprise rent a car/hyundai</c:v>
                </c:pt>
                <c:pt idx="5366">
                  <c:v>ancor financing inc</c:v>
                </c:pt>
                <c:pt idx="5367">
                  <c:v>infiniti of kirkland</c:v>
                </c:pt>
                <c:pt idx="5368">
                  <c:v>south hills car store</c:v>
                </c:pt>
                <c:pt idx="5369">
                  <c:v>chandler nissan inc</c:v>
                </c:pt>
                <c:pt idx="5370">
                  <c:v>bell ford inc</c:v>
                </c:pt>
                <c:pt idx="5371">
                  <c:v>rd cars</c:v>
                </c:pt>
                <c:pt idx="5372">
                  <c:v>cdd motors</c:v>
                </c:pt>
                <c:pt idx="5373">
                  <c:v>all car care</c:v>
                </c:pt>
                <c:pt idx="5374">
                  <c:v>autosouth pre-owned superstore llc</c:v>
                </c:pt>
                <c:pt idx="5375">
                  <c:v>lancaster honda</c:v>
                </c:pt>
                <c:pt idx="5376">
                  <c:v>morries chippewa valley mazda</c:v>
                </c:pt>
                <c:pt idx="5377">
                  <c:v>remarketing by ge/budget motor co</c:v>
                </c:pt>
                <c:pt idx="5378">
                  <c:v>primeritus remarketing/deere &amp; co credit</c:v>
                </c:pt>
                <c:pt idx="5379">
                  <c:v>remarketing by ge/carolina fcu</c:v>
                </c:pt>
                <c:pt idx="5380">
                  <c:v>brittany motors ltd</c:v>
                </c:pt>
                <c:pt idx="5381">
                  <c:v>toyota motor sales usa inc/marshalled units</c:v>
                </c:pt>
                <c:pt idx="5382">
                  <c:v>remarketing by ge/turner acceptance corp</c:v>
                </c:pt>
                <c:pt idx="5383">
                  <c:v>mallen enterprises inc</c:v>
                </c:pt>
                <c:pt idx="5384">
                  <c:v>superior brookdale ford llc</c:v>
                </c:pt>
                <c:pt idx="5385">
                  <c:v>macatawa auto &amp; finance company</c:v>
                </c:pt>
                <c:pt idx="5386">
                  <c:v>pacific luxury motors inc</c:v>
                </c:pt>
                <c:pt idx="5387">
                  <c:v>hanesbrands credit union</c:v>
                </c:pt>
                <c:pt idx="5388">
                  <c:v>hudson nissan</c:v>
                </c:pt>
                <c:pt idx="5389">
                  <c:v>bedard bros auto sales inc</c:v>
                </c:pt>
                <c:pt idx="5390">
                  <c:v>outland motors</c:v>
                </c:pt>
                <c:pt idx="5391">
                  <c:v>teds auto inc</c:v>
                </c:pt>
                <c:pt idx="5392">
                  <c:v>pj's motorcars inc</c:v>
                </c:pt>
                <c:pt idx="5393">
                  <c:v>tim whitehead chrysler dodge jeep inc</c:v>
                </c:pt>
                <c:pt idx="5394">
                  <c:v>remktgedge/ruan inc</c:v>
                </c:pt>
                <c:pt idx="5395">
                  <c:v>flag/brian harris bmw</c:v>
                </c:pt>
                <c:pt idx="5396">
                  <c:v>family hyundai inc</c:v>
                </c:pt>
                <c:pt idx="5397">
                  <c:v>metro motors</c:v>
                </c:pt>
                <c:pt idx="5398">
                  <c:v>motor village la</c:v>
                </c:pt>
                <c:pt idx="5399">
                  <c:v>jk motors inc</c:v>
                </c:pt>
                <c:pt idx="5400">
                  <c:v>bleecker buick gmc inc</c:v>
                </c:pt>
                <c:pt idx="5401">
                  <c:v>gosch toyota</c:v>
                </c:pt>
                <c:pt idx="5402">
                  <c:v>marple fleet leasing llc/non program</c:v>
                </c:pt>
                <c:pt idx="5403">
                  <c:v>deva motor co</c:v>
                </c:pt>
                <c:pt idx="5404">
                  <c:v>imperial auto mall llc</c:v>
                </c:pt>
                <c:pt idx="5405">
                  <c:v>preferred auto brokers</c:v>
                </c:pt>
                <c:pt idx="5406">
                  <c:v>lou fusz motor co of kirkwood inc</c:v>
                </c:pt>
                <c:pt idx="5407">
                  <c:v>century finance &amp; lease</c:v>
                </c:pt>
                <c:pt idx="5408">
                  <c:v>healthcare associates credit union</c:v>
                </c:pt>
                <c:pt idx="5409">
                  <c:v>onemain rem/hawthorne motors pre-owned</c:v>
                </c:pt>
                <c:pt idx="5410">
                  <c:v>john hinderer honda</c:v>
                </c:pt>
                <c:pt idx="5411">
                  <c:v>northwest sales &amp; service</c:v>
                </c:pt>
                <c:pt idx="5412">
                  <c:v>superior credit union</c:v>
                </c:pt>
                <c:pt idx="5413">
                  <c:v>all american chev of san angelo</c:v>
                </c:pt>
                <c:pt idx="5414">
                  <c:v>centerone/avis budget group</c:v>
                </c:pt>
                <c:pt idx="5415">
                  <c:v>berthod motors inc</c:v>
                </c:pt>
                <c:pt idx="5416">
                  <c:v>lacombe ford sales ltd</c:v>
                </c:pt>
                <c:pt idx="5417">
                  <c:v>k &amp; g auto group llc</c:v>
                </c:pt>
                <c:pt idx="5418">
                  <c:v>toyota of mcdonough scion of mcdonough</c:v>
                </c:pt>
                <c:pt idx="5419">
                  <c:v>international motor group annex</c:v>
                </c:pt>
                <c:pt idx="5420">
                  <c:v>first financial bank</c:v>
                </c:pt>
                <c:pt idx="5421">
                  <c:v>premier acceptance</c:v>
                </c:pt>
                <c:pt idx="5422">
                  <c:v>hendrickcars.com</c:v>
                </c:pt>
                <c:pt idx="5423">
                  <c:v>tj lending</c:v>
                </c:pt>
                <c:pt idx="5424">
                  <c:v>cover-jones motor company</c:v>
                </c:pt>
                <c:pt idx="5425">
                  <c:v>genessee financial</c:v>
                </c:pt>
                <c:pt idx="5426">
                  <c:v>cars for less auto</c:v>
                </c:pt>
                <c:pt idx="5427">
                  <c:v>haldeman ford of hightstown llc</c:v>
                </c:pt>
                <c:pt idx="5428">
                  <c:v>preston volkswagen lp</c:v>
                </c:pt>
                <c:pt idx="5429">
                  <c:v>thoroughbred motors llc</c:v>
                </c:pt>
                <c:pt idx="5430">
                  <c:v>volvo of princeton</c:v>
                </c:pt>
                <c:pt idx="5431">
                  <c:v>dick smith ford inc</c:v>
                </c:pt>
                <c:pt idx="5432">
                  <c:v>faulkner dodge ram</c:v>
                </c:pt>
                <c:pt idx="5433">
                  <c:v>pa distributor</c:v>
                </c:pt>
                <c:pt idx="5434">
                  <c:v>motor town llc</c:v>
                </c:pt>
                <c:pt idx="5435">
                  <c:v>north end motors  inc.</c:v>
                </c:pt>
                <c:pt idx="5436">
                  <c:v>ars/amro -auction sale unit</c:v>
                </c:pt>
                <c:pt idx="5437">
                  <c:v>cars direct inc</c:v>
                </c:pt>
                <c:pt idx="5438">
                  <c:v>wheel estate llc</c:v>
                </c:pt>
                <c:pt idx="5439">
                  <c:v>sunshine auto</c:v>
                </c:pt>
                <c:pt idx="5440">
                  <c:v>al piemonte arlington heights ford inc</c:v>
                </c:pt>
                <c:pt idx="5441">
                  <c:v>jerrys toyota inc</c:v>
                </c:pt>
                <c:pt idx="5442">
                  <c:v>az luxury auto llc</c:v>
                </c:pt>
                <c:pt idx="5443">
                  <c:v>crown auto</c:v>
                </c:pt>
                <c:pt idx="5444">
                  <c:v>prestige ford inc</c:v>
                </c:pt>
                <c:pt idx="5445">
                  <c:v>bob harper ford inc</c:v>
                </c:pt>
                <c:pt idx="5446">
                  <c:v>faines auto sales inc</c:v>
                </c:pt>
                <c:pt idx="5447">
                  <c:v>mission chevrolet ltd</c:v>
                </c:pt>
                <c:pt idx="5448">
                  <c:v>rock honda</c:v>
                </c:pt>
                <c:pt idx="5449">
                  <c:v>keller motors</c:v>
                </c:pt>
                <c:pt idx="5450">
                  <c:v>boardwalk volkswagen  boardwalk lotus</c:v>
                </c:pt>
                <c:pt idx="5451">
                  <c:v>atlantic fleet services</c:v>
                </c:pt>
                <c:pt idx="5452">
                  <c:v>lmg auto brokers llc</c:v>
                </c:pt>
                <c:pt idx="5453">
                  <c:v>cars on brand</c:v>
                </c:pt>
                <c:pt idx="5454">
                  <c:v>gateway subaru llc</c:v>
                </c:pt>
                <c:pt idx="5455">
                  <c:v>acura of serramonte</c:v>
                </c:pt>
                <c:pt idx="5456">
                  <c:v>dunn brothers premium auto corp</c:v>
                </c:pt>
                <c:pt idx="5457">
                  <c:v>bank liberty</c:v>
                </c:pt>
                <c:pt idx="5458">
                  <c:v>schlumberger employee credit union</c:v>
                </c:pt>
                <c:pt idx="5459">
                  <c:v>planet power toys</c:v>
                </c:pt>
                <c:pt idx="5460">
                  <c:v>olathe subaru llc</c:v>
                </c:pt>
                <c:pt idx="5461">
                  <c:v>remarketing by ge/carolina collegiate fcu</c:v>
                </c:pt>
                <c:pt idx="5462">
                  <c:v>extreme motors</c:v>
                </c:pt>
                <c:pt idx="5463">
                  <c:v>great bridge auto sales</c:v>
                </c:pt>
                <c:pt idx="5464">
                  <c:v>commonwealth one fcu</c:v>
                </c:pt>
                <c:pt idx="5465">
                  <c:v>first america auto center</c:v>
                </c:pt>
                <c:pt idx="5466">
                  <c:v>cornhusker auto center inc</c:v>
                </c:pt>
                <c:pt idx="5467">
                  <c:v>napletons auto werks of bourbonnais inc</c:v>
                </c:pt>
                <c:pt idx="5468">
                  <c:v>power remarketing inc</c:v>
                </c:pt>
                <c:pt idx="5469">
                  <c:v>rise v auto &amp; tire center</c:v>
                </c:pt>
                <c:pt idx="5470">
                  <c:v>winegardner pontiac gmc of prince frederick inc</c:v>
                </c:pt>
                <c:pt idx="5471">
                  <c:v>pav inc</c:v>
                </c:pt>
                <c:pt idx="5472">
                  <c:v>auto credit acceptance</c:v>
                </c:pt>
                <c:pt idx="5473">
                  <c:v>wybles used cars</c:v>
                </c:pt>
                <c:pt idx="5474">
                  <c:v>onesource/glendale mitsubishi</c:v>
                </c:pt>
                <c:pt idx="5475">
                  <c:v>n a b inc</c:v>
                </c:pt>
                <c:pt idx="5476">
                  <c:v>nissan of casper llc</c:v>
                </c:pt>
                <c:pt idx="5477">
                  <c:v>heritage auto center inc</c:v>
                </c:pt>
                <c:pt idx="5478">
                  <c:v>capitol chevrolet &amp; imports inc</c:v>
                </c:pt>
                <c:pt idx="5479">
                  <c:v>dealer finance</c:v>
                </c:pt>
                <c:pt idx="5480">
                  <c:v>southeast brokerage inc</c:v>
                </c:pt>
                <c:pt idx="5481">
                  <c:v>nick mayer lincoln mercury inc</c:v>
                </c:pt>
                <c:pt idx="5482">
                  <c:v>rick case acura</c:v>
                </c:pt>
                <c:pt idx="5483">
                  <c:v>lextechs of atlanta</c:v>
                </c:pt>
                <c:pt idx="5484">
                  <c:v>muller nissan subaru vw</c:v>
                </c:pt>
                <c:pt idx="5485">
                  <c:v>trinity auto sales</c:v>
                </c:pt>
                <c:pt idx="5486">
                  <c:v>morries minnetonka ford</c:v>
                </c:pt>
                <c:pt idx="5487">
                  <c:v>new wave auto sales</c:v>
                </c:pt>
                <c:pt idx="5488">
                  <c:v>albright motor company</c:v>
                </c:pt>
                <c:pt idx="5489">
                  <c:v>ccs service inc</c:v>
                </c:pt>
                <c:pt idx="5490">
                  <c:v>cucci ford</c:v>
                </c:pt>
                <c:pt idx="5491">
                  <c:v>happy hyundai</c:v>
                </c:pt>
                <c:pt idx="5492">
                  <c:v>automobile rimek inc</c:v>
                </c:pt>
                <c:pt idx="5493">
                  <c:v>all star autos</c:v>
                </c:pt>
                <c:pt idx="5494">
                  <c:v>coast financial auto</c:v>
                </c:pt>
                <c:pt idx="5495">
                  <c:v>repo remarketing/twin star credit union</c:v>
                </c:pt>
                <c:pt idx="5496">
                  <c:v>luther bloomington hyundai</c:v>
                </c:pt>
                <c:pt idx="5497">
                  <c:v>first bank florida</c:v>
                </c:pt>
                <c:pt idx="5498">
                  <c:v>flag/motorwerks vehicle sales llc</c:v>
                </c:pt>
                <c:pt idx="5499">
                  <c:v>gulliver east inc</c:v>
                </c:pt>
                <c:pt idx="5500">
                  <c:v>red mccombs superior hyundai</c:v>
                </c:pt>
                <c:pt idx="5501">
                  <c:v>dario auto sales</c:v>
                </c:pt>
                <c:pt idx="5502">
                  <c:v>lithia chrysler jeep dodge</c:v>
                </c:pt>
                <c:pt idx="5503">
                  <c:v>autonation nissan marietta</c:v>
                </c:pt>
                <c:pt idx="5504">
                  <c:v>horne ford of nogales llc</c:v>
                </c:pt>
                <c:pt idx="5505">
                  <c:v>udrive chicago inc</c:v>
                </c:pt>
                <c:pt idx="5506">
                  <c:v>marty feldman chevrolet inc</c:v>
                </c:pt>
                <c:pt idx="5507">
                  <c:v>bedford nissan inc</c:v>
                </c:pt>
                <c:pt idx="5508">
                  <c:v>joyce buick gmc inc</c:v>
                </c:pt>
                <c:pt idx="5509">
                  <c:v>harvey-ellis motors  inc.</c:v>
                </c:pt>
                <c:pt idx="5510">
                  <c:v>stan mcnabb ford llc</c:v>
                </c:pt>
                <c:pt idx="5511">
                  <c:v>hertrich of new castle inc</c:v>
                </c:pt>
                <c:pt idx="5512">
                  <c:v>inter auto trade inc</c:v>
                </c:pt>
                <c:pt idx="5513">
                  <c:v>benz/beamer</c:v>
                </c:pt>
                <c:pt idx="5514">
                  <c:v>signature rent a car</c:v>
                </c:pt>
                <c:pt idx="5515">
                  <c:v>annapolis volvo</c:v>
                </c:pt>
                <c:pt idx="5516">
                  <c:v>bob ruth ford inc</c:v>
                </c:pt>
                <c:pt idx="5517">
                  <c:v>courtesy chevrolet center</c:v>
                </c:pt>
                <c:pt idx="5518">
                  <c:v>kia auto sport of pensacola inc</c:v>
                </c:pt>
                <c:pt idx="5519">
                  <c:v>bergstrom victory lane imports</c:v>
                </c:pt>
                <c:pt idx="5520">
                  <c:v>rock city chrysler jeep dodge</c:v>
                </c:pt>
                <c:pt idx="5521">
                  <c:v>rotolo chevrolet inc</c:v>
                </c:pt>
                <c:pt idx="5522">
                  <c:v>vci/volkswagen of edmond</c:v>
                </c:pt>
                <c:pt idx="5523">
                  <c:v>walser leasing &amp; fleet services</c:v>
                </c:pt>
                <c:pt idx="5524">
                  <c:v>federal financial</c:v>
                </c:pt>
                <c:pt idx="5525">
                  <c:v>remarketing by ge/collateral solutions</c:v>
                </c:pt>
                <c:pt idx="5526">
                  <c:v>dellen chry dod jeep</c:v>
                </c:pt>
                <c:pt idx="5527">
                  <c:v>onesource/sun toyota</c:v>
                </c:pt>
                <c:pt idx="5528">
                  <c:v>mid lake motors inc</c:v>
                </c:pt>
                <c:pt idx="5529">
                  <c:v>remarketing by ge/wiregrass fcu</c:v>
                </c:pt>
                <c:pt idx="5530">
                  <c:v>greenville auto sales</c:v>
                </c:pt>
                <c:pt idx="5531">
                  <c:v>luther brookdale volkswagen</c:v>
                </c:pt>
                <c:pt idx="5532">
                  <c:v>sparks toyota</c:v>
                </c:pt>
                <c:pt idx="5533">
                  <c:v>nielsen dodge chry jeep llc</c:v>
                </c:pt>
                <c:pt idx="5534">
                  <c:v>honda of hayward</c:v>
                </c:pt>
                <c:pt idx="5535">
                  <c:v>a d autos</c:v>
                </c:pt>
                <c:pt idx="5536">
                  <c:v>dealers toa baja</c:v>
                </c:pt>
                <c:pt idx="5537">
                  <c:v>bill black chevrolet cadillac inc</c:v>
                </c:pt>
                <c:pt idx="5538">
                  <c:v>mercedes benz of west chester</c:v>
                </c:pt>
                <c:pt idx="5539">
                  <c:v>conklin cars hutchinson</c:v>
                </c:pt>
                <c:pt idx="5540">
                  <c:v>central florida auto trader llc</c:v>
                </c:pt>
                <c:pt idx="5541">
                  <c:v>persian acceptance corp</c:v>
                </c:pt>
                <c:pt idx="5542">
                  <c:v>orleans ford mercury inc</c:v>
                </c:pt>
                <c:pt idx="5543">
                  <c:v>northwest fcu</c:v>
                </c:pt>
                <c:pt idx="5544">
                  <c:v>pinnacle financial group inc</c:v>
                </c:pt>
                <c:pt idx="5545">
                  <c:v>lightning auto group llc</c:v>
                </c:pt>
                <c:pt idx="5546">
                  <c:v>revolution motor cars</c:v>
                </c:pt>
                <c:pt idx="5547">
                  <c:v>rich ford sales</c:v>
                </c:pt>
                <c:pt idx="5548">
                  <c:v>bening ford</c:v>
                </c:pt>
                <c:pt idx="5549">
                  <c:v>all american autohaus inc.</c:v>
                </c:pt>
                <c:pt idx="5550">
                  <c:v>steve rotella sales ltd</c:v>
                </c:pt>
                <c:pt idx="5551">
                  <c:v>midwest customs</c:v>
                </c:pt>
                <c:pt idx="5552">
                  <c:v>uva community credit union</c:v>
                </c:pt>
                <c:pt idx="5553">
                  <c:v>derby hill equipment</c:v>
                </c:pt>
                <c:pt idx="5554">
                  <c:v>hub city ford inc</c:v>
                </c:pt>
                <c:pt idx="5555">
                  <c:v>rivard buick gmc</c:v>
                </c:pt>
                <c:pt idx="5556">
                  <c:v>brantford kia</c:v>
                </c:pt>
                <c:pt idx="5557">
                  <c:v>tropical chevrolet</c:v>
                </c:pt>
                <c:pt idx="5558">
                  <c:v>east side motors</c:v>
                </c:pt>
                <c:pt idx="5559">
                  <c:v>primeritus remarketing/americu credit uni</c:v>
                </c:pt>
                <c:pt idx="5560">
                  <c:v>prime drive inc.</c:v>
                </c:pt>
                <c:pt idx="5561">
                  <c:v>mclaren tampa bay</c:v>
                </c:pt>
                <c:pt idx="5562">
                  <c:v>auto unlimited inc</c:v>
                </c:pt>
                <c:pt idx="5563">
                  <c:v>bill bryan chrysler dodge jeep inc</c:v>
                </c:pt>
                <c:pt idx="5564">
                  <c:v>fiserv/scient federal credit union</c:v>
                </c:pt>
                <c:pt idx="5565">
                  <c:v>whetstone partners</c:v>
                </c:pt>
                <c:pt idx="5566">
                  <c:v>daniels long chevrolet</c:v>
                </c:pt>
                <c:pt idx="5567">
                  <c:v>performance auto center</c:v>
                </c:pt>
                <c:pt idx="5568">
                  <c:v>metro credit union</c:v>
                </c:pt>
                <c:pt idx="5569">
                  <c:v>tamaroff leasing co</c:v>
                </c:pt>
                <c:pt idx="5570">
                  <c:v>della buick gmc cadillac inc</c:v>
                </c:pt>
                <c:pt idx="5571">
                  <c:v>lonestar truck &amp; trailer</c:v>
                </c:pt>
                <c:pt idx="5572">
                  <c:v>onemain rem/cartime auto center</c:v>
                </c:pt>
                <c:pt idx="5573">
                  <c:v>new holland dodge chrysler jeep</c:v>
                </c:pt>
                <c:pt idx="5574">
                  <c:v>momentum chevrolet</c:v>
                </c:pt>
                <c:pt idx="5575">
                  <c:v>fc auto sales llc</c:v>
                </c:pt>
                <c:pt idx="5576">
                  <c:v>international motors inc.</c:v>
                </c:pt>
                <c:pt idx="5577">
                  <c:v>dicicco auto sales</c:v>
                </c:pt>
                <c:pt idx="5578">
                  <c:v>auto solutions llc</c:v>
                </c:pt>
                <c:pt idx="5579">
                  <c:v>greenville auto world llc</c:v>
                </c:pt>
                <c:pt idx="5580">
                  <c:v>superior motors inc</c:v>
                </c:pt>
                <c:pt idx="5581">
                  <c:v>brown's jaguar</c:v>
                </c:pt>
                <c:pt idx="5582">
                  <c:v>frank boucher chevrolet inc</c:v>
                </c:pt>
                <c:pt idx="5583">
                  <c:v>mcelveen pont buick gmc trk inc</c:v>
                </c:pt>
                <c:pt idx="5584">
                  <c:v>leaseyourcar.com</c:v>
                </c:pt>
                <c:pt idx="5585">
                  <c:v>onemain rem/caltex motors</c:v>
                </c:pt>
                <c:pt idx="5586">
                  <c:v>emich volkswagen</c:v>
                </c:pt>
                <c:pt idx="5587">
                  <c:v>srt wholesale auto llc</c:v>
                </c:pt>
                <c:pt idx="5588">
                  <c:v>remarketing by ge/pareto solutinos llc</c:v>
                </c:pt>
                <c:pt idx="5589">
                  <c:v>sl auto gallery inc</c:v>
                </c:pt>
                <c:pt idx="5590">
                  <c:v>triple seven auto group</c:v>
                </c:pt>
                <c:pt idx="5591">
                  <c:v>security first credit union</c:v>
                </c:pt>
                <c:pt idx="5592">
                  <c:v>norling motors inc</c:v>
                </c:pt>
                <c:pt idx="5593">
                  <c:v>precision auto sales</c:v>
                </c:pt>
                <c:pt idx="5594">
                  <c:v>r &amp; l auto wholesale</c:v>
                </c:pt>
                <c:pt idx="5595">
                  <c:v>hyperformance inc</c:v>
                </c:pt>
                <c:pt idx="5596">
                  <c:v>a &amp; w sales</c:v>
                </c:pt>
                <c:pt idx="5597">
                  <c:v>bolsam autos llc</c:v>
                </c:pt>
                <c:pt idx="5598">
                  <c:v>bickford motors</c:v>
                </c:pt>
                <c:pt idx="5599">
                  <c:v>cortin motors</c:v>
                </c:pt>
                <c:pt idx="5600">
                  <c:v>repo remarketing/tucson fcu</c:v>
                </c:pt>
                <c:pt idx="5601">
                  <c:v>trustone financial fed credit union</c:v>
                </c:pt>
                <c:pt idx="5602">
                  <c:v>ray brandt dodge chrysler jeep ram</c:v>
                </c:pt>
                <c:pt idx="5603">
                  <c:v>moline motors llc</c:v>
                </c:pt>
                <c:pt idx="5604">
                  <c:v>j.b.c auto wholesale</c:v>
                </c:pt>
                <c:pt idx="5605">
                  <c:v>repo remarketing/patelco credit union</c:v>
                </c:pt>
                <c:pt idx="5606">
                  <c:v>palm chevrolet inc</c:v>
                </c:pt>
                <c:pt idx="5607">
                  <c:v>dellenbach motors</c:v>
                </c:pt>
                <c:pt idx="5608">
                  <c:v>bill cramer chevrolet cadi bpg</c:v>
                </c:pt>
                <c:pt idx="5609">
                  <c:v>courtesy autopark</c:v>
                </c:pt>
                <c:pt idx="5610">
                  <c:v>jo dan motors</c:v>
                </c:pt>
                <c:pt idx="5611">
                  <c:v>carlson toyota</c:v>
                </c:pt>
                <c:pt idx="5612">
                  <c:v>autonation ford lincoln wolfchase</c:v>
                </c:pt>
                <c:pt idx="5613">
                  <c:v>onemain rem/joshy auto sales</c:v>
                </c:pt>
                <c:pt idx="5614">
                  <c:v>dan welles southtown inc</c:v>
                </c:pt>
                <c:pt idx="5615">
                  <c:v>gerardos foreign car service llc</c:v>
                </c:pt>
                <c:pt idx="5616">
                  <c:v>manheim auctions inventory</c:v>
                </c:pt>
                <c:pt idx="5617">
                  <c:v>san antonio federal credit union</c:v>
                </c:pt>
                <c:pt idx="5618">
                  <c:v>fivetenauto sales inc</c:v>
                </c:pt>
                <c:pt idx="5619">
                  <c:v>goodwin honda volks mits</c:v>
                </c:pt>
                <c:pt idx="5620">
                  <c:v>titlemax/upland ca1</c:v>
                </c:pt>
                <c:pt idx="5621">
                  <c:v>southtown chrysler dodge jeep</c:v>
                </c:pt>
                <c:pt idx="5622">
                  <c:v>mossy volkswagen</c:v>
                </c:pt>
                <c:pt idx="5623">
                  <c:v>shults toyota</c:v>
                </c:pt>
                <c:pt idx="5624">
                  <c:v>onemain rem/three brothers auto sales</c:v>
                </c:pt>
                <c:pt idx="5625">
                  <c:v>l a auto sales inc</c:v>
                </c:pt>
                <c:pt idx="5626">
                  <c:v>davies ford inc</c:v>
                </c:pt>
                <c:pt idx="5627">
                  <c:v>crescent ford inc</c:v>
                </c:pt>
                <c:pt idx="5628">
                  <c:v>triple s auto outlet</c:v>
                </c:pt>
                <c:pt idx="5629">
                  <c:v>silver star ag ltd</c:v>
                </c:pt>
                <c:pt idx="5630">
                  <c:v>ed morse honda</c:v>
                </c:pt>
                <c:pt idx="5631">
                  <c:v>j e motors inc</c:v>
                </c:pt>
                <c:pt idx="5632">
                  <c:v>extreme automotive corp</c:v>
                </c:pt>
                <c:pt idx="5633">
                  <c:v>capital city motor worx</c:v>
                </c:pt>
                <c:pt idx="5634">
                  <c:v>acura of glendale</c:v>
                </c:pt>
                <c:pt idx="5635">
                  <c:v>jorgensen ford inc</c:v>
                </c:pt>
                <c:pt idx="5636">
                  <c:v>hosick motors inc</c:v>
                </c:pt>
                <c:pt idx="5637">
                  <c:v>mercedes benz bmw of ann arbor</c:v>
                </c:pt>
                <c:pt idx="5638">
                  <c:v>libertyville chevrolet inc</c:v>
                </c:pt>
                <c:pt idx="5639">
                  <c:v>automotive remarketing inc/resale auto</c:v>
                </c:pt>
                <c:pt idx="5640">
                  <c:v>rosen motor sales inc</c:v>
                </c:pt>
                <c:pt idx="5641">
                  <c:v>ingram motor sales</c:v>
                </c:pt>
                <c:pt idx="5642">
                  <c:v>quality auto sales usa inc</c:v>
                </c:pt>
                <c:pt idx="5643">
                  <c:v>repo remarketing/prime way fcu</c:v>
                </c:pt>
                <c:pt idx="5644">
                  <c:v>capital bank</c:v>
                </c:pt>
                <c:pt idx="5645">
                  <c:v>bmw of mamaroneck</c:v>
                </c:pt>
                <c:pt idx="5646">
                  <c:v>crown motors of tallahassee inc</c:v>
                </c:pt>
                <c:pt idx="5647">
                  <c:v>superbodies auto center llc</c:v>
                </c:pt>
                <c:pt idx="5648">
                  <c:v>stew hansen hyundai</c:v>
                </c:pt>
                <c:pt idx="5649">
                  <c:v>ahfc/honda lease trust/hvt inc</c:v>
                </c:pt>
                <c:pt idx="5650">
                  <c:v>crossroads ford truck sales inc</c:v>
                </c:pt>
                <c:pt idx="5651">
                  <c:v>dick sneeringer</c:v>
                </c:pt>
                <c:pt idx="5652">
                  <c:v>atlantic coast remarketing inc/gar</c:v>
                </c:pt>
                <c:pt idx="5653">
                  <c:v>san diego auto finder</c:v>
                </c:pt>
                <c:pt idx="5654">
                  <c:v>friendly ford</c:v>
                </c:pt>
                <c:pt idx="5655">
                  <c:v>cars r us</c:v>
                </c:pt>
                <c:pt idx="5656">
                  <c:v>beverly hills bmw</c:v>
                </c:pt>
                <c:pt idx="5657">
                  <c:v>community auto center llc</c:v>
                </c:pt>
                <c:pt idx="5658">
                  <c:v>onemain rem/auto access</c:v>
                </c:pt>
                <c:pt idx="5659">
                  <c:v>viva las vegas autos inc</c:v>
                </c:pt>
                <c:pt idx="5660">
                  <c:v>expert auto brokers</c:v>
                </c:pt>
                <c:pt idx="5661">
                  <c:v>jones motor co inc</c:v>
                </c:pt>
                <c:pt idx="5662">
                  <c:v>a &amp; b auto sales</c:v>
                </c:pt>
                <c:pt idx="5663">
                  <c:v>champion toyota corpus christi</c:v>
                </c:pt>
                <c:pt idx="5664">
                  <c:v>harrison motors inc</c:v>
                </c:pt>
                <c:pt idx="5665">
                  <c:v>karma cars of arizona llc</c:v>
                </c:pt>
                <c:pt idx="5666">
                  <c:v>nemer chrysler jeep dodge ram of saratoga</c:v>
                </c:pt>
                <c:pt idx="5667">
                  <c:v>world auto service</c:v>
                </c:pt>
                <c:pt idx="5668">
                  <c:v>remarketing by ge/first financial fcu</c:v>
                </c:pt>
                <c:pt idx="5669">
                  <c:v>goldstein buick gmc</c:v>
                </c:pt>
                <c:pt idx="5670">
                  <c:v>findlay cadillac</c:v>
                </c:pt>
                <c:pt idx="5671">
                  <c:v>husker financial</c:v>
                </c:pt>
                <c:pt idx="5672">
                  <c:v>titlemax of flamingo rd. - nv 9</c:v>
                </c:pt>
                <c:pt idx="5673">
                  <c:v>phil smith acura</c:v>
                </c:pt>
                <c:pt idx="5674">
                  <c:v>kings honda</c:v>
                </c:pt>
                <c:pt idx="5675">
                  <c:v>perfect match auto</c:v>
                </c:pt>
                <c:pt idx="5676">
                  <c:v>nationwide remarketing</c:v>
                </c:pt>
                <c:pt idx="5677">
                  <c:v>us alliance fcu</c:v>
                </c:pt>
                <c:pt idx="5678">
                  <c:v>potomac preowned auto sales</c:v>
                </c:pt>
                <c:pt idx="5679">
                  <c:v>sky touch imports inc</c:v>
                </c:pt>
                <c:pt idx="5680">
                  <c:v>mazda of orange</c:v>
                </c:pt>
                <c:pt idx="5681">
                  <c:v>turk collectors inc</c:v>
                </c:pt>
                <c:pt idx="5682">
                  <c:v>hidy ford</c:v>
                </c:pt>
                <c:pt idx="5683">
                  <c:v>dens auto center llc</c:v>
                </c:pt>
                <c:pt idx="5684">
                  <c:v>fairfield ford of williamsport</c:v>
                </c:pt>
                <c:pt idx="5685">
                  <c:v>jim burke automotive inc</c:v>
                </c:pt>
                <c:pt idx="5686">
                  <c:v>autonation honda at bel air mall</c:v>
                </c:pt>
                <c:pt idx="5687">
                  <c:v>antwerpens toyota village</c:v>
                </c:pt>
                <c:pt idx="5688">
                  <c:v>northwest honda</c:v>
                </c:pt>
                <c:pt idx="5689">
                  <c:v>giles automotive inc</c:v>
                </c:pt>
                <c:pt idx="5690">
                  <c:v>premier automotive imports of ca llc</c:v>
                </c:pt>
                <c:pt idx="5691">
                  <c:v>west chevrolet  inc.</c:v>
                </c:pt>
                <c:pt idx="5692">
                  <c:v>land rover of reno</c:v>
                </c:pt>
                <c:pt idx="5693">
                  <c:v>george kell motors inc.</c:v>
                </c:pt>
                <c:pt idx="5694">
                  <c:v>dolan toyota scion</c:v>
                </c:pt>
                <c:pt idx="5695">
                  <c:v>jim hudson hyundai</c:v>
                </c:pt>
                <c:pt idx="5696">
                  <c:v>byers delaware auto llc</c:v>
                </c:pt>
                <c:pt idx="5697">
                  <c:v>charles chevrolet oldsmobile inc</c:v>
                </c:pt>
                <c:pt idx="5698">
                  <c:v>elite auto group inc</c:v>
                </c:pt>
                <c:pt idx="5699">
                  <c:v>websmart auto inc</c:v>
                </c:pt>
                <c:pt idx="5700">
                  <c:v>sheehy nissan of springfield  inc.</c:v>
                </c:pt>
                <c:pt idx="5701">
                  <c:v>streamline remarketing inc</c:v>
                </c:pt>
                <c:pt idx="5702">
                  <c:v>white sands fcu</c:v>
                </c:pt>
                <c:pt idx="5703">
                  <c:v>david maus volkswagen</c:v>
                </c:pt>
                <c:pt idx="5704">
                  <c:v>envista credit union</c:v>
                </c:pt>
                <c:pt idx="5705">
                  <c:v>excalibur auto group inc</c:v>
                </c:pt>
                <c:pt idx="5706">
                  <c:v>mini of chicago</c:v>
                </c:pt>
                <c:pt idx="5707">
                  <c:v>mark cj inc</c:v>
                </c:pt>
                <c:pt idx="5708">
                  <c:v>chevrolet cadillac of bellingham</c:v>
                </c:pt>
                <c:pt idx="5709">
                  <c:v>u-haul truck and equipment sales</c:v>
                </c:pt>
                <c:pt idx="5710">
                  <c:v>walts auto brokers inc</c:v>
                </c:pt>
                <c:pt idx="5711">
                  <c:v>king brothers used cars</c:v>
                </c:pt>
                <c:pt idx="5712">
                  <c:v>a line auto wholesale</c:v>
                </c:pt>
                <c:pt idx="5713">
                  <c:v>elite car rental</c:v>
                </c:pt>
                <c:pt idx="5714">
                  <c:v>jimmy vasser toyota</c:v>
                </c:pt>
                <c:pt idx="5715">
                  <c:v>hyundai of bradenton</c:v>
                </c:pt>
                <c:pt idx="5716">
                  <c:v>mr automotive</c:v>
                </c:pt>
                <c:pt idx="5717">
                  <c:v>puklich chevrolet inc</c:v>
                </c:pt>
                <c:pt idx="5718">
                  <c:v>autonation mitsubishi</c:v>
                </c:pt>
                <c:pt idx="5719">
                  <c:v>repo remarketing/chevron fcu</c:v>
                </c:pt>
                <c:pt idx="5720">
                  <c:v>premier auto sales</c:v>
                </c:pt>
                <c:pt idx="5721">
                  <c:v>the motor company inc</c:v>
                </c:pt>
                <c:pt idx="5722">
                  <c:v>ultimate buick gmc</c:v>
                </c:pt>
                <c:pt idx="5723">
                  <c:v>quality autos of collins</c:v>
                </c:pt>
                <c:pt idx="5724">
                  <c:v>unique car rental &amp; sales</c:v>
                </c:pt>
                <c:pt idx="5725">
                  <c:v>kents auto sales inc</c:v>
                </c:pt>
                <c:pt idx="5726">
                  <c:v>fleet sales &amp; services llc</c:v>
                </c:pt>
                <c:pt idx="5727">
                  <c:v>starling chevrolet buick gmc</c:v>
                </c:pt>
                <c:pt idx="5728">
                  <c:v>palmetto health credit union</c:v>
                </c:pt>
                <c:pt idx="5729">
                  <c:v>remarketing by ge/fc leasing</c:v>
                </c:pt>
                <c:pt idx="5730">
                  <c:v>vescovo toyota of las cruces</c:v>
                </c:pt>
                <c:pt idx="5731">
                  <c:v>investment motors sales &amp; leasing</c:v>
                </c:pt>
                <c:pt idx="5732">
                  <c:v>david austin auto sales</c:v>
                </c:pt>
                <c:pt idx="5733">
                  <c:v>okemos auto collection</c:v>
                </c:pt>
                <c:pt idx="5734">
                  <c:v>mini of fort myers</c:v>
                </c:pt>
                <c:pt idx="5735">
                  <c:v>mobility motoring llc</c:v>
                </c:pt>
                <c:pt idx="5736">
                  <c:v>practical car rental/emak industries inc</c:v>
                </c:pt>
                <c:pt idx="5737">
                  <c:v>midflorida credit union</c:v>
                </c:pt>
                <c:pt idx="5738">
                  <c:v>miami auto broker llc</c:v>
                </c:pt>
                <c:pt idx="5739">
                  <c:v>toyota of boardman</c:v>
                </c:pt>
                <c:pt idx="5740">
                  <c:v>hertrich toyota scion</c:v>
                </c:pt>
                <c:pt idx="5741">
                  <c:v>nationwide imports</c:v>
                </c:pt>
                <c:pt idx="5742">
                  <c:v>fred beans chrysler dodge jeep ram</c:v>
                </c:pt>
                <c:pt idx="5743">
                  <c:v>sti fleet corp</c:v>
                </c:pt>
                <c:pt idx="5744">
                  <c:v>pritchard brothers inc</c:v>
                </c:pt>
                <c:pt idx="5745">
                  <c:v>mercedes benz of spokane</c:v>
                </c:pt>
                <c:pt idx="5746">
                  <c:v>mike carlson motor company</c:v>
                </c:pt>
                <c:pt idx="5747">
                  <c:v>best wheels imports  llc</c:v>
                </c:pt>
                <c:pt idx="5748">
                  <c:v>coulter cadillac inc</c:v>
                </c:pt>
                <c:pt idx="5749">
                  <c:v>subaru of dayton</c:v>
                </c:pt>
                <c:pt idx="5750">
                  <c:v>metro auto sales</c:v>
                </c:pt>
                <c:pt idx="5751">
                  <c:v>alexander pont buick cadi gmc tk inc</c:v>
                </c:pt>
                <c:pt idx="5752">
                  <c:v>d majestic auto group inc</c:v>
                </c:pt>
                <c:pt idx="5753">
                  <c:v>selective autoplex</c:v>
                </c:pt>
                <c:pt idx="5754">
                  <c:v>springfield ford inc</c:v>
                </c:pt>
                <c:pt idx="5755">
                  <c:v>unique auto brokerage</c:v>
                </c:pt>
                <c:pt idx="5756">
                  <c:v>gerald nissan inc</c:v>
                </c:pt>
                <c:pt idx="5757">
                  <c:v>davey deals inc</c:v>
                </c:pt>
                <c:pt idx="5758">
                  <c:v>avis rent a car systems/tra</c:v>
                </c:pt>
                <c:pt idx="5759">
                  <c:v>independent auto brokers</c:v>
                </c:pt>
                <c:pt idx="5760">
                  <c:v>hometrust bank</c:v>
                </c:pt>
                <c:pt idx="5761">
                  <c:v>criswell chevrolet of thurmont llc</c:v>
                </c:pt>
                <c:pt idx="5762">
                  <c:v>auto lux</c:v>
                </c:pt>
                <c:pt idx="5763">
                  <c:v>atlantic global financing inc</c:v>
                </c:pt>
                <c:pt idx="5764">
                  <c:v>first national fleet &amp; lease auto sales</c:v>
                </c:pt>
                <c:pt idx="5765">
                  <c:v>energy fcu</c:v>
                </c:pt>
                <c:pt idx="5766">
                  <c:v>bmw of houston north in the woodlands</c:v>
                </c:pt>
                <c:pt idx="5767">
                  <c:v>trona valley community fcu</c:v>
                </c:pt>
                <c:pt idx="5768">
                  <c:v>freeway ford llc</c:v>
                </c:pt>
                <c:pt idx="5769">
                  <c:v>budget las vegas/ars</c:v>
                </c:pt>
                <c:pt idx="5770">
                  <c:v>image imports auto brokerage inc</c:v>
                </c:pt>
                <c:pt idx="5771">
                  <c:v>nissan dealer blend/oak ridge nissan</c:v>
                </c:pt>
                <c:pt idx="5772">
                  <c:v>nsk industries inc</c:v>
                </c:pt>
                <c:pt idx="5773">
                  <c:v>autoporter leasing serv inc</c:v>
                </c:pt>
                <c:pt idx="5774">
                  <c:v>gmotorcars inc</c:v>
                </c:pt>
                <c:pt idx="5775">
                  <c:v>boyd boys auto &amp; truck</c:v>
                </c:pt>
                <c:pt idx="5776">
                  <c:v>jones auto sales</c:v>
                </c:pt>
                <c:pt idx="5777">
                  <c:v>hector felix auto corp</c:v>
                </c:pt>
                <c:pt idx="5778">
                  <c:v>flag/proctor automotive inc</c:v>
                </c:pt>
                <c:pt idx="5779">
                  <c:v>volunteers of america western washington</c:v>
                </c:pt>
                <c:pt idx="5780">
                  <c:v>credit union of new jersey</c:v>
                </c:pt>
                <c:pt idx="5781">
                  <c:v>cub hill motor co inc.</c:v>
                </c:pt>
                <c:pt idx="5782">
                  <c:v>numerica credit union</c:v>
                </c:pt>
                <c:pt idx="5783">
                  <c:v>lexus of wayzata</c:v>
                </c:pt>
                <c:pt idx="5784">
                  <c:v>mc quality cars inc</c:v>
                </c:pt>
                <c:pt idx="5785">
                  <c:v>doug smith autoplex inc.</c:v>
                </c:pt>
                <c:pt idx="5786">
                  <c:v>remarketing by ge/manheim houston</c:v>
                </c:pt>
                <c:pt idx="5787">
                  <c:v>southern american lease corp</c:v>
                </c:pt>
                <c:pt idx="5788">
                  <c:v>nikles motor co inc</c:v>
                </c:pt>
                <c:pt idx="5789">
                  <c:v>john jones automtv outlet inc</c:v>
                </c:pt>
                <c:pt idx="5790">
                  <c:v>alexander family pont buick olds gmc truck inc</c:v>
                </c:pt>
                <c:pt idx="5791">
                  <c:v>fast lane direct llc</c:v>
                </c:pt>
                <c:pt idx="5792">
                  <c:v>manheim riverside</c:v>
                </c:pt>
                <c:pt idx="5793">
                  <c:v>sullivan investment corporation</c:v>
                </c:pt>
                <c:pt idx="5794">
                  <c:v>watson chevrolet</c:v>
                </c:pt>
                <c:pt idx="5795">
                  <c:v>sarasota ford</c:v>
                </c:pt>
                <c:pt idx="5796">
                  <c:v>mmg finance llc</c:v>
                </c:pt>
                <c:pt idx="5797">
                  <c:v>euromotive llc</c:v>
                </c:pt>
                <c:pt idx="5798">
                  <c:v>autonation honda mendenhall</c:v>
                </c:pt>
                <c:pt idx="5799">
                  <c:v>edmond chevrolet gmc buick</c:v>
                </c:pt>
                <c:pt idx="5800">
                  <c:v>auto equity loans of de llc</c:v>
                </c:pt>
                <c:pt idx="5801">
                  <c:v>jonathan motor cars inc</c:v>
                </c:pt>
                <c:pt idx="5802">
                  <c:v>third national bank</c:v>
                </c:pt>
                <c:pt idx="5803">
                  <c:v>onemain rem/garcia trucks auto sales inc</c:v>
                </c:pt>
                <c:pt idx="5804">
                  <c:v>big h auto mart</c:v>
                </c:pt>
                <c:pt idx="5805">
                  <c:v>9250 3002 quebec inc</c:v>
                </c:pt>
                <c:pt idx="5806">
                  <c:v>craig &amp; landreth pre-owned</c:v>
                </c:pt>
                <c:pt idx="5807">
                  <c:v>downey nissan</c:v>
                </c:pt>
                <c:pt idx="5808">
                  <c:v>toyota mont laurier</c:v>
                </c:pt>
                <c:pt idx="5809">
                  <c:v>rick phillips motors</c:v>
                </c:pt>
                <c:pt idx="5810">
                  <c:v>capital lease group ltd</c:v>
                </c:pt>
                <c:pt idx="5811">
                  <c:v>ttcu the credit union</c:v>
                </c:pt>
                <c:pt idx="5812">
                  <c:v>volvo of cincinnati</c:v>
                </c:pt>
                <c:pt idx="5813">
                  <c:v>west palm beach kia</c:v>
                </c:pt>
                <c:pt idx="5814">
                  <c:v>vision motors inc</c:v>
                </c:pt>
                <c:pt idx="5815">
                  <c:v>tom clark chevrolet inc</c:v>
                </c:pt>
                <c:pt idx="5816">
                  <c:v>lee hyundai of goldsboro</c:v>
                </c:pt>
                <c:pt idx="5817">
                  <c:v>duck river electric membership corp</c:v>
                </c:pt>
                <c:pt idx="5818">
                  <c:v>beaverton infiniti</c:v>
                </c:pt>
                <c:pt idx="5819">
                  <c:v>hummer connections inc.</c:v>
                </c:pt>
                <c:pt idx="5820">
                  <c:v>ford lincoln of queens preowned</c:v>
                </c:pt>
                <c:pt idx="5821">
                  <c:v>select motor group llc</c:v>
                </c:pt>
                <c:pt idx="5822">
                  <c:v>nissan dealer blend/nissan of cookeville</c:v>
                </c:pt>
                <c:pt idx="5823">
                  <c:v>merlin auto group</c:v>
                </c:pt>
                <c:pt idx="5824">
                  <c:v>liccardi motors llc</c:v>
                </c:pt>
                <c:pt idx="5825">
                  <c:v>auto direct montreal inc</c:v>
                </c:pt>
                <c:pt idx="5826">
                  <c:v>deacon jones auto park</c:v>
                </c:pt>
                <c:pt idx="5827">
                  <c:v>south county fiat at mission viejo</c:v>
                </c:pt>
                <c:pt idx="5828">
                  <c:v>cooper motors inc</c:v>
                </c:pt>
                <c:pt idx="5829">
                  <c:v>autonation ford white bear lake</c:v>
                </c:pt>
                <c:pt idx="5830">
                  <c:v>melly auto sales inc</c:v>
                </c:pt>
                <c:pt idx="5831">
                  <c:v>car mart leasing and sales inc</c:v>
                </c:pt>
                <c:pt idx="5832">
                  <c:v>intermarkets trading co</c:v>
                </c:pt>
                <c:pt idx="5833">
                  <c:v>frank marcum motors</c:v>
                </c:pt>
                <c:pt idx="5834">
                  <c:v>community one auto finance</c:v>
                </c:pt>
                <c:pt idx="5835">
                  <c:v>nusenda federal credit union</c:v>
                </c:pt>
                <c:pt idx="5836">
                  <c:v>tim dahle nissan of sandy</c:v>
                </c:pt>
                <c:pt idx="5837">
                  <c:v>signature leasing llc</c:v>
                </c:pt>
                <c:pt idx="5838">
                  <c:v>magnum motors inc</c:v>
                </c:pt>
                <c:pt idx="5839">
                  <c:v>godwin auto sales inc</c:v>
                </c:pt>
                <c:pt idx="5840">
                  <c:v>chaparral ford inc</c:v>
                </c:pt>
                <c:pt idx="5841">
                  <c:v>jay automobiles inc</c:v>
                </c:pt>
                <c:pt idx="5842">
                  <c:v>victory auto group llc</c:v>
                </c:pt>
                <c:pt idx="5843">
                  <c:v>jersey city ford lincoln mercury</c:v>
                </c:pt>
                <c:pt idx="5844">
                  <c:v>maps auto center llc</c:v>
                </c:pt>
                <c:pt idx="5845">
                  <c:v>liberal finance service</c:v>
                </c:pt>
                <c:pt idx="5846">
                  <c:v>leesburg volkswagen</c:v>
                </c:pt>
                <c:pt idx="5847">
                  <c:v>john elway chevrolet</c:v>
                </c:pt>
                <c:pt idx="5848">
                  <c:v>best buy auto inc.</c:v>
                </c:pt>
                <c:pt idx="5849">
                  <c:v>ferrari &amp; maserati of washington</c:v>
                </c:pt>
                <c:pt idx="5850">
                  <c:v>glesby mark leasing</c:v>
                </c:pt>
                <c:pt idx="5851">
                  <c:v>jack safro ford</c:v>
                </c:pt>
                <c:pt idx="5852">
                  <c:v>r k motors inc</c:v>
                </c:pt>
                <c:pt idx="5853">
                  <c:v>menaul auto sales inc</c:v>
                </c:pt>
                <c:pt idx="5854">
                  <c:v>oneok inc</c:v>
                </c:pt>
                <c:pt idx="5855">
                  <c:v>hertz car exchange inc/orlando</c:v>
                </c:pt>
                <c:pt idx="5856">
                  <c:v>dealers choice motor co.</c:v>
                </c:pt>
                <c:pt idx="5857">
                  <c:v>p &amp; r auto brokers llc</c:v>
                </c:pt>
                <c:pt idx="5858">
                  <c:v>napleton cad saab</c:v>
                </c:pt>
                <c:pt idx="5859">
                  <c:v>hyundai of la quinta</c:v>
                </c:pt>
                <c:pt idx="5860">
                  <c:v>california connection auto leasing llc</c:v>
                </c:pt>
                <c:pt idx="5861">
                  <c:v>bmw of orland park</c:v>
                </c:pt>
                <c:pt idx="5862">
                  <c:v>mackey auto broker</c:v>
                </c:pt>
                <c:pt idx="5863">
                  <c:v>wolf automotive center inc</c:v>
                </c:pt>
                <c:pt idx="5864">
                  <c:v>route 22 auto sales inc.</c:v>
                </c:pt>
                <c:pt idx="5865">
                  <c:v>colin's motors</c:v>
                </c:pt>
                <c:pt idx="5866">
                  <c:v>cap city motorsports llc</c:v>
                </c:pt>
                <c:pt idx="5867">
                  <c:v>the wilhardt collection inc</c:v>
                </c:pt>
                <c:pt idx="5868">
                  <c:v>paris auto sales inc</c:v>
                </c:pt>
                <c:pt idx="5869">
                  <c:v>remarketing by ge/auto discounters</c:v>
                </c:pt>
                <c:pt idx="5870">
                  <c:v>wheels by r t incorporated</c:v>
                </c:pt>
                <c:pt idx="5871">
                  <c:v>nova auto sales</c:v>
                </c:pt>
                <c:pt idx="5872">
                  <c:v>gorges volvo</c:v>
                </c:pt>
                <c:pt idx="5873">
                  <c:v>globe auto center inc</c:v>
                </c:pt>
                <c:pt idx="5874">
                  <c:v>carfinder auto sales inc</c:v>
                </c:pt>
                <c:pt idx="5875">
                  <c:v>mccarthy olathe nissan inc</c:v>
                </c:pt>
                <c:pt idx="5876">
                  <c:v>1479582 alberta ltd.</c:v>
                </c:pt>
                <c:pt idx="5877">
                  <c:v>source one adj of ohio inc/softite community fcu</c:v>
                </c:pt>
                <c:pt idx="5878">
                  <c:v>mall chevrolet inc</c:v>
                </c:pt>
                <c:pt idx="5879">
                  <c:v>royal motors inc</c:v>
                </c:pt>
                <c:pt idx="5880">
                  <c:v>markham auto sales</c:v>
                </c:pt>
                <c:pt idx="5881">
                  <c:v>w &amp; l sports cars inc</c:v>
                </c:pt>
                <c:pt idx="5882">
                  <c:v>w i simonson</c:v>
                </c:pt>
                <c:pt idx="5883">
                  <c:v>n4s auto group</c:v>
                </c:pt>
                <c:pt idx="5884">
                  <c:v>autonation toyota thornton road</c:v>
                </c:pt>
                <c:pt idx="5885">
                  <c:v>ace auto sales</c:v>
                </c:pt>
                <c:pt idx="5886">
                  <c:v>jakes auto exchange</c:v>
                </c:pt>
                <c:pt idx="5887">
                  <c:v>home town auto sales</c:v>
                </c:pt>
                <c:pt idx="5888">
                  <c:v>visalia kia</c:v>
                </c:pt>
                <c:pt idx="5889">
                  <c:v>beaver dam ford llc</c:v>
                </c:pt>
                <c:pt idx="5890">
                  <c:v>coastal credit llc / macedonia / macedonia</c:v>
                </c:pt>
                <c:pt idx="5891">
                  <c:v>danny holder automotive  inc.</c:v>
                </c:pt>
                <c:pt idx="5892">
                  <c:v>freedom ford</c:v>
                </c:pt>
                <c:pt idx="5893">
                  <c:v>custom remarketing services/lowe's</c:v>
                </c:pt>
                <c:pt idx="5894">
                  <c:v>new country lexus of latham</c:v>
                </c:pt>
                <c:pt idx="5895">
                  <c:v>onemain rem/cars under 5000</c:v>
                </c:pt>
                <c:pt idx="5896">
                  <c:v>pearl harbor fcu</c:v>
                </c:pt>
                <c:pt idx="5897">
                  <c:v>browning auto sales</c:v>
                </c:pt>
                <c:pt idx="5898">
                  <c:v>belair road discount auto sales</c:v>
                </c:pt>
                <c:pt idx="5899">
                  <c:v>frank siena auto sales inc</c:v>
                </c:pt>
                <c:pt idx="5900">
                  <c:v>avner corporation</c:v>
                </c:pt>
                <c:pt idx="5901">
                  <c:v>specialties automotive group llc</c:v>
                </c:pt>
                <c:pt idx="5902">
                  <c:v>autonation acura gulf freeway</c:v>
                </c:pt>
                <c:pt idx="5903">
                  <c:v>helm bank</c:v>
                </c:pt>
                <c:pt idx="5904">
                  <c:v>james hodge toyota</c:v>
                </c:pt>
                <c:pt idx="5905">
                  <c:v>dick vlist motors  inc.</c:v>
                </c:pt>
                <c:pt idx="5906">
                  <c:v>j&amp;n motors</c:v>
                </c:pt>
                <c:pt idx="5907">
                  <c:v>mini of portland</c:v>
                </c:pt>
                <c:pt idx="5908">
                  <c:v>primeritus remarketing/cars america inc</c:v>
                </c:pt>
                <c:pt idx="5909">
                  <c:v>onesource/limbaugh toyota</c:v>
                </c:pt>
                <c:pt idx="5910">
                  <c:v>tj auto</c:v>
                </c:pt>
                <c:pt idx="5911">
                  <c:v>cfc investment company</c:v>
                </c:pt>
                <c:pt idx="5912">
                  <c:v>jaguar land rover treasure coast</c:v>
                </c:pt>
                <c:pt idx="5913">
                  <c:v>bergey's lincoln mercury inc</c:v>
                </c:pt>
                <c:pt idx="5914">
                  <c:v>select auto sales</c:v>
                </c:pt>
                <c:pt idx="5915">
                  <c:v>quality motor cars</c:v>
                </c:pt>
                <c:pt idx="5916">
                  <c:v>tom sibbitt chevrolet buick inc</c:v>
                </c:pt>
                <c:pt idx="5917">
                  <c:v>midway motor sales company llc</c:v>
                </c:pt>
                <c:pt idx="5918">
                  <c:v>cu auto source/autobranch</c:v>
                </c:pt>
                <c:pt idx="5919">
                  <c:v>jones toyota</c:v>
                </c:pt>
                <c:pt idx="5920">
                  <c:v>dick brantmeier ford inc</c:v>
                </c:pt>
                <c:pt idx="5921">
                  <c:v>doug perry wholesale cars inc</c:v>
                </c:pt>
                <c:pt idx="5922">
                  <c:v>fajardo ford inc</c:v>
                </c:pt>
                <c:pt idx="5923">
                  <c:v>la auto house</c:v>
                </c:pt>
                <c:pt idx="5924">
                  <c:v>ron smith buick pontiac gmc truck jeep eagle</c:v>
                </c:pt>
                <c:pt idx="5925">
                  <c:v>winegardner motor company llc</c:v>
                </c:pt>
                <c:pt idx="5926">
                  <c:v>remarketing by ge/all star</c:v>
                </c:pt>
                <c:pt idx="5927">
                  <c:v>gt3 auto group</c:v>
                </c:pt>
                <c:pt idx="5928">
                  <c:v>atlantic coast remarketing inc/ia</c:v>
                </c:pt>
                <c:pt idx="5929">
                  <c:v>ft worth community credit union</c:v>
                </c:pt>
                <c:pt idx="5930">
                  <c:v>flag/proctor subaru</c:v>
                </c:pt>
                <c:pt idx="5931">
                  <c:v>mike keffer chrysler dodge jeep ram</c:v>
                </c:pt>
                <c:pt idx="5932">
                  <c:v>manheim lakeland</c:v>
                </c:pt>
                <c:pt idx="5933">
                  <c:v>herndon quality cars inc</c:v>
                </c:pt>
                <c:pt idx="5934">
                  <c:v>horner sales</c:v>
                </c:pt>
                <c:pt idx="5935">
                  <c:v>acra automotive group</c:v>
                </c:pt>
                <c:pt idx="5936">
                  <c:v>exotic auto mall inc</c:v>
                </c:pt>
                <c:pt idx="5937">
                  <c:v>davis creek auto group preowned vehicle</c:v>
                </c:pt>
                <c:pt idx="5938">
                  <c:v>roger beasley volvo of georgetown</c:v>
                </c:pt>
                <c:pt idx="5939">
                  <c:v>pure pursuit automotive</c:v>
                </c:pt>
                <c:pt idx="5940">
                  <c:v>mini of kennesaw</c:v>
                </c:pt>
                <c:pt idx="5941">
                  <c:v>san francisco police credit union</c:v>
                </c:pt>
                <c:pt idx="5942">
                  <c:v>hinshaw's acura</c:v>
                </c:pt>
                <c:pt idx="5943">
                  <c:v>j and s motor cars</c:v>
                </c:pt>
                <c:pt idx="5944">
                  <c:v>first state bank</c:v>
                </c:pt>
                <c:pt idx="5945">
                  <c:v>tom jones ford</c:v>
                </c:pt>
                <c:pt idx="5946">
                  <c:v>volkswagen gallery</c:v>
                </c:pt>
                <c:pt idx="5947">
                  <c:v>mercedes benz of valencia</c:v>
                </c:pt>
                <c:pt idx="5948">
                  <c:v>mobico auto</c:v>
                </c:pt>
                <c:pt idx="5949">
                  <c:v>toyota scion of gladstone</c:v>
                </c:pt>
                <c:pt idx="5950">
                  <c:v>seattle mini</c:v>
                </c:pt>
                <c:pt idx="5951">
                  <c:v>repo remarketing/qualstar credit union</c:v>
                </c:pt>
                <c:pt idx="5952">
                  <c:v>gm/avis rent a car</c:v>
                </c:pt>
                <c:pt idx="5953">
                  <c:v>anderson truck &amp; trailer</c:v>
                </c:pt>
                <c:pt idx="5954">
                  <c:v>new prague ford</c:v>
                </c:pt>
                <c:pt idx="5955">
                  <c:v>masterpiece motorcars llc</c:v>
                </c:pt>
                <c:pt idx="5956">
                  <c:v>sampson motors llc</c:v>
                </c:pt>
                <c:pt idx="5957">
                  <c:v>mel hambelton ford inc</c:v>
                </c:pt>
                <c:pt idx="5958">
                  <c:v>envision credit union</c:v>
                </c:pt>
                <c:pt idx="5959">
                  <c:v>j. p. thibodeaux nissan</c:v>
                </c:pt>
                <c:pt idx="5960">
                  <c:v>united autoland inc</c:v>
                </c:pt>
                <c:pt idx="5961">
                  <c:v>pensacola auto brokers inc</c:v>
                </c:pt>
                <c:pt idx="5962">
                  <c:v>primeritus remarketing/marc dalmolin motos llp</c:v>
                </c:pt>
                <c:pt idx="5963">
                  <c:v>mountain states toyota and scion</c:v>
                </c:pt>
                <c:pt idx="5964">
                  <c:v>return to perfection inc</c:v>
                </c:pt>
                <c:pt idx="5965">
                  <c:v>arizona auto resource</c:v>
                </c:pt>
                <c:pt idx="5966">
                  <c:v>independent credit inc</c:v>
                </c:pt>
                <c:pt idx="5967">
                  <c:v>battlefield ford</c:v>
                </c:pt>
                <c:pt idx="5968">
                  <c:v>allstate leasing</c:v>
                </c:pt>
                <c:pt idx="5969">
                  <c:v>silver sales automotive group</c:v>
                </c:pt>
                <c:pt idx="5970">
                  <c:v>larry h miller nissan mesa</c:v>
                </c:pt>
                <c:pt idx="5971">
                  <c:v>warren toyota</c:v>
                </c:pt>
                <c:pt idx="5972">
                  <c:v>tempe toyota</c:v>
                </c:pt>
                <c:pt idx="5973">
                  <c:v>century bmw</c:v>
                </c:pt>
                <c:pt idx="5974">
                  <c:v>roseville buick gmc</c:v>
                </c:pt>
                <c:pt idx="5975">
                  <c:v>kia of brooklyn park</c:v>
                </c:pt>
                <c:pt idx="5976">
                  <c:v>dodge city motors inc</c:v>
                </c:pt>
                <c:pt idx="5977">
                  <c:v>hickam fcu</c:v>
                </c:pt>
                <c:pt idx="5978">
                  <c:v>courtesy of vermilion</c:v>
                </c:pt>
                <c:pt idx="5979">
                  <c:v>solution ford inc</c:v>
                </c:pt>
                <c:pt idx="5980">
                  <c:v>lindsay honda</c:v>
                </c:pt>
                <c:pt idx="5981">
                  <c:v>transitowne resale of amherst</c:v>
                </c:pt>
                <c:pt idx="5982">
                  <c:v>nissan of newnan</c:v>
                </c:pt>
                <c:pt idx="5983">
                  <c:v>lexus north shore</c:v>
                </c:pt>
                <c:pt idx="5984">
                  <c:v>tri city auto sales</c:v>
                </c:pt>
                <c:pt idx="5985">
                  <c:v>midwest car source llc</c:v>
                </c:pt>
                <c:pt idx="5986">
                  <c:v>park place maserati fort worth</c:v>
                </c:pt>
                <c:pt idx="5987">
                  <c:v>springfield toyota</c:v>
                </c:pt>
                <c:pt idx="5988">
                  <c:v>drive 4 less auto inc</c:v>
                </c:pt>
                <c:pt idx="5989">
                  <c:v>ed shults of warren inc</c:v>
                </c:pt>
                <c:pt idx="5990">
                  <c:v>camp bmw</c:v>
                </c:pt>
                <c:pt idx="5991">
                  <c:v>allstate leasing &amp; sales inc</c:v>
                </c:pt>
                <c:pt idx="5992">
                  <c:v>motors acceptance corporation</c:v>
                </c:pt>
                <c:pt idx="5993">
                  <c:v>larry h miller chevrolet provo</c:v>
                </c:pt>
                <c:pt idx="5994">
                  <c:v>spartan auto brokers llc</c:v>
                </c:pt>
                <c:pt idx="5995">
                  <c:v>unified communities fcu</c:v>
                </c:pt>
                <c:pt idx="5996">
                  <c:v>priced right cars inc</c:v>
                </c:pt>
                <c:pt idx="5997">
                  <c:v>manheim northstar minnesota</c:v>
                </c:pt>
                <c:pt idx="5998">
                  <c:v>mcgoldrick leasing co inc</c:v>
                </c:pt>
                <c:pt idx="5999">
                  <c:v>hatfield volkswagen</c:v>
                </c:pt>
                <c:pt idx="6000">
                  <c:v>bright bay mazda</c:v>
                </c:pt>
                <c:pt idx="6001">
                  <c:v>route 44 toyota</c:v>
                </c:pt>
                <c:pt idx="6002">
                  <c:v>moon township honda</c:v>
                </c:pt>
                <c:pt idx="6003">
                  <c:v>www getauctioncars com</c:v>
                </c:pt>
                <c:pt idx="6004">
                  <c:v>r.e.s. enterprises exchange llc</c:v>
                </c:pt>
                <c:pt idx="6005">
                  <c:v>toyota of san bernardino</c:v>
                </c:pt>
                <c:pt idx="6006">
                  <c:v>moss motor company</c:v>
                </c:pt>
                <c:pt idx="6007">
                  <c:v>land rover roaring fork</c:v>
                </c:pt>
                <c:pt idx="6008">
                  <c:v>milton dodge chrysler jeep inc</c:v>
                </c:pt>
                <c:pt idx="6009">
                  <c:v>reliance leasing dba avis fargo</c:v>
                </c:pt>
                <c:pt idx="6010">
                  <c:v>burlington volkswagen inc</c:v>
                </c:pt>
                <c:pt idx="6011">
                  <c:v>b link auto marine</c:v>
                </c:pt>
                <c:pt idx="6012">
                  <c:v>carolina autohaus</c:v>
                </c:pt>
                <c:pt idx="6013">
                  <c:v>nae moe inc dba matthews &amp; michaels</c:v>
                </c:pt>
                <c:pt idx="6014">
                  <c:v>acura of limerick</c:v>
                </c:pt>
                <c:pt idx="6015">
                  <c:v>northtown auto liquidators</c:v>
                </c:pt>
                <c:pt idx="6016">
                  <c:v>southern remarketing solutions</c:v>
                </c:pt>
                <c:pt idx="6017">
                  <c:v>twin city toyota</c:v>
                </c:pt>
                <c:pt idx="6018">
                  <c:v>best quality auto sls corp</c:v>
                </c:pt>
                <c:pt idx="6019">
                  <c:v>capital one auto financing u.s.a. llc</c:v>
                </c:pt>
                <c:pt idx="6020">
                  <c:v>pro cars</c:v>
                </c:pt>
                <c:pt idx="6021">
                  <c:v>texas autosmart llc</c:v>
                </c:pt>
                <c:pt idx="6022">
                  <c:v>bradenton motors</c:v>
                </c:pt>
                <c:pt idx="6023">
                  <c:v>dtg trade ins</c:v>
                </c:pt>
                <c:pt idx="6024">
                  <c:v>eastern carolina nissan inc</c:v>
                </c:pt>
                <c:pt idx="6025">
                  <c:v>jordan ford ltd</c:v>
                </c:pt>
                <c:pt idx="6026">
                  <c:v>midwest america fcu</c:v>
                </c:pt>
                <c:pt idx="6027">
                  <c:v>p &amp; l imports llc</c:v>
                </c:pt>
                <c:pt idx="6028">
                  <c:v>remarketing by ge/compass financial fcu</c:v>
                </c:pt>
                <c:pt idx="6029">
                  <c:v>bmw north america pickups</c:v>
                </c:pt>
                <c:pt idx="6030">
                  <c:v>dave white acura</c:v>
                </c:pt>
                <c:pt idx="6031">
                  <c:v>total resource auctions-tulsa</c:v>
                </c:pt>
                <c:pt idx="6032">
                  <c:v>tdaf remarketing/miloschs palace chrysler jeep</c:v>
                </c:pt>
                <c:pt idx="6033">
                  <c:v>precision automtve sls inc</c:v>
                </c:pt>
                <c:pt idx="6034">
                  <c:v>toyota of danville</c:v>
                </c:pt>
                <c:pt idx="6035">
                  <c:v>buckeye nissan in</c:v>
                </c:pt>
                <c:pt idx="6036">
                  <c:v>bedard bros chevrolet</c:v>
                </c:pt>
                <c:pt idx="6037">
                  <c:v>first technology fcu</c:v>
                </c:pt>
                <c:pt idx="6038">
                  <c:v>h d auto sales inc</c:v>
                </c:pt>
                <c:pt idx="6039">
                  <c:v>hanover hyundai</c:v>
                </c:pt>
                <c:pt idx="6040">
                  <c:v>heiser chevrolet inc</c:v>
                </c:pt>
                <c:pt idx="6041">
                  <c:v>motorcars washington llc</c:v>
                </c:pt>
                <c:pt idx="6042">
                  <c:v>professional financial services/virginia beach</c:v>
                </c:pt>
                <c:pt idx="6043">
                  <c:v>sloane toyota of malvern</c:v>
                </c:pt>
                <c:pt idx="6044">
                  <c:v>wildwood auto plaza</c:v>
                </c:pt>
                <c:pt idx="6045">
                  <c:v>dr detail inc</c:v>
                </c:pt>
                <c:pt idx="6046">
                  <c:v>gervais inc</c:v>
                </c:pt>
                <c:pt idx="6047">
                  <c:v>tex mex used cars</c:v>
                </c:pt>
                <c:pt idx="6048">
                  <c:v>1st canadian auto sales &amp; service</c:v>
                </c:pt>
                <c:pt idx="6049">
                  <c:v>tag financial services inc</c:v>
                </c:pt>
                <c:pt idx="6050">
                  <c:v>top finance co</c:v>
                </c:pt>
                <c:pt idx="6051">
                  <c:v>sleepy hollow chevrolet buick gmc inc</c:v>
                </c:pt>
                <c:pt idx="6052">
                  <c:v>springs rent a car</c:v>
                </c:pt>
                <c:pt idx="6053">
                  <c:v>motoring trendds of canada corporation</c:v>
                </c:pt>
                <c:pt idx="6054">
                  <c:v>newcastle motors ltd</c:v>
                </c:pt>
                <c:pt idx="6055">
                  <c:v>morell auto gallery inc</c:v>
                </c:pt>
                <c:pt idx="6056">
                  <c:v>auto estates inc</c:v>
                </c:pt>
                <c:pt idx="6057">
                  <c:v>coastal credit llc / jacksonville / orange park</c:v>
                </c:pt>
                <c:pt idx="6058">
                  <c:v>bob allen chrysler dodge jeep of frankfort inc</c:v>
                </c:pt>
                <c:pt idx="6059">
                  <c:v>lee's auto sales and detailing inc</c:v>
                </c:pt>
                <c:pt idx="6060">
                  <c:v>us motorsports llc</c:v>
                </c:pt>
                <c:pt idx="6061">
                  <c:v>baker automotive inc</c:v>
                </c:pt>
                <c:pt idx="6062">
                  <c:v>alexander buick gmc cadillac</c:v>
                </c:pt>
                <c:pt idx="6063">
                  <c:v>c harper honda</c:v>
                </c:pt>
                <c:pt idx="6064">
                  <c:v>omni auto consulting</c:v>
                </c:pt>
                <c:pt idx="6065">
                  <c:v>commercial automotive grp inc</c:v>
                </c:pt>
                <c:pt idx="6066">
                  <c:v>lexus el cajon</c:v>
                </c:pt>
                <c:pt idx="6067">
                  <c:v>toyota of selma</c:v>
                </c:pt>
                <c:pt idx="6068">
                  <c:v>quest auto sales inc</c:v>
                </c:pt>
                <c:pt idx="6069">
                  <c:v>westside hyundai</c:v>
                </c:pt>
                <c:pt idx="6070">
                  <c:v>onemain rem/nationwide remarketing</c:v>
                </c:pt>
                <c:pt idx="6071">
                  <c:v>perfect match auto com</c:v>
                </c:pt>
                <c:pt idx="6072">
                  <c:v>auto town credit inc</c:v>
                </c:pt>
                <c:pt idx="6073">
                  <c:v>dehesa auto sales llc</c:v>
                </c:pt>
                <c:pt idx="6074">
                  <c:v>charlotte metro credit union</c:v>
                </c:pt>
                <c:pt idx="6075">
                  <c:v>cellexpress inc</c:v>
                </c:pt>
                <c:pt idx="6076">
                  <c:v>ford lincoln of franklin</c:v>
                </c:pt>
                <c:pt idx="6077">
                  <c:v>ed murdock ford</c:v>
                </c:pt>
                <c:pt idx="6078">
                  <c:v>gem mazda</c:v>
                </c:pt>
                <c:pt idx="6079">
                  <c:v>wesley chapel nissan</c:v>
                </c:pt>
                <c:pt idx="6080">
                  <c:v>fierge auto sales</c:v>
                </c:pt>
                <c:pt idx="6081">
                  <c:v>fort walton beach auto brokers inc</c:v>
                </c:pt>
                <c:pt idx="6082">
                  <c:v>capital finance loans llc</c:v>
                </c:pt>
                <c:pt idx="6083">
                  <c:v>onemain rem/hanson auto repair</c:v>
                </c:pt>
                <c:pt idx="6084">
                  <c:v>motor trend imports llc</c:v>
                </c:pt>
                <c:pt idx="6085">
                  <c:v>millennium motorcars llc</c:v>
                </c:pt>
                <c:pt idx="6086">
                  <c:v>sams auto wholesale inc</c:v>
                </c:pt>
                <c:pt idx="6087">
                  <c:v>mini of plano</c:v>
                </c:pt>
                <c:pt idx="6088">
                  <c:v>larson motors</c:v>
                </c:pt>
                <c:pt idx="6089">
                  <c:v>affordable auto sales</c:v>
                </c:pt>
                <c:pt idx="6090">
                  <c:v>city of st peters</c:v>
                </c:pt>
                <c:pt idx="6091">
                  <c:v>heritage bank</c:v>
                </c:pt>
                <c:pt idx="6092">
                  <c:v>afg/roquemore and roquemore  inc.</c:v>
                </c:pt>
                <c:pt idx="6093">
                  <c:v>south credit acceptance llc</c:v>
                </c:pt>
                <c:pt idx="6094">
                  <c:v>primeritus remarketing/liberty savings fc</c:v>
                </c:pt>
                <c:pt idx="6095">
                  <c:v>onemain rem/ramos autos &amp; trucks inc</c:v>
                </c:pt>
                <c:pt idx="6096">
                  <c:v>georges auto sales</c:v>
                </c:pt>
                <c:pt idx="6097">
                  <c:v>community west credit union</c:v>
                </c:pt>
                <c:pt idx="6098">
                  <c:v>harborstone credit union</c:v>
                </c:pt>
                <c:pt idx="6099">
                  <c:v>u s auto wholesale</c:v>
                </c:pt>
                <c:pt idx="6100">
                  <c:v>national fleet service</c:v>
                </c:pt>
                <c:pt idx="6101">
                  <c:v>onemain rem/european motors group</c:v>
                </c:pt>
                <c:pt idx="6102">
                  <c:v>primeritus remarketing/lai</c:v>
                </c:pt>
                <c:pt idx="6103">
                  <c:v>west coast auto brokers</c:v>
                </c:pt>
                <c:pt idx="6104">
                  <c:v>classic automotive inc</c:v>
                </c:pt>
                <c:pt idx="6105">
                  <c:v>georgia united credit union</c:v>
                </c:pt>
                <c:pt idx="6106">
                  <c:v>crossroads car and truck</c:v>
                </c:pt>
                <c:pt idx="6107">
                  <c:v>mjn</c:v>
                </c:pt>
                <c:pt idx="6108">
                  <c:v>vietnam veterans of america</c:v>
                </c:pt>
                <c:pt idx="6109">
                  <c:v>page honda of bloomfield</c:v>
                </c:pt>
                <c:pt idx="6110">
                  <c:v>stone mountain toyota &amp; scion</c:v>
                </c:pt>
                <c:pt idx="6111">
                  <c:v>pleasant motors</c:v>
                </c:pt>
                <c:pt idx="6112">
                  <c:v>superior autos for you</c:v>
                </c:pt>
                <c:pt idx="6113">
                  <c:v>super discount auto sales corp</c:v>
                </c:pt>
                <c:pt idx="6114">
                  <c:v>discount car and truck rentals</c:v>
                </c:pt>
                <c:pt idx="6115">
                  <c:v>nalley hyundai</c:v>
                </c:pt>
                <c:pt idx="6116">
                  <c:v>transitowne hyundai</c:v>
                </c:pt>
                <c:pt idx="6117">
                  <c:v>members auto brokerage service inc</c:v>
                </c:pt>
                <c:pt idx="6118">
                  <c:v>audi porsche of stratham</c:v>
                </c:pt>
                <c:pt idx="6119">
                  <c:v>berlin chrysler dodge jeep ram</c:v>
                </c:pt>
                <c:pt idx="6120">
                  <c:v>professional bureau of collections</c:v>
                </c:pt>
                <c:pt idx="6121">
                  <c:v>mccarthy ford inc</c:v>
                </c:pt>
                <c:pt idx="6122">
                  <c:v>corporate motors inc</c:v>
                </c:pt>
                <c:pt idx="6123">
                  <c:v>alvand auto sales inc</c:v>
                </c:pt>
                <c:pt idx="6124">
                  <c:v>walker quality sales</c:v>
                </c:pt>
                <c:pt idx="6125">
                  <c:v>source one adj of ohio inc/skipco</c:v>
                </c:pt>
                <c:pt idx="6126">
                  <c:v>central florida sales and leasing inc</c:v>
                </c:pt>
                <c:pt idx="6127">
                  <c:v>arg</c:v>
                </c:pt>
                <c:pt idx="6128">
                  <c:v>harold's car donation service</c:v>
                </c:pt>
                <c:pt idx="6129">
                  <c:v>california xtreme auto</c:v>
                </c:pt>
                <c:pt idx="6130">
                  <c:v>ronningen motors llc</c:v>
                </c:pt>
                <c:pt idx="6131">
                  <c:v>romano motors ltd</c:v>
                </c:pt>
                <c:pt idx="6132">
                  <c:v>crest auto wholesalers of sw fl inc</c:v>
                </c:pt>
                <c:pt idx="6133">
                  <c:v>atlantic coast remarketing inc/easi</c:v>
                </c:pt>
                <c:pt idx="6134">
                  <c:v>fast title &amp; finance inc</c:v>
                </c:pt>
                <c:pt idx="6135">
                  <c:v>alpine buick gmc llc</c:v>
                </c:pt>
                <c:pt idx="6136">
                  <c:v>classic kia</c:v>
                </c:pt>
                <c:pt idx="6137">
                  <c:v>cars/carfinance capital llc</c:v>
                </c:pt>
                <c:pt idx="6138">
                  <c:v>fiat of las vegas</c:v>
                </c:pt>
                <c:pt idx="6139">
                  <c:v>affordable autos</c:v>
                </c:pt>
                <c:pt idx="6140">
                  <c:v>bud brown volkswagen llc</c:v>
                </c:pt>
                <c:pt idx="6141">
                  <c:v>select jeeps inc</c:v>
                </c:pt>
                <c:pt idx="6142">
                  <c:v>ride rite auto llc</c:v>
                </c:pt>
                <c:pt idx="6143">
                  <c:v>dch toyota of torrance</c:v>
                </c:pt>
                <c:pt idx="6144">
                  <c:v>hubler auto plaza</c:v>
                </c:pt>
                <c:pt idx="6145">
                  <c:v>felt &amp; lukes llc</c:v>
                </c:pt>
                <c:pt idx="6146">
                  <c:v>green light auto sales</c:v>
                </c:pt>
                <c:pt idx="6147">
                  <c:v>cox mazda</c:v>
                </c:pt>
                <c:pt idx="6148">
                  <c:v>hinsdale bank &amp; trust</c:v>
                </c:pt>
                <c:pt idx="6149">
                  <c:v>apple acura subaru</c:v>
                </c:pt>
                <c:pt idx="6150">
                  <c:v>streuter chevrolet inc</c:v>
                </c:pt>
                <c:pt idx="6151">
                  <c:v>ontario vehicle exchange</c:v>
                </c:pt>
                <c:pt idx="6152">
                  <c:v>motor truck sales</c:v>
                </c:pt>
                <c:pt idx="6153">
                  <c:v>shults resale center</c:v>
                </c:pt>
                <c:pt idx="6154">
                  <c:v>stan bennett sales inc</c:v>
                </c:pt>
                <c:pt idx="6155">
                  <c:v>jds rv outlet inc</c:v>
                </c:pt>
                <c:pt idx="6156">
                  <c:v>colon motor auto sales inc</c:v>
                </c:pt>
                <c:pt idx="6157">
                  <c:v>k and l sales inc</c:v>
                </c:pt>
                <c:pt idx="6158">
                  <c:v>911 sportscars</c:v>
                </c:pt>
                <c:pt idx="6159">
                  <c:v>camacho mitsubishi</c:v>
                </c:pt>
                <c:pt idx="6160">
                  <c:v>davis motor co</c:v>
                </c:pt>
                <c:pt idx="6161">
                  <c:v>community financial fcu</c:v>
                </c:pt>
                <c:pt idx="6162">
                  <c:v>broadway cars llc</c:v>
                </c:pt>
                <c:pt idx="6163">
                  <c:v>randy reed buick gmc inc</c:v>
                </c:pt>
                <c:pt idx="6164">
                  <c:v>l &amp; k enterprises</c:v>
                </c:pt>
                <c:pt idx="6165">
                  <c:v>m l bradford enterprises</c:v>
                </c:pt>
                <c:pt idx="6166">
                  <c:v>remarketing by ge/arrowhead central credit union</c:v>
                </c:pt>
                <c:pt idx="6167">
                  <c:v>gainesville mitsubishi</c:v>
                </c:pt>
                <c:pt idx="6168">
                  <c:v>doug woods auto sales</c:v>
                </c:pt>
                <c:pt idx="6169">
                  <c:v>automobiles n.c.</c:v>
                </c:pt>
                <c:pt idx="6170">
                  <c:v>puente hills mitsubishi</c:v>
                </c:pt>
                <c:pt idx="6171">
                  <c:v>peoria volkswagen</c:v>
                </c:pt>
                <c:pt idx="6172">
                  <c:v>prime acceptance corp</c:v>
                </c:pt>
                <c:pt idx="6173">
                  <c:v>easy acceptance</c:v>
                </c:pt>
                <c:pt idx="6174">
                  <c:v>bristol auto sales llc</c:v>
                </c:pt>
                <c:pt idx="6175">
                  <c:v>san luis bay motors inc</c:v>
                </c:pt>
                <c:pt idx="6176">
                  <c:v>the kar store</c:v>
                </c:pt>
                <c:pt idx="6177">
                  <c:v>precision auto leasing</c:v>
                </c:pt>
                <c:pt idx="6178">
                  <c:v>off lease remarketing llc</c:v>
                </c:pt>
                <c:pt idx="6179">
                  <c:v>palm beach auto collection inc</c:v>
                </c:pt>
                <c:pt idx="6180">
                  <c:v>longhorn motorsports</c:v>
                </c:pt>
                <c:pt idx="6181">
                  <c:v>gunners automotive center inc</c:v>
                </c:pt>
                <c:pt idx="6182">
                  <c:v>denecker chevrolet</c:v>
                </c:pt>
                <c:pt idx="6183">
                  <c:v>launch fcu</c:v>
                </c:pt>
                <c:pt idx="6184">
                  <c:v>utah first credit union</c:v>
                </c:pt>
                <c:pt idx="6185">
                  <c:v>cartech enterprises inc</c:v>
                </c:pt>
                <c:pt idx="6186">
                  <c:v>liberty ford</c:v>
                </c:pt>
                <c:pt idx="6187">
                  <c:v>the right buy trb auto sales llc</c:v>
                </c:pt>
                <c:pt idx="6188">
                  <c:v>arlington auto sales &amp; leasing inc</c:v>
                </c:pt>
                <c:pt idx="6189">
                  <c:v>fiserv/snaac</c:v>
                </c:pt>
                <c:pt idx="6190">
                  <c:v>affordable loans llc</c:v>
                </c:pt>
                <c:pt idx="6191">
                  <c:v>guess motors inc</c:v>
                </c:pt>
                <c:pt idx="6192">
                  <c:v>baron bmw baron mini</c:v>
                </c:pt>
                <c:pt idx="6193">
                  <c:v>honor finance llc</c:v>
                </c:pt>
                <c:pt idx="6194">
                  <c:v>s a auto sales</c:v>
                </c:pt>
                <c:pt idx="6195">
                  <c:v>larry h miller chrysler jeep tucson</c:v>
                </c:pt>
                <c:pt idx="6196">
                  <c:v>kisselback ford</c:v>
                </c:pt>
                <c:pt idx="6197">
                  <c:v>vigils auto sales</c:v>
                </c:pt>
                <c:pt idx="6198">
                  <c:v>ocean 99</c:v>
                </c:pt>
                <c:pt idx="6199">
                  <c:v>germain ford of beavercreek</c:v>
                </c:pt>
                <c:pt idx="6200">
                  <c:v>foggs automotive</c:v>
                </c:pt>
                <c:pt idx="6201">
                  <c:v>five star ford</c:v>
                </c:pt>
                <c:pt idx="6202">
                  <c:v>hofco auto consultants</c:v>
                </c:pt>
                <c:pt idx="6203">
                  <c:v>champion auto exchange</c:v>
                </c:pt>
                <c:pt idx="6204">
                  <c:v>duval acura</c:v>
                </c:pt>
                <c:pt idx="6205">
                  <c:v>mariner finance llc/baltimore</c:v>
                </c:pt>
                <c:pt idx="6206">
                  <c:v>law auto group inc</c:v>
                </c:pt>
                <c:pt idx="6207">
                  <c:v>pfk automotive</c:v>
                </c:pt>
                <c:pt idx="6208">
                  <c:v>beaverton kia</c:v>
                </c:pt>
                <c:pt idx="6209">
                  <c:v>used car factory inc</c:v>
                </c:pt>
                <c:pt idx="6210">
                  <c:v>bredemann toyota inc</c:v>
                </c:pt>
                <c:pt idx="6211">
                  <c:v>allen turner hyundai</c:v>
                </c:pt>
                <c:pt idx="6212">
                  <c:v>prestige autos</c:v>
                </c:pt>
                <c:pt idx="6213">
                  <c:v>leesburg auto import llc</c:v>
                </c:pt>
                <c:pt idx="6214">
                  <c:v>rp auto sales inc</c:v>
                </c:pt>
                <c:pt idx="6215">
                  <c:v>sewell infiniti of fort worth</c:v>
                </c:pt>
                <c:pt idx="6216">
                  <c:v>nissan dealer blend/al piemonte nissan inc</c:v>
                </c:pt>
                <c:pt idx="6217">
                  <c:v>rons rides inc</c:v>
                </c:pt>
                <c:pt idx="6218">
                  <c:v>professional financial services/knoxville</c:v>
                </c:pt>
                <c:pt idx="6219">
                  <c:v>knudtsen chevrolet company</c:v>
                </c:pt>
                <c:pt idx="6220">
                  <c:v>exotics car rentals for less inc</c:v>
                </c:pt>
                <c:pt idx="6221">
                  <c:v>carter federal credit union</c:v>
                </c:pt>
                <c:pt idx="6222">
                  <c:v>u s rallye limited</c:v>
                </c:pt>
                <c:pt idx="6223">
                  <c:v>car hunters auto sales inc</c:v>
                </c:pt>
                <c:pt idx="6224">
                  <c:v>hatfield hyundai</c:v>
                </c:pt>
                <c:pt idx="6225">
                  <c:v>volkswagen of palm springs</c:v>
                </c:pt>
                <c:pt idx="6226">
                  <c:v>quakertown mitsubishi</c:v>
                </c:pt>
                <c:pt idx="6227">
                  <c:v>tomlinson auto sales leasing account</c:v>
                </c:pt>
                <c:pt idx="6228">
                  <c:v>rivers edge auto llc</c:v>
                </c:pt>
                <c:pt idx="6229">
                  <c:v>primeritus remarketing / greenwood credit u</c:v>
                </c:pt>
                <c:pt idx="6230">
                  <c:v>a s auto sales</c:v>
                </c:pt>
                <c:pt idx="6231">
                  <c:v>ecars usa</c:v>
                </c:pt>
                <c:pt idx="6232">
                  <c:v>rick case cars inc</c:v>
                </c:pt>
                <c:pt idx="6233">
                  <c:v>stevens ford inc</c:v>
                </c:pt>
                <c:pt idx="6234">
                  <c:v>mini of tempe</c:v>
                </c:pt>
                <c:pt idx="6235">
                  <c:v>uhlmann motors inc</c:v>
                </c:pt>
                <c:pt idx="6236">
                  <c:v>proctor motor company inc</c:v>
                </c:pt>
                <c:pt idx="6237">
                  <c:v>eddie tourelles northpark nissan inc</c:v>
                </c:pt>
                <c:pt idx="6238">
                  <c:v>alen's auto sales inc</c:v>
                </c:pt>
                <c:pt idx="6239">
                  <c:v>annapolis used cars wholesale inc</c:v>
                </c:pt>
                <c:pt idx="6240">
                  <c:v>primeritus remarketing / huntington bank</c:v>
                </c:pt>
                <c:pt idx="6241">
                  <c:v>stone motors</c:v>
                </c:pt>
                <c:pt idx="6242">
                  <c:v>top line auto inc</c:v>
                </c:pt>
                <c:pt idx="6243">
                  <c:v>lithia chrys jeep dodge of bryan college station</c:v>
                </c:pt>
                <c:pt idx="6244">
                  <c:v>pj auto rentals inc/dba all american car rental</c:v>
                </c:pt>
                <c:pt idx="6245">
                  <c:v>primeritus remarketing/sar enterprises</c:v>
                </c:pt>
                <c:pt idx="6246">
                  <c:v>fleet lease disposal - heavy</c:v>
                </c:pt>
                <c:pt idx="6247">
                  <c:v>goldstein chrysler jeep inc</c:v>
                </c:pt>
                <c:pt idx="6248">
                  <c:v>autoline sales &amp; leasing inc</c:v>
                </c:pt>
                <c:pt idx="6249">
                  <c:v>highline motors of westchester inc</c:v>
                </c:pt>
                <c:pt idx="6250">
                  <c:v>car corporation of america inc</c:v>
                </c:pt>
                <c:pt idx="6251">
                  <c:v>albany ford subaru</c:v>
                </c:pt>
                <c:pt idx="6252">
                  <c:v>remarketing by ge/jme services llc</c:v>
                </c:pt>
                <c:pt idx="6253">
                  <c:v>fifth third exchange</c:v>
                </c:pt>
                <c:pt idx="6254">
                  <c:v>ashland ford chrysler</c:v>
                </c:pt>
                <c:pt idx="6255">
                  <c:v>five star nissan of florence llc</c:v>
                </c:pt>
                <c:pt idx="6256">
                  <c:v>nissan of chattanooga east</c:v>
                </c:pt>
                <c:pt idx="6257">
                  <c:v>auto advance of america</c:v>
                </c:pt>
                <c:pt idx="6258">
                  <c:v>professional financial services/newport news</c:v>
                </c:pt>
                <c:pt idx="6259">
                  <c:v>rainbow motors</c:v>
                </c:pt>
                <c:pt idx="6260">
                  <c:v>tampa truck store</c:v>
                </c:pt>
                <c:pt idx="6261">
                  <c:v>gordon chevrolet</c:v>
                </c:pt>
                <c:pt idx="6262">
                  <c:v>dan vaden chev olds bu cad is</c:v>
                </c:pt>
                <c:pt idx="6263">
                  <c:v>city toyota city scion</c:v>
                </c:pt>
                <c:pt idx="6264">
                  <c:v>telco cu</c:v>
                </c:pt>
                <c:pt idx="6265">
                  <c:v>source one adj of ohio inc/community one cu inc</c:v>
                </c:pt>
                <c:pt idx="6266">
                  <c:v>sierra blanca motor company</c:v>
                </c:pt>
                <c:pt idx="6267">
                  <c:v>la terre federal credit union</c:v>
                </c:pt>
                <c:pt idx="6268">
                  <c:v>atlantic coast remarketing inc/amss</c:v>
                </c:pt>
                <c:pt idx="6269">
                  <c:v>graff chevrolet company</c:v>
                </c:pt>
                <c:pt idx="6270">
                  <c:v>parks auto brokers inc</c:v>
                </c:pt>
                <c:pt idx="6271">
                  <c:v>olathe kia</c:v>
                </c:pt>
                <c:pt idx="6272">
                  <c:v>napleton fleet group</c:v>
                </c:pt>
                <c:pt idx="6273">
                  <c:v>madison capital llc</c:v>
                </c:pt>
                <c:pt idx="6274">
                  <c:v>kennedy kars</c:v>
                </c:pt>
                <c:pt idx="6275">
                  <c:v>f a m international inc</c:v>
                </c:pt>
                <c:pt idx="6276">
                  <c:v>industry auto sales llc</c:v>
                </c:pt>
                <c:pt idx="6277">
                  <c:v>founders fcu</c:v>
                </c:pt>
                <c:pt idx="6278">
                  <c:v>auto vendors</c:v>
                </c:pt>
                <c:pt idx="6279">
                  <c:v>bryant motors</c:v>
                </c:pt>
                <c:pt idx="6280">
                  <c:v>kon motors</c:v>
                </c:pt>
                <c:pt idx="6281">
                  <c:v>ada dodge chrysler jeep ram</c:v>
                </c:pt>
                <c:pt idx="6282">
                  <c:v>ichy auto sales</c:v>
                </c:pt>
                <c:pt idx="6283">
                  <c:v>frank boucher mazda vw kia</c:v>
                </c:pt>
                <c:pt idx="6284">
                  <c:v>bush motors</c:v>
                </c:pt>
                <c:pt idx="6285">
                  <c:v>eynon pontiac buick inc</c:v>
                </c:pt>
                <c:pt idx="6286">
                  <c:v>storch ford inc</c:v>
                </c:pt>
                <c:pt idx="6287">
                  <c:v>with style auto sales inc</c:v>
                </c:pt>
                <c:pt idx="6288">
                  <c:v>randy adams inc</c:v>
                </c:pt>
                <c:pt idx="6289">
                  <c:v>manheim san antonio</c:v>
                </c:pt>
                <c:pt idx="6290">
                  <c:v>sands chry jeep dodge</c:v>
                </c:pt>
                <c:pt idx="6291">
                  <c:v>gannett fleming inc</c:v>
                </c:pt>
                <c:pt idx="6292">
                  <c:v>car stash llc</c:v>
                </c:pt>
                <c:pt idx="6293">
                  <c:v>dannys auto sales</c:v>
                </c:pt>
                <c:pt idx="6294">
                  <c:v>professional financial services/pensacola</c:v>
                </c:pt>
                <c:pt idx="6295">
                  <c:v>destiny auto sales inc</c:v>
                </c:pt>
                <c:pt idx="6296">
                  <c:v>k and a automotive inc</c:v>
                </c:pt>
                <c:pt idx="6297">
                  <c:v>wheel city auto sales</c:v>
                </c:pt>
                <c:pt idx="6298">
                  <c:v>gurley leep ford</c:v>
                </c:pt>
                <c:pt idx="6299">
                  <c:v>class motor sales</c:v>
                </c:pt>
                <c:pt idx="6300">
                  <c:v>alexander nissan inc</c:v>
                </c:pt>
                <c:pt idx="6301">
                  <c:v>amigo auto sales inc</c:v>
                </c:pt>
                <c:pt idx="6302">
                  <c:v>desert trail auto</c:v>
                </c:pt>
                <c:pt idx="6303">
                  <c:v>onemain rem/emperor motors llc</c:v>
                </c:pt>
                <c:pt idx="6304">
                  <c:v>top finance company inc.</c:v>
                </c:pt>
                <c:pt idx="6305">
                  <c:v>repo remarketing/fresno county fcu</c:v>
                </c:pt>
                <c:pt idx="6306">
                  <c:v>hatfields motor cars llc</c:v>
                </c:pt>
                <c:pt idx="6307">
                  <c:v>fiserv/consumer finance corp</c:v>
                </c:pt>
                <c:pt idx="6308">
                  <c:v>the parshay group inc</c:v>
                </c:pt>
                <c:pt idx="6309">
                  <c:v>primeritus remarketing/bayport credit uni</c:v>
                </c:pt>
                <c:pt idx="6310">
                  <c:v>onemain rem/sullivan auto group</c:v>
                </c:pt>
                <c:pt idx="6311">
                  <c:v>nedal's inc</c:v>
                </c:pt>
                <c:pt idx="6312">
                  <c:v>u save rent a car</c:v>
                </c:pt>
                <c:pt idx="6313">
                  <c:v>luis rujel auto sales inc</c:v>
                </c:pt>
                <c:pt idx="6314">
                  <c:v>loomis motorsports</c:v>
                </c:pt>
                <c:pt idx="6315">
                  <c:v>ajmp/jamieson's car &amp; truck rental</c:v>
                </c:pt>
                <c:pt idx="6316">
                  <c:v>exotic motorcars</c:v>
                </c:pt>
                <c:pt idx="6317">
                  <c:v>calico motorcade</c:v>
                </c:pt>
                <c:pt idx="6318">
                  <c:v>brandon volkswagen</c:v>
                </c:pt>
                <c:pt idx="6319">
                  <c:v>preferred motor cars</c:v>
                </c:pt>
                <c:pt idx="6320">
                  <c:v>world auto financial llc</c:v>
                </c:pt>
                <c:pt idx="6321">
                  <c:v>gene messer ford</c:v>
                </c:pt>
                <c:pt idx="6322">
                  <c:v>h g motorcar corporation</c:v>
                </c:pt>
                <c:pt idx="6323">
                  <c:v>mercedes benz of orland park</c:v>
                </c:pt>
                <c:pt idx="6324">
                  <c:v>lance inc buick pontiac gmc</c:v>
                </c:pt>
                <c:pt idx="6325">
                  <c:v>lee ford lincoln</c:v>
                </c:pt>
                <c:pt idx="6326">
                  <c:v>modern nissan of concord llc</c:v>
                </c:pt>
                <c:pt idx="6327">
                  <c:v>malones automotive inc</c:v>
                </c:pt>
                <c:pt idx="6328">
                  <c:v>lano usa inc</c:v>
                </c:pt>
                <c:pt idx="6329">
                  <c:v>chicago autoplex inc</c:v>
                </c:pt>
                <c:pt idx="6330">
                  <c:v>b js auto wholesale inc</c:v>
                </c:pt>
                <c:pt idx="6331">
                  <c:v>etc auto group llc</c:v>
                </c:pt>
                <c:pt idx="6332">
                  <c:v>alexandria motor company</c:v>
                </c:pt>
                <c:pt idx="6333">
                  <c:v>town &amp; country salida inc</c:v>
                </c:pt>
                <c:pt idx="6334">
                  <c:v>maximum auto search</c:v>
                </c:pt>
                <c:pt idx="6335">
                  <c:v>kal motors</c:v>
                </c:pt>
                <c:pt idx="6336">
                  <c:v>visalia ford</c:v>
                </c:pt>
                <c:pt idx="6337">
                  <c:v>laporte chry ply dod inc</c:v>
                </c:pt>
                <c:pt idx="6338">
                  <c:v>rohrich volkswagen mazda</c:v>
                </c:pt>
                <c:pt idx="6339">
                  <c:v>46 vans &amp; trucks llc</c:v>
                </c:pt>
                <c:pt idx="6340">
                  <c:v>toronto auto broker</c:v>
                </c:pt>
                <c:pt idx="6341">
                  <c:v>performance chrysler jeep dodge</c:v>
                </c:pt>
                <c:pt idx="6342">
                  <c:v>don bohn ford</c:v>
                </c:pt>
                <c:pt idx="6343">
                  <c:v>arnold pontiac oldsmobile</c:v>
                </c:pt>
                <c:pt idx="6344">
                  <c:v>automatic car credit inc.</c:v>
                </c:pt>
                <c:pt idx="6345">
                  <c:v>others first inc.</c:v>
                </c:pt>
                <c:pt idx="6346">
                  <c:v>aberdeen fcu</c:v>
                </c:pt>
                <c:pt idx="6347">
                  <c:v>robinson brothers lincoln</c:v>
                </c:pt>
                <c:pt idx="6348">
                  <c:v>m &amp; m auto sale inc</c:v>
                </c:pt>
                <c:pt idx="6349">
                  <c:v>e j auto sales</c:v>
                </c:pt>
                <c:pt idx="6350">
                  <c:v>fidelity financial</c:v>
                </c:pt>
                <c:pt idx="6351">
                  <c:v>norris ford sales ltd</c:v>
                </c:pt>
                <c:pt idx="6352">
                  <c:v>mid carolina credit union</c:v>
                </c:pt>
                <c:pt idx="6353">
                  <c:v>carsdirect llc</c:v>
                </c:pt>
                <c:pt idx="6354">
                  <c:v>honda on grand</c:v>
                </c:pt>
                <c:pt idx="6355">
                  <c:v>d &amp; d motors inc</c:v>
                </c:pt>
                <c:pt idx="6356">
                  <c:v>acura of gainesville</c:v>
                </c:pt>
                <c:pt idx="6357">
                  <c:v>bill jacobs joliet llc</c:v>
                </c:pt>
                <c:pt idx="6358">
                  <c:v>bluegrass bmw</c:v>
                </c:pt>
                <c:pt idx="6359">
                  <c:v>liberty subaru inc</c:v>
                </c:pt>
                <c:pt idx="6360">
                  <c:v>kia of clarksville</c:v>
                </c:pt>
                <c:pt idx="6361">
                  <c:v>lynnes hyundai llc</c:v>
                </c:pt>
                <c:pt idx="6362">
                  <c:v>kl auto sales inc</c:v>
                </c:pt>
                <c:pt idx="6363">
                  <c:v>larson enterprises inc.</c:v>
                </c:pt>
                <c:pt idx="6364">
                  <c:v>personal auto locator service llc</c:v>
                </c:pt>
                <c:pt idx="6365">
                  <c:v>shaffer ford sales inc</c:v>
                </c:pt>
                <c:pt idx="6366">
                  <c:v>rentschler corporation</c:v>
                </c:pt>
                <c:pt idx="6367">
                  <c:v>t&amp;t auto sales</c:v>
                </c:pt>
                <c:pt idx="6368">
                  <c:v>viva kia</c:v>
                </c:pt>
                <c:pt idx="6369">
                  <c:v>lumberton auto world llc</c:v>
                </c:pt>
                <c:pt idx="6370">
                  <c:v>millennium motor sales inc</c:v>
                </c:pt>
                <c:pt idx="6371">
                  <c:v>honda of escondido</c:v>
                </c:pt>
                <c:pt idx="6372">
                  <c:v>remarketing by ge/courtesy chrysler jeep dodge</c:v>
                </c:pt>
                <c:pt idx="6373">
                  <c:v>master lease plan inc</c:v>
                </c:pt>
                <c:pt idx="6374">
                  <c:v>tnh enterprises inc</c:v>
                </c:pt>
                <c:pt idx="6375">
                  <c:v>pickcars.biz llc</c:v>
                </c:pt>
                <c:pt idx="6376">
                  <c:v>southern auto finance company/ft lauderdale</c:v>
                </c:pt>
                <c:pt idx="6377">
                  <c:v>premier nissan of newport</c:v>
                </c:pt>
                <c:pt idx="6378">
                  <c:v>d &amp; s auto</c:v>
                </c:pt>
                <c:pt idx="6379">
                  <c:v>autostrada enterprises llc</c:v>
                </c:pt>
                <c:pt idx="6380">
                  <c:v>onemain rem/express credit inc</c:v>
                </c:pt>
                <c:pt idx="6381">
                  <c:v>peltier chevrolet</c:v>
                </c:pt>
                <c:pt idx="6382">
                  <c:v>premier auto group of south florida inc</c:v>
                </c:pt>
                <c:pt idx="6383">
                  <c:v>pioneer chevrolet inc</c:v>
                </c:pt>
                <c:pt idx="6384">
                  <c:v>prime west finance co inc</c:v>
                </c:pt>
                <c:pt idx="6385">
                  <c:v>community united credit unoin</c:v>
                </c:pt>
                <c:pt idx="6386">
                  <c:v>affordable used cars &amp; marine sales</c:v>
                </c:pt>
                <c:pt idx="6387">
                  <c:v>dollar rac/st louis</c:v>
                </c:pt>
                <c:pt idx="6388">
                  <c:v>friendly honda</c:v>
                </c:pt>
                <c:pt idx="6389">
                  <c:v>brandon honda</c:v>
                </c:pt>
                <c:pt idx="6390">
                  <c:v>doral auto sales</c:v>
                </c:pt>
                <c:pt idx="6391">
                  <c:v>hk imports inc</c:v>
                </c:pt>
                <c:pt idx="6392">
                  <c:v>palmen motors inc</c:v>
                </c:pt>
                <c:pt idx="6393">
                  <c:v>toyota city</c:v>
                </c:pt>
                <c:pt idx="6394">
                  <c:v>tlk investments llc</c:v>
                </c:pt>
                <c:pt idx="6395">
                  <c:v>viva auto sales llc</c:v>
                </c:pt>
                <c:pt idx="6396">
                  <c:v>volkswagen of stockton</c:v>
                </c:pt>
                <c:pt idx="6397">
                  <c:v>the ohio educational credit union</c:v>
                </c:pt>
                <c:pt idx="6398">
                  <c:v>covington capital corporation</c:v>
                </c:pt>
                <c:pt idx="6399">
                  <c:v>show me auto mall inc</c:v>
                </c:pt>
                <c:pt idx="6400">
                  <c:v>jakmax</c:v>
                </c:pt>
                <c:pt idx="6401">
                  <c:v>apex auto wholesalers/apex auto lease</c:v>
                </c:pt>
                <c:pt idx="6402">
                  <c:v>ed shults ford lincoln</c:v>
                </c:pt>
                <c:pt idx="6403">
                  <c:v>pioneer bank</c:v>
                </c:pt>
                <c:pt idx="6404">
                  <c:v>burge floyd auto &amp; leasing</c:v>
                </c:pt>
                <c:pt idx="6405">
                  <c:v>collins auto wholesale</c:v>
                </c:pt>
                <c:pt idx="6406">
                  <c:v>summit view auto llc</c:v>
                </c:pt>
                <c:pt idx="6407">
                  <c:v>ion cars</c:v>
                </c:pt>
                <c:pt idx="6408">
                  <c:v>janson automotive</c:v>
                </c:pt>
                <c:pt idx="6409">
                  <c:v>dave hallman chevrolet inc</c:v>
                </c:pt>
                <c:pt idx="6410">
                  <c:v>route 44 hyundai</c:v>
                </c:pt>
                <c:pt idx="6411">
                  <c:v>mankato ford</c:v>
                </c:pt>
                <c:pt idx="6412">
                  <c:v>garden savings federal credit union</c:v>
                </c:pt>
                <c:pt idx="6413">
                  <c:v>autonation chevrolet cadillac south corpus chris</c:v>
                </c:pt>
                <c:pt idx="6414">
                  <c:v>curmsons auto sales inc</c:v>
                </c:pt>
                <c:pt idx="6415">
                  <c:v>michael riggio auto sales</c:v>
                </c:pt>
                <c:pt idx="6416">
                  <c:v>shelly bmw</c:v>
                </c:pt>
                <c:pt idx="6417">
                  <c:v>nissan dealer blend/nissan of south holland</c:v>
                </c:pt>
                <c:pt idx="6418">
                  <c:v>buschmeer enterprises llc</c:v>
                </c:pt>
                <c:pt idx="6419">
                  <c:v>get me done autosales</c:v>
                </c:pt>
                <c:pt idx="6420">
                  <c:v>jeepies  llc</c:v>
                </c:pt>
                <c:pt idx="6421">
                  <c:v>dave white chevrolet inc</c:v>
                </c:pt>
                <c:pt idx="6422">
                  <c:v>erac vehicle holdings llc</c:v>
                </c:pt>
                <c:pt idx="6423">
                  <c:v>big west dodge chrysler ltd</c:v>
                </c:pt>
                <c:pt idx="6424">
                  <c:v>fred beans subaru</c:v>
                </c:pt>
                <c:pt idx="6425">
                  <c:v>dick hannah honda</c:v>
                </c:pt>
                <c:pt idx="6426">
                  <c:v>mercedes benz of warwick</c:v>
                </c:pt>
                <c:pt idx="6427">
                  <c:v>oconnors auto outlet inc</c:v>
                </c:pt>
                <c:pt idx="6428">
                  <c:v>southern imports llc</c:v>
                </c:pt>
                <c:pt idx="6429">
                  <c:v>autonation v imports of delray beach llc</c:v>
                </c:pt>
                <c:pt idx="6430">
                  <c:v>c/h auto usa inc</c:v>
                </c:pt>
                <c:pt idx="6431">
                  <c:v>dublin honda</c:v>
                </c:pt>
                <c:pt idx="6432">
                  <c:v>coastal credit llc / centennial / centennial</c:v>
                </c:pt>
                <c:pt idx="6433">
                  <c:v>four way m &amp; m llc</c:v>
                </c:pt>
                <c:pt idx="6434">
                  <c:v>orange motor co inc</c:v>
                </c:pt>
                <c:pt idx="6435">
                  <c:v>naddi auto trade inc</c:v>
                </c:pt>
                <c:pt idx="6436">
                  <c:v>ricks place auto sales inc</c:v>
                </c:pt>
                <c:pt idx="6437">
                  <c:v>orange county motorsports llc</c:v>
                </c:pt>
                <c:pt idx="6438">
                  <c:v>maxie price chev olds inc</c:v>
                </c:pt>
                <c:pt idx="6439">
                  <c:v>country club auto inc</c:v>
                </c:pt>
                <c:pt idx="6440">
                  <c:v>new century auto</c:v>
                </c:pt>
                <c:pt idx="6441">
                  <c:v>land rover birmingham</c:v>
                </c:pt>
                <c:pt idx="6442">
                  <c:v>a1 group inc</c:v>
                </c:pt>
                <c:pt idx="6443">
                  <c:v>car west leasing &amp; fleet</c:v>
                </c:pt>
                <c:pt idx="6444">
                  <c:v>hnd leasing co</c:v>
                </c:pt>
                <c:pt idx="6445">
                  <c:v>beck nissan inc</c:v>
                </c:pt>
                <c:pt idx="6446">
                  <c:v>world ford pensacola</c:v>
                </c:pt>
                <c:pt idx="6447">
                  <c:v>mega leasing</c:v>
                </c:pt>
                <c:pt idx="6448">
                  <c:v>laramine plains community federal credit union</c:v>
                </c:pt>
                <c:pt idx="6449">
                  <c:v>midway automotive corp.</c:v>
                </c:pt>
                <c:pt idx="6450">
                  <c:v>woodlake auto sales inc</c:v>
                </c:pt>
                <c:pt idx="6451">
                  <c:v>united auto rental</c:v>
                </c:pt>
                <c:pt idx="6452">
                  <c:v>patriot chevrolet inc</c:v>
                </c:pt>
                <c:pt idx="6453">
                  <c:v>rhode auto sales</c:v>
                </c:pt>
                <c:pt idx="6454">
                  <c:v>alabama wholesale motors llc</c:v>
                </c:pt>
                <c:pt idx="6455">
                  <c:v>car financial services inc</c:v>
                </c:pt>
                <c:pt idx="6456">
                  <c:v>selkcomm motors</c:v>
                </c:pt>
                <c:pt idx="6457">
                  <c:v>onemain rem/regional management corp</c:v>
                </c:pt>
                <c:pt idx="6458">
                  <c:v>primeritus remarketing/gas</c:v>
                </c:pt>
                <c:pt idx="6459">
                  <c:v>united auto usa corp</c:v>
                </c:pt>
                <c:pt idx="6460">
                  <c:v>tuttle click ford lincoln mercury</c:v>
                </c:pt>
                <c:pt idx="6461">
                  <c:v>second to none auto sales</c:v>
                </c:pt>
                <c:pt idx="6462">
                  <c:v>corpat inc</c:v>
                </c:pt>
                <c:pt idx="6463">
                  <c:v>flow companies of greensboro llc</c:v>
                </c:pt>
                <c:pt idx="6464">
                  <c:v>fiala automotive inc</c:v>
                </c:pt>
                <c:pt idx="6465">
                  <c:v>cherokee county toyota</c:v>
                </c:pt>
                <c:pt idx="6466">
                  <c:v>jacky jones ford inc</c:v>
                </c:pt>
                <c:pt idx="6467">
                  <c:v>elite sports cars  llc</c:v>
                </c:pt>
                <c:pt idx="6468">
                  <c:v>central auto outlet</c:v>
                </c:pt>
                <c:pt idx="6469">
                  <c:v>fields volvo</c:v>
                </c:pt>
                <c:pt idx="6470">
                  <c:v>parker ford-lincoln  inc</c:v>
                </c:pt>
                <c:pt idx="6471">
                  <c:v>remarketing by ge/national auto remarketing</c:v>
                </c:pt>
                <c:pt idx="6472">
                  <c:v>skipco financial adjusters</c:v>
                </c:pt>
                <c:pt idx="6473">
                  <c:v>spitzer acura</c:v>
                </c:pt>
                <c:pt idx="6474">
                  <c:v>manheim caribbean</c:v>
                </c:pt>
                <c:pt idx="6475">
                  <c:v>wasatch peaks credit union</c:v>
                </c:pt>
                <c:pt idx="6476">
                  <c:v>melissa's autos</c:v>
                </c:pt>
                <c:pt idx="6477">
                  <c:v>rent a van</c:v>
                </c:pt>
                <c:pt idx="6478">
                  <c:v>kars incorporated</c:v>
                </c:pt>
                <c:pt idx="6479">
                  <c:v>berglund chev buick jeep</c:v>
                </c:pt>
                <c:pt idx="6480">
                  <c:v>kearny mesa toyota</c:v>
                </c:pt>
                <c:pt idx="6481">
                  <c:v>jaguar land rover anaheim hills</c:v>
                </c:pt>
                <c:pt idx="6482">
                  <c:v>danco financial inc</c:v>
                </c:pt>
                <c:pt idx="6483">
                  <c:v>san diego import center</c:v>
                </c:pt>
                <c:pt idx="6484">
                  <c:v>racine honda</c:v>
                </c:pt>
                <c:pt idx="6485">
                  <c:v>mercedes benz of buffalo</c:v>
                </c:pt>
                <c:pt idx="6486">
                  <c:v>switzerland of america</c:v>
                </c:pt>
                <c:pt idx="6487">
                  <c:v>della toyota della scion</c:v>
                </c:pt>
                <c:pt idx="6488">
                  <c:v>family auto sales</c:v>
                </c:pt>
                <c:pt idx="6489">
                  <c:v>jefferson bank</c:v>
                </c:pt>
                <c:pt idx="6490">
                  <c:v>niello bmw</c:v>
                </c:pt>
                <c:pt idx="6491">
                  <c:v>mazda of clear lake</c:v>
                </c:pt>
                <c:pt idx="6492">
                  <c:v>checkered flag jaguar porsche audi</c:v>
                </c:pt>
                <c:pt idx="6493">
                  <c:v>lexus of lehigh valley</c:v>
                </c:pt>
                <c:pt idx="6494">
                  <c:v>onemain rem/platinum motors</c:v>
                </c:pt>
                <c:pt idx="6495">
                  <c:v>foreign motorcars inc</c:v>
                </c:pt>
                <c:pt idx="6496">
                  <c:v>grm enterprises</c:v>
                </c:pt>
                <c:pt idx="6497">
                  <c:v>g's automotive</c:v>
                </c:pt>
                <c:pt idx="6498">
                  <c:v>onemain rem/miami auto world llc</c:v>
                </c:pt>
                <c:pt idx="6499">
                  <c:v>nissan of south holland</c:v>
                </c:pt>
                <c:pt idx="6500">
                  <c:v>onion creek auto sales llc</c:v>
                </c:pt>
                <c:pt idx="6501">
                  <c:v>motion auto sales</c:v>
                </c:pt>
                <c:pt idx="6502">
                  <c:v>miller auto sales</c:v>
                </c:pt>
                <c:pt idx="6503">
                  <c:v>moab ford</c:v>
                </c:pt>
                <c:pt idx="6504">
                  <c:v>lexus of toledo</c:v>
                </c:pt>
                <c:pt idx="6505">
                  <c:v>r l m b inc</c:v>
                </c:pt>
                <c:pt idx="6506">
                  <c:v>credit union collections llc</c:v>
                </c:pt>
                <c:pt idx="6507">
                  <c:v>huebner chevrolet oldsmobile</c:v>
                </c:pt>
                <c:pt idx="6508">
                  <c:v>fr auto sales</c:v>
                </c:pt>
                <c:pt idx="6509">
                  <c:v>sondos trade company</c:v>
                </c:pt>
                <c:pt idx="6510">
                  <c:v>nationwide auto sales inc</c:v>
                </c:pt>
                <c:pt idx="6511">
                  <c:v>motorvest leasing</c:v>
                </c:pt>
                <c:pt idx="6512">
                  <c:v>sms financial inc</c:v>
                </c:pt>
                <c:pt idx="6513">
                  <c:v>soeby motor company</c:v>
                </c:pt>
                <c:pt idx="6514">
                  <c:v>sunset autos</c:v>
                </c:pt>
                <c:pt idx="6515">
                  <c:v>a plus motors</c:v>
                </c:pt>
                <c:pt idx="6516">
                  <c:v>empire automotive group inc</c:v>
                </c:pt>
                <c:pt idx="6517">
                  <c:v>east lawn one llc</c:v>
                </c:pt>
                <c:pt idx="6518">
                  <c:v>merchants automotive group/gdp</c:v>
                </c:pt>
                <c:pt idx="6519">
                  <c:v>odenton cars llc</c:v>
                </c:pt>
                <c:pt idx="6520">
                  <c:v>crest motors</c:v>
                </c:pt>
                <c:pt idx="6521">
                  <c:v>internet auto rent &amp; sales</c:v>
                </c:pt>
                <c:pt idx="6522">
                  <c:v>auto link</c:v>
                </c:pt>
                <c:pt idx="6523">
                  <c:v>c a p auto sales inc</c:v>
                </c:pt>
                <c:pt idx="6524">
                  <c:v>auto xchange auto banx</c:v>
                </c:pt>
                <c:pt idx="6525">
                  <c:v>onemain rem/morries auto imports</c:v>
                </c:pt>
                <c:pt idx="6526">
                  <c:v>nu image auto llc</c:v>
                </c:pt>
                <c:pt idx="6527">
                  <c:v>beford auto</c:v>
                </c:pt>
                <c:pt idx="6528">
                  <c:v>auto now financial</c:v>
                </c:pt>
                <c:pt idx="6529">
                  <c:v>fort bragg federal credit union</c:v>
                </c:pt>
                <c:pt idx="6530">
                  <c:v>jimmy's auto sales inc</c:v>
                </c:pt>
                <c:pt idx="6531">
                  <c:v>toyota of pullman</c:v>
                </c:pt>
                <c:pt idx="6532">
                  <c:v>atta group</c:v>
                </c:pt>
                <c:pt idx="6533">
                  <c:v>auto world sales &amp; service llc</c:v>
                </c:pt>
                <c:pt idx="6534">
                  <c:v>classic auto sales</c:v>
                </c:pt>
                <c:pt idx="6535">
                  <c:v>royal auto trading</c:v>
                </c:pt>
                <c:pt idx="6536">
                  <c:v>scott evans nissan</c:v>
                </c:pt>
                <c:pt idx="6537">
                  <c:v>texas e cars</c:v>
                </c:pt>
                <c:pt idx="6538">
                  <c:v>onemain rem/navi exchange llc</c:v>
                </c:pt>
                <c:pt idx="6539">
                  <c:v>minas van rental</c:v>
                </c:pt>
                <c:pt idx="6540">
                  <c:v>spallco enterprises inc</c:v>
                </c:pt>
                <c:pt idx="6541">
                  <c:v>roling ford llc</c:v>
                </c:pt>
                <c:pt idx="6542">
                  <c:v>volkswagen of hartford</c:v>
                </c:pt>
                <c:pt idx="6543">
                  <c:v>hertz car exchange inc/jackson</c:v>
                </c:pt>
                <c:pt idx="6544">
                  <c:v>tustin nissan</c:v>
                </c:pt>
                <c:pt idx="6545">
                  <c:v>spectrum auto sales inc</c:v>
                </c:pt>
                <c:pt idx="6546">
                  <c:v>metro american brokerage</c:v>
                </c:pt>
                <c:pt idx="6547">
                  <c:v>witham chevrolet</c:v>
                </c:pt>
                <c:pt idx="6548">
                  <c:v>tonys ny auto sales inc</c:v>
                </c:pt>
                <c:pt idx="6549">
                  <c:v>ken garff motors</c:v>
                </c:pt>
                <c:pt idx="6550">
                  <c:v>nissan south</c:v>
                </c:pt>
                <c:pt idx="6551">
                  <c:v>specialty bank liquidators</c:v>
                </c:pt>
                <c:pt idx="6552">
                  <c:v>ed voyles kia of chamblee</c:v>
                </c:pt>
                <c:pt idx="6553">
                  <c:v>alaska sales and service inc</c:v>
                </c:pt>
                <c:pt idx="6554">
                  <c:v>hotte automobile inc</c:v>
                </c:pt>
                <c:pt idx="6555">
                  <c:v>titlemax of rainbow blvd - nv 4</c:v>
                </c:pt>
                <c:pt idx="6556">
                  <c:v>bob penkhus volvo mazda inc</c:v>
                </c:pt>
                <c:pt idx="6557">
                  <c:v>autonation chevrolet west austin</c:v>
                </c:pt>
                <c:pt idx="6558">
                  <c:v>san marcos chrysler dodge jeep</c:v>
                </c:pt>
                <c:pt idx="6559">
                  <c:v>velocity credit union</c:v>
                </c:pt>
                <c:pt idx="6560">
                  <c:v>nordic sales &amp; leasing</c:v>
                </c:pt>
                <c:pt idx="6561">
                  <c:v>aubreys auto sales inc</c:v>
                </c:pt>
                <c:pt idx="6562">
                  <c:v>dale earnhardt jr. buick gmc cadillac</c:v>
                </c:pt>
                <c:pt idx="6563">
                  <c:v>craigs auto sales</c:v>
                </c:pt>
                <c:pt idx="6564">
                  <c:v>don davis buick gmc</c:v>
                </c:pt>
                <c:pt idx="6565">
                  <c:v>sonic momentum jvp lp</c:v>
                </c:pt>
                <c:pt idx="6566">
                  <c:v>moose auto ltd</c:v>
                </c:pt>
                <c:pt idx="6567">
                  <c:v>b &amp; y used cars</c:v>
                </c:pt>
                <c:pt idx="6568">
                  <c:v>mungenast hyundai</c:v>
                </c:pt>
                <c:pt idx="6569">
                  <c:v>koons ford of baltimore inc</c:v>
                </c:pt>
                <c:pt idx="6570">
                  <c:v>palm chevrolet of gainesville</c:v>
                </c:pt>
                <c:pt idx="6571">
                  <c:v>westminister fcu</c:v>
                </c:pt>
                <c:pt idx="6572">
                  <c:v>onemain rem/international automart export</c:v>
                </c:pt>
                <c:pt idx="6573">
                  <c:v>glenview mitsubishi</c:v>
                </c:pt>
                <c:pt idx="6574">
                  <c:v>allstate auto llc</c:v>
                </c:pt>
                <c:pt idx="6575">
                  <c:v>enterprise vehicle exchange/linthicum heights</c:v>
                </c:pt>
                <c:pt idx="6576">
                  <c:v>carhop</c:v>
                </c:pt>
                <c:pt idx="6577">
                  <c:v>stevens point honda</c:v>
                </c:pt>
                <c:pt idx="6578">
                  <c:v>northeast acura</c:v>
                </c:pt>
                <c:pt idx="6579">
                  <c:v>massive auto brokers inc</c:v>
                </c:pt>
                <c:pt idx="6580">
                  <c:v>andrey's auto repair corp</c:v>
                </c:pt>
                <c:pt idx="6581">
                  <c:v>jeep chrysler of ontario</c:v>
                </c:pt>
                <c:pt idx="6582">
                  <c:v>five star auto sales corp</c:v>
                </c:pt>
                <c:pt idx="6583">
                  <c:v>a/d bank repos</c:v>
                </c:pt>
                <c:pt idx="6584">
                  <c:v>royalcarriage llc</c:v>
                </c:pt>
                <c:pt idx="6585">
                  <c:v>tdaf remarketing/capital one certified inc</c:v>
                </c:pt>
                <c:pt idx="6586">
                  <c:v>sml auto sales</c:v>
                </c:pt>
                <c:pt idx="6587">
                  <c:v>safe federal credit union</c:v>
                </c:pt>
                <c:pt idx="6588">
                  <c:v>toyota of north miami</c:v>
                </c:pt>
                <c:pt idx="6589">
                  <c:v>avis rac/salt lake city</c:v>
                </c:pt>
                <c:pt idx="6590">
                  <c:v>d3 wholesale llc</c:v>
                </c:pt>
                <c:pt idx="6591">
                  <c:v>mega auto finance inc</c:v>
                </c:pt>
                <c:pt idx="6592">
                  <c:v>meggs ford inc</c:v>
                </c:pt>
                <c:pt idx="6593">
                  <c:v>prime source credit union</c:v>
                </c:pt>
                <c:pt idx="6594">
                  <c:v>tri-county motor co.</c:v>
                </c:pt>
                <c:pt idx="6595">
                  <c:v>thunder road automotive  llc.</c:v>
                </c:pt>
                <c:pt idx="6596">
                  <c:v>autonation nissan jacksonville</c:v>
                </c:pt>
                <c:pt idx="6597">
                  <c:v>caparra auto y/o oriental bank</c:v>
                </c:pt>
                <c:pt idx="6598">
                  <c:v>don moore toyota</c:v>
                </c:pt>
                <c:pt idx="6599">
                  <c:v>florida farm bureau insurance agency</c:v>
                </c:pt>
                <c:pt idx="6600">
                  <c:v>gurley leep nissan</c:v>
                </c:pt>
                <c:pt idx="6601">
                  <c:v>automotive finance center inc</c:v>
                </c:pt>
                <c:pt idx="6602">
                  <c:v>remarketing by ge/honda federal credit union</c:v>
                </c:pt>
                <c:pt idx="6603">
                  <c:v>tamiami hyundai mitsubishi</c:v>
                </c:pt>
                <c:pt idx="6604">
                  <c:v>top notch auto brokers inc</c:v>
                </c:pt>
                <c:pt idx="6605">
                  <c:v>thurston auto sales</c:v>
                </c:pt>
                <c:pt idx="6606">
                  <c:v>south florida education fcu</c:v>
                </c:pt>
                <c:pt idx="6607">
                  <c:v>pinnacle automotive gallery llc</c:v>
                </c:pt>
                <c:pt idx="6608">
                  <c:v>mike finnin motors inc</c:v>
                </c:pt>
                <c:pt idx="6609">
                  <c:v>fairway ford lincoln mercury inc</c:v>
                </c:pt>
                <c:pt idx="6610">
                  <c:v>bob boyte honda</c:v>
                </c:pt>
                <c:pt idx="6611">
                  <c:v>jay bennett automotive llc</c:v>
                </c:pt>
                <c:pt idx="6612">
                  <c:v>hamer toyota</c:v>
                </c:pt>
                <c:pt idx="6613">
                  <c:v>jim glover chevrolet</c:v>
                </c:pt>
                <c:pt idx="6614">
                  <c:v>gillman mitsubishi</c:v>
                </c:pt>
                <c:pt idx="6615">
                  <c:v>bashir &amp; son inc</c:v>
                </c:pt>
                <c:pt idx="6616">
                  <c:v>tanskys sawmill toyota inc</c:v>
                </c:pt>
                <c:pt idx="6617">
                  <c:v>tri state leasing inc</c:v>
                </c:pt>
                <c:pt idx="6618">
                  <c:v>southern financial services</c:v>
                </c:pt>
                <c:pt idx="6619">
                  <c:v>perrines buick pontiac gmc</c:v>
                </c:pt>
                <c:pt idx="6620">
                  <c:v>seasons fcu</c:v>
                </c:pt>
                <c:pt idx="6621">
                  <c:v>watts auto sales llc</c:v>
                </c:pt>
                <c:pt idx="6622">
                  <c:v>magnum auto sales and service  llc</c:v>
                </c:pt>
                <c:pt idx="6623">
                  <c:v>credit acceptance corp/inop/southfield</c:v>
                </c:pt>
                <c:pt idx="6624">
                  <c:v>care fox autowhole sale</c:v>
                </c:pt>
                <c:pt idx="6625">
                  <c:v>honda of san angelo</c:v>
                </c:pt>
                <c:pt idx="6626">
                  <c:v>super deal motors</c:v>
                </c:pt>
                <c:pt idx="6627">
                  <c:v>manheim new york -ars</c:v>
                </c:pt>
                <c:pt idx="6628">
                  <c:v>father &amp; son 170 atlantic av car corp</c:v>
                </c:pt>
                <c:pt idx="6629">
                  <c:v>dossett gmc cadillac inc</c:v>
                </c:pt>
                <c:pt idx="6630">
                  <c:v>remarketing by ge/riverside remarketing group</c:v>
                </c:pt>
                <c:pt idx="6631">
                  <c:v>bmw financial services p/u's</c:v>
                </c:pt>
                <c:pt idx="6632">
                  <c:v>motorcars of distinction inc</c:v>
                </c:pt>
                <c:pt idx="6633">
                  <c:v>lou bachrodt chevrolet</c:v>
                </c:pt>
                <c:pt idx="6634">
                  <c:v>cbs mitsubishi durham</c:v>
                </c:pt>
                <c:pt idx="6635">
                  <c:v>international autoplex inc</c:v>
                </c:pt>
                <c:pt idx="6636">
                  <c:v>d acquisto motors</c:v>
                </c:pt>
                <c:pt idx="6637">
                  <c:v>primeritus remarketing/american eagle fcu</c:v>
                </c:pt>
                <c:pt idx="6638">
                  <c:v>remarketing by ge/buckeye state credit union</c:v>
                </c:pt>
                <c:pt idx="6639">
                  <c:v>larry h miller chevrolet</c:v>
                </c:pt>
                <c:pt idx="6640">
                  <c:v>mcconnell automotive corp</c:v>
                </c:pt>
                <c:pt idx="6641">
                  <c:v>lou fusz mitsubishi st peters</c:v>
                </c:pt>
                <c:pt idx="6642">
                  <c:v>carls buick gmc</c:v>
                </c:pt>
                <c:pt idx="6643">
                  <c:v>alexander dodge chrysler jeep inc</c:v>
                </c:pt>
                <c:pt idx="6644">
                  <c:v>rj pickup &amp; accessories inc</c:v>
                </c:pt>
                <c:pt idx="6645">
                  <c:v>klute truck equipment</c:v>
                </c:pt>
                <c:pt idx="6646">
                  <c:v>parks chevrolet inc</c:v>
                </c:pt>
                <c:pt idx="6647">
                  <c:v>zmax moto leasing inc</c:v>
                </c:pt>
                <c:pt idx="6648">
                  <c:v>lakewood automotive inc</c:v>
                </c:pt>
                <c:pt idx="6649">
                  <c:v>luxury &amp; economy cars</c:v>
                </c:pt>
                <c:pt idx="6650">
                  <c:v>paul miller subaru</c:v>
                </c:pt>
                <c:pt idx="6651">
                  <c:v>d j s auto sales</c:v>
                </c:pt>
                <c:pt idx="6652">
                  <c:v>a and a auto mart inc</c:v>
                </c:pt>
                <c:pt idx="6653">
                  <c:v>holly automotive</c:v>
                </c:pt>
                <c:pt idx="6654">
                  <c:v>swbc</c:v>
                </c:pt>
                <c:pt idx="6655">
                  <c:v>luther hopkins honda</c:v>
                </c:pt>
                <c:pt idx="6656">
                  <c:v>tmj of pinellas county inc</c:v>
                </c:pt>
                <c:pt idx="6657">
                  <c:v>platinum car brokers llc</c:v>
                </c:pt>
                <c:pt idx="6658">
                  <c:v>smith gray buick gmc inc</c:v>
                </c:pt>
                <c:pt idx="6659">
                  <c:v>doral buick gmc</c:v>
                </c:pt>
                <c:pt idx="6660">
                  <c:v>humboldt chrysler-dodge-jeep  inc.</c:v>
                </c:pt>
                <c:pt idx="6661">
                  <c:v>max speed motors</c:v>
                </c:pt>
                <c:pt idx="6662">
                  <c:v>autonation nissan arapahoe</c:v>
                </c:pt>
                <c:pt idx="6663">
                  <c:v>liberty chevrolet</c:v>
                </c:pt>
                <c:pt idx="6664">
                  <c:v>south tacoma mazda</c:v>
                </c:pt>
                <c:pt idx="6665">
                  <c:v>remarketing by ge/power financial credit union</c:v>
                </c:pt>
                <c:pt idx="6666">
                  <c:v>reed lallier chevrolet</c:v>
                </c:pt>
                <c:pt idx="6667">
                  <c:v>primeritus remarketing/police fcu</c:v>
                </c:pt>
                <c:pt idx="6668">
                  <c:v>duffy wholesalers</c:v>
                </c:pt>
                <c:pt idx="6669">
                  <c:v>highway motors inc</c:v>
                </c:pt>
                <c:pt idx="6670">
                  <c:v>hines park lincoln mercury inc</c:v>
                </c:pt>
                <c:pt idx="6671">
                  <c:v>manheim denver</c:v>
                </c:pt>
                <c:pt idx="6672">
                  <c:v>phillips chevrolet of lansing inc</c:v>
                </c:pt>
                <c:pt idx="6673">
                  <c:v>land rover rocklin</c:v>
                </c:pt>
                <c:pt idx="6674">
                  <c:v>auto exotica inc</c:v>
                </c:pt>
                <c:pt idx="6675">
                  <c:v>zimbrick bmw</c:v>
                </c:pt>
                <c:pt idx="6676">
                  <c:v>jack key nissan</c:v>
                </c:pt>
                <c:pt idx="6677">
                  <c:v>arrigo dodge chrysler jeep</c:v>
                </c:pt>
                <c:pt idx="6678">
                  <c:v>gold coast fcu</c:v>
                </c:pt>
                <c:pt idx="6679">
                  <c:v>mcgrath honda of st charles</c:v>
                </c:pt>
                <c:pt idx="6680">
                  <c:v>mercedes benz of alexandria</c:v>
                </c:pt>
                <c:pt idx="6681">
                  <c:v>luna financial</c:v>
                </c:pt>
                <c:pt idx="6682">
                  <c:v>red canoe credit union</c:v>
                </c:pt>
                <c:pt idx="6683">
                  <c:v>mcgoldrick leasing inc</c:v>
                </c:pt>
                <c:pt idx="6684">
                  <c:v>repo remarketing / southwest airlines fcu</c:v>
                </c:pt>
                <c:pt idx="6685">
                  <c:v>primeritus remarketing/cas</c:v>
                </c:pt>
                <c:pt idx="6686">
                  <c:v>michigan schools and government credit union</c:v>
                </c:pt>
                <c:pt idx="6687">
                  <c:v>florida state efcu</c:v>
                </c:pt>
                <c:pt idx="6688">
                  <c:v>rapid auto sales inc</c:v>
                </c:pt>
                <c:pt idx="6689">
                  <c:v>u save car &amp; truck rental</c:v>
                </c:pt>
                <c:pt idx="6690">
                  <c:v>truck time</c:v>
                </c:pt>
                <c:pt idx="6691">
                  <c:v>majesty auto sales corp</c:v>
                </c:pt>
                <c:pt idx="6692">
                  <c:v>lts nationwide</c:v>
                </c:pt>
                <c:pt idx="6693">
                  <c:v>jl auto sales corp</c:v>
                </c:pt>
                <c:pt idx="6694">
                  <c:v>autos of dallas</c:v>
                </c:pt>
                <c:pt idx="6695">
                  <c:v>haps auto sales inc</c:v>
                </c:pt>
                <c:pt idx="6696">
                  <c:v>remarketing by ge/generic accounts</c:v>
                </c:pt>
                <c:pt idx="6697">
                  <c:v>tri boro fcu</c:v>
                </c:pt>
                <c:pt idx="6698">
                  <c:v>tantramar chevrolet buick gmc (2009) ltd</c:v>
                </c:pt>
                <c:pt idx="6699">
                  <c:v>palatine motors inc</c:v>
                </c:pt>
                <c:pt idx="6700">
                  <c:v>park ave auto lots inc</c:v>
                </c:pt>
                <c:pt idx="6701">
                  <c:v>napleton's north palm lincoln</c:v>
                </c:pt>
                <c:pt idx="6702">
                  <c:v>pathways financial credit union</c:v>
                </c:pt>
                <c:pt idx="6703">
                  <c:v>rizza buick gmc cadillac inc</c:v>
                </c:pt>
                <c:pt idx="6704">
                  <c:v>auto finance center</c:v>
                </c:pt>
                <c:pt idx="6705">
                  <c:v>avon auto brokers inc</c:v>
                </c:pt>
                <c:pt idx="6706">
                  <c:v>don bulluck chevrolet inc</c:v>
                </c:pt>
                <c:pt idx="6707">
                  <c:v>dealmax inc</c:v>
                </c:pt>
                <c:pt idx="6708">
                  <c:v>titlemax of tropicana ave. - nv 6</c:v>
                </c:pt>
                <c:pt idx="6709">
                  <c:v>ank import export</c:v>
                </c:pt>
                <c:pt idx="6710">
                  <c:v>marion toyota scion</c:v>
                </c:pt>
                <c:pt idx="6711">
                  <c:v>repo remarketing/sesloc fcu</c:v>
                </c:pt>
                <c:pt idx="6712">
                  <c:v>poway honda</c:v>
                </c:pt>
                <c:pt idx="6713">
                  <c:v>federal financial services inc/cary</c:v>
                </c:pt>
                <c:pt idx="6714">
                  <c:v>don wessel oldsmobile honda</c:v>
                </c:pt>
                <c:pt idx="6715">
                  <c:v>small town auto sales</c:v>
                </c:pt>
                <c:pt idx="6716">
                  <c:v>route 22 nissan inc</c:v>
                </c:pt>
                <c:pt idx="6717">
                  <c:v>robins fcu</c:v>
                </c:pt>
                <c:pt idx="6718">
                  <c:v>remarketing by ge/atlanta enterprises llc</c:v>
                </c:pt>
                <c:pt idx="6719">
                  <c:v>mcmahon leasing inc</c:v>
                </c:pt>
                <c:pt idx="6720">
                  <c:v>titlemax of west craig rd. - nv 8</c:v>
                </c:pt>
                <c:pt idx="6721">
                  <c:v>thrift auto sales inc</c:v>
                </c:pt>
                <c:pt idx="6722">
                  <c:v>coconut grove fleet and lease</c:v>
                </c:pt>
                <c:pt idx="6723">
                  <c:v>american auto-rama inc</c:v>
                </c:pt>
                <c:pt idx="6724">
                  <c:v>florida auto sales &amp; leasing inc</c:v>
                </c:pt>
                <c:pt idx="6725">
                  <c:v>remarketing by ge/manheim statesville</c:v>
                </c:pt>
                <c:pt idx="6726">
                  <c:v>brown &amp; brown chevrolet hyundai inc</c:v>
                </c:pt>
                <c:pt idx="6727">
                  <c:v>primeritus remarketing/us financial auto credit</c:v>
                </c:pt>
                <c:pt idx="6728">
                  <c:v>southern cascade finance</c:v>
                </c:pt>
                <c:pt idx="6729">
                  <c:v>the car lot of leon county inc</c:v>
                </c:pt>
                <c:pt idx="6730">
                  <c:v>exclusive auto sales</c:v>
                </c:pt>
                <c:pt idx="6731">
                  <c:v>1st source bank</c:v>
                </c:pt>
                <c:pt idx="6732">
                  <c:v>ed dees</c:v>
                </c:pt>
                <c:pt idx="6733">
                  <c:v>onemain rem/jalisco auto sales</c:v>
                </c:pt>
                <c:pt idx="6734">
                  <c:v>honda of downtown los angeles</c:v>
                </c:pt>
                <c:pt idx="6735">
                  <c:v>day ford inc</c:v>
                </c:pt>
                <c:pt idx="6736">
                  <c:v>key scales ford inc</c:v>
                </c:pt>
                <c:pt idx="6737">
                  <c:v>remarketing by ge/first alliance credit union</c:v>
                </c:pt>
                <c:pt idx="6738">
                  <c:v>yuma honda</c:v>
                </c:pt>
                <c:pt idx="6739">
                  <c:v>mbm auto sales inc</c:v>
                </c:pt>
                <c:pt idx="6740">
                  <c:v>river city fcu</c:v>
                </c:pt>
                <c:pt idx="6741">
                  <c:v>texas auto center llc</c:v>
                </c:pt>
                <c:pt idx="6742">
                  <c:v>primeritus remarketing / trugrocer fcu</c:v>
                </c:pt>
                <c:pt idx="6743">
                  <c:v>capistrano car co</c:v>
                </c:pt>
                <c:pt idx="6744">
                  <c:v>fidelity motors</c:v>
                </c:pt>
                <c:pt idx="6745">
                  <c:v>aek auto dealer</c:v>
                </c:pt>
                <c:pt idx="6746">
                  <c:v>carlock nissan of tupelo inc</c:v>
                </c:pt>
                <c:pt idx="6747">
                  <c:v>j m k auto sales inc</c:v>
                </c:pt>
                <c:pt idx="6748">
                  <c:v>bdhc inc</c:v>
                </c:pt>
                <c:pt idx="6749">
                  <c:v>john bleakley ford inc</c:v>
                </c:pt>
                <c:pt idx="6750">
                  <c:v>auto connection llc</c:v>
                </c:pt>
                <c:pt idx="6751">
                  <c:v>auto premier sales inc</c:v>
                </c:pt>
                <c:pt idx="6752">
                  <c:v>auto south inc</c:v>
                </c:pt>
                <c:pt idx="6753">
                  <c:v>city credit union</c:v>
                </c:pt>
                <c:pt idx="6754">
                  <c:v>european automotive imports inc</c:v>
                </c:pt>
                <c:pt idx="6755">
                  <c:v>verc car rental</c:v>
                </c:pt>
                <c:pt idx="6756">
                  <c:v>shifferly dodge leasing inc</c:v>
                </c:pt>
                <c:pt idx="6757">
                  <c:v>on track auto mall inc</c:v>
                </c:pt>
                <c:pt idx="6758">
                  <c:v>lithia chrysler dodge of eureka</c:v>
                </c:pt>
                <c:pt idx="6759">
                  <c:v>mini of san diego</c:v>
                </c:pt>
                <c:pt idx="6760">
                  <c:v>villa auto sales</c:v>
                </c:pt>
                <c:pt idx="6761">
                  <c:v>lake powell car rental co dba avis rent a car</c:v>
                </c:pt>
                <c:pt idx="6762">
                  <c:v>f &amp; j auto brokers inc</c:v>
                </c:pt>
                <c:pt idx="6763">
                  <c:v>volkswagen of tacoma</c:v>
                </c:pt>
                <c:pt idx="6764">
                  <c:v>stikeleather auto sales</c:v>
                </c:pt>
                <c:pt idx="6765">
                  <c:v>petrie auto sales inc</c:v>
                </c:pt>
                <c:pt idx="6766">
                  <c:v>onesource/rick hendrick toyota scion</c:v>
                </c:pt>
                <c:pt idx="6767">
                  <c:v>pacific auto resellers</c:v>
                </c:pt>
                <c:pt idx="6768">
                  <c:v>valone ford lincoln inc</c:v>
                </c:pt>
                <c:pt idx="6769">
                  <c:v>top auto</c:v>
                </c:pt>
                <c:pt idx="6770">
                  <c:v>dream cars 4 u llc</c:v>
                </c:pt>
                <c:pt idx="6771">
                  <c:v>haifaa export auto sales</c:v>
                </c:pt>
                <c:pt idx="6772">
                  <c:v>i -5 uhlmann rv</c:v>
                </c:pt>
                <c:pt idx="6773">
                  <c:v>sylvain beauchemin auto enr</c:v>
                </c:pt>
                <c:pt idx="6774">
                  <c:v>kraft nissan</c:v>
                </c:pt>
                <c:pt idx="6775">
                  <c:v>fred beans nissan of doylestown</c:v>
                </c:pt>
                <c:pt idx="6776">
                  <c:v>benson traders inc</c:v>
                </c:pt>
                <c:pt idx="6777">
                  <c:v>jenkins nissan  inc</c:v>
                </c:pt>
                <c:pt idx="6778">
                  <c:v>laird noller ford inc</c:v>
                </c:pt>
                <c:pt idx="6779">
                  <c:v>russ darrow leasing company inc</c:v>
                </c:pt>
                <c:pt idx="6780">
                  <c:v>wescom credit union</c:v>
                </c:pt>
                <c:pt idx="6781">
                  <c:v>tc auto ny inc</c:v>
                </c:pt>
                <c:pt idx="6782">
                  <c:v>rohrich toyota inc</c:v>
                </c:pt>
                <c:pt idx="6783">
                  <c:v>universal auto</c:v>
                </c:pt>
                <c:pt idx="6784">
                  <c:v>strider buick gmc subaru</c:v>
                </c:pt>
                <c:pt idx="6785">
                  <c:v>mike kelly hyundai inc</c:v>
                </c:pt>
                <c:pt idx="6786">
                  <c:v>zeigler honda amherst</c:v>
                </c:pt>
                <c:pt idx="6787">
                  <c:v>cooper corvettes and performance cars  inc</c:v>
                </c:pt>
                <c:pt idx="6788">
                  <c:v>first reliance bank</c:v>
                </c:pt>
                <c:pt idx="6789">
                  <c:v>credit union one</c:v>
                </c:pt>
                <c:pt idx="6790">
                  <c:v>c j automotive</c:v>
                </c:pt>
                <c:pt idx="6791">
                  <c:v>flag/audi fort myers</c:v>
                </c:pt>
                <c:pt idx="6792">
                  <c:v>amans auto field inc</c:v>
                </c:pt>
                <c:pt idx="6793">
                  <c:v>fleet way leasing inc</c:v>
                </c:pt>
                <c:pt idx="6794">
                  <c:v>west edmonton hyundai</c:v>
                </c:pt>
                <c:pt idx="6795">
                  <c:v>vin devers inc</c:v>
                </c:pt>
                <c:pt idx="6796">
                  <c:v>lifetime auto sales and service inc</c:v>
                </c:pt>
                <c:pt idx="6797">
                  <c:v>marks auto sales</c:v>
                </c:pt>
                <c:pt idx="6798">
                  <c:v>e/e auto wholesale</c:v>
                </c:pt>
                <c:pt idx="6799">
                  <c:v>america's finance group</c:v>
                </c:pt>
                <c:pt idx="6800">
                  <c:v>dewey ford</c:v>
                </c:pt>
                <c:pt idx="6801">
                  <c:v>lee's summit subaru llc</c:v>
                </c:pt>
                <c:pt idx="6802">
                  <c:v>uncle maxs auto sales &amp; leasing</c:v>
                </c:pt>
                <c:pt idx="6803">
                  <c:v>shults nissan subaru</c:v>
                </c:pt>
                <c:pt idx="6804">
                  <c:v>visalia toyota dba visalia scion</c:v>
                </c:pt>
                <c:pt idx="6805">
                  <c:v>stanley direct auto</c:v>
                </c:pt>
                <c:pt idx="6806">
                  <c:v>lendmark financial services/covington</c:v>
                </c:pt>
                <c:pt idx="6807">
                  <c:v>spanos imports</c:v>
                </c:pt>
                <c:pt idx="6808">
                  <c:v>buckhead auto gallery</c:v>
                </c:pt>
                <c:pt idx="6809">
                  <c:v>rhinebeck ford inc</c:v>
                </c:pt>
                <c:pt idx="6810">
                  <c:v>bass auto</c:v>
                </c:pt>
                <c:pt idx="6811">
                  <c:v>prestige auto sales and rentals</c:v>
                </c:pt>
                <c:pt idx="6812">
                  <c:v>george matick chevrolet inc</c:v>
                </c:pt>
                <c:pt idx="6813">
                  <c:v>auto haus on velp inc</c:v>
                </c:pt>
                <c:pt idx="6814">
                  <c:v>triangle auto painting llc</c:v>
                </c:pt>
                <c:pt idx="6815">
                  <c:v>carson honda</c:v>
                </c:pt>
                <c:pt idx="6816">
                  <c:v>capitol dealerships inc</c:v>
                </c:pt>
                <c:pt idx="6817">
                  <c:v>premier motors llc</c:v>
                </c:pt>
                <c:pt idx="6818">
                  <c:v>stevinson lexus of frederick</c:v>
                </c:pt>
                <c:pt idx="6819">
                  <c:v>millenium trade inc</c:v>
                </c:pt>
                <c:pt idx="6820">
                  <c:v>herman jenkins motors  inc.</c:v>
                </c:pt>
                <c:pt idx="6821">
                  <c:v>beaumont management co llc</c:v>
                </c:pt>
                <c:pt idx="6822">
                  <c:v>premier chry jeep dge ram of w covina</c:v>
                </c:pt>
                <c:pt idx="6823">
                  <c:v>mid town auto sales inc</c:v>
                </c:pt>
                <c:pt idx="6824">
                  <c:v>shults ford inc</c:v>
                </c:pt>
                <c:pt idx="6825">
                  <c:v>terry labonte chevrolet</c:v>
                </c:pt>
                <c:pt idx="6826">
                  <c:v>snyders auto sales &amp; car care center</c:v>
                </c:pt>
                <c:pt idx="6827">
                  <c:v>layton hills chrysler dodge jeep ram</c:v>
                </c:pt>
                <c:pt idx="6828">
                  <c:v>jet chevrolet inc</c:v>
                </c:pt>
                <c:pt idx="6829">
                  <c:v>a a a motors inc</c:v>
                </c:pt>
                <c:pt idx="6830">
                  <c:v>cpr auto sales &amp; finance</c:v>
                </c:pt>
                <c:pt idx="6831">
                  <c:v>madison honda</c:v>
                </c:pt>
                <c:pt idx="6832">
                  <c:v>l &amp; l motor company inc</c:v>
                </c:pt>
                <c:pt idx="6833">
                  <c:v>primeritus remarketing / sandhills motorsports</c:v>
                </c:pt>
                <c:pt idx="6834">
                  <c:v>southeast fleet a/s inc</c:v>
                </c:pt>
                <c:pt idx="6835">
                  <c:v>robbins motor sports llc</c:v>
                </c:pt>
                <c:pt idx="6836">
                  <c:v>royal credit union</c:v>
                </c:pt>
                <c:pt idx="6837">
                  <c:v>lou fusz ford inc</c:v>
                </c:pt>
                <c:pt idx="6838">
                  <c:v>union volkswagen</c:v>
                </c:pt>
                <c:pt idx="6839">
                  <c:v>moore-stewart honda</c:v>
                </c:pt>
                <c:pt idx="6840">
                  <c:v>shaker auto leasing/ars</c:v>
                </c:pt>
                <c:pt idx="6841">
                  <c:v>new york autosports inc.</c:v>
                </c:pt>
                <c:pt idx="6842">
                  <c:v>united motors sales</c:v>
                </c:pt>
                <c:pt idx="6843">
                  <c:v>moss motor company inc</c:v>
                </c:pt>
                <c:pt idx="6844">
                  <c:v>xpress finance inc</c:v>
                </c:pt>
                <c:pt idx="6845">
                  <c:v>bird chevrolet company</c:v>
                </c:pt>
                <c:pt idx="6846">
                  <c:v>autobahnd</c:v>
                </c:pt>
                <c:pt idx="6847">
                  <c:v>consumer auto liquidators</c:v>
                </c:pt>
                <c:pt idx="6848">
                  <c:v>reddell honda</c:v>
                </c:pt>
                <c:pt idx="6849">
                  <c:v>phoenix rsng corporation</c:v>
                </c:pt>
                <c:pt idx="6850">
                  <c:v>salazar used cars</c:v>
                </c:pt>
                <c:pt idx="6851">
                  <c:v>lee chrysler dodge jeep ram</c:v>
                </c:pt>
                <c:pt idx="6852">
                  <c:v>mulligan motors inc</c:v>
                </c:pt>
                <c:pt idx="6853">
                  <c:v>rw motors llc</c:v>
                </c:pt>
                <c:pt idx="6854">
                  <c:v>shawnee mission hyundai</c:v>
                </c:pt>
                <c:pt idx="6855">
                  <c:v>primeritus remareting/pee dee auto buyers</c:v>
                </c:pt>
                <c:pt idx="6856">
                  <c:v>global trade</c:v>
                </c:pt>
                <c:pt idx="6857">
                  <c:v>bodafide auto ltd</c:v>
                </c:pt>
                <c:pt idx="6858">
                  <c:v>eastside collateral</c:v>
                </c:pt>
                <c:pt idx="6859">
                  <c:v>international celebrity auto resale</c:v>
                </c:pt>
                <c:pt idx="6860">
                  <c:v>k c summers nissan mazda</c:v>
                </c:pt>
                <c:pt idx="6861">
                  <c:v>faulkner hyundai</c:v>
                </c:pt>
                <c:pt idx="6862">
                  <c:v>titlemax of blue diamond</c:v>
                </c:pt>
                <c:pt idx="6863">
                  <c:v>faa employees credit union</c:v>
                </c:pt>
                <c:pt idx="6864">
                  <c:v>d &amp; d auto &amp; truck sales inc</c:v>
                </c:pt>
                <c:pt idx="6865">
                  <c:v>remarketing by ge/fort lauderdale classic collec</c:v>
                </c:pt>
                <c:pt idx="6866">
                  <c:v>auto fleet</c:v>
                </c:pt>
                <c:pt idx="6867">
                  <c:v>all car canada</c:v>
                </c:pt>
                <c:pt idx="6868">
                  <c:v>deter motor company</c:v>
                </c:pt>
                <c:pt idx="6869">
                  <c:v>camex auto sale</c:v>
                </c:pt>
                <c:pt idx="6870">
                  <c:v>fletcher jones motorcars</c:v>
                </c:pt>
                <c:pt idx="6871">
                  <c:v>streamline automotives inc</c:v>
                </c:pt>
                <c:pt idx="6872">
                  <c:v>xclusive ato sls &amp; lsng inc</c:v>
                </c:pt>
                <c:pt idx="6873">
                  <c:v>kenco</c:v>
                </c:pt>
                <c:pt idx="6874">
                  <c:v>wallace automotive sales &amp; leasing</c:v>
                </c:pt>
                <c:pt idx="6875">
                  <c:v>fulton teachers credit union</c:v>
                </c:pt>
                <c:pt idx="6876">
                  <c:v>a/k auto sales</c:v>
                </c:pt>
                <c:pt idx="6877">
                  <c:v>comet enterprises</c:v>
                </c:pt>
                <c:pt idx="6878">
                  <c:v>boardwalk acura</c:v>
                </c:pt>
                <c:pt idx="6879">
                  <c:v>los angeles police fcu</c:v>
                </c:pt>
                <c:pt idx="6880">
                  <c:v>signature kia of colorado springs</c:v>
                </c:pt>
                <c:pt idx="6881">
                  <c:v>alphera financial services/div of bmw canada inc</c:v>
                </c:pt>
                <c:pt idx="6882">
                  <c:v>burns chevrolet cadillac inc</c:v>
                </c:pt>
                <c:pt idx="6883">
                  <c:v>avon equipment leasing</c:v>
                </c:pt>
                <c:pt idx="6884">
                  <c:v>hudson ford llc</c:v>
                </c:pt>
                <c:pt idx="6885">
                  <c:v>eugene auto center</c:v>
                </c:pt>
                <c:pt idx="6886">
                  <c:v>honda of new rochelle</c:v>
                </c:pt>
                <c:pt idx="6887">
                  <c:v>webb chevrolet plainfield inc</c:v>
                </c:pt>
                <c:pt idx="6888">
                  <c:v>royal motors usa</c:v>
                </c:pt>
                <c:pt idx="6889">
                  <c:v>utah used car sales</c:v>
                </c:pt>
                <c:pt idx="6890">
                  <c:v>lakeland moteurs</c:v>
                </c:pt>
                <c:pt idx="6891">
                  <c:v>lexus of edmonton</c:v>
                </c:pt>
                <c:pt idx="6892">
                  <c:v>tinker credit union</c:v>
                </c:pt>
                <c:pt idx="6893">
                  <c:v>infiniti of dayton</c:v>
                </c:pt>
                <c:pt idx="6894">
                  <c:v>don rosen imports</c:v>
                </c:pt>
                <c:pt idx="6895">
                  <c:v>burdick lexus</c:v>
                </c:pt>
                <c:pt idx="6896">
                  <c:v>green eyed motors</c:v>
                </c:pt>
                <c:pt idx="6897">
                  <c:v>tower west livery center llc</c:v>
                </c:pt>
                <c:pt idx="6898">
                  <c:v>metropolitan classic cars inc</c:v>
                </c:pt>
                <c:pt idx="6899">
                  <c:v>south shore bmw mini</c:v>
                </c:pt>
                <c:pt idx="6900">
                  <c:v>import specialists</c:v>
                </c:pt>
                <c:pt idx="6901">
                  <c:v>bergstrom pioneer leasing</c:v>
                </c:pt>
                <c:pt idx="6902">
                  <c:v>intercorp holdings  llc</c:v>
                </c:pt>
                <c:pt idx="6903">
                  <c:v>glanzmann autos</c:v>
                </c:pt>
                <c:pt idx="6904">
                  <c:v>cavender toyota</c:v>
                </c:pt>
                <c:pt idx="6905">
                  <c:v>schukei chevrolet inc</c:v>
                </c:pt>
                <c:pt idx="6906">
                  <c:v>midtown auto group</c:v>
                </c:pt>
                <c:pt idx="6907">
                  <c:v>river region credit union</c:v>
                </c:pt>
                <c:pt idx="6908">
                  <c:v>s l ford sales ltd</c:v>
                </c:pt>
                <c:pt idx="6909">
                  <c:v>repo remarketing/first american credit union</c:v>
                </c:pt>
                <c:pt idx="6910">
                  <c:v>sam swope fiat</c:v>
                </c:pt>
                <c:pt idx="6911">
                  <c:v>h kulp inc</c:v>
                </c:pt>
                <c:pt idx="6912">
                  <c:v>car land of macon llc</c:v>
                </c:pt>
                <c:pt idx="6913">
                  <c:v>chevrolet buick gmc cadillac of murfreesboro</c:v>
                </c:pt>
                <c:pt idx="6914">
                  <c:v>new market auto</c:v>
                </c:pt>
                <c:pt idx="6915">
                  <c:v>mt moriah auto sales inc</c:v>
                </c:pt>
                <c:pt idx="6916">
                  <c:v>le bo auto brokers</c:v>
                </c:pt>
                <c:pt idx="6917">
                  <c:v>ft trade financial dba ft acceptance corporation</c:v>
                </c:pt>
                <c:pt idx="6918">
                  <c:v>a plus fine cars</c:v>
                </c:pt>
                <c:pt idx="6919">
                  <c:v>browns ford of amsterdam inc</c:v>
                </c:pt>
                <c:pt idx="6920">
                  <c:v>breckenridge motors east llc</c:v>
                </c:pt>
                <c:pt idx="6921">
                  <c:v>chambersburg affordable auto sales llc</c:v>
                </c:pt>
                <c:pt idx="6922">
                  <c:v>titlemax/castle hills tx1</c:v>
                </c:pt>
                <c:pt idx="6923">
                  <c:v>heritage acceptance</c:v>
                </c:pt>
                <c:pt idx="6924">
                  <c:v>ron tonkin honda</c:v>
                </c:pt>
                <c:pt idx="6925">
                  <c:v>tony honda</c:v>
                </c:pt>
                <c:pt idx="6926">
                  <c:v>pacific cascade fcu</c:v>
                </c:pt>
                <c:pt idx="6927">
                  <c:v>titlemax of decatur blvd. - nv 14</c:v>
                </c:pt>
                <c:pt idx="6928">
                  <c:v>u s auto mart inc.</c:v>
                </c:pt>
                <c:pt idx="6929">
                  <c:v>brads auto sales</c:v>
                </c:pt>
                <c:pt idx="6930">
                  <c:v>affinity automotive repairs &amp; sales inc</c:v>
                </c:pt>
                <c:pt idx="6931">
                  <c:v>house of cars inc</c:v>
                </c:pt>
                <c:pt idx="6932">
                  <c:v>heritage chrysler dodge jeep ram owings mills</c:v>
                </c:pt>
                <c:pt idx="6933">
                  <c:v>j &amp; l auto sales llc</c:v>
                </c:pt>
                <c:pt idx="6934">
                  <c:v>brian harris bmw</c:v>
                </c:pt>
                <c:pt idx="6935">
                  <c:v>courtesy toyota</c:v>
                </c:pt>
                <c:pt idx="6936">
                  <c:v>alternative financial group inc</c:v>
                </c:pt>
                <c:pt idx="6937">
                  <c:v>autobahn auto group inc</c:v>
                </c:pt>
                <c:pt idx="6938">
                  <c:v>larry h. miller volkswagen lakewood</c:v>
                </c:pt>
                <c:pt idx="6939">
                  <c:v>3242878 nova scotia company</c:v>
                </c:pt>
                <c:pt idx="6940">
                  <c:v>tdaf remarketing/advanced auto brokers llc</c:v>
                </c:pt>
                <c:pt idx="6941">
                  <c:v>cowboy motors of vidor</c:v>
                </c:pt>
                <c:pt idx="6942">
                  <c:v>first cheyenne fcu</c:v>
                </c:pt>
                <c:pt idx="6943">
                  <c:v>gastonia chrysler jeep dodge ram</c:v>
                </c:pt>
                <c:pt idx="6944">
                  <c:v>lakeside car rental/l &amp; s car rental</c:v>
                </c:pt>
                <c:pt idx="6945">
                  <c:v>autonation chevrolet north</c:v>
                </c:pt>
                <c:pt idx="6946">
                  <c:v>autonation nissan dallas</c:v>
                </c:pt>
                <c:pt idx="6947">
                  <c:v>v &amp; m auto wholesale inc</c:v>
                </c:pt>
                <c:pt idx="6948">
                  <c:v>l &amp; h used cars of wilmington inc</c:v>
                </c:pt>
                <c:pt idx="6949">
                  <c:v>oxmoor toyota</c:v>
                </c:pt>
                <c:pt idx="6950">
                  <c:v>discount auto mart inc</c:v>
                </c:pt>
                <c:pt idx="6951">
                  <c:v>dave riddle wholesale</c:v>
                </c:pt>
                <c:pt idx="6952">
                  <c:v>a &amp; l auto sales llc</c:v>
                </c:pt>
                <c:pt idx="6953">
                  <c:v>division 1 auto brokers inc</c:v>
                </c:pt>
                <c:pt idx="6954">
                  <c:v>heritage acceptance inc</c:v>
                </c:pt>
                <c:pt idx="6955">
                  <c:v>extreme auto llc</c:v>
                </c:pt>
                <c:pt idx="6956">
                  <c:v>caguax auto sales</c:v>
                </c:pt>
                <c:pt idx="6957">
                  <c:v>sterling import motors lp</c:v>
                </c:pt>
                <c:pt idx="6958">
                  <c:v>onemain rem/abi auto</c:v>
                </c:pt>
                <c:pt idx="6959">
                  <c:v>moss bros toyota</c:v>
                </c:pt>
                <c:pt idx="6960">
                  <c:v>jars auto sales</c:v>
                </c:pt>
                <c:pt idx="6961">
                  <c:v>a g auto sales</c:v>
                </c:pt>
                <c:pt idx="6962">
                  <c:v>dreamauto inc</c:v>
                </c:pt>
                <c:pt idx="6963">
                  <c:v>kia of dayton</c:v>
                </c:pt>
                <c:pt idx="6964">
                  <c:v>shadlows auto sales &amp; brokerage</c:v>
                </c:pt>
                <c:pt idx="6965">
                  <c:v>northwest repossession services</c:v>
                </c:pt>
                <c:pt idx="6966">
                  <c:v>tom ahl chrysler dodge inc</c:v>
                </c:pt>
                <c:pt idx="6967">
                  <c:v>miracle toyota</c:v>
                </c:pt>
                <c:pt idx="6968">
                  <c:v>summit auto sales</c:v>
                </c:pt>
                <c:pt idx="6969">
                  <c:v>carzone</c:v>
                </c:pt>
                <c:pt idx="6970">
                  <c:v>carnes motor co inc</c:v>
                </c:pt>
                <c:pt idx="6971">
                  <c:v>dakota motor company</c:v>
                </c:pt>
                <c:pt idx="6972">
                  <c:v>decatur transit inc</c:v>
                </c:pt>
                <c:pt idx="6973">
                  <c:v>family auto center</c:v>
                </c:pt>
                <c:pt idx="6974">
                  <c:v>dbs financial</c:v>
                </c:pt>
                <c:pt idx="6975">
                  <c:v>american international finance</c:v>
                </c:pt>
                <c:pt idx="6976">
                  <c:v>bv automotive llc</c:v>
                </c:pt>
                <c:pt idx="6977">
                  <c:v>now auto sales inc</c:v>
                </c:pt>
                <c:pt idx="6978">
                  <c:v>sterling mccall nissan</c:v>
                </c:pt>
                <c:pt idx="6979">
                  <c:v>sandia area fcu</c:v>
                </c:pt>
                <c:pt idx="6980">
                  <c:v>nissan dealer blend/airport infiniti</c:v>
                </c:pt>
                <c:pt idx="6981">
                  <c:v>everett nissan</c:v>
                </c:pt>
                <c:pt idx="6982">
                  <c:v>westside auto imports</c:v>
                </c:pt>
                <c:pt idx="6983">
                  <c:v>wtb auto llc</c:v>
                </c:pt>
                <c:pt idx="6984">
                  <c:v>manhattan beach toyota</c:v>
                </c:pt>
                <c:pt idx="6985">
                  <c:v>unlimited automotive wholesalers</c:v>
                </c:pt>
                <c:pt idx="6986">
                  <c:v>jim hudson lexus augusta</c:v>
                </c:pt>
                <c:pt idx="6987">
                  <c:v>fox toyota inc</c:v>
                </c:pt>
                <c:pt idx="6988">
                  <c:v>don larson chev buick cad gmc</c:v>
                </c:pt>
                <c:pt idx="6989">
                  <c:v>fairchild wholesale</c:v>
                </c:pt>
                <c:pt idx="6990">
                  <c:v>hoss's auto sales</c:v>
                </c:pt>
                <c:pt idx="6991">
                  <c:v>dfw audi</c:v>
                </c:pt>
                <c:pt idx="6992">
                  <c:v>servus credit union</c:v>
                </c:pt>
                <c:pt idx="6993">
                  <c:v>m m m auto sales llc</c:v>
                </c:pt>
                <c:pt idx="6994">
                  <c:v>granby chrysler inc</c:v>
                </c:pt>
                <c:pt idx="6995">
                  <c:v>audi escondido</c:v>
                </c:pt>
                <c:pt idx="6996">
                  <c:v>oct partnership</c:v>
                </c:pt>
                <c:pt idx="6997">
                  <c:v>neches fcu</c:v>
                </c:pt>
                <c:pt idx="6998">
                  <c:v>smart honda</c:v>
                </c:pt>
                <c:pt idx="6999">
                  <c:v>remarketing by ge/pacific marine credit union</c:v>
                </c:pt>
                <c:pt idx="7000">
                  <c:v>audi concord</c:v>
                </c:pt>
                <c:pt idx="7001">
                  <c:v>import exchange limited</c:v>
                </c:pt>
                <c:pt idx="7002">
                  <c:v>belvoir fcu</c:v>
                </c:pt>
                <c:pt idx="7003">
                  <c:v>condemi motor company</c:v>
                </c:pt>
                <c:pt idx="7004">
                  <c:v>national remarketing</c:v>
                </c:pt>
                <c:pt idx="7005">
                  <c:v>parkway ford inc</c:v>
                </c:pt>
                <c:pt idx="7006">
                  <c:v>wilson county motors  llc</c:v>
                </c:pt>
                <c:pt idx="7007">
                  <c:v>georgia car finders llc</c:v>
                </c:pt>
                <c:pt idx="7008">
                  <c:v>k b motors inc</c:v>
                </c:pt>
                <c:pt idx="7009">
                  <c:v>fox chry plym dod jeep inc</c:v>
                </c:pt>
                <c:pt idx="7010">
                  <c:v>vp auto brokerage</c:v>
                </c:pt>
                <c:pt idx="7011">
                  <c:v>key cadillac inc</c:v>
                </c:pt>
                <c:pt idx="7012">
                  <c:v>plaza buick gmc inc</c:v>
                </c:pt>
                <c:pt idx="7013">
                  <c:v>conklin cars salina</c:v>
                </c:pt>
                <c:pt idx="7014">
                  <c:v>ruda chevrolet toyota</c:v>
                </c:pt>
                <c:pt idx="7015">
                  <c:v>on the road again</c:v>
                </c:pt>
                <c:pt idx="7016">
                  <c:v>virginia premier auto</c:v>
                </c:pt>
                <c:pt idx="7017">
                  <c:v>the truck junction inc</c:v>
                </c:pt>
                <c:pt idx="7018">
                  <c:v>adventure rv &amp; auto sales  inc</c:v>
                </c:pt>
                <c:pt idx="7019">
                  <c:v>chevrolake motorcars (2002) inc</c:v>
                </c:pt>
                <c:pt idx="7020">
                  <c:v>sherwood ford</c:v>
                </c:pt>
                <c:pt idx="7021">
                  <c:v>g s auto sales inc</c:v>
                </c:pt>
                <c:pt idx="7022">
                  <c:v>onemain rem/nationwide auto sale llc</c:v>
                </c:pt>
                <c:pt idx="7023">
                  <c:v>key finance</c:v>
                </c:pt>
                <c:pt idx="7024">
                  <c:v>motor vehicle remarketing llc</c:v>
                </c:pt>
                <c:pt idx="7025">
                  <c:v>barrera auto sales</c:v>
                </c:pt>
                <c:pt idx="7026">
                  <c:v>dominion credit union</c:v>
                </c:pt>
                <c:pt idx="7027">
                  <c:v>avis rac/nashville</c:v>
                </c:pt>
                <c:pt idx="7028">
                  <c:v>national auto sales</c:v>
                </c:pt>
                <c:pt idx="7029">
                  <c:v>rover of orange</c:v>
                </c:pt>
                <c:pt idx="7030">
                  <c:v>heritage trust fcu</c:v>
                </c:pt>
                <c:pt idx="7031">
                  <c:v>leadfoot auto sales</c:v>
                </c:pt>
                <c:pt idx="7032">
                  <c:v>marken ventures inc</c:v>
                </c:pt>
                <c:pt idx="7033">
                  <c:v>wyrope williamsport federal credit union</c:v>
                </c:pt>
                <c:pt idx="7034">
                  <c:v>loop auto sales and service llc</c:v>
                </c:pt>
                <c:pt idx="7035">
                  <c:v>pawtucket credit union</c:v>
                </c:pt>
                <c:pt idx="7036">
                  <c:v>millenium auto sales</c:v>
                </c:pt>
                <c:pt idx="7037">
                  <c:v>lee kia of greenville</c:v>
                </c:pt>
                <c:pt idx="7038">
                  <c:v>south regional financial llc</c:v>
                </c:pt>
                <c:pt idx="7039">
                  <c:v>prime auto direct</c:v>
                </c:pt>
                <c:pt idx="7040">
                  <c:v>o'steen volkswagen</c:v>
                </c:pt>
                <c:pt idx="7041">
                  <c:v>royal rent a car systems</c:v>
                </c:pt>
                <c:pt idx="7042">
                  <c:v>nissan dealer blend/infiniti of montclair</c:v>
                </c:pt>
                <c:pt idx="7043">
                  <c:v>dynamite auto sales inc</c:v>
                </c:pt>
                <c:pt idx="7044">
                  <c:v>auto iq inc</c:v>
                </c:pt>
                <c:pt idx="7045">
                  <c:v>ann arbor acura hyundai</c:v>
                </c:pt>
                <c:pt idx="7046">
                  <c:v>best deals auto center</c:v>
                </c:pt>
                <c:pt idx="7047">
                  <c:v>budget hanover/evan's service centre</c:v>
                </c:pt>
                <c:pt idx="7048">
                  <c:v>bayamon car rental</c:v>
                </c:pt>
                <c:pt idx="7049">
                  <c:v>idrive utah</c:v>
                </c:pt>
                <c:pt idx="7050">
                  <c:v>southeast auto group</c:v>
                </c:pt>
                <c:pt idx="7051">
                  <c:v>luther ford lincoln</c:v>
                </c:pt>
                <c:pt idx="7052">
                  <c:v>auto magic</c:v>
                </c:pt>
                <c:pt idx="7053">
                  <c:v>germain lexus of easton</c:v>
                </c:pt>
                <c:pt idx="7054">
                  <c:v>planet mitsubishi</c:v>
                </c:pt>
                <c:pt idx="7055">
                  <c:v>penningtons inc</c:v>
                </c:pt>
                <c:pt idx="7056">
                  <c:v>repo remarketing/sierra central credit union</c:v>
                </c:pt>
                <c:pt idx="7057">
                  <c:v>kirtland fcu</c:v>
                </c:pt>
                <c:pt idx="7058">
                  <c:v>northwest motors</c:v>
                </c:pt>
                <c:pt idx="7059">
                  <c:v>kobza motors inc</c:v>
                </c:pt>
                <c:pt idx="7060">
                  <c:v>onesource/jeff smith volkswagen of warner robins</c:v>
                </c:pt>
                <c:pt idx="7061">
                  <c:v>auto center of america inc</c:v>
                </c:pt>
                <c:pt idx="7062">
                  <c:v>boyd automotive</c:v>
                </c:pt>
                <c:pt idx="7063">
                  <c:v>hi country buick gmc</c:v>
                </c:pt>
                <c:pt idx="7064">
                  <c:v>des sources dodge chrysler ltee</c:v>
                </c:pt>
                <c:pt idx="7065">
                  <c:v>ln auto center inc</c:v>
                </c:pt>
                <c:pt idx="7066">
                  <c:v>lake chevrolet</c:v>
                </c:pt>
                <c:pt idx="7067">
                  <c:v>auto connections of bellevue</c:v>
                </c:pt>
                <c:pt idx="7068">
                  <c:v>misc marshalling-manheim central florida</c:v>
                </c:pt>
                <c:pt idx="7069">
                  <c:v>nutmeg auto wholesalers inc</c:v>
                </c:pt>
                <c:pt idx="7070">
                  <c:v>hardie's used cars llc</c:v>
                </c:pt>
                <c:pt idx="7071">
                  <c:v>heiser toyota</c:v>
                </c:pt>
                <c:pt idx="7072">
                  <c:v>auto showcase of hickory.com llc</c:v>
                </c:pt>
                <c:pt idx="7073">
                  <c:v>madera chevrolet oldsmobile toyota</c:v>
                </c:pt>
                <c:pt idx="7074">
                  <c:v>sawyer motors</c:v>
                </c:pt>
                <c:pt idx="7075">
                  <c:v>rpm motors</c:v>
                </c:pt>
                <c:pt idx="7076">
                  <c:v>keyser and miller ford inc</c:v>
                </c:pt>
                <c:pt idx="7077">
                  <c:v>remarketing by ge/so star central gas pipeline</c:v>
                </c:pt>
                <c:pt idx="7078">
                  <c:v>repo remarketing/arizona auto lenders</c:v>
                </c:pt>
                <c:pt idx="7079">
                  <c:v>haley toyota of richmond certified center</c:v>
                </c:pt>
                <c:pt idx="7080">
                  <c:v>j &amp; j auto sales</c:v>
                </c:pt>
                <c:pt idx="7081">
                  <c:v>mk auto sales</c:v>
                </c:pt>
                <c:pt idx="7082">
                  <c:v>michigan community credit union</c:v>
                </c:pt>
                <c:pt idx="7083">
                  <c:v>smiths auto sales</c:v>
                </c:pt>
                <c:pt idx="7084">
                  <c:v>murdock hyundai murray llc</c:v>
                </c:pt>
                <c:pt idx="7085">
                  <c:v>platinum auto</c:v>
                </c:pt>
                <c:pt idx="7086">
                  <c:v>rochester ford</c:v>
                </c:pt>
                <c:pt idx="7087">
                  <c:v>red tag center</c:v>
                </c:pt>
                <c:pt idx="7088">
                  <c:v>all american chrysler jeep dodge of midland</c:v>
                </c:pt>
                <c:pt idx="7089">
                  <c:v>crossroad motors</c:v>
                </c:pt>
                <c:pt idx="7090">
                  <c:v>automotive specialties inc</c:v>
                </c:pt>
                <c:pt idx="7091">
                  <c:v>ellis automotive group inc</c:v>
                </c:pt>
                <c:pt idx="7092">
                  <c:v>frank leta acura</c:v>
                </c:pt>
                <c:pt idx="7093">
                  <c:v>fast life llc</c:v>
                </c:pt>
                <c:pt idx="7094">
                  <c:v>inver grove hyundai</c:v>
                </c:pt>
                <c:pt idx="7095">
                  <c:v>land rover bedford llc</c:v>
                </c:pt>
                <c:pt idx="7096">
                  <c:v>larry h miller chrysler jeep dodge</c:v>
                </c:pt>
                <c:pt idx="7097">
                  <c:v>citizens finance/crystal lake</c:v>
                </c:pt>
                <c:pt idx="7098">
                  <c:v>fiserv/east coast funding group</c:v>
                </c:pt>
                <c:pt idx="7099">
                  <c:v>ron lewis chevrolet</c:v>
                </c:pt>
                <c:pt idx="7100">
                  <c:v>z line auto wholesalers corp</c:v>
                </c:pt>
                <c:pt idx="7101">
                  <c:v>kevin norden sales llc</c:v>
                </c:pt>
                <c:pt idx="7102">
                  <c:v>honda of princeton</c:v>
                </c:pt>
                <c:pt idx="7103">
                  <c:v>broadway chevrolet volkswagen saab</c:v>
                </c:pt>
                <c:pt idx="7104">
                  <c:v>greene way motors inc</c:v>
                </c:pt>
                <c:pt idx="7105">
                  <c:v>choice auto llc</c:v>
                </c:pt>
                <c:pt idx="7106">
                  <c:v>elk river ford merc</c:v>
                </c:pt>
                <c:pt idx="7107">
                  <c:v>wright way hyundai</c:v>
                </c:pt>
                <c:pt idx="7108">
                  <c:v>toyota of pasadena</c:v>
                </c:pt>
                <c:pt idx="7109">
                  <c:v>milestone auto inc</c:v>
                </c:pt>
                <c:pt idx="7110">
                  <c:v>airport mini of cleveland</c:v>
                </c:pt>
                <c:pt idx="7111">
                  <c:v>fancher sales llc</c:v>
                </c:pt>
                <c:pt idx="7112">
                  <c:v>bmw of visalia</c:v>
                </c:pt>
                <c:pt idx="7113">
                  <c:v>nalley nissan of atlanta</c:v>
                </c:pt>
                <c:pt idx="7114">
                  <c:v>par north america/alaska usa fcu</c:v>
                </c:pt>
                <c:pt idx="7115">
                  <c:v>primeritus remarketing/overseas military car</c:v>
                </c:pt>
                <c:pt idx="7116">
                  <c:v>luxor motor cars inc</c:v>
                </c:pt>
                <c:pt idx="7117">
                  <c:v>manheim texas hobby</c:v>
                </c:pt>
                <c:pt idx="7118">
                  <c:v>jcn inc auto sales</c:v>
                </c:pt>
                <c:pt idx="7119">
                  <c:v>basil toyota</c:v>
                </c:pt>
                <c:pt idx="7120">
                  <c:v>639475 alberta ltd</c:v>
                </c:pt>
                <c:pt idx="7121">
                  <c:v>automatic finance</c:v>
                </c:pt>
                <c:pt idx="7122">
                  <c:v>carzready</c:v>
                </c:pt>
                <c:pt idx="7123">
                  <c:v>frontier honda ltd</c:v>
                </c:pt>
                <c:pt idx="7124">
                  <c:v>certified auto llc</c:v>
                </c:pt>
                <c:pt idx="7125">
                  <c:v>abc remarketing inc</c:v>
                </c:pt>
                <c:pt idx="7126">
                  <c:v>lexus of louisville</c:v>
                </c:pt>
                <c:pt idx="7127">
                  <c:v>mena si auto sales inc</c:v>
                </c:pt>
                <c:pt idx="7128">
                  <c:v>nissan of melbourne</c:v>
                </c:pt>
                <c:pt idx="7129">
                  <c:v>central national bank</c:v>
                </c:pt>
                <c:pt idx="7130">
                  <c:v>highline wholesale</c:v>
                </c:pt>
                <c:pt idx="7131">
                  <c:v>alan jay kia</c:v>
                </c:pt>
                <c:pt idx="7132">
                  <c:v>afg/state national companies</c:v>
                </c:pt>
                <c:pt idx="7133">
                  <c:v>cosmo motors inc</c:v>
                </c:pt>
                <c:pt idx="7134">
                  <c:v>state farm federal credit union</c:v>
                </c:pt>
                <c:pt idx="7135">
                  <c:v>palm lincoln</c:v>
                </c:pt>
                <c:pt idx="7136">
                  <c:v>bmw of charlottesville</c:v>
                </c:pt>
                <c:pt idx="7137">
                  <c:v>all makes auto sales inc</c:v>
                </c:pt>
                <c:pt idx="7138">
                  <c:v>flag/hiley mazda</c:v>
                </c:pt>
                <c:pt idx="7139">
                  <c:v>dixon ford lincoln mercury llc</c:v>
                </c:pt>
                <c:pt idx="7140">
                  <c:v>e b autos</c:v>
                </c:pt>
                <c:pt idx="7141">
                  <c:v>crossroad auto group inc</c:v>
                </c:pt>
                <c:pt idx="7142">
                  <c:v>honda of santa maria</c:v>
                </c:pt>
                <c:pt idx="7143">
                  <c:v>ramsey nissan inc</c:v>
                </c:pt>
                <c:pt idx="7144">
                  <c:v>mansfield motor group</c:v>
                </c:pt>
                <c:pt idx="7145">
                  <c:v>collateral solutions</c:v>
                </c:pt>
                <c:pt idx="7146">
                  <c:v>sterling heights d-c-j</c:v>
                </c:pt>
                <c:pt idx="7147">
                  <c:v>professional financial services/buford</c:v>
                </c:pt>
                <c:pt idx="7148">
                  <c:v>outlet recreation.com</c:v>
                </c:pt>
                <c:pt idx="7149">
                  <c:v>remarketing by ge/membersown credit union</c:v>
                </c:pt>
                <c:pt idx="7150">
                  <c:v>piazza mazda of west chester</c:v>
                </c:pt>
                <c:pt idx="7151">
                  <c:v>lake view ford inc</c:v>
                </c:pt>
                <c:pt idx="7152">
                  <c:v>noho auto group inc</c:v>
                </c:pt>
                <c:pt idx="7153">
                  <c:v>autonation nissan thornton road</c:v>
                </c:pt>
                <c:pt idx="7154">
                  <c:v>j &amp; g auto sales</c:v>
                </c:pt>
                <c:pt idx="7155">
                  <c:v>remarketing by ge/monroe county community cu</c:v>
                </c:pt>
                <c:pt idx="7156">
                  <c:v>lithia hyundai of odessa</c:v>
                </c:pt>
                <c:pt idx="7157">
                  <c:v>northern auto sales</c:v>
                </c:pt>
                <c:pt idx="7158">
                  <c:v>udrive automobiles</c:v>
                </c:pt>
                <c:pt idx="7159">
                  <c:v>royal palm nissan</c:v>
                </c:pt>
                <c:pt idx="7160">
                  <c:v>sheehy volkswagen</c:v>
                </c:pt>
                <c:pt idx="7161">
                  <c:v>source one adj of ohio inc/wright-patt cu</c:v>
                </c:pt>
                <c:pt idx="7162">
                  <c:v>gurley leep kia</c:v>
                </c:pt>
                <c:pt idx="7163">
                  <c:v>downtown hyundai downtown subaru</c:v>
                </c:pt>
                <c:pt idx="7164">
                  <c:v>berstrom pioneer auto &amp; truck leasing</c:v>
                </c:pt>
                <c:pt idx="7165">
                  <c:v>casa nissan inc</c:v>
                </c:pt>
                <c:pt idx="7166">
                  <c:v>after 5 motors inc</c:v>
                </c:pt>
                <c:pt idx="7167">
                  <c:v>dfw select motorcars llc</c:v>
                </c:pt>
                <c:pt idx="7168">
                  <c:v>bank of denver</c:v>
                </c:pt>
                <c:pt idx="7169">
                  <c:v>glanzmann subaru inc</c:v>
                </c:pt>
                <c:pt idx="7170">
                  <c:v>david r mcgeorge car co inc</c:v>
                </c:pt>
                <c:pt idx="7171">
                  <c:v>husker auto group llc</c:v>
                </c:pt>
                <c:pt idx="7172">
                  <c:v>jack demmer ford inc</c:v>
                </c:pt>
                <c:pt idx="7173">
                  <c:v>royal five auto sales llc</c:v>
                </c:pt>
                <c:pt idx="7174">
                  <c:v>scottsdale motor company llc</c:v>
                </c:pt>
                <c:pt idx="7175">
                  <c:v>mel's auto</c:v>
                </c:pt>
                <c:pt idx="7176">
                  <c:v>flamingo auto sales and custom</c:v>
                </c:pt>
                <c:pt idx="7177">
                  <c:v>jabaay motors inc</c:v>
                </c:pt>
                <c:pt idx="7178">
                  <c:v>country hill motors inc</c:v>
                </c:pt>
                <c:pt idx="7179">
                  <c:v>mun2s auto sales llc</c:v>
                </c:pt>
                <c:pt idx="7180">
                  <c:v>medlin motors inc</c:v>
                </c:pt>
                <c:pt idx="7181">
                  <c:v>freedom automotive group llc</c:v>
                </c:pt>
                <c:pt idx="7182">
                  <c:v>ford lincoln gabriel</c:v>
                </c:pt>
                <c:pt idx="7183">
                  <c:v>carolina auto imports inc</c:v>
                </c:pt>
                <c:pt idx="7184">
                  <c:v>keller ford lincoln</c:v>
                </c:pt>
                <c:pt idx="7185">
                  <c:v>volkswagen of puyallup</c:v>
                </c:pt>
                <c:pt idx="7186">
                  <c:v>willowbrook ford inc</c:v>
                </c:pt>
                <c:pt idx="7187">
                  <c:v>nissan dealer blend/infiniti of coconut creek</c:v>
                </c:pt>
                <c:pt idx="7188">
                  <c:v>kingdom chevrolet inc</c:v>
                </c:pt>
                <c:pt idx="7189">
                  <c:v>morgan automotive inc</c:v>
                </c:pt>
                <c:pt idx="7190">
                  <c:v>trademaster</c:v>
                </c:pt>
                <c:pt idx="7191">
                  <c:v>access auto mart llc</c:v>
                </c:pt>
                <c:pt idx="7192">
                  <c:v>auto pro sales</c:v>
                </c:pt>
                <c:pt idx="7193">
                  <c:v>city auto sales incorporated</c:v>
                </c:pt>
                <c:pt idx="7194">
                  <c:v>iverson chrysler center inc</c:v>
                </c:pt>
                <c:pt idx="7195">
                  <c:v>motorcars of lansing inc</c:v>
                </c:pt>
                <c:pt idx="7196">
                  <c:v>nissan of bakersfield</c:v>
                </c:pt>
                <c:pt idx="7197">
                  <c:v>tricolor auto</c:v>
                </c:pt>
                <c:pt idx="7198">
                  <c:v>volkswagen of moreno valley</c:v>
                </c:pt>
                <c:pt idx="7199">
                  <c:v>pacileos great lakes motor co</c:v>
                </c:pt>
                <c:pt idx="7200">
                  <c:v>financial services remarketing - bb</c:v>
                </c:pt>
                <c:pt idx="7201">
                  <c:v>autobahn motors corp</c:v>
                </c:pt>
                <c:pt idx="7202">
                  <c:v>j &amp; m wholesale inc</c:v>
                </c:pt>
                <c:pt idx="7203">
                  <c:v>autoplex</c:v>
                </c:pt>
                <c:pt idx="7204">
                  <c:v>mark mitsubishi</c:v>
                </c:pt>
                <c:pt idx="7205">
                  <c:v>sampson corvettes</c:v>
                </c:pt>
                <c:pt idx="7206">
                  <c:v>tafel motors  inc</c:v>
                </c:pt>
                <c:pt idx="7207">
                  <c:v>sons honda</c:v>
                </c:pt>
                <c:pt idx="7208">
                  <c:v>ron tonkin acura</c:v>
                </c:pt>
                <c:pt idx="7209">
                  <c:v>hidy honda</c:v>
                </c:pt>
                <c:pt idx="7210">
                  <c:v>nj autofinders llc</c:v>
                </c:pt>
                <c:pt idx="7211">
                  <c:v>primeritus remarketing/ams auto plaza</c:v>
                </c:pt>
                <c:pt idx="7212">
                  <c:v>avalanche preowned vehicles lp</c:v>
                </c:pt>
                <c:pt idx="7213">
                  <c:v>times past</c:v>
                </c:pt>
                <c:pt idx="7214">
                  <c:v>larry h miller ford lakewood</c:v>
                </c:pt>
                <c:pt idx="7215">
                  <c:v>western financial &amp; leasing inc</c:v>
                </c:pt>
                <c:pt idx="7216">
                  <c:v>ars/brac of harrisburg dba aero corp</c:v>
                </c:pt>
                <c:pt idx="7217">
                  <c:v>avenue motors</c:v>
                </c:pt>
                <c:pt idx="7218">
                  <c:v>avis rac/orlando</c:v>
                </c:pt>
                <c:pt idx="7219">
                  <c:v>abilene teachers fcu</c:v>
                </c:pt>
                <c:pt idx="7220">
                  <c:v>joel auto sales</c:v>
                </c:pt>
                <c:pt idx="7221">
                  <c:v>alhambra credit union</c:v>
                </c:pt>
                <c:pt idx="7222">
                  <c:v>courtesy acura</c:v>
                </c:pt>
                <c:pt idx="7223">
                  <c:v>hardins wholesale inc</c:v>
                </c:pt>
                <c:pt idx="7224">
                  <c:v>central bank</c:v>
                </c:pt>
                <c:pt idx="7225">
                  <c:v>keith hawthorne ford</c:v>
                </c:pt>
                <c:pt idx="7226">
                  <c:v>ab competition auto sales</c:v>
                </c:pt>
                <c:pt idx="7227">
                  <c:v>ssl automotive inc</c:v>
                </c:pt>
                <c:pt idx="7228">
                  <c:v>national auto acceptance corp</c:v>
                </c:pt>
                <c:pt idx="7229">
                  <c:v>firefighters first credit union</c:v>
                </c:pt>
                <c:pt idx="7230">
                  <c:v>nold wholesale llc</c:v>
                </c:pt>
                <c:pt idx="7231">
                  <c:v>chuck jordan auto sales</c:v>
                </c:pt>
                <c:pt idx="7232">
                  <c:v>century motor corporation</c:v>
                </c:pt>
                <c:pt idx="7233">
                  <c:v>brady trane service inc</c:v>
                </c:pt>
                <c:pt idx="7234">
                  <c:v>cinfed credit union</c:v>
                </c:pt>
                <c:pt idx="7235">
                  <c:v>chevy auto body inc</c:v>
                </c:pt>
                <c:pt idx="7236">
                  <c:v>axelrod auto outlet inc</c:v>
                </c:pt>
                <c:pt idx="7237">
                  <c:v>automotive remarketing aka carolina title loans</c:v>
                </c:pt>
                <c:pt idx="7238">
                  <c:v>autonation ford lincoln union city</c:v>
                </c:pt>
                <c:pt idx="7239">
                  <c:v>poquet auto sales inc</c:v>
                </c:pt>
                <c:pt idx="7240">
                  <c:v>mike kelly kia</c:v>
                </c:pt>
                <c:pt idx="7241">
                  <c:v>lithia toyota of odessa</c:v>
                </c:pt>
                <c:pt idx="7242">
                  <c:v>murdock chevrolet  inc.</c:v>
                </c:pt>
                <c:pt idx="7243">
                  <c:v>jim mckay chevrolet inc</c:v>
                </c:pt>
                <c:pt idx="7244">
                  <c:v>autonation subaru arapahoe</c:v>
                </c:pt>
                <c:pt idx="7245">
                  <c:v>manheim daytona beach - remarketing</c:v>
                </c:pt>
                <c:pt idx="7246">
                  <c:v>livonia mitsubishi</c:v>
                </c:pt>
                <c:pt idx="7247">
                  <c:v>malfara's automotive</c:v>
                </c:pt>
                <c:pt idx="7248">
                  <c:v>swope motors  inc.</c:v>
                </c:pt>
                <c:pt idx="7249">
                  <c:v>usa car rental</c:v>
                </c:pt>
                <c:pt idx="7250">
                  <c:v>bearcat leasing</c:v>
                </c:pt>
                <c:pt idx="7251">
                  <c:v>titlemax of sunset rd. - nv 1</c:v>
                </c:pt>
                <c:pt idx="7252">
                  <c:v>faulkner cadillac</c:v>
                </c:pt>
                <c:pt idx="7253">
                  <c:v>repo remarketing/farmers insurance group fcu</c:v>
                </c:pt>
                <c:pt idx="7254">
                  <c:v>newburgh nissan inc</c:v>
                </c:pt>
                <c:pt idx="7255">
                  <c:v>sames motor company inc</c:v>
                </c:pt>
                <c:pt idx="7256">
                  <c:v>open rd motors llc</c:v>
                </c:pt>
                <c:pt idx="7257">
                  <c:v>galaxie motors</c:v>
                </c:pt>
                <c:pt idx="7258">
                  <c:v>insight financial credit union</c:v>
                </c:pt>
                <c:pt idx="7259">
                  <c:v>john amato nissan inc</c:v>
                </c:pt>
                <c:pt idx="7260">
                  <c:v>jay wolfe toyota scion</c:v>
                </c:pt>
                <c:pt idx="7261">
                  <c:v>nationwide motor sales corp</c:v>
                </c:pt>
                <c:pt idx="7262">
                  <c:v>nissan dealer blend/premier nissan</c:v>
                </c:pt>
                <c:pt idx="7263">
                  <c:v>national charity services</c:v>
                </c:pt>
                <c:pt idx="7264">
                  <c:v>volvo of wichita</c:v>
                </c:pt>
                <c:pt idx="7265">
                  <c:v>weyco community credit union</c:v>
                </c:pt>
                <c:pt idx="7266">
                  <c:v>yes auto brokers  inc.</c:v>
                </c:pt>
                <c:pt idx="7267">
                  <c:v>northstar auto brokers llc</c:v>
                </c:pt>
                <c:pt idx="7268">
                  <c:v>la perla auto corporation</c:v>
                </c:pt>
                <c:pt idx="7269">
                  <c:v>robbie joyners auto sales llc</c:v>
                </c:pt>
                <c:pt idx="7270">
                  <c:v>university first federal credit union</c:v>
                </c:pt>
                <c:pt idx="7271">
                  <c:v>fiserv/glen falls national bank and trust</c:v>
                </c:pt>
                <c:pt idx="7272">
                  <c:v>arsenal credit union</c:v>
                </c:pt>
                <c:pt idx="7273">
                  <c:v>j j auto sales llc</c:v>
                </c:pt>
                <c:pt idx="7274">
                  <c:v>ideal classic cars llc</c:v>
                </c:pt>
                <c:pt idx="7275">
                  <c:v>freedom chrysler jeep dodge inc</c:v>
                </c:pt>
                <c:pt idx="7276">
                  <c:v>cherry motors</c:v>
                </c:pt>
                <c:pt idx="7277">
                  <c:v>marliban investments llc</c:v>
                </c:pt>
                <c:pt idx="7278">
                  <c:v>malkoon motors  inc.</c:v>
                </c:pt>
                <c:pt idx="7279">
                  <c:v>richardson motor corp</c:v>
                </c:pt>
                <c:pt idx="7280">
                  <c:v>lease master inc</c:v>
                </c:pt>
                <c:pt idx="7281">
                  <c:v>wallace lincoln</c:v>
                </c:pt>
                <c:pt idx="7282">
                  <c:v>university fcu</c:v>
                </c:pt>
                <c:pt idx="7283">
                  <c:v>milledgeville hyundai llc</c:v>
                </c:pt>
                <c:pt idx="7284">
                  <c:v>us community credit union</c:v>
                </c:pt>
                <c:pt idx="7285">
                  <c:v>prestige motor company</c:v>
                </c:pt>
                <c:pt idx="7286">
                  <c:v>trey crouch's wheels on credit inc</c:v>
                </c:pt>
                <c:pt idx="7287">
                  <c:v>kuni westside infiniti</c:v>
                </c:pt>
                <c:pt idx="7288">
                  <c:v>west park motor company llc</c:v>
                </c:pt>
                <c:pt idx="7289">
                  <c:v>hollern and sons auto sales</c:v>
                </c:pt>
                <c:pt idx="7290">
                  <c:v>autoplex usa</c:v>
                </c:pt>
                <c:pt idx="7291">
                  <c:v>cross creek subaru inc</c:v>
                </c:pt>
                <c:pt idx="7292">
                  <c:v>hendersonville chrysler dodge jeep ram</c:v>
                </c:pt>
                <c:pt idx="7293">
                  <c:v>jp auto wholesalers inc</c:v>
                </c:pt>
                <c:pt idx="7294">
                  <c:v>car zone inc</c:v>
                </c:pt>
                <c:pt idx="7295">
                  <c:v>bmw of salem</c:v>
                </c:pt>
                <c:pt idx="7296">
                  <c:v>c &amp; b auto sales inc</c:v>
                </c:pt>
                <c:pt idx="7297">
                  <c:v>titan auto imports</c:v>
                </c:pt>
                <c:pt idx="7298">
                  <c:v>larry h miller dodge peoria</c:v>
                </c:pt>
                <c:pt idx="7299">
                  <c:v>professional financial services/spartanburg</c:v>
                </c:pt>
                <c:pt idx="7300">
                  <c:v>matt slap subaru inc</c:v>
                </c:pt>
                <c:pt idx="7301">
                  <c:v>primeritus remarketing/bullseye motors inc</c:v>
                </c:pt>
                <c:pt idx="7302">
                  <c:v>palm mitsubishi</c:v>
                </c:pt>
                <c:pt idx="7303">
                  <c:v>ron hibbard toyota</c:v>
                </c:pt>
                <c:pt idx="7304">
                  <c:v>advantage financing</c:v>
                </c:pt>
                <c:pt idx="7305">
                  <c:v>jen kel motor car inc</c:v>
                </c:pt>
                <c:pt idx="7306">
                  <c:v>ax auto inc</c:v>
                </c:pt>
                <c:pt idx="7307">
                  <c:v>fuccillo kia of clay</c:v>
                </c:pt>
                <c:pt idx="7308">
                  <c:v>clearview fcu</c:v>
                </c:pt>
                <c:pt idx="7309">
                  <c:v>devillier auto sales inc</c:v>
                </c:pt>
                <c:pt idx="7310">
                  <c:v>united finance co/portland</c:v>
                </c:pt>
                <c:pt idx="7311">
                  <c:v>auto expo llc</c:v>
                </c:pt>
                <c:pt idx="7312">
                  <c:v>west lawn motor co</c:v>
                </c:pt>
                <c:pt idx="7313">
                  <c:v>mid florida auto outlet inc</c:v>
                </c:pt>
                <c:pt idx="7314">
                  <c:v>toyota of boerne</c:v>
                </c:pt>
                <c:pt idx="7315">
                  <c:v>ocean city chevrolet</c:v>
                </c:pt>
                <c:pt idx="7316">
                  <c:v>ultimate automotive group llc</c:v>
                </c:pt>
                <c:pt idx="7317">
                  <c:v>tk whips automotive</c:v>
                </c:pt>
                <c:pt idx="7318">
                  <c:v>onesource/tuscaloosa toyota</c:v>
                </c:pt>
                <c:pt idx="7319">
                  <c:v>w b motors llc</c:v>
                </c:pt>
                <c:pt idx="7320">
                  <c:v>las vegas auto auction/super auto sales</c:v>
                </c:pt>
                <c:pt idx="7321">
                  <c:v>manheim riverside arbitrations</c:v>
                </c:pt>
                <c:pt idx="7322">
                  <c:v>west palm financial group llc</c:v>
                </c:pt>
                <c:pt idx="7323">
                  <c:v>lake nissan sales inc</c:v>
                </c:pt>
                <c:pt idx="7324">
                  <c:v>gesswein motors inc</c:v>
                </c:pt>
                <c:pt idx="7325">
                  <c:v>indiv</c:v>
                </c:pt>
                <c:pt idx="7326">
                  <c:v>baierl acura</c:v>
                </c:pt>
                <c:pt idx="7327">
                  <c:v>all american auto mart inc</c:v>
                </c:pt>
                <c:pt idx="7328">
                  <c:v>2rj auto enterprises llc</c:v>
                </c:pt>
                <c:pt idx="7329">
                  <c:v>titlemax/san diego ca1</c:v>
                </c:pt>
                <c:pt idx="7330">
                  <c:v>state department fcu</c:v>
                </c:pt>
                <c:pt idx="7331">
                  <c:v>montrose mazda kent</c:v>
                </c:pt>
                <c:pt idx="7332">
                  <c:v>newburgh toyota scion</c:v>
                </c:pt>
                <c:pt idx="7333">
                  <c:v>toyota of des moines</c:v>
                </c:pt>
                <c:pt idx="7334">
                  <c:v>siouxland fcu</c:v>
                </c:pt>
                <c:pt idx="7335">
                  <c:v>colorado motors</c:v>
                </c:pt>
                <c:pt idx="7336">
                  <c:v>cbr auto sales inc</c:v>
                </c:pt>
                <c:pt idx="7337">
                  <c:v>blue grass audi</c:v>
                </c:pt>
                <c:pt idx="7338">
                  <c:v>downsview place auto group inc</c:v>
                </c:pt>
                <c:pt idx="7339">
                  <c:v>bobs rentals inc dba/avis</c:v>
                </c:pt>
                <c:pt idx="7340">
                  <c:v>adams leasing inc</c:v>
                </c:pt>
                <c:pt idx="7341">
                  <c:v>infiniti of hoffman estates inc</c:v>
                </c:pt>
                <c:pt idx="7342">
                  <c:v>members 1st fcu</c:v>
                </c:pt>
                <c:pt idx="7343">
                  <c:v>km leasing</c:v>
                </c:pt>
                <c:pt idx="7344">
                  <c:v>union first market bankshares</c:v>
                </c:pt>
                <c:pt idx="7345">
                  <c:v>r and m quality wholesalers</c:v>
                </c:pt>
                <c:pt idx="7346">
                  <c:v>wagner's truck and auto sales</c:v>
                </c:pt>
                <c:pt idx="7347">
                  <c:v>gl southfield llc</c:v>
                </c:pt>
                <c:pt idx="7348">
                  <c:v>dodge city toyota-lexus of rkfd</c:v>
                </c:pt>
                <c:pt idx="7349">
                  <c:v>honda gallery</c:v>
                </c:pt>
                <c:pt idx="7350">
                  <c:v>decker motor car co inc</c:v>
                </c:pt>
                <c:pt idx="7351">
                  <c:v>autonation chrysler dodge jeep ram roseville</c:v>
                </c:pt>
                <c:pt idx="7352">
                  <c:v>repo remarketing/chevron valley credit union</c:v>
                </c:pt>
                <c:pt idx="7353">
                  <c:v>mbfs auction consignments</c:v>
                </c:pt>
                <c:pt idx="7354">
                  <c:v>jmj wholesale autos</c:v>
                </c:pt>
                <c:pt idx="7355">
                  <c:v>daytona hyundai</c:v>
                </c:pt>
                <c:pt idx="7356">
                  <c:v>kinsella kars</c:v>
                </c:pt>
                <c:pt idx="7357">
                  <c:v>primeritus remarketing/sms</c:v>
                </c:pt>
                <c:pt idx="7358">
                  <c:v>precision motors inc</c:v>
                </c:pt>
                <c:pt idx="7359">
                  <c:v>rentschler chevrolet</c:v>
                </c:pt>
                <c:pt idx="7360">
                  <c:v>onemain rem/lenn costner auto sales</c:v>
                </c:pt>
                <c:pt idx="7361">
                  <c:v>coastal credit llc/orange park/orange park</c:v>
                </c:pt>
                <c:pt idx="7362">
                  <c:v>cowboy up auto</c:v>
                </c:pt>
                <c:pt idx="7363">
                  <c:v>enterprise fleet services/st louis</c:v>
                </c:pt>
                <c:pt idx="7364">
                  <c:v>blackjack motorcars llc</c:v>
                </c:pt>
                <c:pt idx="7365">
                  <c:v>east west lincoln mercury inc</c:v>
                </c:pt>
                <c:pt idx="7366">
                  <c:v>clovis chrysler dodge jeep ram</c:v>
                </c:pt>
                <c:pt idx="7367">
                  <c:v>ron craft chevrolet cadillac</c:v>
                </c:pt>
                <c:pt idx="7368">
                  <c:v>auto dealers ca whsle network fleet llc</c:v>
                </c:pt>
                <c:pt idx="7369">
                  <c:v>executive fleet</c:v>
                </c:pt>
                <c:pt idx="7370">
                  <c:v>automobili corp</c:v>
                </c:pt>
                <c:pt idx="7371">
                  <c:v>auto solutions</c:v>
                </c:pt>
                <c:pt idx="7372">
                  <c:v>dollar rac/salt lake city</c:v>
                </c:pt>
                <c:pt idx="7373">
                  <c:v>j5's auto sales llc</c:v>
                </c:pt>
                <c:pt idx="7374">
                  <c:v>california dealers</c:v>
                </c:pt>
                <c:pt idx="7375">
                  <c:v>myeuronow corp</c:v>
                </c:pt>
                <c:pt idx="7376">
                  <c:v>ostiguy ford inc</c:v>
                </c:pt>
                <c:pt idx="7377">
                  <c:v>romero cars llc</c:v>
                </c:pt>
                <c:pt idx="7378">
                  <c:v>nissan dealer blend/chandler nissan</c:v>
                </c:pt>
                <c:pt idx="7379">
                  <c:v>town &amp; country car &amp; truck ctr  inc</c:v>
                </c:pt>
                <c:pt idx="7380">
                  <c:v>tmm auto sales</c:v>
                </c:pt>
                <c:pt idx="7381">
                  <c:v>white allen european auto group</c:v>
                </c:pt>
                <c:pt idx="7382">
                  <c:v>smart drive llc</c:v>
                </c:pt>
                <c:pt idx="7383">
                  <c:v>patrick hyundai llc</c:v>
                </c:pt>
                <c:pt idx="7384">
                  <c:v>supreme imports llc</c:v>
                </c:pt>
                <c:pt idx="7385">
                  <c:v>66 auto sales</c:v>
                </c:pt>
                <c:pt idx="7386">
                  <c:v>a j dohmann chevrolet cadillac inc</c:v>
                </c:pt>
                <c:pt idx="7387">
                  <c:v>george yelland inc</c:v>
                </c:pt>
                <c:pt idx="7388">
                  <c:v>carolina chrysler dodge jeep ram</c:v>
                </c:pt>
                <c:pt idx="7389">
                  <c:v>dfw aa/ars</c:v>
                </c:pt>
                <c:pt idx="7390">
                  <c:v>ed stibgen auto sales</c:v>
                </c:pt>
                <c:pt idx="7391">
                  <c:v>cook auto rental &amp; leasing inc</c:v>
                </c:pt>
                <c:pt idx="7392">
                  <c:v>icon motoring inc</c:v>
                </c:pt>
                <c:pt idx="7393">
                  <c:v>gas buggies</c:v>
                </c:pt>
                <c:pt idx="7394">
                  <c:v>sej llc</c:v>
                </c:pt>
                <c:pt idx="7395">
                  <c:v>mecu</c:v>
                </c:pt>
                <c:pt idx="7396">
                  <c:v>team toyota</c:v>
                </c:pt>
                <c:pt idx="7397">
                  <c:v>remarketing by ge/railroad &amp; industrial fcu</c:v>
                </c:pt>
                <c:pt idx="7398">
                  <c:v>northeast credit union</c:v>
                </c:pt>
                <c:pt idx="7399">
                  <c:v>toyota of bowie</c:v>
                </c:pt>
                <c:pt idx="7400">
                  <c:v>pit box auto sales llc</c:v>
                </c:pt>
                <c:pt idx="7401">
                  <c:v>lendmark financial services/florence</c:v>
                </c:pt>
                <c:pt idx="7402">
                  <c:v>snake river financial</c:v>
                </c:pt>
                <c:pt idx="7403">
                  <c:v>rockstar llc</c:v>
                </c:pt>
                <c:pt idx="7404">
                  <c:v>motorsports unlimited inc</c:v>
                </c:pt>
                <c:pt idx="7405">
                  <c:v>alerce group llc</c:v>
                </c:pt>
                <c:pt idx="7406">
                  <c:v>auto one usa</c:v>
                </c:pt>
                <c:pt idx="7407">
                  <c:v>jay pontiac buick</c:v>
                </c:pt>
                <c:pt idx="7408">
                  <c:v>houston auto auction</c:v>
                </c:pt>
                <c:pt idx="7409">
                  <c:v>buckeye state auto sales</c:v>
                </c:pt>
                <c:pt idx="7410">
                  <c:v>atlantic coast remarketing inc/sa</c:v>
                </c:pt>
                <c:pt idx="7411">
                  <c:v>dellarose llc</c:v>
                </c:pt>
                <c:pt idx="7412">
                  <c:v>a&amp;e automotive llc</c:v>
                </c:pt>
                <c:pt idx="7413">
                  <c:v>wissler motors inc</c:v>
                </c:pt>
                <c:pt idx="7414">
                  <c:v>wilder vw nissan</c:v>
                </c:pt>
                <c:pt idx="7415">
                  <c:v>walker bros. auto sales</c:v>
                </c:pt>
                <c:pt idx="7416">
                  <c:v>m &amp; b motors</c:v>
                </c:pt>
                <c:pt idx="7417">
                  <c:v>fiserv/alabama telco fcu</c:v>
                </c:pt>
                <c:pt idx="7418">
                  <c:v>championship auto sales</c:v>
                </c:pt>
                <c:pt idx="7419">
                  <c:v>auto brokers european connection llc</c:v>
                </c:pt>
                <c:pt idx="7420">
                  <c:v>raz cars inc</c:v>
                </c:pt>
                <c:pt idx="7421">
                  <c:v>lynnwood honda</c:v>
                </c:pt>
                <c:pt idx="7422">
                  <c:v>bass fineberg leasing inc</c:v>
                </c:pt>
                <c:pt idx="7423">
                  <c:v>derek scott's auto park</c:v>
                </c:pt>
                <c:pt idx="7424">
                  <c:v>orlando auto sale</c:v>
                </c:pt>
                <c:pt idx="7425">
                  <c:v>nick nicholas ford inc</c:v>
                </c:pt>
                <c:pt idx="7426">
                  <c:v>tac auto llc</c:v>
                </c:pt>
                <c:pt idx="7427">
                  <c:v>mazda gallery</c:v>
                </c:pt>
                <c:pt idx="7428">
                  <c:v>m/m ent</c:v>
                </c:pt>
                <c:pt idx="7429">
                  <c:v>repo remarketing/credit union of colorado</c:v>
                </c:pt>
                <c:pt idx="7430">
                  <c:v>rb leasing</c:v>
                </c:pt>
                <c:pt idx="7431">
                  <c:v>andy cothern auto sales</c:v>
                </c:pt>
                <c:pt idx="7432">
                  <c:v>beaverton auto wholesale llc</c:v>
                </c:pt>
                <c:pt idx="7433">
                  <c:v>abc 2 z auto sales llc</c:v>
                </c:pt>
                <c:pt idx="7434">
                  <c:v>onemain rem/brascar auto sales &amp; rentals inc</c:v>
                </c:pt>
                <c:pt idx="7435">
                  <c:v>onemain rem/auto empire inc</c:v>
                </c:pt>
                <c:pt idx="7436">
                  <c:v>advantage car exchange</c:v>
                </c:pt>
                <c:pt idx="7437">
                  <c:v>piazza hyundai of pottstown</c:v>
                </c:pt>
                <c:pt idx="7438">
                  <c:v>sames ford</c:v>
                </c:pt>
                <c:pt idx="7439">
                  <c:v>tustin hyundai</c:v>
                </c:pt>
                <c:pt idx="7440">
                  <c:v>p y enterprises inc</c:v>
                </c:pt>
                <c:pt idx="7441">
                  <c:v>primeritus remarketing/b link auto marine</c:v>
                </c:pt>
                <c:pt idx="7442">
                  <c:v>best value auto sales inc</c:v>
                </c:pt>
                <c:pt idx="7443">
                  <c:v>great lakes credit union</c:v>
                </c:pt>
                <c:pt idx="7444">
                  <c:v>henrico motor group llc</c:v>
                </c:pt>
                <c:pt idx="7445">
                  <c:v>diamond motorcars</c:v>
                </c:pt>
                <c:pt idx="7446">
                  <c:v>lyle pearson company inc</c:v>
                </c:pt>
                <c:pt idx="7447">
                  <c:v>norman baker auto sales  inc.</c:v>
                </c:pt>
                <c:pt idx="7448">
                  <c:v>prince auto sales llc</c:v>
                </c:pt>
                <c:pt idx="7449">
                  <c:v>leeder auto</c:v>
                </c:pt>
                <c:pt idx="7450">
                  <c:v>wy hy fcu</c:v>
                </c:pt>
                <c:pt idx="7451">
                  <c:v>phoenix wholesale motorsports</c:v>
                </c:pt>
                <c:pt idx="7452">
                  <c:v>welsh subaru of limerick</c:v>
                </c:pt>
                <c:pt idx="7453">
                  <c:v>dan powers chevrolet buick gmc</c:v>
                </c:pt>
                <c:pt idx="7454">
                  <c:v>great lakes hyundai inc</c:v>
                </c:pt>
                <c:pt idx="7455">
                  <c:v>american eagle bank</c:v>
                </c:pt>
                <c:pt idx="7456">
                  <c:v>autonation buick gmc west</c:v>
                </c:pt>
                <c:pt idx="7457">
                  <c:v>capital lease group</c:v>
                </c:pt>
                <c:pt idx="7458">
                  <c:v>fiserv/consumer finance asset management</c:v>
                </c:pt>
                <c:pt idx="7459">
                  <c:v>ford motor company</c:v>
                </c:pt>
                <c:pt idx="7460">
                  <c:v>erwin enterprises inc</c:v>
                </c:pt>
                <c:pt idx="7461">
                  <c:v>hyundai of wichita  inc</c:v>
                </c:pt>
                <c:pt idx="7462">
                  <c:v>johnson motors inc</c:v>
                </c:pt>
                <c:pt idx="7463">
                  <c:v>fields infiniti</c:v>
                </c:pt>
                <c:pt idx="7464">
                  <c:v>steves auto sales &amp; svc inc</c:v>
                </c:pt>
                <c:pt idx="7465">
                  <c:v>bell road toyota</c:v>
                </c:pt>
                <c:pt idx="7466">
                  <c:v>remarketing by ge/manheim new jersey</c:v>
                </c:pt>
                <c:pt idx="7467">
                  <c:v>premier ford linc merc inc</c:v>
                </c:pt>
                <c:pt idx="7468">
                  <c:v>maxim motors</c:v>
                </c:pt>
                <c:pt idx="7469">
                  <c:v>primeritus remarketing/tampa postal fcu/ez-step</c:v>
                </c:pt>
                <c:pt idx="7470">
                  <c:v>cmm finance</c:v>
                </c:pt>
                <c:pt idx="7471">
                  <c:v>h &amp; h auto sales</c:v>
                </c:pt>
                <c:pt idx="7472">
                  <c:v>d&amp;s brothers auto sales llc</c:v>
                </c:pt>
                <c:pt idx="7473">
                  <c:v>j &amp; s auto credit inc</c:v>
                </c:pt>
                <c:pt idx="7474">
                  <c:v>brilliance subaru</c:v>
                </c:pt>
                <c:pt idx="7475">
                  <c:v>faulkner volkswagen of mechanicsburg</c:v>
                </c:pt>
                <c:pt idx="7476">
                  <c:v>nuwest motors</c:v>
                </c:pt>
                <c:pt idx="7477">
                  <c:v>st. joseph's credit union</c:v>
                </c:pt>
                <c:pt idx="7478">
                  <c:v>autonation nissan irving</c:v>
                </c:pt>
                <c:pt idx="7479">
                  <c:v>ideal credit union</c:v>
                </c:pt>
                <c:pt idx="7480">
                  <c:v>xst motorsports inc</c:v>
                </c:pt>
                <c:pt idx="7481">
                  <c:v>benz boys inc</c:v>
                </c:pt>
                <c:pt idx="7482">
                  <c:v>bridgewater vehicle sls inc</c:v>
                </c:pt>
                <c:pt idx="7483">
                  <c:v>onemain rem/expo auto sales</c:v>
                </c:pt>
                <c:pt idx="7484">
                  <c:v>remarketing by ge/frontier financil credit union</c:v>
                </c:pt>
                <c:pt idx="7485">
                  <c:v>steve foley cadillac inc</c:v>
                </c:pt>
                <c:pt idx="7486">
                  <c:v>liberty chevrolet inc</c:v>
                </c:pt>
                <c:pt idx="7487">
                  <c:v>onesource/cornhusker auto center inc</c:v>
                </c:pt>
                <c:pt idx="7488">
                  <c:v>sparks motors llc</c:v>
                </c:pt>
                <c:pt idx="7489">
                  <c:v>m &amp; e motors inc</c:v>
                </c:pt>
                <c:pt idx="7490">
                  <c:v>paramus hyundai inc</c:v>
                </c:pt>
                <c:pt idx="7491">
                  <c:v>best finish auto sales</c:v>
                </c:pt>
                <c:pt idx="7492">
                  <c:v>fred martin ford inc</c:v>
                </c:pt>
                <c:pt idx="7493">
                  <c:v>college car co inc</c:v>
                </c:pt>
                <c:pt idx="7494">
                  <c:v>la jolla enterprises inc</c:v>
                </c:pt>
                <c:pt idx="7495">
                  <c:v>potamkin hyundai inc</c:v>
                </c:pt>
                <c:pt idx="7496">
                  <c:v>orange county auto buyers llc</c:v>
                </c:pt>
                <c:pt idx="7497">
                  <c:v>saber acceptance co inc</c:v>
                </c:pt>
                <c:pt idx="7498">
                  <c:v>kellie auto sales inc</c:v>
                </c:pt>
                <c:pt idx="7499">
                  <c:v>price s automotive investments inc</c:v>
                </c:pt>
                <c:pt idx="7500">
                  <c:v>nunez holding fla city</c:v>
                </c:pt>
                <c:pt idx="7501">
                  <c:v>car go auto</c:v>
                </c:pt>
                <c:pt idx="7502">
                  <c:v>chris motors auto sales inc</c:v>
                </c:pt>
                <c:pt idx="7503">
                  <c:v>alford auto sales</c:v>
                </c:pt>
                <c:pt idx="7504">
                  <c:v>niku enterprise</c:v>
                </c:pt>
                <c:pt idx="7505">
                  <c:v>sports &amp; imports inc</c:v>
                </c:pt>
                <c:pt idx="7506">
                  <c:v>key bank usa</c:v>
                </c:pt>
                <c:pt idx="7507">
                  <c:v>regal nissan inc</c:v>
                </c:pt>
                <c:pt idx="7508">
                  <c:v>ridgeway auto sales inc</c:v>
                </c:pt>
                <c:pt idx="7509">
                  <c:v>moses family motors inc</c:v>
                </c:pt>
                <c:pt idx="7510">
                  <c:v>peoples driven credit union</c:v>
                </c:pt>
                <c:pt idx="7511">
                  <c:v>zimbrick volkswagen of madison</c:v>
                </c:pt>
                <c:pt idx="7512">
                  <c:v>johns hopkins fcu</c:v>
                </c:pt>
                <c:pt idx="7513">
                  <c:v>hyundai of louisville</c:v>
                </c:pt>
                <c:pt idx="7514">
                  <c:v>hidalgo motors</c:v>
                </c:pt>
                <c:pt idx="7515">
                  <c:v>a &amp; r automobile sales  llc</c:v>
                </c:pt>
                <c:pt idx="7516">
                  <c:v>castlewood motors ltd</c:v>
                </c:pt>
                <c:pt idx="7517">
                  <c:v>absolute hyundai of mesquite</c:v>
                </c:pt>
                <c:pt idx="7518">
                  <c:v>geneva motors inc</c:v>
                </c:pt>
                <c:pt idx="7519">
                  <c:v>janssen chrysler jeep dodge</c:v>
                </c:pt>
                <c:pt idx="7520">
                  <c:v>auto service &amp; sales</c:v>
                </c:pt>
                <c:pt idx="7521">
                  <c:v>grandview motors inc</c:v>
                </c:pt>
                <c:pt idx="7522">
                  <c:v>bashir auto trading</c:v>
                </c:pt>
                <c:pt idx="7523">
                  <c:v>1360250 alberta ltd</c:v>
                </c:pt>
                <c:pt idx="7524">
                  <c:v>certified sales and leasing</c:v>
                </c:pt>
                <c:pt idx="7525">
                  <c:v>stroli motors ll</c:v>
                </c:pt>
                <c:pt idx="7526">
                  <c:v>manheim new orleans</c:v>
                </c:pt>
                <c:pt idx="7527">
                  <c:v>ankrom auto llc</c:v>
                </c:pt>
                <c:pt idx="7528">
                  <c:v>citadel federal credit union</c:v>
                </c:pt>
                <c:pt idx="7529">
                  <c:v>west coast auto enthusiasts llc</c:v>
                </c:pt>
                <c:pt idx="7530">
                  <c:v>titlemax/las vegas nv21</c:v>
                </c:pt>
                <c:pt idx="7531">
                  <c:v>prestige auto remarketing llc</c:v>
                </c:pt>
                <c:pt idx="7532">
                  <c:v>remarketing by ge/cawood auto</c:v>
                </c:pt>
                <c:pt idx="7533">
                  <c:v>khalcom motors inc</c:v>
                </c:pt>
                <c:pt idx="7534">
                  <c:v>world alliance</c:v>
                </c:pt>
                <c:pt idx="7535">
                  <c:v>vipre automotive management corp</c:v>
                </c:pt>
                <c:pt idx="7536">
                  <c:v>l &amp; l wholesales</c:v>
                </c:pt>
                <c:pt idx="7537">
                  <c:v>southwest auto brokers</c:v>
                </c:pt>
                <c:pt idx="7538">
                  <c:v>autoplanet inc</c:v>
                </c:pt>
                <c:pt idx="7539">
                  <c:v>dellen chevy buick pont gmc</c:v>
                </c:pt>
                <c:pt idx="7540">
                  <c:v>bavarian motor sport inc</c:v>
                </c:pt>
                <c:pt idx="7541">
                  <c:v>first fidelity bank</c:v>
                </c:pt>
                <c:pt idx="7542">
                  <c:v>mark down motors  inc.</c:v>
                </c:pt>
                <c:pt idx="7543">
                  <c:v>titlemax/new braunfels tx1</c:v>
                </c:pt>
                <c:pt idx="7544">
                  <c:v>tempe motors llc</c:v>
                </c:pt>
                <c:pt idx="7545">
                  <c:v>dans of big lake inc</c:v>
                </c:pt>
                <c:pt idx="7546">
                  <c:v>all county leasing inc</c:v>
                </c:pt>
                <c:pt idx="7547">
                  <c:v>darroch motorsports</c:v>
                </c:pt>
                <c:pt idx="7548">
                  <c:v>awin enterprises</c:v>
                </c:pt>
                <c:pt idx="7549">
                  <c:v>auto gallery inc</c:v>
                </c:pt>
                <c:pt idx="7550">
                  <c:v>crown ford inc</c:v>
                </c:pt>
                <c:pt idx="7551">
                  <c:v>universal toyota</c:v>
                </c:pt>
                <c:pt idx="7552">
                  <c:v>sams wholesale cars inc</c:v>
                </c:pt>
                <c:pt idx="7553">
                  <c:v>members choice credit union</c:v>
                </c:pt>
                <c:pt idx="7554">
                  <c:v>sw1 remarketing</c:v>
                </c:pt>
                <c:pt idx="7555">
                  <c:v>larry h miller hyundai peoria</c:v>
                </c:pt>
                <c:pt idx="7556">
                  <c:v>alex joel auto corp</c:v>
                </c:pt>
                <c:pt idx="7557">
                  <c:v>indian river leasing co inc</c:v>
                </c:pt>
                <c:pt idx="7558">
                  <c:v>carolina finance llc</c:v>
                </c:pt>
                <c:pt idx="7559">
                  <c:v>boardwalk porsche</c:v>
                </c:pt>
                <c:pt idx="7560">
                  <c:v>faulkner ciocca chevrolet llc</c:v>
                </c:pt>
                <c:pt idx="7561">
                  <c:v>titlemax/las vegas nv32</c:v>
                </c:pt>
                <c:pt idx="7562">
                  <c:v>first national bank of omaha</c:v>
                </c:pt>
                <c:pt idx="7563">
                  <c:v>steet toyota scion</c:v>
                </c:pt>
                <c:pt idx="7564">
                  <c:v>msd global corporation</c:v>
                </c:pt>
                <c:pt idx="7565">
                  <c:v>onemain rem/mark stefanelli llc</c:v>
                </c:pt>
                <c:pt idx="7566">
                  <c:v>lic motors inc</c:v>
                </c:pt>
                <c:pt idx="7567">
                  <c:v>union auto llc</c:v>
                </c:pt>
                <c:pt idx="7568">
                  <c:v>roy foss motors ltd</c:v>
                </c:pt>
                <c:pt idx="7569">
                  <c:v>c &amp; c auto llc</c:v>
                </c:pt>
                <c:pt idx="7570">
                  <c:v>john jones chevrolet buick of scottsburg inc</c:v>
                </c:pt>
                <c:pt idx="7571">
                  <c:v>jmj motors inc</c:v>
                </c:pt>
                <c:pt idx="7572">
                  <c:v>fox automotive group inc</c:v>
                </c:pt>
                <c:pt idx="7573">
                  <c:v>bergstrom buick gmc truck inc</c:v>
                </c:pt>
                <c:pt idx="7574">
                  <c:v>amaan motors llc</c:v>
                </c:pt>
                <c:pt idx="7575">
                  <c:v>mariner finance llc /nottingham</c:v>
                </c:pt>
                <c:pt idx="7576">
                  <c:v>style financial acceptance company</c:v>
                </c:pt>
                <c:pt idx="7577">
                  <c:v>xtreme auto wholesale</c:v>
                </c:pt>
                <c:pt idx="7578">
                  <c:v>westchester car rentals inc</c:v>
                </c:pt>
                <c:pt idx="7579">
                  <c:v>ocautomotive llc</c:v>
                </c:pt>
                <c:pt idx="7580">
                  <c:v>titlemax/las vegas nv28</c:v>
                </c:pt>
                <c:pt idx="7581">
                  <c:v>professional financial services/marietta</c:v>
                </c:pt>
                <c:pt idx="7582">
                  <c:v>kightlinger motors inc</c:v>
                </c:pt>
                <c:pt idx="7583">
                  <c:v>s m z auto import inc</c:v>
                </c:pt>
                <c:pt idx="7584">
                  <c:v>primeritus remarketing/manheim darlington</c:v>
                </c:pt>
                <c:pt idx="7585">
                  <c:v>scott tyler auto sales inc</c:v>
                </c:pt>
                <c:pt idx="7586">
                  <c:v>cocoa hyundai inc</c:v>
                </c:pt>
                <c:pt idx="7587">
                  <c:v>don bohn buick gmc</c:v>
                </c:pt>
                <c:pt idx="7588">
                  <c:v>autonation nissan lewisville</c:v>
                </c:pt>
                <c:pt idx="7589">
                  <c:v>auto centers st charles llc</c:v>
                </c:pt>
                <c:pt idx="7590">
                  <c:v>dave &amp; keiths service center llc</c:v>
                </c:pt>
                <c:pt idx="7591">
                  <c:v>fort bragg fcu</c:v>
                </c:pt>
                <c:pt idx="7592">
                  <c:v>budget car sales</c:v>
                </c:pt>
                <c:pt idx="7593">
                  <c:v>emp motors corp</c:v>
                </c:pt>
                <c:pt idx="7594">
                  <c:v>baydos</c:v>
                </c:pt>
                <c:pt idx="7595">
                  <c:v>frontier rental inc/dba dollar rent a car</c:v>
                </c:pt>
                <c:pt idx="7596">
                  <c:v>discount auto sales</c:v>
                </c:pt>
                <c:pt idx="7597">
                  <c:v>pikes peak automotive group llc</c:v>
                </c:pt>
                <c:pt idx="7598">
                  <c:v>tropical auto outlet</c:v>
                </c:pt>
                <c:pt idx="7599">
                  <c:v>socal motors</c:v>
                </c:pt>
                <c:pt idx="7600">
                  <c:v>lashley auto sales</c:v>
                </c:pt>
                <c:pt idx="7601">
                  <c:v>northwest federal credit union</c:v>
                </c:pt>
                <c:pt idx="7602">
                  <c:v>anderson pont buick olds gmc inc</c:v>
                </c:pt>
                <c:pt idx="7603">
                  <c:v>immo gest inc</c:v>
                </c:pt>
                <c:pt idx="7604">
                  <c:v>kei cars</c:v>
                </c:pt>
                <c:pt idx="7605">
                  <c:v>frankel acura</c:v>
                </c:pt>
                <c:pt idx="7606">
                  <c:v>chicago auto sales inc</c:v>
                </c:pt>
                <c:pt idx="7607">
                  <c:v>thornton road hyundai</c:v>
                </c:pt>
                <c:pt idx="7608">
                  <c:v>nissan of mission hills</c:v>
                </c:pt>
                <c:pt idx="7609">
                  <c:v>monroe bank &amp; trust</c:v>
                </c:pt>
                <c:pt idx="7610">
                  <c:v>long island motor sales llc</c:v>
                </c:pt>
                <c:pt idx="7611">
                  <c:v>kodus leasing inc</c:v>
                </c:pt>
                <c:pt idx="7612">
                  <c:v>pennsylvania auto credit</c:v>
                </c:pt>
                <c:pt idx="7613">
                  <c:v>pnc bank</c:v>
                </c:pt>
                <c:pt idx="7614">
                  <c:v>berkshire bank</c:v>
                </c:pt>
                <c:pt idx="7615">
                  <c:v>e j auto sales inc</c:v>
                </c:pt>
                <c:pt idx="7616">
                  <c:v>credit master auto sales inc</c:v>
                </c:pt>
                <c:pt idx="7617">
                  <c:v>autotek car sales &amp; service 1996 ltd</c:v>
                </c:pt>
                <c:pt idx="7618">
                  <c:v>buying all cars.com</c:v>
                </c:pt>
                <c:pt idx="7619">
                  <c:v>urs energy &amp; construction inc</c:v>
                </c:pt>
                <c:pt idx="7620">
                  <c:v>mid hudson subaru</c:v>
                </c:pt>
                <c:pt idx="7621">
                  <c:v>oswego county fcu</c:v>
                </c:pt>
                <c:pt idx="7622">
                  <c:v>la roca auto sales inc</c:v>
                </c:pt>
                <c:pt idx="7623">
                  <c:v>serra chev olds honda chrysler</c:v>
                </c:pt>
                <c:pt idx="7624">
                  <c:v>louie herron chrysler dodge jeep ram</c:v>
                </c:pt>
                <c:pt idx="7625">
                  <c:v>mr car luxury &amp; quality motors llc</c:v>
                </c:pt>
                <c:pt idx="7626">
                  <c:v>penske cadillac hummer south bay</c:v>
                </c:pt>
                <c:pt idx="7627">
                  <c:v>atlanta auto brokers inc</c:v>
                </c:pt>
                <c:pt idx="7628">
                  <c:v>great meadows automotive</c:v>
                </c:pt>
                <c:pt idx="7629">
                  <c:v>custodio auto sales</c:v>
                </c:pt>
                <c:pt idx="7630">
                  <c:v>doyle motorsports llc</c:v>
                </c:pt>
                <c:pt idx="7631">
                  <c:v>honda of oakland</c:v>
                </c:pt>
                <c:pt idx="7632">
                  <c:v>autonation toyota scion las vegas</c:v>
                </c:pt>
                <c:pt idx="7633">
                  <c:v>al packer's luxury imports</c:v>
                </c:pt>
                <c:pt idx="7634">
                  <c:v>autonation honda ohare</c:v>
                </c:pt>
                <c:pt idx="7635">
                  <c:v>bf saul</c:v>
                </c:pt>
                <c:pt idx="7636">
                  <c:v>hertrich chevrolet dodge</c:v>
                </c:pt>
                <c:pt idx="7637">
                  <c:v>autobahn motorcars llc</c:v>
                </c:pt>
                <c:pt idx="7638">
                  <c:v>autonation chrysler dodge jeep ram mobile</c:v>
                </c:pt>
                <c:pt idx="7639">
                  <c:v>state park motors inc</c:v>
                </c:pt>
                <c:pt idx="7640">
                  <c:v>north america motors inc</c:v>
                </c:pt>
                <c:pt idx="7641">
                  <c:v>east charlotte nissan</c:v>
                </c:pt>
                <c:pt idx="7642">
                  <c:v>down the road motors</c:v>
                </c:pt>
                <c:pt idx="7643">
                  <c:v>honda of manhattan</c:v>
                </c:pt>
                <c:pt idx="7644">
                  <c:v>moab chevrolet</c:v>
                </c:pt>
                <c:pt idx="7645">
                  <c:v>wells fargo auto finance</c:v>
                </c:pt>
                <c:pt idx="7646">
                  <c:v>luxury line auto</c:v>
                </c:pt>
                <c:pt idx="7647">
                  <c:v>virginia truck &amp; trailer sales inc</c:v>
                </c:pt>
                <c:pt idx="7648">
                  <c:v>perkins used cars</c:v>
                </c:pt>
                <c:pt idx="7649">
                  <c:v>phil long ford lincoln</c:v>
                </c:pt>
                <c:pt idx="7650">
                  <c:v>tamiami hyundai</c:v>
                </c:pt>
                <c:pt idx="7651">
                  <c:v>three way chevrolet cadillac</c:v>
                </c:pt>
                <c:pt idx="7652">
                  <c:v>luis rujel auto sales y/o oriental bank</c:v>
                </c:pt>
                <c:pt idx="7653">
                  <c:v>livermore honda</c:v>
                </c:pt>
                <c:pt idx="7654">
                  <c:v>titlemax/las vegas nv22</c:v>
                </c:pt>
                <c:pt idx="7655">
                  <c:v>randy curnow buick gmc inc</c:v>
                </c:pt>
                <c:pt idx="7656">
                  <c:v>viva nissan</c:v>
                </c:pt>
                <c:pt idx="7657">
                  <c:v>pistoles auto truck &amp; equipment llc</c:v>
                </c:pt>
                <c:pt idx="7658">
                  <c:v>remarketing by ge/manheim new york</c:v>
                </c:pt>
                <c:pt idx="7659">
                  <c:v>everett chevrolet buick gmc of morganton llc</c:v>
                </c:pt>
                <c:pt idx="7660">
                  <c:v>faulkner ciocca ford</c:v>
                </c:pt>
                <c:pt idx="7661">
                  <c:v>autocam estrie</c:v>
                </c:pt>
                <c:pt idx="7662">
                  <c:v>jm wholesale</c:v>
                </c:pt>
                <c:pt idx="7663">
                  <c:v>hertrich of pocomoke inc</c:v>
                </c:pt>
                <c:pt idx="7664">
                  <c:v>g enterprises llc</c:v>
                </c:pt>
                <c:pt idx="7665">
                  <c:v>fiat of creve coeur</c:v>
                </c:pt>
                <c:pt idx="7666">
                  <c:v>auto world motors</c:v>
                </c:pt>
                <c:pt idx="7667">
                  <c:v>cambridge automotive llc</c:v>
                </c:pt>
                <c:pt idx="7668">
                  <c:v>manheim albany</c:v>
                </c:pt>
                <c:pt idx="7669">
                  <c:v>abt inc</c:v>
                </c:pt>
                <c:pt idx="7670">
                  <c:v>malloy mazda mitsubishi</c:v>
                </c:pt>
                <c:pt idx="7671">
                  <c:v>liberty fleet and rental</c:v>
                </c:pt>
                <c:pt idx="7672">
                  <c:v>remarketing by ge/underwriters auto lease</c:v>
                </c:pt>
                <c:pt idx="7673">
                  <c:v>transit motors inc</c:v>
                </c:pt>
                <c:pt idx="7674">
                  <c:v>royal import  inc</c:v>
                </c:pt>
                <c:pt idx="7675">
                  <c:v>capital volkswagen</c:v>
                </c:pt>
                <c:pt idx="7676">
                  <c:v>c f capital finance</c:v>
                </c:pt>
                <c:pt idx="7677">
                  <c:v>airport infiniti</c:v>
                </c:pt>
                <c:pt idx="7678">
                  <c:v>primeritus remarketing/carolina auto sale</c:v>
                </c:pt>
                <c:pt idx="7679">
                  <c:v>pro tech auto leasing inc</c:v>
                </c:pt>
                <c:pt idx="7680">
                  <c:v>onitt remarketing llc</c:v>
                </c:pt>
                <c:pt idx="7681">
                  <c:v>remarketing by ge/uniwyo fcu</c:v>
                </c:pt>
                <c:pt idx="7682">
                  <c:v>onesource/team hyundai mall of georgia</c:v>
                </c:pt>
                <c:pt idx="7683">
                  <c:v>auto direct cars llc</c:v>
                </c:pt>
                <c:pt idx="7684">
                  <c:v>ars/ate industries</c:v>
                </c:pt>
                <c:pt idx="7685">
                  <c:v>chevrolet of morristown  llc</c:v>
                </c:pt>
                <c:pt idx="7686">
                  <c:v>dene lambkin hyundai</c:v>
                </c:pt>
                <c:pt idx="7687">
                  <c:v>auto dynamics inc</c:v>
                </c:pt>
                <c:pt idx="7688">
                  <c:v>lone star autoplex</c:v>
                </c:pt>
                <c:pt idx="7689">
                  <c:v>slone automotive enterprise inc</c:v>
                </c:pt>
                <c:pt idx="7690">
                  <c:v>yarmon ford inc</c:v>
                </c:pt>
                <c:pt idx="7691">
                  <c:v>valley car credit llc</c:v>
                </c:pt>
                <c:pt idx="7692">
                  <c:v>moret motors</c:v>
                </c:pt>
                <c:pt idx="7693">
                  <c:v>vci/walters auto sales/service inc</c:v>
                </c:pt>
                <c:pt idx="7694">
                  <c:v>hart fullerton leasing</c:v>
                </c:pt>
                <c:pt idx="7695">
                  <c:v>grandview financial</c:v>
                </c:pt>
                <c:pt idx="7696">
                  <c:v>street dreams</c:v>
                </c:pt>
                <c:pt idx="7697">
                  <c:v>sc automotive world</c:v>
                </c:pt>
                <c:pt idx="7698">
                  <c:v>kings motor group</c:v>
                </c:pt>
                <c:pt idx="7699">
                  <c:v>trusted auto brokers</c:v>
                </c:pt>
                <c:pt idx="7700">
                  <c:v>agoura motorcar co inc</c:v>
                </c:pt>
                <c:pt idx="7701">
                  <c:v>mcgrath acura of downtown chicago</c:v>
                </c:pt>
                <c:pt idx="7702">
                  <c:v>texans credit union</c:v>
                </c:pt>
                <c:pt idx="7703">
                  <c:v>select remarketing group llc/northeastern</c:v>
                </c:pt>
                <c:pt idx="7704">
                  <c:v>titlemax/henderson nv3</c:v>
                </c:pt>
                <c:pt idx="7705">
                  <c:v>parking co of america inc</c:v>
                </c:pt>
                <c:pt idx="7706">
                  <c:v>union bank &amp; trust co</c:v>
                </c:pt>
                <c:pt idx="7707">
                  <c:v>dockings motors</c:v>
                </c:pt>
                <c:pt idx="7708">
                  <c:v>jenkins mazda</c:v>
                </c:pt>
                <c:pt idx="7709">
                  <c:v>automotive services finance inc</c:v>
                </c:pt>
                <c:pt idx="7710">
                  <c:v>big dady cars inc</c:v>
                </c:pt>
                <c:pt idx="7711">
                  <c:v>city hyundai</c:v>
                </c:pt>
                <c:pt idx="7712">
                  <c:v>franklin acceptance llc</c:v>
                </c:pt>
                <c:pt idx="7713">
                  <c:v>united auto sales of utica inc</c:v>
                </c:pt>
                <c:pt idx="7714">
                  <c:v>southside mitsubishi</c:v>
                </c:pt>
                <c:pt idx="7715">
                  <c:v>onemain rem/tylan trading company</c:v>
                </c:pt>
                <c:pt idx="7716">
                  <c:v>faulkner olds inc</c:v>
                </c:pt>
                <c:pt idx="7717">
                  <c:v>p c motors llc</c:v>
                </c:pt>
                <c:pt idx="7718">
                  <c:v>woody anderson ford</c:v>
                </c:pt>
                <c:pt idx="7719">
                  <c:v>speed auto sales llc</c:v>
                </c:pt>
                <c:pt idx="7720">
                  <c:v>shahinian life llc</c:v>
                </c:pt>
                <c:pt idx="7721">
                  <c:v>pierre chartrand</c:v>
                </c:pt>
                <c:pt idx="7722">
                  <c:v>reliable rent a car</c:v>
                </c:pt>
                <c:pt idx="7723">
                  <c:v>primm auto sales &amp; repair</c:v>
                </c:pt>
                <c:pt idx="7724">
                  <c:v>r and d auto brokers</c:v>
                </c:pt>
                <c:pt idx="7725">
                  <c:v>united nissan</c:v>
                </c:pt>
                <c:pt idx="7726">
                  <c:v>bestway auto/truck rental sales/leasing</c:v>
                </c:pt>
                <c:pt idx="7727">
                  <c:v>humberview motors inc</c:v>
                </c:pt>
                <c:pt idx="7728">
                  <c:v>allstate leasing inc</c:v>
                </c:pt>
                <c:pt idx="7729">
                  <c:v>jnm autos inc</c:v>
                </c:pt>
                <c:pt idx="7730">
                  <c:v>american sales &amp; leasing inc</c:v>
                </c:pt>
                <c:pt idx="7731">
                  <c:v>international auto dealers exchange llc</c:v>
                </c:pt>
                <c:pt idx="7732">
                  <c:v>fox subaru</c:v>
                </c:pt>
                <c:pt idx="7733">
                  <c:v>tuttle's auto sales llc</c:v>
                </c:pt>
                <c:pt idx="7734">
                  <c:v>usa rto llc</c:v>
                </c:pt>
                <c:pt idx="7735">
                  <c:v>macs auto &amp; equipment sales inc</c:v>
                </c:pt>
                <c:pt idx="7736">
                  <c:v>james hodge ford-lincoln-merc  inc</c:v>
                </c:pt>
                <c:pt idx="7737">
                  <c:v>primeritus remarketing / carolinas telco fc</c:v>
                </c:pt>
                <c:pt idx="7738">
                  <c:v>meissner auto sales</c:v>
                </c:pt>
                <c:pt idx="7739">
                  <c:v>joe curcio auto sales inc</c:v>
                </c:pt>
                <c:pt idx="7740">
                  <c:v>j p's auto sales</c:v>
                </c:pt>
                <c:pt idx="7741">
                  <c:v>green cap financial/dba lendmark financial/fayet</c:v>
                </c:pt>
                <c:pt idx="7742">
                  <c:v>apple chev buick of northfield</c:v>
                </c:pt>
                <c:pt idx="7743">
                  <c:v>boucher nissan</c:v>
                </c:pt>
                <c:pt idx="7744">
                  <c:v>view point bank</c:v>
                </c:pt>
                <c:pt idx="7745">
                  <c:v>toyota of brookhaven</c:v>
                </c:pt>
                <c:pt idx="7746">
                  <c:v>professional financial services/savannah</c:v>
                </c:pt>
                <c:pt idx="7747">
                  <c:v>west mark financial</c:v>
                </c:pt>
                <c:pt idx="7748">
                  <c:v>pilgrim motors llc</c:v>
                </c:pt>
                <c:pt idx="7749">
                  <c:v>serious auto</c:v>
                </c:pt>
                <c:pt idx="7750">
                  <c:v>hertz car sales</c:v>
                </c:pt>
                <c:pt idx="7751">
                  <c:v>j c auto deals</c:v>
                </c:pt>
                <c:pt idx="7752">
                  <c:v>k a dealer</c:v>
                </c:pt>
                <c:pt idx="7753">
                  <c:v>enterprise leasing company/merriam</c:v>
                </c:pt>
                <c:pt idx="7754">
                  <c:v>autosignature.ca inc</c:v>
                </c:pt>
                <c:pt idx="7755">
                  <c:v>mercedes-benz finc services/tracking</c:v>
                </c:pt>
                <c:pt idx="7756">
                  <c:v>performance motors inc</c:v>
                </c:pt>
                <c:pt idx="7757">
                  <c:v>integrity automotive llc</c:v>
                </c:pt>
                <c:pt idx="7758">
                  <c:v>finish line ford inc</c:v>
                </c:pt>
                <c:pt idx="7759">
                  <c:v>hickory used cars inc</c:v>
                </c:pt>
                <c:pt idx="7760">
                  <c:v>inlane auto llc</c:v>
                </c:pt>
                <c:pt idx="7761">
                  <c:v>legacy texas bank</c:v>
                </c:pt>
                <c:pt idx="7762">
                  <c:v>remarketing by ge/peoples credit union</c:v>
                </c:pt>
                <c:pt idx="7763">
                  <c:v>orv enterprises</c:v>
                </c:pt>
                <c:pt idx="7764">
                  <c:v>montrose nissan</c:v>
                </c:pt>
                <c:pt idx="7765">
                  <c:v>kurt johnson auto sales llc</c:v>
                </c:pt>
                <c:pt idx="7766">
                  <c:v>tiggys auto group</c:v>
                </c:pt>
                <c:pt idx="7767">
                  <c:v>mike davidson ford</c:v>
                </c:pt>
                <c:pt idx="7768">
                  <c:v>lon motors</c:v>
                </c:pt>
                <c:pt idx="7769">
                  <c:v>route 13 auto group inc</c:v>
                </c:pt>
                <c:pt idx="7770">
                  <c:v>first interstate bank</c:v>
                </c:pt>
                <c:pt idx="7771">
                  <c:v>justice federal credit union</c:v>
                </c:pt>
                <c:pt idx="7772">
                  <c:v>coastal credit llc/el paso/el paso</c:v>
                </c:pt>
                <c:pt idx="7773">
                  <c:v>infiniti of orange park</c:v>
                </c:pt>
                <c:pt idx="7774">
                  <c:v>car guy tz</c:v>
                </c:pt>
                <c:pt idx="7775">
                  <c:v>clay cooley motor co</c:v>
                </c:pt>
                <c:pt idx="7776">
                  <c:v>first class 4 x 4</c:v>
                </c:pt>
                <c:pt idx="7777">
                  <c:v>carmen auto group</c:v>
                </c:pt>
                <c:pt idx="7778">
                  <c:v>brown hyundai of laredo</c:v>
                </c:pt>
                <c:pt idx="7779">
                  <c:v>barnes baker automotive</c:v>
                </c:pt>
                <c:pt idx="7780">
                  <c:v>fleet/lease misc</c:v>
                </c:pt>
                <c:pt idx="7781">
                  <c:v>midway chrysler dodge jeep inc</c:v>
                </c:pt>
                <c:pt idx="7782">
                  <c:v>raritan bay fcu</c:v>
                </c:pt>
                <c:pt idx="7783">
                  <c:v>lake ford lincoln mercury inc</c:v>
                </c:pt>
                <c:pt idx="7784">
                  <c:v>carrier truck sales  llc</c:v>
                </c:pt>
                <c:pt idx="7785">
                  <c:v>g and h auto sales llc</c:v>
                </c:pt>
                <c:pt idx="7786">
                  <c:v>ed koehn ford lincoln mercury</c:v>
                </c:pt>
                <c:pt idx="7787">
                  <c:v>city of cape coral</c:v>
                </c:pt>
                <c:pt idx="7788">
                  <c:v>autonation chrysler jeep broadway</c:v>
                </c:pt>
                <c:pt idx="7789">
                  <c:v>titlemax/clarksville tn1</c:v>
                </c:pt>
                <c:pt idx="7790">
                  <c:v>southfield chrysler dodge jeep ram</c:v>
                </c:pt>
                <c:pt idx="7791">
                  <c:v>tri state nissan</c:v>
                </c:pt>
                <c:pt idx="7792">
                  <c:v>jaguar land rover madison</c:v>
                </c:pt>
                <c:pt idx="7793">
                  <c:v>titlebucks/tucson az1</c:v>
                </c:pt>
                <c:pt idx="7794">
                  <c:v>the volvo store</c:v>
                </c:pt>
                <c:pt idx="7795">
                  <c:v>rio vista chevrolet</c:v>
                </c:pt>
                <c:pt idx="7796">
                  <c:v>oxmoor hyundai</c:v>
                </c:pt>
                <c:pt idx="7797">
                  <c:v>triple m auto finders</c:v>
                </c:pt>
                <c:pt idx="7798">
                  <c:v>we buy cars inc.</c:v>
                </c:pt>
                <c:pt idx="7799">
                  <c:v>precision toyota of tucson</c:v>
                </c:pt>
                <c:pt idx="7800">
                  <c:v>whitewater motor co inc</c:v>
                </c:pt>
                <c:pt idx="7801">
                  <c:v>royal oaks motors inc</c:v>
                </c:pt>
                <c:pt idx="7802">
                  <c:v>michael saab auto ctr cad olds michael lsg humer</c:v>
                </c:pt>
                <c:pt idx="7803">
                  <c:v>sterling car sales</c:v>
                </c:pt>
                <c:pt idx="7804">
                  <c:v>thirtieth avenue car corral inc</c:v>
                </c:pt>
                <c:pt idx="7805">
                  <c:v>efkamp auto sales</c:v>
                </c:pt>
                <c:pt idx="7806">
                  <c:v>energy country motors</c:v>
                </c:pt>
                <c:pt idx="7807">
                  <c:v>diamond buick gmc alexandria</c:v>
                </c:pt>
                <c:pt idx="7808">
                  <c:v>aaa auto wholesale ltd</c:v>
                </c:pt>
                <c:pt idx="7809">
                  <c:v>best buy auto sales</c:v>
                </c:pt>
                <c:pt idx="7810">
                  <c:v>faricy ford lincoln inc</c:v>
                </c:pt>
                <c:pt idx="7811">
                  <c:v>family motors</c:v>
                </c:pt>
                <c:pt idx="7812">
                  <c:v>baydo chevrolet</c:v>
                </c:pt>
                <c:pt idx="7813">
                  <c:v>b &amp; b auto sales llc</c:v>
                </c:pt>
                <c:pt idx="7814">
                  <c:v>cal empire auto exchange inc</c:v>
                </c:pt>
                <c:pt idx="7815">
                  <c:v>honda &amp; volvo of lisle</c:v>
                </c:pt>
                <c:pt idx="7816">
                  <c:v>mitchell motors</c:v>
                </c:pt>
                <c:pt idx="7817">
                  <c:v>manheim dallas fort worth</c:v>
                </c:pt>
                <c:pt idx="7818">
                  <c:v>world class motors inc</c:v>
                </c:pt>
                <c:pt idx="7819">
                  <c:v>onpoint financial corporation</c:v>
                </c:pt>
                <c:pt idx="7820">
                  <c:v>palisades funding group</c:v>
                </c:pt>
                <c:pt idx="7821">
                  <c:v>fury motors inc</c:v>
                </c:pt>
                <c:pt idx="7822">
                  <c:v>inver grove honda</c:v>
                </c:pt>
                <c:pt idx="7823">
                  <c:v>james motor company</c:v>
                </c:pt>
                <c:pt idx="7824">
                  <c:v>darby buick gmc</c:v>
                </c:pt>
                <c:pt idx="7825">
                  <c:v>car master</c:v>
                </c:pt>
                <c:pt idx="7826">
                  <c:v>budget rent a car/ars</c:v>
                </c:pt>
                <c:pt idx="7827">
                  <c:v>peoples credit union</c:v>
                </c:pt>
                <c:pt idx="7828">
                  <c:v>bermans infiniti of chicago inc</c:v>
                </c:pt>
                <c:pt idx="7829">
                  <c:v>summit ford inc</c:v>
                </c:pt>
                <c:pt idx="7830">
                  <c:v>saber acceptance</c:v>
                </c:pt>
                <c:pt idx="7831">
                  <c:v>peoria nissan</c:v>
                </c:pt>
                <c:pt idx="7832">
                  <c:v>9109 4672 quebec inc</c:v>
                </c:pt>
                <c:pt idx="7833">
                  <c:v>deals r us auto sales inc</c:v>
                </c:pt>
                <c:pt idx="7834">
                  <c:v>four leaf finance</c:v>
                </c:pt>
                <c:pt idx="7835">
                  <c:v>alberic ford inc</c:v>
                </c:pt>
                <c:pt idx="7836">
                  <c:v>fox ford inc</c:v>
                </c:pt>
                <c:pt idx="7837">
                  <c:v>park mazda</c:v>
                </c:pt>
                <c:pt idx="7838">
                  <c:v>fancy motors inc</c:v>
                </c:pt>
                <c:pt idx="7839">
                  <c:v>autonation chevrolet gilbert</c:v>
                </c:pt>
                <c:pt idx="7840">
                  <c:v>net lending llc</c:v>
                </c:pt>
                <c:pt idx="7841">
                  <c:v>tillers used cars</c:v>
                </c:pt>
                <c:pt idx="7842">
                  <c:v>primeritus financial services</c:v>
                </c:pt>
                <c:pt idx="7843">
                  <c:v>les voitures usagees de mont laurier inc</c:v>
                </c:pt>
                <c:pt idx="7844">
                  <c:v>the auto center</c:v>
                </c:pt>
                <c:pt idx="7845">
                  <c:v>tra aims buyer</c:v>
                </c:pt>
                <c:pt idx="7846">
                  <c:v>car pros kia</c:v>
                </c:pt>
                <c:pt idx="7847">
                  <c:v>kalsee credit union</c:v>
                </c:pt>
                <c:pt idx="7848">
                  <c:v>don worley used cars</c:v>
                </c:pt>
                <c:pt idx="7849">
                  <c:v>ez title loans/zaina corp</c:v>
                </c:pt>
                <c:pt idx="7850">
                  <c:v>apple chrysler dodge jeep ram of hanover</c:v>
                </c:pt>
                <c:pt idx="7851">
                  <c:v>century 1 chevrolet inc</c:v>
                </c:pt>
                <c:pt idx="7852">
                  <c:v>motormax financial services</c:v>
                </c:pt>
                <c:pt idx="7853">
                  <c:v>jerry spady chevrolet gmc cadillac</c:v>
                </c:pt>
                <c:pt idx="7854">
                  <c:v>reparaciones hector</c:v>
                </c:pt>
                <c:pt idx="7855">
                  <c:v>nissan of fife</c:v>
                </c:pt>
                <c:pt idx="7856">
                  <c:v>rohde enterprises</c:v>
                </c:pt>
                <c:pt idx="7857">
                  <c:v>the salvation army</c:v>
                </c:pt>
                <c:pt idx="7858">
                  <c:v>mlr trading company</c:v>
                </c:pt>
                <c:pt idx="7859">
                  <c:v>south beach motor cars inc</c:v>
                </c:pt>
                <c:pt idx="7860">
                  <c:v>tdaf remarketing/fargo auto sales llc</c:v>
                </c:pt>
                <c:pt idx="7861">
                  <c:v>auto rental services</c:v>
                </c:pt>
                <c:pt idx="7862">
                  <c:v>allan nott honda</c:v>
                </c:pt>
                <c:pt idx="7863">
                  <c:v>cars group finance &amp; sales</c:v>
                </c:pt>
                <c:pt idx="7864">
                  <c:v>anoka hennepin credit union</c:v>
                </c:pt>
                <c:pt idx="7865">
                  <c:v>auction direct autos llc</c:v>
                </c:pt>
                <c:pt idx="7866">
                  <c:v>auto xtreme inc</c:v>
                </c:pt>
                <c:pt idx="7867">
                  <c:v>chelo auto sales</c:v>
                </c:pt>
                <c:pt idx="7868">
                  <c:v>bb motors</c:v>
                </c:pt>
                <c:pt idx="7869">
                  <c:v>barrington imports corporation</c:v>
                </c:pt>
                <c:pt idx="7870">
                  <c:v>jim click chry ply jeep eagle</c:v>
                </c:pt>
                <c:pt idx="7871">
                  <c:v>oneok partners</c:v>
                </c:pt>
                <c:pt idx="7872">
                  <c:v>mercedes-benz of tri-cities</c:v>
                </c:pt>
                <c:pt idx="7873">
                  <c:v>wallace leasing corporation</c:v>
                </c:pt>
                <c:pt idx="7874">
                  <c:v>romano mazda</c:v>
                </c:pt>
                <c:pt idx="7875">
                  <c:v>shadys deals on wheels</c:v>
                </c:pt>
                <c:pt idx="7876">
                  <c:v>mobility express inc</c:v>
                </c:pt>
                <c:pt idx="7877">
                  <c:v>lighthouse acceptance corp</c:v>
                </c:pt>
                <c:pt idx="7878">
                  <c:v>trading post motors</c:v>
                </c:pt>
                <c:pt idx="7879">
                  <c:v>montgomery automotive group  inc</c:v>
                </c:pt>
                <c:pt idx="7880">
                  <c:v>oxmoor chrysler dodge jeep ram llc</c:v>
                </c:pt>
                <c:pt idx="7881">
                  <c:v>kia of stuart</c:v>
                </c:pt>
                <c:pt idx="7882">
                  <c:v>south metro fcu</c:v>
                </c:pt>
                <c:pt idx="7883">
                  <c:v>kia west edmonton</c:v>
                </c:pt>
                <c:pt idx="7884">
                  <c:v>bergstrom chev cad buick gmc truck inc</c:v>
                </c:pt>
                <c:pt idx="7885">
                  <c:v>ford of west covina</c:v>
                </c:pt>
                <c:pt idx="7886">
                  <c:v>horton truck and equipment llc</c:v>
                </c:pt>
                <c:pt idx="7887">
                  <c:v>1813477 alberta ltd</c:v>
                </c:pt>
                <c:pt idx="7888">
                  <c:v>billings sales &amp; service inc</c:v>
                </c:pt>
                <c:pt idx="7889">
                  <c:v>don reeves auto center</c:v>
                </c:pt>
                <c:pt idx="7890">
                  <c:v>autonation ford amherst</c:v>
                </c:pt>
                <c:pt idx="7891">
                  <c:v>affordable auto rental/budget rac</c:v>
                </c:pt>
                <c:pt idx="7892">
                  <c:v>billingsley ford of lawton  llc</c:v>
                </c:pt>
                <c:pt idx="7893">
                  <c:v>evia auto sales inc</c:v>
                </c:pt>
                <c:pt idx="7894">
                  <c:v>profound auto care inc</c:v>
                </c:pt>
                <c:pt idx="7895">
                  <c:v>south fort chevrolet ltd</c:v>
                </c:pt>
                <c:pt idx="7896">
                  <c:v>um/centrus auto finance</c:v>
                </c:pt>
                <c:pt idx="7897">
                  <c:v>terry chapin nissan</c:v>
                </c:pt>
                <c:pt idx="7898">
                  <c:v>penske hyundai</c:v>
                </c:pt>
                <c:pt idx="7899">
                  <c:v>sewell subaru</c:v>
                </c:pt>
                <c:pt idx="7900">
                  <c:v>lsl auto sales llc</c:v>
                </c:pt>
                <c:pt idx="7901">
                  <c:v>rosenberger auto sales llc</c:v>
                </c:pt>
                <c:pt idx="7902">
                  <c:v>bargain town motor cars inc</c:v>
                </c:pt>
                <c:pt idx="7903">
                  <c:v>jordan automotive inc</c:v>
                </c:pt>
                <c:pt idx="7904">
                  <c:v>auto world usa llc</c:v>
                </c:pt>
                <c:pt idx="7905">
                  <c:v>citizens savings and loans</c:v>
                </c:pt>
                <c:pt idx="7906">
                  <c:v>ideal buick gmc truck hyundai</c:v>
                </c:pt>
                <c:pt idx="7907">
                  <c:v>colonial hyundai of downingtown llc</c:v>
                </c:pt>
                <c:pt idx="7908">
                  <c:v>fast/safe auto sales</c:v>
                </c:pt>
                <c:pt idx="7909">
                  <c:v>car mart express</c:v>
                </c:pt>
                <c:pt idx="7910">
                  <c:v>peggy's auto sales inc</c:v>
                </c:pt>
                <c:pt idx="7911">
                  <c:v>national auto sales inc</c:v>
                </c:pt>
                <c:pt idx="7912">
                  <c:v>maxon hyundai inc</c:v>
                </c:pt>
                <c:pt idx="7913">
                  <c:v>newby buick oldsmobile pontiac gmc inc</c:v>
                </c:pt>
                <c:pt idx="7914">
                  <c:v>ron hodgson chevrolet buick gmc ltd</c:v>
                </c:pt>
                <c:pt idx="7915">
                  <c:v>wheatley auto sales</c:v>
                </c:pt>
                <c:pt idx="7916">
                  <c:v>united auto brokers</c:v>
                </c:pt>
                <c:pt idx="7917">
                  <c:v>stealth auto llc</c:v>
                </c:pt>
                <c:pt idx="7918">
                  <c:v>eagle federal credit union</c:v>
                </c:pt>
                <c:pt idx="7919">
                  <c:v>hanford toyota scion</c:v>
                </c:pt>
                <c:pt idx="7920">
                  <c:v>akv auto</c:v>
                </c:pt>
                <c:pt idx="7921">
                  <c:v>regency auto group</c:v>
                </c:pt>
                <c:pt idx="7922">
                  <c:v>antwerpen security nissan</c:v>
                </c:pt>
                <c:pt idx="7923">
                  <c:v>ancaster toyota</c:v>
                </c:pt>
                <c:pt idx="7924">
                  <c:v>era classic auto sales ltd</c:v>
                </c:pt>
                <c:pt idx="7925">
                  <c:v>automobiles gilles boisclair enr</c:v>
                </c:pt>
                <c:pt idx="7926">
                  <c:v>central ohio credit corporation</c:v>
                </c:pt>
                <c:pt idx="7927">
                  <c:v>autofarm buick gmc</c:v>
                </c:pt>
                <c:pt idx="7928">
                  <c:v>car lux inc</c:v>
                </c:pt>
                <c:pt idx="7929">
                  <c:v>schools fcu</c:v>
                </c:pt>
                <c:pt idx="7930">
                  <c:v>titlemax/las vegas nv18</c:v>
                </c:pt>
                <c:pt idx="7931">
                  <c:v>mylenbusch auto source</c:v>
                </c:pt>
                <c:pt idx="7932">
                  <c:v>nflcarsus</c:v>
                </c:pt>
                <c:pt idx="7933">
                  <c:v>shakopee chev olds pont</c:v>
                </c:pt>
                <c:pt idx="7934">
                  <c:v>s and s motors inc</c:v>
                </c:pt>
                <c:pt idx="7935">
                  <c:v>street visions inc</c:v>
                </c:pt>
                <c:pt idx="7936">
                  <c:v>century credit union</c:v>
                </c:pt>
                <c:pt idx="7937">
                  <c:v>dan vaden chevrolet cadillac</c:v>
                </c:pt>
                <c:pt idx="7938">
                  <c:v>citizens finance/elgin</c:v>
                </c:pt>
                <c:pt idx="7939">
                  <c:v>boardman brothers motor car company inc</c:v>
                </c:pt>
                <c:pt idx="7940">
                  <c:v>7 &amp; 6 auto sales</c:v>
                </c:pt>
                <c:pt idx="7941">
                  <c:v>casa de autos</c:v>
                </c:pt>
                <c:pt idx="7942">
                  <c:v>biggs cadillac buick gmc trucks inc</c:v>
                </c:pt>
                <c:pt idx="7943">
                  <c:v>american financial inc</c:v>
                </c:pt>
                <c:pt idx="7944">
                  <c:v>dollar/thrifty car and truck rentals</c:v>
                </c:pt>
                <c:pt idx="7945">
                  <c:v>town center nissan</c:v>
                </c:pt>
                <c:pt idx="7946">
                  <c:v>rons auto sales</c:v>
                </c:pt>
                <c:pt idx="7947">
                  <c:v>caldwell toyota</c:v>
                </c:pt>
                <c:pt idx="7948">
                  <c:v>all american imports</c:v>
                </c:pt>
                <c:pt idx="7949">
                  <c:v>gunther volkswagen</c:v>
                </c:pt>
                <c:pt idx="7950">
                  <c:v>little apple toyota honda</c:v>
                </c:pt>
                <c:pt idx="7951">
                  <c:v>tio chuys auto finance dba tcaf inc</c:v>
                </c:pt>
                <c:pt idx="7952">
                  <c:v>m &amp; m motors</c:v>
                </c:pt>
                <c:pt idx="7953">
                  <c:v>mayday rental cars inc</c:v>
                </c:pt>
                <c:pt idx="7954">
                  <c:v>muller honda</c:v>
                </c:pt>
                <c:pt idx="7955">
                  <c:v>luxor auto wholesale</c:v>
                </c:pt>
                <c:pt idx="7956">
                  <c:v>sierra acura of alhambra</c:v>
                </c:pt>
                <c:pt idx="7957">
                  <c:v>primeritus remarketing/first hawaiian ban</c:v>
                </c:pt>
                <c:pt idx="7958">
                  <c:v>ryal &amp; co inc.</c:v>
                </c:pt>
                <c:pt idx="7959">
                  <c:v>advantage auto sales</c:v>
                </c:pt>
                <c:pt idx="7960">
                  <c:v>caserta car company inc</c:v>
                </c:pt>
                <c:pt idx="7961">
                  <c:v>ghumms auto center llc</c:v>
                </c:pt>
                <c:pt idx="7962">
                  <c:v>drive now auto credit inc</c:v>
                </c:pt>
                <c:pt idx="7963">
                  <c:v>beach bound auto sales llc</c:v>
                </c:pt>
                <c:pt idx="7964">
                  <c:v>frank subaru</c:v>
                </c:pt>
                <c:pt idx="7965">
                  <c:v>auto loan acceptance corp</c:v>
                </c:pt>
                <c:pt idx="7966">
                  <c:v>jack winegardner chevrolet inc</c:v>
                </c:pt>
                <c:pt idx="7967">
                  <c:v>j &amp; j fleet sales inc</c:v>
                </c:pt>
                <c:pt idx="7968">
                  <c:v>executive car leasing</c:v>
                </c:pt>
                <c:pt idx="7969">
                  <c:v>9076 4754 quebec inc</c:v>
                </c:pt>
                <c:pt idx="7970">
                  <c:v>alex's autobody repair &amp; sales</c:v>
                </c:pt>
                <c:pt idx="7971">
                  <c:v>bt financial</c:v>
                </c:pt>
                <c:pt idx="7972">
                  <c:v>best choice auto dealer</c:v>
                </c:pt>
                <c:pt idx="7973">
                  <c:v>diamond lt</c:v>
                </c:pt>
                <c:pt idx="7974">
                  <c:v>enterprise</c:v>
                </c:pt>
                <c:pt idx="7975">
                  <c:v>titlebucks/las vegas nv3</c:v>
                </c:pt>
                <c:pt idx="7976">
                  <c:v>unique motors</c:v>
                </c:pt>
                <c:pt idx="7977">
                  <c:v>odessy auto sales</c:v>
                </c:pt>
                <c:pt idx="7978">
                  <c:v>michigan creditors service</c:v>
                </c:pt>
                <c:pt idx="7979">
                  <c:v>rexis financial llc</c:v>
                </c:pt>
                <c:pt idx="7980">
                  <c:v>pioneer financial corp</c:v>
                </c:pt>
                <c:pt idx="7981">
                  <c:v>hendrick toyota scion apex</c:v>
                </c:pt>
                <c:pt idx="7982">
                  <c:v>henry brown buick gmc llc</c:v>
                </c:pt>
                <c:pt idx="7983">
                  <c:v>all american chrysler jeep dodge of san angelo</c:v>
                </c:pt>
                <c:pt idx="7984">
                  <c:v>town cars llc</c:v>
                </c:pt>
                <c:pt idx="7985">
                  <c:v>repo remarketing/mountain america fcu</c:v>
                </c:pt>
                <c:pt idx="7986">
                  <c:v>kennedy sales and leasing</c:v>
                </c:pt>
                <c:pt idx="7987">
                  <c:v>primeritus remarketing / enterprise remarktng llc</c:v>
                </c:pt>
                <c:pt idx="7988">
                  <c:v>sideline auto sales inc</c:v>
                </c:pt>
                <c:pt idx="7989">
                  <c:v>tampa truck depot inc</c:v>
                </c:pt>
                <c:pt idx="7990">
                  <c:v>san diego volvo</c:v>
                </c:pt>
                <c:pt idx="7991">
                  <c:v>ohio valley ford mercury llc</c:v>
                </c:pt>
                <c:pt idx="7992">
                  <c:v>bob allen ford inc</c:v>
                </c:pt>
                <c:pt idx="7993">
                  <c:v>gettel gainesville inc</c:v>
                </c:pt>
                <c:pt idx="7994">
                  <c:v>kearns motor car co inc</c:v>
                </c:pt>
                <c:pt idx="7995">
                  <c:v>action auto group llc</c:v>
                </c:pt>
                <c:pt idx="7996">
                  <c:v>du page chrysler dodge ram jeep</c:v>
                </c:pt>
                <c:pt idx="7997">
                  <c:v>north american auto finance</c:v>
                </c:pt>
                <c:pt idx="7998">
                  <c:v>operating engineers fcu</c:v>
                </c:pt>
                <c:pt idx="7999">
                  <c:v>ctk auto</c:v>
                </c:pt>
                <c:pt idx="8000">
                  <c:v>electric service credit union</c:v>
                </c:pt>
                <c:pt idx="8001">
                  <c:v>grossinger chevrolet inc</c:v>
                </c:pt>
                <c:pt idx="8002">
                  <c:v>destination motors</c:v>
                </c:pt>
                <c:pt idx="8003">
                  <c:v>elite autos</c:v>
                </c:pt>
                <c:pt idx="8004">
                  <c:v>northwest auto mall</c:v>
                </c:pt>
                <c:pt idx="8005">
                  <c:v>linton motorsport  inc.</c:v>
                </c:pt>
                <c:pt idx="8006">
                  <c:v>middle tennessee electric</c:v>
                </c:pt>
                <c:pt idx="8007">
                  <c:v>ace sales company</c:v>
                </c:pt>
                <c:pt idx="8008">
                  <c:v>kb cars &amp; trucks llc</c:v>
                </c:pt>
                <c:pt idx="8009">
                  <c:v>good deal car company</c:v>
                </c:pt>
                <c:pt idx="8010">
                  <c:v>chrysler international</c:v>
                </c:pt>
                <c:pt idx="8011">
                  <c:v>new start llc</c:v>
                </c:pt>
                <c:pt idx="8012">
                  <c:v>titlemax/san diego ca2</c:v>
                </c:pt>
                <c:pt idx="8013">
                  <c:v>omni american bank</c:v>
                </c:pt>
                <c:pt idx="8014">
                  <c:v>preston auto outlet lp</c:v>
                </c:pt>
                <c:pt idx="8015">
                  <c:v>north point water sports</c:v>
                </c:pt>
                <c:pt idx="8016">
                  <c:v>northpointe motorcars</c:v>
                </c:pt>
                <c:pt idx="8017">
                  <c:v>north point toyota</c:v>
                </c:pt>
                <c:pt idx="8018">
                  <c:v>repo remarketing/texell fcu</c:v>
                </c:pt>
                <c:pt idx="8019">
                  <c:v>solutions auto sales</c:v>
                </c:pt>
                <c:pt idx="8020">
                  <c:v>busam subaru</c:v>
                </c:pt>
                <c:pt idx="8021">
                  <c:v>bogue auto sales</c:v>
                </c:pt>
                <c:pt idx="8022">
                  <c:v>acura on brant</c:v>
                </c:pt>
                <c:pt idx="8023">
                  <c:v>keesler fcu</c:v>
                </c:pt>
                <c:pt idx="8024">
                  <c:v>fox toyota</c:v>
                </c:pt>
                <c:pt idx="8025">
                  <c:v>choice auto</c:v>
                </c:pt>
                <c:pt idx="8026">
                  <c:v>courtesy ford lincoln sales inc</c:v>
                </c:pt>
                <c:pt idx="8027">
                  <c:v>d &amp; d enterprises of hickman mills llc</c:v>
                </c:pt>
                <c:pt idx="8028">
                  <c:v>wolf auto center  sterling  llc</c:v>
                </c:pt>
                <c:pt idx="8029">
                  <c:v>o c motors</c:v>
                </c:pt>
                <c:pt idx="8030">
                  <c:v>speedway motors llc</c:v>
                </c:pt>
                <c:pt idx="8031">
                  <c:v>white's body shop &amp; auto sales</c:v>
                </c:pt>
                <c:pt idx="8032">
                  <c:v>university of iowa credit union</c:v>
                </c:pt>
                <c:pt idx="8033">
                  <c:v>the lexus store of lexington</c:v>
                </c:pt>
                <c:pt idx="8034">
                  <c:v>remarketing by ge/freedom fcu</c:v>
                </c:pt>
                <c:pt idx="8035">
                  <c:v>manassas chrysler dodge jeep ram</c:v>
                </c:pt>
                <c:pt idx="8036">
                  <c:v>sill terhar motors inc</c:v>
                </c:pt>
                <c:pt idx="8037">
                  <c:v>prestige miami auto sale inc</c:v>
                </c:pt>
                <c:pt idx="8038">
                  <c:v>onemain rem/campus auto retail service</c:v>
                </c:pt>
                <c:pt idx="8039">
                  <c:v>gwatney saab of memphis inc</c:v>
                </c:pt>
                <c:pt idx="8040">
                  <c:v>central buick gmc inc</c:v>
                </c:pt>
                <c:pt idx="8041">
                  <c:v>g &amp; g auto sales</c:v>
                </c:pt>
                <c:pt idx="8042">
                  <c:v>coles automotive group</c:v>
                </c:pt>
                <c:pt idx="8043">
                  <c:v>holiday motors</c:v>
                </c:pt>
                <c:pt idx="8044">
                  <c:v>bob davidson ford lincoln</c:v>
                </c:pt>
                <c:pt idx="8045">
                  <c:v>big valley ford inc</c:v>
                </c:pt>
                <c:pt idx="8046">
                  <c:v>braddock motors llc</c:v>
                </c:pt>
                <c:pt idx="8047">
                  <c:v>g&amp;f autos inc</c:v>
                </c:pt>
                <c:pt idx="8048">
                  <c:v>hq motorsports</c:v>
                </c:pt>
                <c:pt idx="8049">
                  <c:v>tel tone comm inc</c:v>
                </c:pt>
                <c:pt idx="8050">
                  <c:v>fred beans toyota of flemington</c:v>
                </c:pt>
                <c:pt idx="8051">
                  <c:v>brampton powersports/brampton used</c:v>
                </c:pt>
                <c:pt idx="8052">
                  <c:v>blue ribbon motors</c:v>
                </c:pt>
                <c:pt idx="8053">
                  <c:v>battlefield ford mercury</c:v>
                </c:pt>
                <c:pt idx="8054">
                  <c:v>redline remarketing/la financial services</c:v>
                </c:pt>
                <c:pt idx="8055">
                  <c:v>manhattan motors llc</c:v>
                </c:pt>
                <c:pt idx="8056">
                  <c:v>flag/proctor motor company</c:v>
                </c:pt>
                <c:pt idx="8057">
                  <c:v>d-lux group inc</c:v>
                </c:pt>
                <c:pt idx="8058">
                  <c:v>fiserv/everglades fcu</c:v>
                </c:pt>
                <c:pt idx="8059">
                  <c:v>jrs motor cars</c:v>
                </c:pt>
                <c:pt idx="8060">
                  <c:v>brown automotive center inc</c:v>
                </c:pt>
                <c:pt idx="8061">
                  <c:v>commonwealth auto credit</c:v>
                </c:pt>
                <c:pt idx="8062">
                  <c:v>rick case fiat</c:v>
                </c:pt>
                <c:pt idx="8063">
                  <c:v>richardson wholesale</c:v>
                </c:pt>
                <c:pt idx="8064">
                  <c:v>nuvison financial fcu</c:v>
                </c:pt>
                <c:pt idx="8065">
                  <c:v>showroom auto llc</c:v>
                </c:pt>
                <c:pt idx="8066">
                  <c:v>maguire &amp; sons auto brokers</c:v>
                </c:pt>
                <c:pt idx="8067">
                  <c:v>corry fcu</c:v>
                </c:pt>
                <c:pt idx="8068">
                  <c:v>corporate rac</c:v>
                </c:pt>
                <c:pt idx="8069">
                  <c:v>ez corp inc.</c:v>
                </c:pt>
                <c:pt idx="8070">
                  <c:v>gulf south auto llc</c:v>
                </c:pt>
                <c:pt idx="8071">
                  <c:v>federal financial services llc</c:v>
                </c:pt>
                <c:pt idx="8072">
                  <c:v>import plus auto center inc</c:v>
                </c:pt>
                <c:pt idx="8073">
                  <c:v>f &amp; n auto</c:v>
                </c:pt>
                <c:pt idx="8074">
                  <c:v>nemer chrysler jeep dodge</c:v>
                </c:pt>
                <c:pt idx="8075">
                  <c:v>midway recovery inc</c:v>
                </c:pt>
                <c:pt idx="8076">
                  <c:v>pee dee fcu</c:v>
                </c:pt>
                <c:pt idx="8077">
                  <c:v>rhino auto sales inc</c:v>
                </c:pt>
                <c:pt idx="8078">
                  <c:v>roanoke valley motor sports</c:v>
                </c:pt>
                <c:pt idx="8079">
                  <c:v>pars motor inc</c:v>
                </c:pt>
                <c:pt idx="8080">
                  <c:v>target corporation</c:v>
                </c:pt>
                <c:pt idx="8081">
                  <c:v>affordable t motors</c:v>
                </c:pt>
                <c:pt idx="8082">
                  <c:v>best car financial inc</c:v>
                </c:pt>
                <c:pt idx="8083">
                  <c:v>eliott rentals inc</c:v>
                </c:pt>
                <c:pt idx="8084">
                  <c:v>best cars kc  inc.</c:v>
                </c:pt>
                <c:pt idx="8085">
                  <c:v>del rio ford lincoln mercury ltd</c:v>
                </c:pt>
                <c:pt idx="8086">
                  <c:v>don moore nissan</c:v>
                </c:pt>
                <c:pt idx="8087">
                  <c:v>flowers honda</c:v>
                </c:pt>
                <c:pt idx="8088">
                  <c:v>titlemax/woodbridge va3</c:v>
                </c:pt>
                <c:pt idx="8089">
                  <c:v>tumminia mazda</c:v>
                </c:pt>
                <c:pt idx="8090">
                  <c:v>rockland fcu</c:v>
                </c:pt>
                <c:pt idx="8091">
                  <c:v>onemain rem/tejada auto sales</c:v>
                </c:pt>
                <c:pt idx="8092">
                  <c:v>onemain rem/intergrity automotive</c:v>
                </c:pt>
                <c:pt idx="8093">
                  <c:v>state college ford lincoln mercury inc</c:v>
                </c:pt>
                <c:pt idx="8094">
                  <c:v>mccarthy chevrolet lees summit</c:v>
                </c:pt>
                <c:pt idx="8095">
                  <c:v>donlen corp/marblehead lime company</c:v>
                </c:pt>
                <c:pt idx="8096">
                  <c:v>clear lake chrysler jeep dodge</c:v>
                </c:pt>
                <c:pt idx="8097">
                  <c:v>acura of orange park</c:v>
                </c:pt>
                <c:pt idx="8098">
                  <c:v>lexington car company llc</c:v>
                </c:pt>
                <c:pt idx="8099">
                  <c:v>mid-atlantic auto sales</c:v>
                </c:pt>
                <c:pt idx="8100">
                  <c:v>manheim cincinnati</c:v>
                </c:pt>
                <c:pt idx="8101">
                  <c:v>larry h miller lexus spokane</c:v>
                </c:pt>
                <c:pt idx="8102">
                  <c:v>longstreet auto</c:v>
                </c:pt>
                <c:pt idx="8103">
                  <c:v>manheim daytona beach</c:v>
                </c:pt>
                <c:pt idx="8104">
                  <c:v>st john properties inc</c:v>
                </c:pt>
                <c:pt idx="8105">
                  <c:v>north east motors</c:v>
                </c:pt>
                <c:pt idx="8106">
                  <c:v>royal blue auto inc</c:v>
                </c:pt>
                <c:pt idx="8107">
                  <c:v>sound motors inc</c:v>
                </c:pt>
                <c:pt idx="8108">
                  <c:v>whi con auto brokers</c:v>
                </c:pt>
                <c:pt idx="8109">
                  <c:v>parkway chevrolet inc</c:v>
                </c:pt>
                <c:pt idx="8110">
                  <c:v>motor kars ii inc</c:v>
                </c:pt>
                <c:pt idx="8111">
                  <c:v>jensen motors inc</c:v>
                </c:pt>
                <c:pt idx="8112">
                  <c:v>karl smith jr</c:v>
                </c:pt>
                <c:pt idx="8113">
                  <c:v>citi remarketing &amp; recovery services</c:v>
                </c:pt>
                <c:pt idx="8114">
                  <c:v>chris ullman pre-owned auto llc</c:v>
                </c:pt>
                <c:pt idx="8115">
                  <c:v>ginn chrysler jeep dodge llc</c:v>
                </c:pt>
                <c:pt idx="8116">
                  <c:v>don gooley cadillac inc</c:v>
                </c:pt>
                <c:pt idx="8117">
                  <c:v>green auto</c:v>
                </c:pt>
                <c:pt idx="8118">
                  <c:v>primeritus remarketing/terry harrelson au</c:v>
                </c:pt>
                <c:pt idx="8119">
                  <c:v>livingston motor company</c:v>
                </c:pt>
                <c:pt idx="8120">
                  <c:v>western funding  inc.</c:v>
                </c:pt>
                <c:pt idx="8121">
                  <c:v>karlas kars auto sales</c:v>
                </c:pt>
                <c:pt idx="8122">
                  <c:v>complete automotive svcs llc</c:v>
                </c:pt>
                <c:pt idx="8123">
                  <c:v>jefferson parish efcu</c:v>
                </c:pt>
                <c:pt idx="8124">
                  <c:v>hi tech auto sales</c:v>
                </c:pt>
                <c:pt idx="8125">
                  <c:v>berkley motors</c:v>
                </c:pt>
                <c:pt idx="8126">
                  <c:v>choice auto group</c:v>
                </c:pt>
                <c:pt idx="8127">
                  <c:v>hwy 278 auto sales llc</c:v>
                </c:pt>
                <c:pt idx="8128">
                  <c:v>spring valley ford inc</c:v>
                </c:pt>
                <c:pt idx="8129">
                  <c:v>m &amp; j auto sales llc</c:v>
                </c:pt>
                <c:pt idx="8130">
                  <c:v>william mizell ford inc</c:v>
                </c:pt>
                <c:pt idx="8131">
                  <c:v>medgaardens sw sales inc</c:v>
                </c:pt>
                <c:pt idx="8132">
                  <c:v>price auto group  llc</c:v>
                </c:pt>
                <c:pt idx="8133">
                  <c:v>central florida auto direct inc</c:v>
                </c:pt>
                <c:pt idx="8134">
                  <c:v>carlock ford nissan</c:v>
                </c:pt>
                <c:pt idx="8135">
                  <c:v>high performance capital</c:v>
                </c:pt>
                <c:pt idx="8136">
                  <c:v>finance depot llc</c:v>
                </c:pt>
                <c:pt idx="8137">
                  <c:v>charlotte motors inc</c:v>
                </c:pt>
                <c:pt idx="8138">
                  <c:v>fiserv/steward financial services</c:v>
                </c:pt>
                <c:pt idx="8139">
                  <c:v>akt investments inc</c:v>
                </c:pt>
                <c:pt idx="8140">
                  <c:v>auto star motor co llc</c:v>
                </c:pt>
                <c:pt idx="8141">
                  <c:v>village of hatch police department</c:v>
                </c:pt>
                <c:pt idx="8142">
                  <c:v>eastern auto wholesale inc</c:v>
                </c:pt>
                <c:pt idx="8143">
                  <c:v>nifty car rental</c:v>
                </c:pt>
                <c:pt idx="8144">
                  <c:v>vardaman buick company inc</c:v>
                </c:pt>
                <c:pt idx="8145">
                  <c:v>l &amp; j auto sales corp</c:v>
                </c:pt>
                <c:pt idx="8146">
                  <c:v>mercado motors</c:v>
                </c:pt>
                <c:pt idx="8147">
                  <c:v>lee county fleet service</c:v>
                </c:pt>
                <c:pt idx="8148">
                  <c:v>ollenburg motors incorporated</c:v>
                </c:pt>
                <c:pt idx="8149">
                  <c:v>roseville chrysler jeep inc</c:v>
                </c:pt>
                <c:pt idx="8150">
                  <c:v>harvester motors</c:v>
                </c:pt>
                <c:pt idx="8151">
                  <c:v>auto trade center</c:v>
                </c:pt>
                <c:pt idx="8152">
                  <c:v>auto plex</c:v>
                </c:pt>
                <c:pt idx="8153">
                  <c:v>c r a collateral recovery &amp; admin inc</c:v>
                </c:pt>
                <c:pt idx="8154">
                  <c:v>buyers choice auto center llc</c:v>
                </c:pt>
                <c:pt idx="8155">
                  <c:v>downtown dodge inc</c:v>
                </c:pt>
                <c:pt idx="8156">
                  <c:v>colcars</c:v>
                </c:pt>
                <c:pt idx="8157">
                  <c:v>lou sobh honda</c:v>
                </c:pt>
                <c:pt idx="8158">
                  <c:v>hebron auto sales inc</c:v>
                </c:pt>
                <c:pt idx="8159">
                  <c:v>texas tech fcu</c:v>
                </c:pt>
                <c:pt idx="8160">
                  <c:v>value cars inc</c:v>
                </c:pt>
                <c:pt idx="8161">
                  <c:v>premier autoworks llc</c:v>
                </c:pt>
                <c:pt idx="8162">
                  <c:v>sams auto sales</c:v>
                </c:pt>
                <c:pt idx="8163">
                  <c:v>richfield bloomington mitsubishi</c:v>
                </c:pt>
                <c:pt idx="8164">
                  <c:v>lundy's  inc</c:v>
                </c:pt>
                <c:pt idx="8165">
                  <c:v>st charles motor cars llc</c:v>
                </c:pt>
                <c:pt idx="8166">
                  <c:v>byers kia</c:v>
                </c:pt>
                <c:pt idx="8167">
                  <c:v>euro coach auto net corp</c:v>
                </c:pt>
                <c:pt idx="8168">
                  <c:v>dade auto sales inc</c:v>
                </c:pt>
                <c:pt idx="8169">
                  <c:v>a &amp; b auto inc</c:v>
                </c:pt>
                <c:pt idx="8170">
                  <c:v>big 3 motors llc</c:v>
                </c:pt>
                <c:pt idx="8171">
                  <c:v>bmc auto rental sales &amp; leasing inc</c:v>
                </c:pt>
                <c:pt idx="8172">
                  <c:v>dale earnhardt jr chevrolet</c:v>
                </c:pt>
                <c:pt idx="8173">
                  <c:v>autonation ford scottsdale</c:v>
                </c:pt>
                <c:pt idx="8174">
                  <c:v>rich auto sales ltd</c:v>
                </c:pt>
                <c:pt idx="8175">
                  <c:v>mike shaw subaru inc</c:v>
                </c:pt>
                <c:pt idx="8176">
                  <c:v>sam pack's five star ford ltd</c:v>
                </c:pt>
                <c:pt idx="8177">
                  <c:v>southeast financial llc</c:v>
                </c:pt>
                <c:pt idx="8178">
                  <c:v>onemain rem/the parshay group inc</c:v>
                </c:pt>
                <c:pt idx="8179">
                  <c:v>select auto group llc</c:v>
                </c:pt>
                <c:pt idx="8180">
                  <c:v>repo remarketing/partner colorado cu</c:v>
                </c:pt>
                <c:pt idx="8181">
                  <c:v>tkj auto</c:v>
                </c:pt>
                <c:pt idx="8182">
                  <c:v>atzenhoffer mazda  atzenhoffer mitsubishi</c:v>
                </c:pt>
                <c:pt idx="8183">
                  <c:v>business leasing &amp; management corp</c:v>
                </c:pt>
                <c:pt idx="8184">
                  <c:v>amazing auto sales llc</c:v>
                </c:pt>
                <c:pt idx="8185">
                  <c:v>badger truck center inc</c:v>
                </c:pt>
                <c:pt idx="8186">
                  <c:v>feussners ford inc</c:v>
                </c:pt>
                <c:pt idx="8187">
                  <c:v>einspahr auto plaza inc</c:v>
                </c:pt>
                <c:pt idx="8188">
                  <c:v>hankins automotive</c:v>
                </c:pt>
                <c:pt idx="8189">
                  <c:v>auto champs</c:v>
                </c:pt>
                <c:pt idx="8190">
                  <c:v>bucktown auto sales</c:v>
                </c:pt>
                <c:pt idx="8191">
                  <c:v>love chrysler dodge jeep llc</c:v>
                </c:pt>
                <c:pt idx="8192">
                  <c:v>wickstrom ford inc</c:v>
                </c:pt>
                <c:pt idx="8193">
                  <c:v>idaho central credit union</c:v>
                </c:pt>
                <c:pt idx="8194">
                  <c:v>ars/shaker auto leasing</c:v>
                </c:pt>
                <c:pt idx="8195">
                  <c:v>greiner buick gmc</c:v>
                </c:pt>
                <c:pt idx="8196">
                  <c:v>american heritage</c:v>
                </c:pt>
                <c:pt idx="8197">
                  <c:v>james martin chevrolet inc</c:v>
                </c:pt>
                <c:pt idx="8198">
                  <c:v>dealer direct services llc</c:v>
                </c:pt>
                <c:pt idx="8199">
                  <c:v>c &amp; c auto brokers</c:v>
                </c:pt>
                <c:pt idx="8200">
                  <c:v>graham automotive</c:v>
                </c:pt>
                <c:pt idx="8201">
                  <c:v>desert auto sales</c:v>
                </c:pt>
                <c:pt idx="8202">
                  <c:v>missouri motors llc</c:v>
                </c:pt>
                <c:pt idx="8203">
                  <c:v>premier subaru llc</c:v>
                </c:pt>
                <c:pt idx="8204">
                  <c:v>weseloh kia carlsbad</c:v>
                </c:pt>
                <c:pt idx="8205">
                  <c:v>remarketing by ge/lake state fcu</c:v>
                </c:pt>
                <c:pt idx="8206">
                  <c:v>omaha police fcu</c:v>
                </c:pt>
                <c:pt idx="8207">
                  <c:v>msd san alfonso auto group inc</c:v>
                </c:pt>
                <c:pt idx="8208">
                  <c:v>venice nissan</c:v>
                </c:pt>
                <c:pt idx="8209">
                  <c:v>tow truck co of orlando</c:v>
                </c:pt>
                <c:pt idx="8210">
                  <c:v>auto boutique</c:v>
                </c:pt>
                <c:pt idx="8211">
                  <c:v>caron mazda</c:v>
                </c:pt>
                <c:pt idx="8212">
                  <c:v>car country</c:v>
                </c:pt>
                <c:pt idx="8213">
                  <c:v>central bank of the midwest</c:v>
                </c:pt>
                <c:pt idx="8214">
                  <c:v>oklahoma motor credit co</c:v>
                </c:pt>
                <c:pt idx="8215">
                  <c:v>sph &amp; l auto export</c:v>
                </c:pt>
                <c:pt idx="8216">
                  <c:v>keller auto sales</c:v>
                </c:pt>
                <c:pt idx="8217">
                  <c:v>john elway chrysler jeep dodge ram</c:v>
                </c:pt>
                <c:pt idx="8218">
                  <c:v>halton autolease inc</c:v>
                </c:pt>
                <c:pt idx="8219">
                  <c:v>kuni lexus of colorado springs</c:v>
                </c:pt>
                <c:pt idx="8220">
                  <c:v>wyss auto sales</c:v>
                </c:pt>
                <c:pt idx="8221">
                  <c:v>prime motors</c:v>
                </c:pt>
                <c:pt idx="8222">
                  <c:v>westside motors</c:v>
                </c:pt>
                <c:pt idx="8223">
                  <c:v>mcloughlin chrysler jeep fiat</c:v>
                </c:pt>
                <c:pt idx="8224">
                  <c:v>silver creek ford</c:v>
                </c:pt>
                <c:pt idx="8225">
                  <c:v>house of cars inc.</c:v>
                </c:pt>
                <c:pt idx="8226">
                  <c:v>hendrick unknown inventory-manheim charlotte</c:v>
                </c:pt>
                <c:pt idx="8227">
                  <c:v>heim auto sales</c:v>
                </c:pt>
                <c:pt idx="8228">
                  <c:v>car today</c:v>
                </c:pt>
                <c:pt idx="8229">
                  <c:v>brose auto plex</c:v>
                </c:pt>
                <c:pt idx="8230">
                  <c:v>infiniti of warwick</c:v>
                </c:pt>
                <c:pt idx="8231">
                  <c:v>applied auto sales llc</c:v>
                </c:pt>
                <c:pt idx="8232">
                  <c:v>keesler federal credit union</c:v>
                </c:pt>
                <c:pt idx="8233">
                  <c:v>weseloh chevrolet</c:v>
                </c:pt>
                <c:pt idx="8234">
                  <c:v>capital partners</c:v>
                </c:pt>
                <c:pt idx="8235">
                  <c:v>walser lsg n fleet services</c:v>
                </c:pt>
                <c:pt idx="8236">
                  <c:v>total choice fcu</c:v>
                </c:pt>
                <c:pt idx="8237">
                  <c:v>oxmoor mazda</c:v>
                </c:pt>
                <c:pt idx="8238">
                  <c:v>walts auto sales</c:v>
                </c:pt>
                <c:pt idx="8239">
                  <c:v>volkswagen of salem</c:v>
                </c:pt>
                <c:pt idx="8240">
                  <c:v>les wenning motors inc</c:v>
                </c:pt>
                <c:pt idx="8241">
                  <c:v>front line motors inc</c:v>
                </c:pt>
                <c:pt idx="8242">
                  <c:v>fiesta motors</c:v>
                </c:pt>
                <c:pt idx="8243">
                  <c:v>jimmy henry used cars llc</c:v>
                </c:pt>
                <c:pt idx="8244">
                  <c:v>zinc used auto sales</c:v>
                </c:pt>
                <c:pt idx="8245">
                  <c:v>pcs pennsylvania inc</c:v>
                </c:pt>
                <c:pt idx="8246">
                  <c:v>silent partners auto brokers llc</c:v>
                </c:pt>
                <c:pt idx="8247">
                  <c:v>tropikar sales inc</c:v>
                </c:pt>
                <c:pt idx="8248">
                  <c:v>seven seventeen credit union inc.</c:v>
                </c:pt>
                <c:pt idx="8249">
                  <c:v>m &amp; i imports inc</c:v>
                </c:pt>
                <c:pt idx="8250">
                  <c:v>manheim dallas-fort worth</c:v>
                </c:pt>
                <c:pt idx="8251">
                  <c:v>trra motors llc</c:v>
                </c:pt>
                <c:pt idx="8252">
                  <c:v>penn toyota</c:v>
                </c:pt>
                <c:pt idx="8253">
                  <c:v>moree motors</c:v>
                </c:pt>
                <c:pt idx="8254">
                  <c:v>solutions auto sales inc</c:v>
                </c:pt>
                <c:pt idx="8255">
                  <c:v>shaq motors inc</c:v>
                </c:pt>
                <c:pt idx="8256">
                  <c:v>bmw of peabody</c:v>
                </c:pt>
                <c:pt idx="8257">
                  <c:v>bmw of vista</c:v>
                </c:pt>
                <c:pt idx="8258">
                  <c:v>first niagara bank</c:v>
                </c:pt>
                <c:pt idx="8259">
                  <c:v>import car connection inc</c:v>
                </c:pt>
                <c:pt idx="8260">
                  <c:v>dn motor cars inc</c:v>
                </c:pt>
                <c:pt idx="8261">
                  <c:v>best deal auto &amp; services</c:v>
                </c:pt>
                <c:pt idx="8262">
                  <c:v>johnny dee motors</c:v>
                </c:pt>
                <c:pt idx="8263">
                  <c:v>kas kibo auto sales corp</c:v>
                </c:pt>
                <c:pt idx="8264">
                  <c:v>guardian credit union</c:v>
                </c:pt>
                <c:pt idx="8265">
                  <c:v>empire group</c:v>
                </c:pt>
                <c:pt idx="8266">
                  <c:v>dsi auto sales llc</c:v>
                </c:pt>
                <c:pt idx="8267">
                  <c:v>dealer 786</c:v>
                </c:pt>
                <c:pt idx="8268">
                  <c:v>choice capital finance</c:v>
                </c:pt>
                <c:pt idx="8269">
                  <c:v>sr5 auto brokers</c:v>
                </c:pt>
                <c:pt idx="8270">
                  <c:v>union auto plaza inc</c:v>
                </c:pt>
                <c:pt idx="8271">
                  <c:v>south shore auto sales</c:v>
                </c:pt>
                <c:pt idx="8272">
                  <c:v>pumpkin fine cars</c:v>
                </c:pt>
                <c:pt idx="8273">
                  <c:v>rountree moore ford lllp</c:v>
                </c:pt>
                <c:pt idx="8274">
                  <c:v>rock county honda</c:v>
                </c:pt>
                <c:pt idx="8275">
                  <c:v>remarketing by ge/manheim portland</c:v>
                </c:pt>
                <c:pt idx="8276">
                  <c:v>morries mazda</c:v>
                </c:pt>
                <c:pt idx="8277">
                  <c:v>wheel way gm</c:v>
                </c:pt>
                <c:pt idx="8278">
                  <c:v>mclaughlins chrysler jeep</c:v>
                </c:pt>
                <c:pt idx="8279">
                  <c:v>naeem motors</c:v>
                </c:pt>
                <c:pt idx="8280">
                  <c:v>eastern auto sales corp</c:v>
                </c:pt>
                <c:pt idx="8281">
                  <c:v>k o enterprises of columbia inc</c:v>
                </c:pt>
                <c:pt idx="8282">
                  <c:v>integrity auto sales inc</c:v>
                </c:pt>
                <c:pt idx="8283">
                  <c:v>frank shirey cadillac inc</c:v>
                </c:pt>
                <c:pt idx="8284">
                  <c:v>autonation fiat roseville</c:v>
                </c:pt>
                <c:pt idx="8285">
                  <c:v>pickard lane leasing ltd</c:v>
                </c:pt>
                <c:pt idx="8286">
                  <c:v>miramar car center</c:v>
                </c:pt>
                <c:pt idx="8287">
                  <c:v>skokie suburban auto sales inc</c:v>
                </c:pt>
                <c:pt idx="8288">
                  <c:v>world discount auto inc</c:v>
                </c:pt>
                <c:pt idx="8289">
                  <c:v>richmond car &amp; truck center</c:v>
                </c:pt>
                <c:pt idx="8290">
                  <c:v>sleepy hollow chrysler dodge jeep inc</c:v>
                </c:pt>
                <c:pt idx="8291">
                  <c:v>united community credit union</c:v>
                </c:pt>
                <c:pt idx="8292">
                  <c:v>l and j auto brokers inc</c:v>
                </c:pt>
                <c:pt idx="8293">
                  <c:v>genisys credit union</c:v>
                </c:pt>
                <c:pt idx="8294">
                  <c:v>cmac investments llc</c:v>
                </c:pt>
                <c:pt idx="8295">
                  <c:v>auto fleet sales inc</c:v>
                </c:pt>
                <c:pt idx="8296">
                  <c:v>dave sinclair ford inc</c:v>
                </c:pt>
                <c:pt idx="8297">
                  <c:v>autonation honda 104</c:v>
                </c:pt>
                <c:pt idx="8298">
                  <c:v>dannemora fcu</c:v>
                </c:pt>
                <c:pt idx="8299">
                  <c:v>colussy chevrolet inc</c:v>
                </c:pt>
                <c:pt idx="8300">
                  <c:v>gno federal credit union</c:v>
                </c:pt>
                <c:pt idx="8301">
                  <c:v>nw vehicle remarketing</c:v>
                </c:pt>
                <c:pt idx="8302">
                  <c:v>the rite car</c:v>
                </c:pt>
                <c:pt idx="8303">
                  <c:v>earnhardt cadillac</c:v>
                </c:pt>
                <c:pt idx="8304">
                  <c:v>remarketing by ge/aventa credit union</c:v>
                </c:pt>
                <c:pt idx="8305">
                  <c:v>vineyard enterprises inc/chr</c:v>
                </c:pt>
                <c:pt idx="8306">
                  <c:v>union first market bank</c:v>
                </c:pt>
                <c:pt idx="8307">
                  <c:v>ove car trader corp</c:v>
                </c:pt>
                <c:pt idx="8308">
                  <c:v>j &amp; l motors of hickory inc</c:v>
                </c:pt>
                <c:pt idx="8309">
                  <c:v>christian financial credit union</c:v>
                </c:pt>
                <c:pt idx="8310">
                  <c:v>auto connection</c:v>
                </c:pt>
                <c:pt idx="8311">
                  <c:v>diamond auto wholesalers</c:v>
                </c:pt>
                <c:pt idx="8312">
                  <c:v>classic ford sales inc</c:v>
                </c:pt>
                <c:pt idx="8313">
                  <c:v>christopher chevrolet buick inc</c:v>
                </c:pt>
                <c:pt idx="8314">
                  <c:v>noble auto sales</c:v>
                </c:pt>
                <c:pt idx="8315">
                  <c:v>baytown gmc buick</c:v>
                </c:pt>
                <c:pt idx="8316">
                  <c:v>center for car donations</c:v>
                </c:pt>
                <c:pt idx="8317">
                  <c:v>ciocca ford</c:v>
                </c:pt>
                <c:pt idx="8318">
                  <c:v>fremont volkswagen</c:v>
                </c:pt>
                <c:pt idx="8319">
                  <c:v>nissan dealer blend/sewell infiniti of ft worth</c:v>
                </c:pt>
                <c:pt idx="8320">
                  <c:v>prime auto sales</c:v>
                </c:pt>
                <c:pt idx="8321">
                  <c:v>monte carlo auto sales  inc.</c:v>
                </c:pt>
                <c:pt idx="8322">
                  <c:v>royal palm toyota &amp; royal palm scion</c:v>
                </c:pt>
                <c:pt idx="8323">
                  <c:v>titlemax/weatherford tx1</c:v>
                </c:pt>
                <c:pt idx="8324">
                  <c:v>nation wide auto sales llc</c:v>
                </c:pt>
                <c:pt idx="8325">
                  <c:v>tsgauto.com</c:v>
                </c:pt>
                <c:pt idx="8326">
                  <c:v>red mccombs hyundai northwest</c:v>
                </c:pt>
                <c:pt idx="8327">
                  <c:v>onemain rem/ulrich motor company</c:v>
                </c:pt>
                <c:pt idx="8328">
                  <c:v>whitney motor company</c:v>
                </c:pt>
                <c:pt idx="8329">
                  <c:v>rogers-dabbs chev hummer inc</c:v>
                </c:pt>
                <c:pt idx="8330">
                  <c:v>beaman ford lincoln mercury inc</c:v>
                </c:pt>
                <c:pt idx="8331">
                  <c:v>allied cash advance</c:v>
                </c:pt>
                <c:pt idx="8332">
                  <c:v>grand motor sales</c:v>
                </c:pt>
                <c:pt idx="8333">
                  <c:v>baytown ford</c:v>
                </c:pt>
                <c:pt idx="8334">
                  <c:v>doan dodge chry jeep</c:v>
                </c:pt>
                <c:pt idx="8335">
                  <c:v>advantage auto sales inc</c:v>
                </c:pt>
                <c:pt idx="8336">
                  <c:v>brickory sales llc</c:v>
                </c:pt>
                <c:pt idx="8337">
                  <c:v>dixie motors inc</c:v>
                </c:pt>
                <c:pt idx="8338">
                  <c:v>cottonwood motors inc</c:v>
                </c:pt>
                <c:pt idx="8339">
                  <c:v>eldorado motors</c:v>
                </c:pt>
                <c:pt idx="8340">
                  <c:v>atlantic finance company</c:v>
                </c:pt>
                <c:pt idx="8341">
                  <c:v>acm enterprises group inc</c:v>
                </c:pt>
                <c:pt idx="8342">
                  <c:v>manheim california</c:v>
                </c:pt>
                <c:pt idx="8343">
                  <c:v>land rover capital/primus</c:v>
                </c:pt>
                <c:pt idx="8344">
                  <c:v>s and s auto brokers inc</c:v>
                </c:pt>
                <c:pt idx="8345">
                  <c:v>san juan motorsports inc</c:v>
                </c:pt>
                <c:pt idx="8346">
                  <c:v>shults certified.com</c:v>
                </c:pt>
                <c:pt idx="8347">
                  <c:v>nissan dealer blend/infiniti of hoffman estates</c:v>
                </c:pt>
                <c:pt idx="8348">
                  <c:v>rpm highline inc</c:v>
                </c:pt>
                <c:pt idx="8349">
                  <c:v>proctor automotive inc</c:v>
                </c:pt>
                <c:pt idx="8350">
                  <c:v>speed club inc</c:v>
                </c:pt>
                <c:pt idx="8351">
                  <c:v>mora chevrolet buick</c:v>
                </c:pt>
                <c:pt idx="8352">
                  <c:v>a plus imports</c:v>
                </c:pt>
                <c:pt idx="8353">
                  <c:v>eagle auto auction inc</c:v>
                </c:pt>
                <c:pt idx="8354">
                  <c:v>budget rac/wichita</c:v>
                </c:pt>
                <c:pt idx="8355">
                  <c:v>irwin auto company inc</c:v>
                </c:pt>
                <c:pt idx="8356">
                  <c:v>grand valley auto sales</c:v>
                </c:pt>
                <c:pt idx="8357">
                  <c:v>d l newsome automotive inc</c:v>
                </c:pt>
                <c:pt idx="8358">
                  <c:v>460 auto sales</c:v>
                </c:pt>
                <c:pt idx="8359">
                  <c:v>bell state bank &amp; trust</c:v>
                </c:pt>
                <c:pt idx="8360">
                  <c:v>dealers incorporated</c:v>
                </c:pt>
                <c:pt idx="8361">
                  <c:v>car fast auto sales llc</c:v>
                </c:pt>
                <c:pt idx="8362">
                  <c:v>integrity automotive</c:v>
                </c:pt>
                <c:pt idx="8363">
                  <c:v>barry brown motors llc</c:v>
                </c:pt>
                <c:pt idx="8364">
                  <c:v>his auto sales inc</c:v>
                </c:pt>
                <c:pt idx="8365">
                  <c:v>hopkins acura</c:v>
                </c:pt>
                <c:pt idx="8366">
                  <c:v>dekalb county drug task force</c:v>
                </c:pt>
                <c:pt idx="8367">
                  <c:v>lexus of santa fe</c:v>
                </c:pt>
                <c:pt idx="8368">
                  <c:v>roe buick inc</c:v>
                </c:pt>
                <c:pt idx="8369">
                  <c:v>titlemax/woodbridge va1</c:v>
                </c:pt>
                <c:pt idx="8370">
                  <c:v>sweetheart auto sales inc</c:v>
                </c:pt>
                <c:pt idx="8371">
                  <c:v>webster auto sales</c:v>
                </c:pt>
                <c:pt idx="8372">
                  <c:v>scottsdale ferrari llc</c:v>
                </c:pt>
                <c:pt idx="8373">
                  <c:v>universal credit acceptance</c:v>
                </c:pt>
                <c:pt idx="8374">
                  <c:v>south credit motors inc</c:v>
                </c:pt>
                <c:pt idx="8375">
                  <c:v>kings fiat</c:v>
                </c:pt>
                <c:pt idx="8376">
                  <c:v>enable mississippi river transmission llc</c:v>
                </c:pt>
                <c:pt idx="8377">
                  <c:v>beverly hills marketing</c:v>
                </c:pt>
                <c:pt idx="8378">
                  <c:v>all american leasing inc</c:v>
                </c:pt>
                <c:pt idx="8379">
                  <c:v>k c motors</c:v>
                </c:pt>
                <c:pt idx="8380">
                  <c:v>castle car company</c:v>
                </c:pt>
                <c:pt idx="8381">
                  <c:v>faulkner ford of souderton</c:v>
                </c:pt>
                <c:pt idx="8382">
                  <c:v>hendrick alfa romeo fiat of cary</c:v>
                </c:pt>
                <c:pt idx="8383">
                  <c:v>manheim tucson</c:v>
                </c:pt>
                <c:pt idx="8384">
                  <c:v>highland park truck &amp; auto center inc</c:v>
                </c:pt>
                <c:pt idx="8385">
                  <c:v>foss national leasing</c:v>
                </c:pt>
                <c:pt idx="8386">
                  <c:v>mechanics bank</c:v>
                </c:pt>
                <c:pt idx="8387">
                  <c:v>rio grande credit union</c:v>
                </c:pt>
                <c:pt idx="8388">
                  <c:v>mega auto group incorporated</c:v>
                </c:pt>
                <c:pt idx="8389">
                  <c:v>parivash exchange</c:v>
                </c:pt>
                <c:pt idx="8390">
                  <c:v>southern auto wholesale inc</c:v>
                </c:pt>
                <c:pt idx="8391">
                  <c:v>land rover columbia</c:v>
                </c:pt>
                <c:pt idx="8392">
                  <c:v>lenders recovery service</c:v>
                </c:pt>
                <c:pt idx="8393">
                  <c:v>boyd motors inc</c:v>
                </c:pt>
                <c:pt idx="8394">
                  <c:v>keewaydin auto</c:v>
                </c:pt>
                <c:pt idx="8395">
                  <c:v>avon rent a car</c:v>
                </c:pt>
                <c:pt idx="8396">
                  <c:v>derrow auto sales inc</c:v>
                </c:pt>
                <c:pt idx="8397">
                  <c:v>jbc motor</c:v>
                </c:pt>
                <c:pt idx="8398">
                  <c:v>boyer trucks</c:v>
                </c:pt>
                <c:pt idx="8399">
                  <c:v>bmw of lincoln</c:v>
                </c:pt>
                <c:pt idx="8400">
                  <c:v>m &amp; g motor sales inc</c:v>
                </c:pt>
                <c:pt idx="8401">
                  <c:v>top line motor cars llc</c:v>
                </c:pt>
                <c:pt idx="8402">
                  <c:v>1solution auto network llc</c:v>
                </c:pt>
                <c:pt idx="8403">
                  <c:v>island auto buyers ltd</c:v>
                </c:pt>
                <c:pt idx="8404">
                  <c:v>audi arlington</c:v>
                </c:pt>
                <c:pt idx="8405">
                  <c:v>fiat of providence</c:v>
                </c:pt>
                <c:pt idx="8406">
                  <c:v>shemwell motor company</c:v>
                </c:pt>
                <c:pt idx="8407">
                  <c:v>titlemax/las vegas nv24</c:v>
                </c:pt>
                <c:pt idx="8408">
                  <c:v>old 50 auto &amp; marine llc</c:v>
                </c:pt>
                <c:pt idx="8409">
                  <c:v>pay day used cars llc</c:v>
                </c:pt>
                <c:pt idx="8410">
                  <c:v>lakeland chrysler jeep dodge inc</c:v>
                </c:pt>
                <c:pt idx="8411">
                  <c:v>remarketing by ge/south texas fun center</c:v>
                </c:pt>
                <c:pt idx="8412">
                  <c:v>superior auto rental</c:v>
                </c:pt>
                <c:pt idx="8413">
                  <c:v>infiniti of tysons corner</c:v>
                </c:pt>
                <c:pt idx="8414">
                  <c:v>ghandour auto grp llc</c:v>
                </c:pt>
                <c:pt idx="8415">
                  <c:v>fairfax honda volvo volkswagen</c:v>
                </c:pt>
                <c:pt idx="8416">
                  <c:v>grahams auto wholesale</c:v>
                </c:pt>
                <c:pt idx="8417">
                  <c:v>cox fleet/ge capital</c:v>
                </c:pt>
                <c:pt idx="8418">
                  <c:v>bethpage fcu</c:v>
                </c:pt>
                <c:pt idx="8419">
                  <c:v>e autodirect sales llc</c:v>
                </c:pt>
                <c:pt idx="8420">
                  <c:v>giffin's diamond auto</c:v>
                </c:pt>
                <c:pt idx="8421">
                  <c:v>zanger enterprises inc</c:v>
                </c:pt>
                <c:pt idx="8422">
                  <c:v>trenton auto sales</c:v>
                </c:pt>
                <c:pt idx="8423">
                  <c:v>robbie roberson ford inc</c:v>
                </c:pt>
                <c:pt idx="8424">
                  <c:v>wendell greene motors inc</c:v>
                </c:pt>
                <c:pt idx="8425">
                  <c:v>pete colla auto wholesale</c:v>
                </c:pt>
                <c:pt idx="8426">
                  <c:v>spectacular cars inc</c:v>
                </c:pt>
                <c:pt idx="8427">
                  <c:v>nutmeg state fcu</c:v>
                </c:pt>
                <c:pt idx="8428">
                  <c:v>germain honda of beavercreek</c:v>
                </c:pt>
                <c:pt idx="8429">
                  <c:v>hyundai of el paso</c:v>
                </c:pt>
                <c:pt idx="8430">
                  <c:v>auto nation</c:v>
                </c:pt>
                <c:pt idx="8431">
                  <c:v>c j lensing motors inc</c:v>
                </c:pt>
                <c:pt idx="8432">
                  <c:v>d &amp; m leasing</c:v>
                </c:pt>
                <c:pt idx="8433">
                  <c:v>a &amp; m auto wholesalers llc</c:v>
                </c:pt>
                <c:pt idx="8434">
                  <c:v>turbo title loan.com</c:v>
                </c:pt>
                <c:pt idx="8435">
                  <c:v>sandy sansing nissan inc</c:v>
                </c:pt>
                <c:pt idx="8436">
                  <c:v>honda of salem</c:v>
                </c:pt>
                <c:pt idx="8437">
                  <c:v>spinneweber auto sales</c:v>
                </c:pt>
                <c:pt idx="8438">
                  <c:v>priority toyota</c:v>
                </c:pt>
                <c:pt idx="8439">
                  <c:v>primeritus remarketing/prime fin credit u</c:v>
                </c:pt>
                <c:pt idx="8440">
                  <c:v>klassic cars</c:v>
                </c:pt>
                <c:pt idx="8441">
                  <c:v>me auto  llc</c:v>
                </c:pt>
                <c:pt idx="8442">
                  <c:v>southern california autobahn inc</c:v>
                </c:pt>
                <c:pt idx="8443">
                  <c:v>m j l leasing inc</c:v>
                </c:pt>
                <c:pt idx="8444">
                  <c:v>remarketing by ge/apple remarketing</c:v>
                </c:pt>
                <c:pt idx="8445">
                  <c:v>shores auto sales inc</c:v>
                </c:pt>
                <c:pt idx="8446">
                  <c:v>rhinelander honda</c:v>
                </c:pt>
                <c:pt idx="8447">
                  <c:v>red 66 auto group</c:v>
                </c:pt>
                <c:pt idx="8448">
                  <c:v>paul miller performance llc</c:v>
                </c:pt>
                <c:pt idx="8449">
                  <c:v>robono inc</c:v>
                </c:pt>
                <c:pt idx="8450">
                  <c:v>farr west motors llc</c:v>
                </c:pt>
                <c:pt idx="8451">
                  <c:v>david wilsons villa ford</c:v>
                </c:pt>
                <c:pt idx="8452">
                  <c:v>chevy chase acura</c:v>
                </c:pt>
                <c:pt idx="8453">
                  <c:v>honda of burien</c:v>
                </c:pt>
                <c:pt idx="8454">
                  <c:v>j &amp; g auto city inc</c:v>
                </c:pt>
                <c:pt idx="8455">
                  <c:v>economy honda superstore</c:v>
                </c:pt>
                <c:pt idx="8456">
                  <c:v>city of eureka</c:v>
                </c:pt>
                <c:pt idx="8457">
                  <c:v>don joseph inc</c:v>
                </c:pt>
                <c:pt idx="8458">
                  <c:v>findlay fiat</c:v>
                </c:pt>
                <c:pt idx="8459">
                  <c:v>fahad auto sales llc</c:v>
                </c:pt>
                <c:pt idx="8460">
                  <c:v>avis rac</c:v>
                </c:pt>
                <c:pt idx="8461">
                  <c:v>bmak investments</c:v>
                </c:pt>
                <c:pt idx="8462">
                  <c:v>international motor co</c:v>
                </c:pt>
                <c:pt idx="8463">
                  <c:v>myrtle beach chevrolet cadillac inc</c:v>
                </c:pt>
                <c:pt idx="8464">
                  <c:v>quick credit cars</c:v>
                </c:pt>
                <c:pt idx="8465">
                  <c:v>mcdonald automotive group-hyundai</c:v>
                </c:pt>
                <c:pt idx="8466">
                  <c:v>stewart cadillac lp</c:v>
                </c:pt>
                <c:pt idx="8467">
                  <c:v>major motor cars inc</c:v>
                </c:pt>
                <c:pt idx="8468">
                  <c:v>transitowne mitsubishi</c:v>
                </c:pt>
                <c:pt idx="8469">
                  <c:v>pinnacle nissan inc</c:v>
                </c:pt>
                <c:pt idx="8470">
                  <c:v>onemain rem/german autoworks inc</c:v>
                </c:pt>
                <c:pt idx="8471">
                  <c:v>euro motorwerks</c:v>
                </c:pt>
                <c:pt idx="8472">
                  <c:v>automotive services finance</c:v>
                </c:pt>
                <c:pt idx="8473">
                  <c:v>eppys auto sales llc</c:v>
                </c:pt>
                <c:pt idx="8474">
                  <c:v>heritage volkswagen lithia springs</c:v>
                </c:pt>
                <c:pt idx="8475">
                  <c:v>free auto sales llc</c:v>
                </c:pt>
                <c:pt idx="8476">
                  <c:v>m n cars</c:v>
                </c:pt>
                <c:pt idx="8477">
                  <c:v>onemain rem/first choice auto center</c:v>
                </c:pt>
                <c:pt idx="8478">
                  <c:v>severino auto sales inc</c:v>
                </c:pt>
                <c:pt idx="8479">
                  <c:v>rawan auto sales llc</c:v>
                </c:pt>
                <c:pt idx="8480">
                  <c:v>tdaf remarketing/majestic auto inc</c:v>
                </c:pt>
                <c:pt idx="8481">
                  <c:v>onemain rem/bill hancock motors llc</c:v>
                </c:pt>
                <c:pt idx="8482">
                  <c:v>mcdonald ford inc</c:v>
                </c:pt>
                <c:pt idx="8483">
                  <c:v>steele boys automotive llc</c:v>
                </c:pt>
                <c:pt idx="8484">
                  <c:v>walts wheels inc</c:v>
                </c:pt>
                <c:pt idx="8485">
                  <c:v>kasper toyota</c:v>
                </c:pt>
                <c:pt idx="8486">
                  <c:v>berko auto brokers llc</c:v>
                </c:pt>
                <c:pt idx="8487">
                  <c:v>chilpas auto sales</c:v>
                </c:pt>
                <c:pt idx="8488">
                  <c:v>fifth third exchange corp</c:v>
                </c:pt>
                <c:pt idx="8489">
                  <c:v>cypress finance company  inc.</c:v>
                </c:pt>
                <c:pt idx="8490">
                  <c:v>boise volkswagen audi boise</c:v>
                </c:pt>
                <c:pt idx="8491">
                  <c:v>healey kia</c:v>
                </c:pt>
                <c:pt idx="8492">
                  <c:v>heritage bank of the south</c:v>
                </c:pt>
                <c:pt idx="8493">
                  <c:v>mn auto sales inc</c:v>
                </c:pt>
                <c:pt idx="8494">
                  <c:v>skaf investment group inc</c:v>
                </c:pt>
                <c:pt idx="8495">
                  <c:v>repo remarketing/pima fcu</c:v>
                </c:pt>
                <c:pt idx="8496">
                  <c:v>campbell auto sales</c:v>
                </c:pt>
                <c:pt idx="8497">
                  <c:v>elite auto llc</c:v>
                </c:pt>
                <c:pt idx="8498">
                  <c:v>tebo financial services</c:v>
                </c:pt>
                <c:pt idx="8499">
                  <c:v>kline nissan</c:v>
                </c:pt>
                <c:pt idx="8500">
                  <c:v>msm auto llc</c:v>
                </c:pt>
                <c:pt idx="8501">
                  <c:v>olympia leasing inc</c:v>
                </c:pt>
                <c:pt idx="8502">
                  <c:v>keller chevrolet inc</c:v>
                </c:pt>
                <c:pt idx="8503">
                  <c:v>paul cole motors inc</c:v>
                </c:pt>
                <c:pt idx="8504">
                  <c:v>wakota fcu</c:v>
                </c:pt>
                <c:pt idx="8505">
                  <c:v>tulsa teachers credit union</c:v>
                </c:pt>
                <c:pt idx="8506">
                  <c:v>mainstreet motor company</c:v>
                </c:pt>
                <c:pt idx="8507">
                  <c:v>ron davidson chevrolet buick gmc</c:v>
                </c:pt>
                <c:pt idx="8508">
                  <c:v>mattie imports  inc.</c:v>
                </c:pt>
                <c:pt idx="8509">
                  <c:v>auto collection of murfreesboro inc</c:v>
                </c:pt>
                <c:pt idx="8510">
                  <c:v>hwy 16 auto sales</c:v>
                </c:pt>
                <c:pt idx="8511">
                  <c:v>hoffman chevrolet inc</c:v>
                </c:pt>
                <c:pt idx="8512">
                  <c:v>atlantic coast remarketing/sasi</c:v>
                </c:pt>
                <c:pt idx="8513">
                  <c:v>classic chevrolet of kannapolis llc</c:v>
                </c:pt>
                <c:pt idx="8514">
                  <c:v>auto thrift</c:v>
                </c:pt>
                <c:pt idx="8515">
                  <c:v>loeber motors inc</c:v>
                </c:pt>
                <c:pt idx="8516">
                  <c:v>mike piazza honda</c:v>
                </c:pt>
                <c:pt idx="8517">
                  <c:v>select cars</c:v>
                </c:pt>
                <c:pt idx="8518">
                  <c:v>toyota/scion of sanford</c:v>
                </c:pt>
                <c:pt idx="8519">
                  <c:v>my bridge</c:v>
                </c:pt>
                <c:pt idx="8520">
                  <c:v>vision ford lincoln mercury inc</c:v>
                </c:pt>
                <c:pt idx="8521">
                  <c:v>sierra credit corp</c:v>
                </c:pt>
                <c:pt idx="8522">
                  <c:v>speedway sales llc</c:v>
                </c:pt>
                <c:pt idx="8523">
                  <c:v>silva auto sales</c:v>
                </c:pt>
                <c:pt idx="8524">
                  <c:v>titlemax/las vegas nv29</c:v>
                </c:pt>
                <c:pt idx="8525">
                  <c:v>member one fcu</c:v>
                </c:pt>
                <c:pt idx="8526">
                  <c:v>gcb acceptance corp</c:v>
                </c:pt>
                <c:pt idx="8527">
                  <c:v>anthony auto sales</c:v>
                </c:pt>
                <c:pt idx="8528">
                  <c:v>downtown ford lincoln mercury inc</c:v>
                </c:pt>
                <c:pt idx="8529">
                  <c:v>city of boca raton</c:v>
                </c:pt>
                <c:pt idx="8530">
                  <c:v>autobarn sales &amp; leasing inc</c:v>
                </c:pt>
                <c:pt idx="8531">
                  <c:v>cars in motion ltd</c:v>
                </c:pt>
                <c:pt idx="8532">
                  <c:v>executive motors &amp; leasing</c:v>
                </c:pt>
                <c:pt idx="8533">
                  <c:v>affordable truck and van rentals</c:v>
                </c:pt>
                <c:pt idx="8534">
                  <c:v>afg/gte fcu</c:v>
                </c:pt>
                <c:pt idx="8535">
                  <c:v>gilliam motors inc</c:v>
                </c:pt>
                <c:pt idx="8536">
                  <c:v>green cap financial/dba lendmark financial/burli</c:v>
                </c:pt>
                <c:pt idx="8537">
                  <c:v>red rock automotive</c:v>
                </c:pt>
                <c:pt idx="8538">
                  <c:v>luxury cars outlet</c:v>
                </c:pt>
                <c:pt idx="8539">
                  <c:v>johnson investments of nc inc</c:v>
                </c:pt>
                <c:pt idx="8540">
                  <c:v>ralph schomp mini</c:v>
                </c:pt>
                <c:pt idx="8541">
                  <c:v>tortuguero auto y/o oriental</c:v>
                </c:pt>
                <c:pt idx="8542">
                  <c:v>valley ford sales inc</c:v>
                </c:pt>
                <c:pt idx="8543">
                  <c:v>onesource/alan jay import center inc</c:v>
                </c:pt>
                <c:pt idx="8544">
                  <c:v>my mint car corp</c:v>
                </c:pt>
                <c:pt idx="8545">
                  <c:v>sandy sansing mazda</c:v>
                </c:pt>
                <c:pt idx="8546">
                  <c:v>sellers-sexton inc</c:v>
                </c:pt>
                <c:pt idx="8547">
                  <c:v>gladstone mitsubishi</c:v>
                </c:pt>
                <c:pt idx="8548">
                  <c:v>d/m auto sales inc</c:v>
                </c:pt>
                <c:pt idx="8549">
                  <c:v>automobile brokerage/leasing of nv</c:v>
                </c:pt>
                <c:pt idx="8550">
                  <c:v>auto integrity</c:v>
                </c:pt>
                <c:pt idx="8551">
                  <c:v>goodwin's chevrolet company</c:v>
                </c:pt>
                <c:pt idx="8552">
                  <c:v>eden prairie nissan</c:v>
                </c:pt>
                <c:pt idx="8553">
                  <c:v>centex truck and auto</c:v>
                </c:pt>
                <c:pt idx="8554">
                  <c:v>auto plus limited intl</c:v>
                </c:pt>
                <c:pt idx="8555">
                  <c:v>1st gear auto inc</c:v>
                </c:pt>
                <c:pt idx="8556">
                  <c:v>catalina auto sales</c:v>
                </c:pt>
                <c:pt idx="8557">
                  <c:v>chases used cars</c:v>
                </c:pt>
                <c:pt idx="8558">
                  <c:v>madison county transit</c:v>
                </c:pt>
                <c:pt idx="8559">
                  <c:v>manheim chicago</c:v>
                </c:pt>
                <c:pt idx="8560">
                  <c:v>marriott efcu</c:v>
                </c:pt>
                <c:pt idx="8561">
                  <c:v>porsche of orlando</c:v>
                </c:pt>
                <c:pt idx="8562">
                  <c:v>titlebucks / clarksville tn1</c:v>
                </c:pt>
                <c:pt idx="8563">
                  <c:v>merit chevrolet co</c:v>
                </c:pt>
                <c:pt idx="8564">
                  <c:v>nahas auto center</c:v>
                </c:pt>
                <c:pt idx="8565">
                  <c:v>onesource/team nissan of marietta</c:v>
                </c:pt>
                <c:pt idx="8566">
                  <c:v>mc grath lexus</c:v>
                </c:pt>
                <c:pt idx="8567">
                  <c:v>reliable car and truck rentals</c:v>
                </c:pt>
                <c:pt idx="8568">
                  <c:v>southern luxury cars</c:v>
                </c:pt>
                <c:pt idx="8569">
                  <c:v>craz e carz inc</c:v>
                </c:pt>
                <c:pt idx="8570">
                  <c:v>grand auto exchange llc</c:v>
                </c:pt>
                <c:pt idx="8571">
                  <c:v>best used cars  inc</c:v>
                </c:pt>
                <c:pt idx="8572">
                  <c:v>gt motorsports llc</c:v>
                </c:pt>
                <c:pt idx="8573">
                  <c:v>crofton auto brokers</c:v>
                </c:pt>
                <c:pt idx="8574">
                  <c:v>bill barth ford inc</c:v>
                </c:pt>
                <c:pt idx="8575">
                  <c:v>auto store sales and leasing llc</c:v>
                </c:pt>
                <c:pt idx="8576">
                  <c:v>reliable auto sales</c:v>
                </c:pt>
                <c:pt idx="8577">
                  <c:v>total auto rent</c:v>
                </c:pt>
                <c:pt idx="8578">
                  <c:v>lakewood auto group llc</c:v>
                </c:pt>
                <c:pt idx="8579">
                  <c:v>marios auto sales inc</c:v>
                </c:pt>
                <c:pt idx="8580">
                  <c:v>rpm lenders</c:v>
                </c:pt>
                <c:pt idx="8581">
                  <c:v>sunset motors inc</c:v>
                </c:pt>
                <c:pt idx="8582">
                  <c:v>walser subaru</c:v>
                </c:pt>
                <c:pt idx="8583">
                  <c:v>eufaula ford  inc.</c:v>
                </c:pt>
                <c:pt idx="8584">
                  <c:v>gracia motor sales</c:v>
                </c:pt>
                <c:pt idx="8585">
                  <c:v>avis rent a car/fargo</c:v>
                </c:pt>
                <c:pt idx="8586">
                  <c:v>buy all cars.com llc</c:v>
                </c:pt>
                <c:pt idx="8587">
                  <c:v>ontario volkswagen</c:v>
                </c:pt>
                <c:pt idx="8588">
                  <c:v>north county pawn center</c:v>
                </c:pt>
                <c:pt idx="8589">
                  <c:v>kia of arlington</c:v>
                </c:pt>
                <c:pt idx="8590">
                  <c:v>lawley honda</c:v>
                </c:pt>
                <c:pt idx="8591">
                  <c:v>new prague chevrolet</c:v>
                </c:pt>
                <c:pt idx="8592">
                  <c:v>sloane toyota</c:v>
                </c:pt>
                <c:pt idx="8593">
                  <c:v>service motor co inc</c:v>
                </c:pt>
                <c:pt idx="8594">
                  <c:v>repo remarketing/spectrum credit union</c:v>
                </c:pt>
                <c:pt idx="8595">
                  <c:v>berwyn kia</c:v>
                </c:pt>
                <c:pt idx="8596">
                  <c:v>classic chevrolet ltd</c:v>
                </c:pt>
                <c:pt idx="8597">
                  <c:v>first cash advanced dba buckeye check cashing</c:v>
                </c:pt>
                <c:pt idx="8598">
                  <c:v>dixons automotive llc</c:v>
                </c:pt>
                <c:pt idx="8599">
                  <c:v>automotive fleet management/capital city bank</c:v>
                </c:pt>
                <c:pt idx="8600">
                  <c:v>alpha auto sales corp</c:v>
                </c:pt>
                <c:pt idx="8601">
                  <c:v>genesis autoplex llc</c:v>
                </c:pt>
                <c:pt idx="8602">
                  <c:v>camelback ford lincoln mercury</c:v>
                </c:pt>
                <c:pt idx="8603">
                  <c:v>hoffman chrysler dodge</c:v>
                </c:pt>
                <c:pt idx="8604">
                  <c:v>crown volvo</c:v>
                </c:pt>
                <c:pt idx="8605">
                  <c:v>used car auto center</c:v>
                </c:pt>
                <c:pt idx="8606">
                  <c:v>s &amp; s auto sales</c:v>
                </c:pt>
                <c:pt idx="8607">
                  <c:v>shakopee police department</c:v>
                </c:pt>
                <c:pt idx="8608">
                  <c:v>utah car &amp; truck inc.</c:v>
                </c:pt>
                <c:pt idx="8609">
                  <c:v>primeritus remarketing/best used cars</c:v>
                </c:pt>
                <c:pt idx="8610">
                  <c:v>motorvation llc</c:v>
                </c:pt>
                <c:pt idx="8611">
                  <c:v>l &amp; a auto sales</c:v>
                </c:pt>
                <c:pt idx="8612">
                  <c:v>supreme nissan of slidell</c:v>
                </c:pt>
                <c:pt idx="8613">
                  <c:v>northtown toyota volkswagen scion</c:v>
                </c:pt>
                <c:pt idx="8614">
                  <c:v>james hodge motors inc</c:v>
                </c:pt>
                <c:pt idx="8615">
                  <c:v>bluesignet enterprise llc</c:v>
                </c:pt>
                <c:pt idx="8616">
                  <c:v>deragon us leasing inc</c:v>
                </c:pt>
                <c:pt idx="8617">
                  <c:v>garage el cano</c:v>
                </c:pt>
                <c:pt idx="8618">
                  <c:v>autonation buick gmc park meadows</c:v>
                </c:pt>
                <c:pt idx="8619">
                  <c:v>h &amp; j auto sales llc</c:v>
                </c:pt>
                <c:pt idx="8620">
                  <c:v>city of fargo</c:v>
                </c:pt>
                <c:pt idx="8621">
                  <c:v>black hills credit union</c:v>
                </c:pt>
                <c:pt idx="8622">
                  <c:v>caspian group inc</c:v>
                </c:pt>
                <c:pt idx="8623">
                  <c:v>creekside auto and tire service inc</c:v>
                </c:pt>
                <c:pt idx="8624">
                  <c:v>pdx auto source llc</c:v>
                </c:pt>
                <c:pt idx="8625">
                  <c:v>world motors</c:v>
                </c:pt>
                <c:pt idx="8626">
                  <c:v>onesource/teamone toyota of gadsden</c:v>
                </c:pt>
                <c:pt idx="8627">
                  <c:v>mn auto finance company</c:v>
                </c:pt>
                <c:pt idx="8628">
                  <c:v>marlina racing inc</c:v>
                </c:pt>
                <c:pt idx="8629">
                  <c:v>milbank ford inc</c:v>
                </c:pt>
                <c:pt idx="8630">
                  <c:v>redline certified motors llc</c:v>
                </c:pt>
                <c:pt idx="8631">
                  <c:v>sound ford inc</c:v>
                </c:pt>
                <c:pt idx="8632">
                  <c:v>mercedes benz of sioux falls</c:v>
                </c:pt>
                <c:pt idx="8633">
                  <c:v>zboyz motors llc</c:v>
                </c:pt>
                <c:pt idx="8634">
                  <c:v>soelter auto sales inc</c:v>
                </c:pt>
                <c:pt idx="8635">
                  <c:v>lynchburg mazda</c:v>
                </c:pt>
                <c:pt idx="8636">
                  <c:v>stewart motors llc</c:v>
                </c:pt>
                <c:pt idx="8637">
                  <c:v>s swope honda world</c:v>
                </c:pt>
                <c:pt idx="8638">
                  <c:v>timbrook buick gmc</c:v>
                </c:pt>
                <c:pt idx="8639">
                  <c:v>manheim central california</c:v>
                </c:pt>
                <c:pt idx="8640">
                  <c:v>nissan dealer blend/mossy nissan el cajon</c:v>
                </c:pt>
                <c:pt idx="8641">
                  <c:v>primeritus remarketing/sandwood co inc</c:v>
                </c:pt>
                <c:pt idx="8642">
                  <c:v>pz global auto inc</c:v>
                </c:pt>
                <c:pt idx="8643">
                  <c:v>g &amp; j motorway llc</c:v>
                </c:pt>
                <c:pt idx="8644">
                  <c:v>guardian rent a car inc</c:v>
                </c:pt>
                <c:pt idx="8645">
                  <c:v>autonation ford north canton</c:v>
                </c:pt>
                <c:pt idx="8646">
                  <c:v>cadillac of portland lloyd center</c:v>
                </c:pt>
                <c:pt idx="8647">
                  <c:v>dave warren chrysler dodge jeep ram</c:v>
                </c:pt>
                <c:pt idx="8648">
                  <c:v>autometrics</c:v>
                </c:pt>
                <c:pt idx="8649">
                  <c:v>automobiles nascar</c:v>
                </c:pt>
                <c:pt idx="8650">
                  <c:v>crescent auto sales inc</c:v>
                </c:pt>
                <c:pt idx="8651">
                  <c:v>bluestone motors  llc</c:v>
                </c:pt>
                <c:pt idx="8652">
                  <c:v>d &amp; a auto sales</c:v>
                </c:pt>
                <c:pt idx="8653">
                  <c:v>dt auto brokers</c:v>
                </c:pt>
                <c:pt idx="8654">
                  <c:v>gowolfe llc</c:v>
                </c:pt>
                <c:pt idx="8655">
                  <c:v>duc imports inc</c:v>
                </c:pt>
                <c:pt idx="8656">
                  <c:v>honda of slidell</c:v>
                </c:pt>
                <c:pt idx="8657">
                  <c:v>flexdrive</c:v>
                </c:pt>
                <c:pt idx="8658">
                  <c:v>iautohaus</c:v>
                </c:pt>
                <c:pt idx="8659">
                  <c:v>doral hyundai</c:v>
                </c:pt>
                <c:pt idx="8660">
                  <c:v>exclusive auto</c:v>
                </c:pt>
                <c:pt idx="8661">
                  <c:v>ultimate autoline</c:v>
                </c:pt>
                <c:pt idx="8662">
                  <c:v>coca cola/custom remarketing solutions</c:v>
                </c:pt>
                <c:pt idx="8663">
                  <c:v>ace auto group</c:v>
                </c:pt>
                <c:pt idx="8664">
                  <c:v>steet ponte ford inc</c:v>
                </c:pt>
                <c:pt idx="8665">
                  <c:v>tim marburger honda</c:v>
                </c:pt>
                <c:pt idx="8666">
                  <c:v>pnc equipment finance llc</c:v>
                </c:pt>
                <c:pt idx="8667">
                  <c:v>titlemax/las vegas nv36</c:v>
                </c:pt>
                <c:pt idx="8668">
                  <c:v>nicoles auto sales</c:v>
                </c:pt>
                <c:pt idx="8669">
                  <c:v>tystanic auto sales &amp; rental</c:v>
                </c:pt>
                <c:pt idx="8670">
                  <c:v>repo remarketing/aspire fcu</c:v>
                </c:pt>
                <c:pt idx="8671">
                  <c:v>phil long ford of chapel hills</c:v>
                </c:pt>
                <c:pt idx="8672">
                  <c:v>m &amp; m cars trucks vans inc</c:v>
                </c:pt>
                <c:pt idx="8673">
                  <c:v>boucher ventures inc</c:v>
                </c:pt>
                <c:pt idx="8674">
                  <c:v>bloomington ford</c:v>
                </c:pt>
                <c:pt idx="8675">
                  <c:v>ellis brooks leasing inc</c:v>
                </c:pt>
                <c:pt idx="8676">
                  <c:v>american first fcu</c:v>
                </c:pt>
                <c:pt idx="8677">
                  <c:v>swenson ford sales inc</c:v>
                </c:pt>
                <c:pt idx="8678">
                  <c:v>chadwick auto wholesale</c:v>
                </c:pt>
                <c:pt idx="8679">
                  <c:v>fairless motors</c:v>
                </c:pt>
                <c:pt idx="8680">
                  <c:v>mike reichenbach ford lincoln inc</c:v>
                </c:pt>
                <c:pt idx="8681">
                  <c:v>mercedes benz of beaverton</c:v>
                </c:pt>
                <c:pt idx="8682">
                  <c:v>platinum cars south</c:v>
                </c:pt>
                <c:pt idx="8683">
                  <c:v>toyota of bristol</c:v>
                </c:pt>
                <c:pt idx="8684">
                  <c:v>platinum motors</c:v>
                </c:pt>
                <c:pt idx="8685">
                  <c:v>premier remarketing</c:v>
                </c:pt>
                <c:pt idx="8686">
                  <c:v>onemain rem/auto cars&amp;trucks</c:v>
                </c:pt>
                <c:pt idx="8687">
                  <c:v>brennans auto sales</c:v>
                </c:pt>
                <c:pt idx="8688">
                  <c:v>avis rac/springfield</c:v>
                </c:pt>
                <c:pt idx="8689">
                  <c:v>alamo city autoplex</c:v>
                </c:pt>
                <c:pt idx="8690">
                  <c:v>higgins auto sales inc</c:v>
                </c:pt>
                <c:pt idx="8691">
                  <c:v>hertrich nissan</c:v>
                </c:pt>
                <c:pt idx="8692">
                  <c:v>cumar auto sales inc</c:v>
                </c:pt>
                <c:pt idx="8693">
                  <c:v>celebrity auto group</c:v>
                </c:pt>
                <c:pt idx="8694">
                  <c:v>inver grove toyota</c:v>
                </c:pt>
                <c:pt idx="8695">
                  <c:v>holli motors inc</c:v>
                </c:pt>
                <c:pt idx="8696">
                  <c:v>studio city auto group</c:v>
                </c:pt>
                <c:pt idx="8697">
                  <c:v>premier auto credit  inc</c:v>
                </c:pt>
                <c:pt idx="8698">
                  <c:v>la autobrokers sales/leasing</c:v>
                </c:pt>
                <c:pt idx="8699">
                  <c:v>prestige motorcars</c:v>
                </c:pt>
                <c:pt idx="8700">
                  <c:v>mike carlson motor co</c:v>
                </c:pt>
                <c:pt idx="8701">
                  <c:v>414 car mart</c:v>
                </c:pt>
                <c:pt idx="8702">
                  <c:v>midway car rental</c:v>
                </c:pt>
                <c:pt idx="8703">
                  <c:v>titlebucks/lasvegas nv1</c:v>
                </c:pt>
                <c:pt idx="8704">
                  <c:v>queen city motors llc</c:v>
                </c:pt>
                <c:pt idx="8705">
                  <c:v>motorists mutual insurance co</c:v>
                </c:pt>
                <c:pt idx="8706">
                  <c:v>the auto specialists</c:v>
                </c:pt>
                <c:pt idx="8707">
                  <c:v>titlemax hendersonville-tn1</c:v>
                </c:pt>
                <c:pt idx="8708">
                  <c:v>salton motor cars inc</c:v>
                </c:pt>
                <c:pt idx="8709">
                  <c:v>fast credit financial inc</c:v>
                </c:pt>
                <c:pt idx="8710">
                  <c:v>central autohaus</c:v>
                </c:pt>
                <c:pt idx="8711">
                  <c:v>ac greenwich auto brokers ll</c:v>
                </c:pt>
                <c:pt idx="8712">
                  <c:v>franklin mint fcu</c:v>
                </c:pt>
                <c:pt idx="8713">
                  <c:v>good value car sales</c:v>
                </c:pt>
                <c:pt idx="8714">
                  <c:v>empower fcu</c:v>
                </c:pt>
                <c:pt idx="8715">
                  <c:v>car 1 auto group inc</c:v>
                </c:pt>
                <c:pt idx="8716">
                  <c:v>affordable</c:v>
                </c:pt>
                <c:pt idx="8717">
                  <c:v>auto mercado</c:v>
                </c:pt>
                <c:pt idx="8718">
                  <c:v>cars helping veterans</c:v>
                </c:pt>
                <c:pt idx="8719">
                  <c:v>yellowstone national fcu</c:v>
                </c:pt>
                <c:pt idx="8720">
                  <c:v>mid south fleet liquidators inc</c:v>
                </c:pt>
                <c:pt idx="8721">
                  <c:v>tustin buick pontiac gmc hummer</c:v>
                </c:pt>
                <c:pt idx="8722">
                  <c:v>patrick buick gmc inc</c:v>
                </c:pt>
                <c:pt idx="8723">
                  <c:v>wiggles auto sales inc</c:v>
                </c:pt>
                <c:pt idx="8724">
                  <c:v>t &amp; t motorsports</c:v>
                </c:pt>
                <c:pt idx="8725">
                  <c:v>bend honda</c:v>
                </c:pt>
                <c:pt idx="8726">
                  <c:v>hyundai longueuil</c:v>
                </c:pt>
                <c:pt idx="8727">
                  <c:v>dick myers chrysler dodge jeep inc</c:v>
                </c:pt>
                <c:pt idx="8728">
                  <c:v>best bet auto</c:v>
                </c:pt>
                <c:pt idx="8729">
                  <c:v>certified auto mall inc</c:v>
                </c:pt>
                <c:pt idx="8730">
                  <c:v>city of port orange</c:v>
                </c:pt>
                <c:pt idx="8731">
                  <c:v>dene lambkin honda</c:v>
                </c:pt>
                <c:pt idx="8732">
                  <c:v>franklin sussex auto mall inc</c:v>
                </c:pt>
                <c:pt idx="8733">
                  <c:v>burlington kia</c:v>
                </c:pt>
                <c:pt idx="8734">
                  <c:v>don jackson mitsubishi</c:v>
                </c:pt>
                <c:pt idx="8735">
                  <c:v>jalisco auto sales</c:v>
                </c:pt>
                <c:pt idx="8736">
                  <c:v>city center auto sales inc</c:v>
                </c:pt>
                <c:pt idx="8737">
                  <c:v>andy glockner honda toyota</c:v>
                </c:pt>
                <c:pt idx="8738">
                  <c:v>west hills kia</c:v>
                </c:pt>
                <c:pt idx="8739">
                  <c:v>j &amp; f auto sales llc</c:v>
                </c:pt>
                <c:pt idx="8740">
                  <c:v>lara export</c:v>
                </c:pt>
                <c:pt idx="8741">
                  <c:v>raceway ford inc</c:v>
                </c:pt>
                <c:pt idx="8742">
                  <c:v>kern schools fcu</c:v>
                </c:pt>
                <c:pt idx="8743">
                  <c:v>spartan controls</c:v>
                </c:pt>
                <c:pt idx="8744">
                  <c:v>warren henry jaguar</c:v>
                </c:pt>
                <c:pt idx="8745">
                  <c:v>sonss auto</c:v>
                </c:pt>
                <c:pt idx="8746">
                  <c:v>raffino auto sales</c:v>
                </c:pt>
                <c:pt idx="8747">
                  <c:v>a automotive inc auto sales</c:v>
                </c:pt>
                <c:pt idx="8748">
                  <c:v>d &amp; e mitsubishi</c:v>
                </c:pt>
                <c:pt idx="8749">
                  <c:v>gulfside motors llc</c:v>
                </c:pt>
                <c:pt idx="8750">
                  <c:v>centre auto inc</c:v>
                </c:pt>
                <c:pt idx="8751">
                  <c:v>manhattan used cars</c:v>
                </c:pt>
                <c:pt idx="8752">
                  <c:v>young volkswagen inc</c:v>
                </c:pt>
                <c:pt idx="8753">
                  <c:v>waynes world of automobiles</c:v>
                </c:pt>
                <c:pt idx="8754">
                  <c:v>quest auto sales</c:v>
                </c:pt>
                <c:pt idx="8755">
                  <c:v>ross nissan of el monte</c:v>
                </c:pt>
                <c:pt idx="8756">
                  <c:v>york enterprise inc</c:v>
                </c:pt>
                <c:pt idx="8757">
                  <c:v>remarketing by ge/oak trust credit union</c:v>
                </c:pt>
                <c:pt idx="8758">
                  <c:v>tdk automotive llc</c:v>
                </c:pt>
                <c:pt idx="8759">
                  <c:v>petrillo motor co inc</c:v>
                </c:pt>
                <c:pt idx="8760">
                  <c:v>gillespie auto centre</c:v>
                </c:pt>
                <c:pt idx="8761">
                  <c:v>big dogs auto sales inc</c:v>
                </c:pt>
                <c:pt idx="8762">
                  <c:v>diamond one auto inc</c:v>
                </c:pt>
                <c:pt idx="8763">
                  <c:v>a m auto sales</c:v>
                </c:pt>
                <c:pt idx="8764">
                  <c:v>elite remarketing</c:v>
                </c:pt>
                <c:pt idx="8765">
                  <c:v>fuccillo ford of seneca falls inc</c:v>
                </c:pt>
                <c:pt idx="8766">
                  <c:v>executive autorama</c:v>
                </c:pt>
                <c:pt idx="8767">
                  <c:v>wheel deal incorporated</c:v>
                </c:pt>
                <c:pt idx="8768">
                  <c:v>pure auto sales</c:v>
                </c:pt>
                <c:pt idx="8769">
                  <c:v>titlemax of eastern ave. - nv 7</c:v>
                </c:pt>
                <c:pt idx="8770">
                  <c:v>walpole mitsubishi</c:v>
                </c:pt>
                <c:pt idx="8771">
                  <c:v>s swope buick gmc</c:v>
                </c:pt>
                <c:pt idx="8772">
                  <c:v>the wholesale outlet inc</c:v>
                </c:pt>
                <c:pt idx="8773">
                  <c:v>mutual first fcu</c:v>
                </c:pt>
                <c:pt idx="8774">
                  <c:v>national livery sales</c:v>
                </c:pt>
                <c:pt idx="8775">
                  <c:v>n-baro auction team wholesale motor vehicle</c:v>
                </c:pt>
                <c:pt idx="8776">
                  <c:v>john's auto sales inc</c:v>
                </c:pt>
                <c:pt idx="8777">
                  <c:v>ace automotiv</c:v>
                </c:pt>
                <c:pt idx="8778">
                  <c:v>finest cars inc</c:v>
                </c:pt>
                <c:pt idx="8779">
                  <c:v>element financial corp</c:v>
                </c:pt>
                <c:pt idx="8780">
                  <c:v>atlantic coast remarketing inc/tm</c:v>
                </c:pt>
                <c:pt idx="8781">
                  <c:v>i 80 auto sales</c:v>
                </c:pt>
                <c:pt idx="8782">
                  <c:v>advantage trucks com llc</c:v>
                </c:pt>
                <c:pt idx="8783">
                  <c:v>titlemax / fredericksburg va2</c:v>
                </c:pt>
                <c:pt idx="8784">
                  <c:v>onemain rem/reliance motors llc</c:v>
                </c:pt>
                <c:pt idx="8785">
                  <c:v>island auto sales llc</c:v>
                </c:pt>
                <c:pt idx="8786">
                  <c:v>jackpot auto sales</c:v>
                </c:pt>
                <c:pt idx="8787">
                  <c:v>all stars auto</c:v>
                </c:pt>
                <c:pt idx="8788">
                  <c:v>milbank ford &amp; mercury inc</c:v>
                </c:pt>
                <c:pt idx="8789">
                  <c:v>prestige financial corp/transouth</c:v>
                </c:pt>
                <c:pt idx="8790">
                  <c:v>ray jameson co</c:v>
                </c:pt>
                <c:pt idx="8791">
                  <c:v>w &amp; w of alexandria inc</c:v>
                </c:pt>
                <c:pt idx="8792">
                  <c:v>vango auto group</c:v>
                </c:pt>
                <c:pt idx="8793">
                  <c:v>lou fusz buick gmc</c:v>
                </c:pt>
                <c:pt idx="8794">
                  <c:v>heritage auto llc</c:v>
                </c:pt>
                <c:pt idx="8795">
                  <c:v>bedford ford lincoln mercury inc</c:v>
                </c:pt>
                <c:pt idx="8796">
                  <c:v>countryside auto sales</c:v>
                </c:pt>
                <c:pt idx="8797">
                  <c:v>atlantic coast remarketing inc/triangle auto sal</c:v>
                </c:pt>
                <c:pt idx="8798">
                  <c:v>capital auto finance corp</c:v>
                </c:pt>
                <c:pt idx="8799">
                  <c:v>digs wheels inc</c:v>
                </c:pt>
                <c:pt idx="8800">
                  <c:v>avis rent a car systems/newark</c:v>
                </c:pt>
                <c:pt idx="8801">
                  <c:v>ruthrauff auto sales llc</c:v>
                </c:pt>
                <c:pt idx="8802">
                  <c:v>quality motors</c:v>
                </c:pt>
                <c:pt idx="8803">
                  <c:v>repo remarketing/florida hospital credit union</c:v>
                </c:pt>
                <c:pt idx="8804">
                  <c:v>liberty hyundai llc</c:v>
                </c:pt>
                <c:pt idx="8805">
                  <c:v>onemain rem/cars galore</c:v>
                </c:pt>
                <c:pt idx="8806">
                  <c:v>mp auto sales llc</c:v>
                </c:pt>
                <c:pt idx="8807">
                  <c:v>diamond auto sales llc</c:v>
                </c:pt>
                <c:pt idx="8808">
                  <c:v>champion chevrolet of fowlerville inc</c:v>
                </c:pt>
                <c:pt idx="8809">
                  <c:v>imagine motorcars llc</c:v>
                </c:pt>
                <c:pt idx="8810">
                  <c:v>classic nissan of statesville llc</c:v>
                </c:pt>
                <c:pt idx="8811">
                  <c:v>gordie boucher of west bend inc</c:v>
                </c:pt>
                <c:pt idx="8812">
                  <c:v>cfm leasing inc</c:v>
                </c:pt>
                <c:pt idx="8813">
                  <c:v>valley dealer exchange inc</c:v>
                </c:pt>
                <c:pt idx="8814">
                  <c:v>volvo of clearwater</c:v>
                </c:pt>
                <c:pt idx="8815">
                  <c:v>t &amp; t auto sales</c:v>
                </c:pt>
                <c:pt idx="8816">
                  <c:v>vista ford lincoln mercury of oxnard</c:v>
                </c:pt>
                <c:pt idx="8817">
                  <c:v>mutual first credit union</c:v>
                </c:pt>
                <c:pt idx="8818">
                  <c:v>vip custom rides llc</c:v>
                </c:pt>
                <c:pt idx="8819">
                  <c:v>titlemax/garden grove ca1</c:v>
                </c:pt>
                <c:pt idx="8820">
                  <c:v>progressive gm inc</c:v>
                </c:pt>
                <c:pt idx="8821">
                  <c:v>patti o'malley's cars &amp; truck center</c:v>
                </c:pt>
                <c:pt idx="8822">
                  <c:v>united car sales</c:v>
                </c:pt>
                <c:pt idx="8823">
                  <c:v>motorwerks mini</c:v>
                </c:pt>
                <c:pt idx="8824">
                  <c:v>sands ford of pottsville</c:v>
                </c:pt>
                <c:pt idx="8825">
                  <c:v>new webster auto sales inc</c:v>
                </c:pt>
                <c:pt idx="8826">
                  <c:v>us auto wholesale</c:v>
                </c:pt>
                <c:pt idx="8827">
                  <c:v>klassic motors inc</c:v>
                </c:pt>
                <c:pt idx="8828">
                  <c:v>blackman motors inc</c:v>
                </c:pt>
                <c:pt idx="8829">
                  <c:v>jeffrey motors llc</c:v>
                </c:pt>
                <c:pt idx="8830">
                  <c:v>davis olaughlin buick gmc cadillac</c:v>
                </c:pt>
                <c:pt idx="8831">
                  <c:v>auto leasing limited</c:v>
                </c:pt>
                <c:pt idx="8832">
                  <c:v>fort campbell federal credit union</c:v>
                </c:pt>
                <c:pt idx="8833">
                  <c:v>chapman ford lincoln vw</c:v>
                </c:pt>
                <c:pt idx="8834">
                  <c:v>air academy fcu</c:v>
                </c:pt>
                <c:pt idx="8835">
                  <c:v>dick hannahs volkswagen of portland</c:v>
                </c:pt>
                <c:pt idx="8836">
                  <c:v>cmf motors llc</c:v>
                </c:pt>
                <c:pt idx="8837">
                  <c:v>acme auto leasing</c:v>
                </c:pt>
                <c:pt idx="8838">
                  <c:v>eecu</c:v>
                </c:pt>
                <c:pt idx="8839">
                  <c:v>fusion motorsports</c:v>
                </c:pt>
                <c:pt idx="8840">
                  <c:v>conicelli toyota of springfield</c:v>
                </c:pt>
                <c:pt idx="8841">
                  <c:v>city motors group inc</c:v>
                </c:pt>
                <c:pt idx="8842">
                  <c:v>apple chev olds east</c:v>
                </c:pt>
                <c:pt idx="8843">
                  <c:v>apco employees credit union</c:v>
                </c:pt>
                <c:pt idx="8844">
                  <c:v>dupont community credit union</c:v>
                </c:pt>
                <c:pt idx="8845">
                  <c:v>conway heaton  inc.</c:v>
                </c:pt>
                <c:pt idx="8846">
                  <c:v>hanna auto mart inc</c:v>
                </c:pt>
                <c:pt idx="8847">
                  <c:v>remarkable auto brokers inc</c:v>
                </c:pt>
                <c:pt idx="8848">
                  <c:v>amd motors</c:v>
                </c:pt>
                <c:pt idx="8849">
                  <c:v>orange empire auto center</c:v>
                </c:pt>
                <c:pt idx="8850">
                  <c:v>thrifty rent a car systems inc</c:v>
                </c:pt>
                <c:pt idx="8851">
                  <c:v>lendmark financial services/chesapeake</c:v>
                </c:pt>
                <c:pt idx="8852">
                  <c:v>perlows auto sales main</c:v>
                </c:pt>
                <c:pt idx="8853">
                  <c:v>southern auto finance corp/orlando</c:v>
                </c:pt>
                <c:pt idx="8854">
                  <c:v>rochester auto exchange</c:v>
                </c:pt>
                <c:pt idx="8855">
                  <c:v>moss bros buick gmc</c:v>
                </c:pt>
                <c:pt idx="8856">
                  <c:v>bob's rentals inc</c:v>
                </c:pt>
                <c:pt idx="8857">
                  <c:v>all kind motors</c:v>
                </c:pt>
                <c:pt idx="8858">
                  <c:v>dallas dodge chrysler jeep</c:v>
                </c:pt>
                <c:pt idx="8859">
                  <c:v>alvarez lincoln mercury jaguar</c:v>
                </c:pt>
                <c:pt idx="8860">
                  <c:v>joseph airport toyota</c:v>
                </c:pt>
                <c:pt idx="8861">
                  <c:v>city to city auto sales llc</c:v>
                </c:pt>
                <c:pt idx="8862">
                  <c:v>consumer financial services/pensacola</c:v>
                </c:pt>
                <c:pt idx="8863">
                  <c:v>green ride auto inc</c:v>
                </c:pt>
                <c:pt idx="8864">
                  <c:v>crews subaru of charleston</c:v>
                </c:pt>
                <c:pt idx="8865">
                  <c:v>lafontaine toyota kia suzuki scion</c:v>
                </c:pt>
                <c:pt idx="8866">
                  <c:v>orbit leasing inc.</c:v>
                </c:pt>
                <c:pt idx="8867">
                  <c:v>car now acceptance co/harrisonburg</c:v>
                </c:pt>
                <c:pt idx="8868">
                  <c:v>speedy motors &amp; collision llc</c:v>
                </c:pt>
                <c:pt idx="8869">
                  <c:v>supreme motors of nashville llc</c:v>
                </c:pt>
                <c:pt idx="8870">
                  <c:v>titlemax/san antonio tx26</c:v>
                </c:pt>
                <c:pt idx="8871">
                  <c:v>star car sports llc</c:v>
                </c:pt>
                <c:pt idx="8872">
                  <c:v>rafael morales</c:v>
                </c:pt>
                <c:pt idx="8873">
                  <c:v>mobiloil fcu</c:v>
                </c:pt>
                <c:pt idx="8874">
                  <c:v>remarketing by ge/tecu credit union</c:v>
                </c:pt>
                <c:pt idx="8875">
                  <c:v>western slope auto company</c:v>
                </c:pt>
                <c:pt idx="8876">
                  <c:v>quality car sales</c:v>
                </c:pt>
                <c:pt idx="8877">
                  <c:v>vicious motorsports</c:v>
                </c:pt>
                <c:pt idx="8878">
                  <c:v>vulcan auto imports inc</c:v>
                </c:pt>
                <c:pt idx="8879">
                  <c:v>luxury imports auto sales inc</c:v>
                </c:pt>
                <c:pt idx="8880">
                  <c:v>amarillo national bank</c:v>
                </c:pt>
                <c:pt idx="8881">
                  <c:v>fort sill fcu</c:v>
                </c:pt>
                <c:pt idx="8882">
                  <c:v>bill doraty kia</c:v>
                </c:pt>
                <c:pt idx="8883">
                  <c:v>apple ford of shakopee</c:v>
                </c:pt>
                <c:pt idx="8884">
                  <c:v>auburn chevrolet</c:v>
                </c:pt>
                <c:pt idx="8885">
                  <c:v>first hotline auto sales inc</c:v>
                </c:pt>
                <c:pt idx="8886">
                  <c:v>bolden ltd llc</c:v>
                </c:pt>
                <c:pt idx="8887">
                  <c:v>tom wood volkswagen</c:v>
                </c:pt>
                <c:pt idx="8888">
                  <c:v>prizm financial co llc</c:v>
                </c:pt>
                <c:pt idx="8889">
                  <c:v>nissan dealer blend/nissan 46</c:v>
                </c:pt>
                <c:pt idx="8890">
                  <c:v>kingston garage inc</c:v>
                </c:pt>
                <c:pt idx="8891">
                  <c:v>members advantage community credit union</c:v>
                </c:pt>
                <c:pt idx="8892">
                  <c:v>united bank</c:v>
                </c:pt>
                <c:pt idx="8893">
                  <c:v>rivertown ford</c:v>
                </c:pt>
                <c:pt idx="8894">
                  <c:v>primeritus remarketing/usa auto leasing</c:v>
                </c:pt>
                <c:pt idx="8895">
                  <c:v>ziepke motors llc</c:v>
                </c:pt>
                <c:pt idx="8896">
                  <c:v>integrity autosource inc</c:v>
                </c:pt>
                <c:pt idx="8897">
                  <c:v>drive it home llc</c:v>
                </c:pt>
                <c:pt idx="8898">
                  <c:v>imola enterprises llc</c:v>
                </c:pt>
                <c:pt idx="8899">
                  <c:v>autobon auto sales llc</c:v>
                </c:pt>
                <c:pt idx="8900">
                  <c:v>dieckhaus motors inc</c:v>
                </c:pt>
                <c:pt idx="8901">
                  <c:v>fenton nissan of lees summit</c:v>
                </c:pt>
                <c:pt idx="8902">
                  <c:v>premier chrysler jeep of placentia</c:v>
                </c:pt>
                <c:pt idx="8903">
                  <c:v>nissan dealer blend/baker nissan north inc</c:v>
                </c:pt>
                <c:pt idx="8904">
                  <c:v>tj auto sales corp</c:v>
                </c:pt>
                <c:pt idx="8905">
                  <c:v>onemain rem/apco employees credit union</c:v>
                </c:pt>
                <c:pt idx="8906">
                  <c:v>remarketing by ge/best buy quality cars</c:v>
                </c:pt>
                <c:pt idx="8907">
                  <c:v>p costanzo auctioneers inc</c:v>
                </c:pt>
                <c:pt idx="8908">
                  <c:v>webster city auto center llc</c:v>
                </c:pt>
                <c:pt idx="8909">
                  <c:v>anna jonesboro motor co inc</c:v>
                </c:pt>
                <c:pt idx="8910">
                  <c:v>j and n wholesale cars</c:v>
                </c:pt>
                <c:pt idx="8911">
                  <c:v>joes auto inc</c:v>
                </c:pt>
                <c:pt idx="8912">
                  <c:v>valley auto center</c:v>
                </c:pt>
                <c:pt idx="8913">
                  <c:v>quinn motor car inc</c:v>
                </c:pt>
                <c:pt idx="8914">
                  <c:v>chase one auto finance</c:v>
                </c:pt>
                <c:pt idx="8915">
                  <c:v>b c y financial</c:v>
                </c:pt>
                <c:pt idx="8916">
                  <c:v>orielly chevrolet inc</c:v>
                </c:pt>
                <c:pt idx="8917">
                  <c:v>lee johnson chevrolet</c:v>
                </c:pt>
                <c:pt idx="8918">
                  <c:v>pontiac buick gmc de lile perrot</c:v>
                </c:pt>
                <c:pt idx="8919">
                  <c:v>rpm motorsports of atlanta llc</c:v>
                </c:pt>
                <c:pt idx="8920">
                  <c:v>nationwide auto warehouse inc</c:v>
                </c:pt>
                <c:pt idx="8921">
                  <c:v>royal auto sales llc</c:v>
                </c:pt>
                <c:pt idx="8922">
                  <c:v>quality leasing</c:v>
                </c:pt>
                <c:pt idx="8923">
                  <c:v>onemain rem/valley wholesale autos</c:v>
                </c:pt>
                <c:pt idx="8924">
                  <c:v>repo remarketing/north county credit union</c:v>
                </c:pt>
                <c:pt idx="8925">
                  <c:v>bracco brothers automotive inc</c:v>
                </c:pt>
                <c:pt idx="8926">
                  <c:v>carr city</c:v>
                </c:pt>
                <c:pt idx="8927">
                  <c:v>continental automotive of fort worth</c:v>
                </c:pt>
                <c:pt idx="8928">
                  <c:v>ats of swfl  llc</c:v>
                </c:pt>
                <c:pt idx="8929">
                  <c:v>auto seekers inc</c:v>
                </c:pt>
                <c:pt idx="8930">
                  <c:v>jim baier inc</c:v>
                </c:pt>
                <c:pt idx="8931">
                  <c:v>a-1 auto sales llc</c:v>
                </c:pt>
                <c:pt idx="8932">
                  <c:v>auction direct motor sales llc</c:v>
                </c:pt>
                <c:pt idx="8933">
                  <c:v>a-1 auto broker inc</c:v>
                </c:pt>
                <c:pt idx="8934">
                  <c:v>fort worth community cu</c:v>
                </c:pt>
                <c:pt idx="8935">
                  <c:v>autonation chevrolet highway 6</c:v>
                </c:pt>
                <c:pt idx="8936">
                  <c:v>advance automotive sales &amp; financing inc</c:v>
                </c:pt>
                <c:pt idx="8937">
                  <c:v>alliant credit union</c:v>
                </c:pt>
                <c:pt idx="8938">
                  <c:v>f &amp; f auto sales llc</c:v>
                </c:pt>
                <c:pt idx="8939">
                  <c:v>auffenberg ford inc</c:v>
                </c:pt>
                <c:pt idx="8940">
                  <c:v>auto revolution llc</c:v>
                </c:pt>
                <c:pt idx="8941">
                  <c:v>bassett auto sales</c:v>
                </c:pt>
                <c:pt idx="8942">
                  <c:v>a 2 z car sales</c:v>
                </c:pt>
                <c:pt idx="8943">
                  <c:v>witt lincoln</c:v>
                </c:pt>
                <c:pt idx="8944">
                  <c:v>napat limited</c:v>
                </c:pt>
                <c:pt idx="8945">
                  <c:v>american eagle automotive llc</c:v>
                </c:pt>
                <c:pt idx="8946">
                  <c:v>symbolic trading</c:v>
                </c:pt>
                <c:pt idx="8947">
                  <c:v>professional services of new york ltd</c:v>
                </c:pt>
                <c:pt idx="8948">
                  <c:v>royal motors</c:v>
                </c:pt>
                <c:pt idx="8949">
                  <c:v>paradise bank</c:v>
                </c:pt>
                <c:pt idx="8950">
                  <c:v>moe's auto sales llc</c:v>
                </c:pt>
                <c:pt idx="8951">
                  <c:v>repo remarketing/bay fcu</c:v>
                </c:pt>
                <c:pt idx="8952">
                  <c:v>honda of kenosha</c:v>
                </c:pt>
                <c:pt idx="8953">
                  <c:v>eich mazda</c:v>
                </c:pt>
                <c:pt idx="8954">
                  <c:v>cross roads auto &amp; sales</c:v>
                </c:pt>
                <c:pt idx="8955">
                  <c:v>dambrosios dodge inc</c:v>
                </c:pt>
                <c:pt idx="8956">
                  <c:v>auto max inc</c:v>
                </c:pt>
                <c:pt idx="8957">
                  <c:v>gray daniels nissan south</c:v>
                </c:pt>
                <c:pt idx="8958">
                  <c:v>carolina auto sales of myrtle beach inc</c:v>
                </c:pt>
                <c:pt idx="8959">
                  <c:v>american export pre owned automobile llc</c:v>
                </c:pt>
                <c:pt idx="8960">
                  <c:v>ask &amp; kh auto sales corp</c:v>
                </c:pt>
                <c:pt idx="8961">
                  <c:v>jay north llc</c:v>
                </c:pt>
                <c:pt idx="8962">
                  <c:v>jay wolfe toyota scion of west county</c:v>
                </c:pt>
                <c:pt idx="8963">
                  <c:v>cja finance inc</c:v>
                </c:pt>
                <c:pt idx="8964">
                  <c:v>uncle milty s auto sales</c:v>
                </c:pt>
                <c:pt idx="8965">
                  <c:v>elrac llc</c:v>
                </c:pt>
                <c:pt idx="8966">
                  <c:v>dodge city inc</c:v>
                </c:pt>
                <c:pt idx="8967">
                  <c:v>one main remarketing/global trade</c:v>
                </c:pt>
                <c:pt idx="8968">
                  <c:v>ocf auto llc</c:v>
                </c:pt>
                <c:pt idx="8969">
                  <c:v>s/n auto imports</c:v>
                </c:pt>
                <c:pt idx="8970">
                  <c:v>st cloud toyota</c:v>
                </c:pt>
                <c:pt idx="8971">
                  <c:v>regional finance corp cincinnati</c:v>
                </c:pt>
                <c:pt idx="8972">
                  <c:v>palmen dodge chrysler jeep of racine</c:v>
                </c:pt>
                <c:pt idx="8973">
                  <c:v>pacific wholesale sales and leasing</c:v>
                </c:pt>
                <c:pt idx="8974">
                  <c:v>onemain rem/executive car leasing</c:v>
                </c:pt>
                <c:pt idx="8975">
                  <c:v>pentagon federal credit union</c:v>
                </c:pt>
                <c:pt idx="8976">
                  <c:v>regal cars of florida inc</c:v>
                </c:pt>
                <c:pt idx="8977">
                  <c:v>fontana auto brokers llc</c:v>
                </c:pt>
                <c:pt idx="8978">
                  <c:v>hmh rent a car inc</c:v>
                </c:pt>
                <c:pt idx="8979">
                  <c:v>jaguar motors inc</c:v>
                </c:pt>
                <c:pt idx="8980">
                  <c:v>discount auto</c:v>
                </c:pt>
                <c:pt idx="8981">
                  <c:v>5 star loans</c:v>
                </c:pt>
                <c:pt idx="8982">
                  <c:v>hunt auto sales inc</c:v>
                </c:pt>
                <c:pt idx="8983">
                  <c:v>sunrise acceptance inc</c:v>
                </c:pt>
                <c:pt idx="8984">
                  <c:v>tmx finance dba instaloan lakeland fl1</c:v>
                </c:pt>
                <c:pt idx="8985">
                  <c:v>green river auto sales</c:v>
                </c:pt>
                <c:pt idx="8986">
                  <c:v>first advantage credit union</c:v>
                </c:pt>
                <c:pt idx="8987">
                  <c:v>della honda</c:v>
                </c:pt>
                <c:pt idx="8988">
                  <c:v>south lake truck sales inc</c:v>
                </c:pt>
                <c:pt idx="8989">
                  <c:v>main street autos inc</c:v>
                </c:pt>
                <c:pt idx="8990">
                  <c:v>westwood auto sales llc</c:v>
                </c:pt>
                <c:pt idx="8991">
                  <c:v>san mateo credit union</c:v>
                </c:pt>
                <c:pt idx="8992">
                  <c:v>r &amp; r latinas multiservicios y mas inc</c:v>
                </c:pt>
                <c:pt idx="8993">
                  <c:v>southeastern federal credit union</c:v>
                </c:pt>
                <c:pt idx="8994">
                  <c:v>corporate cars usa llc</c:v>
                </c:pt>
                <c:pt idx="8995">
                  <c:v>empower group inc</c:v>
                </c:pt>
                <c:pt idx="8996">
                  <c:v>bell automotive</c:v>
                </c:pt>
                <c:pt idx="8997">
                  <c:v>auto city of florida</c:v>
                </c:pt>
                <c:pt idx="8998">
                  <c:v>coors credit union</c:v>
                </c:pt>
                <c:pt idx="8999">
                  <c:v>ga auto top</c:v>
                </c:pt>
                <c:pt idx="9000">
                  <c:v>citizens finance/tinley park</c:v>
                </c:pt>
                <c:pt idx="9001">
                  <c:v>express auto llc</c:v>
                </c:pt>
                <c:pt idx="9002">
                  <c:v>kinney motors ltd</c:v>
                </c:pt>
                <c:pt idx="9003">
                  <c:v>primeritus remarketing/highmark fcu</c:v>
                </c:pt>
                <c:pt idx="9004">
                  <c:v>lender to lender financing llc</c:v>
                </c:pt>
                <c:pt idx="9005">
                  <c:v>natchitoches ford lincoln</c:v>
                </c:pt>
                <c:pt idx="9006">
                  <c:v>marley automotive international inc</c:v>
                </c:pt>
                <c:pt idx="9007">
                  <c:v>lawley automotive center</c:v>
                </c:pt>
                <c:pt idx="9008">
                  <c:v>sterling finance company</c:v>
                </c:pt>
                <c:pt idx="9009">
                  <c:v>ultimate tire &amp; auto</c:v>
                </c:pt>
                <c:pt idx="9010">
                  <c:v>remarketing by ge/premier america credit union</c:v>
                </c:pt>
                <c:pt idx="9011">
                  <c:v>minton motor cars</c:v>
                </c:pt>
                <c:pt idx="9012">
                  <c:v>soho auto group inc</c:v>
                </c:pt>
                <c:pt idx="9013">
                  <c:v>titlemax/plano tx5</c:v>
                </c:pt>
                <c:pt idx="9014">
                  <c:v>affinity credit union</c:v>
                </c:pt>
                <c:pt idx="9015">
                  <c:v>georges kourepis automobiles inc</c:v>
                </c:pt>
                <c:pt idx="9016">
                  <c:v>ben auto haus llc</c:v>
                </c:pt>
                <c:pt idx="9017">
                  <c:v>gonzalez used cars</c:v>
                </c:pt>
                <c:pt idx="9018">
                  <c:v>bedford ford buick gmc</c:v>
                </c:pt>
                <c:pt idx="9019">
                  <c:v>dunton motors dream machines</c:v>
                </c:pt>
                <c:pt idx="9020">
                  <c:v>celebrity auto sales</c:v>
                </c:pt>
                <c:pt idx="9021">
                  <c:v>2 fran-nick auto sales llc</c:v>
                </c:pt>
                <c:pt idx="9022">
                  <c:v>central sunbelt fcu</c:v>
                </c:pt>
                <c:pt idx="9023">
                  <c:v>fleet systems inc</c:v>
                </c:pt>
                <c:pt idx="9024">
                  <c:v>onemain rem/sport center imports inc</c:v>
                </c:pt>
                <c:pt idx="9025">
                  <c:v>unique enterprises</c:v>
                </c:pt>
                <c:pt idx="9026">
                  <c:v>madera chrysler jeep dodge</c:v>
                </c:pt>
                <c:pt idx="9027">
                  <c:v>rairdon's nissan of auburn</c:v>
                </c:pt>
                <c:pt idx="9028">
                  <c:v>united auto brokers inc</c:v>
                </c:pt>
                <c:pt idx="9029">
                  <c:v>sky auto &amp; truck corp</c:v>
                </c:pt>
                <c:pt idx="9030">
                  <c:v>whites auto sales inc</c:v>
                </c:pt>
                <c:pt idx="9031">
                  <c:v>premium motors inc</c:v>
                </c:pt>
                <c:pt idx="9032">
                  <c:v>williams automotive wholesale</c:v>
                </c:pt>
                <c:pt idx="9033">
                  <c:v>fiore toyota scion volkswagen audi</c:v>
                </c:pt>
                <c:pt idx="9034">
                  <c:v>henry motors y/o oriental</c:v>
                </c:pt>
                <c:pt idx="9035">
                  <c:v>general auto group</c:v>
                </c:pt>
                <c:pt idx="9036">
                  <c:v>foreign affairs auto inc</c:v>
                </c:pt>
                <c:pt idx="9037">
                  <c:v>j &amp; a grace auto center llc</c:v>
                </c:pt>
                <c:pt idx="9038">
                  <c:v>karmart chrysler jeep dodge</c:v>
                </c:pt>
                <c:pt idx="9039">
                  <c:v>anthonys auto llc</c:v>
                </c:pt>
                <c:pt idx="9040">
                  <c:v>continental auto group</c:v>
                </c:pt>
                <c:pt idx="9041">
                  <c:v>community trust bank  inc.</c:v>
                </c:pt>
                <c:pt idx="9042">
                  <c:v>gecu credit union</c:v>
                </c:pt>
                <c:pt idx="9043">
                  <c:v>arlington motors  inc.</c:v>
                </c:pt>
                <c:pt idx="9044">
                  <c:v>edmonton truck sales ltd</c:v>
                </c:pt>
                <c:pt idx="9045">
                  <c:v>crencor truck &amp; van super store</c:v>
                </c:pt>
                <c:pt idx="9046">
                  <c:v>autonation chrysler dodge jeep ram bellevue</c:v>
                </c:pt>
                <c:pt idx="9047">
                  <c:v>elite auto credit llc</c:v>
                </c:pt>
                <c:pt idx="9048">
                  <c:v>car nation</c:v>
                </c:pt>
                <c:pt idx="9049">
                  <c:v>classic motors</c:v>
                </c:pt>
                <c:pt idx="9050">
                  <c:v>eastern auto motor corp</c:v>
                </c:pt>
                <c:pt idx="9051">
                  <c:v>emporium auto sale llc</c:v>
                </c:pt>
                <c:pt idx="9052">
                  <c:v>estate sales</c:v>
                </c:pt>
                <c:pt idx="9053">
                  <c:v>jet stream fcu</c:v>
                </c:pt>
                <c:pt idx="9054">
                  <c:v>emiliya worldwide automotive inc</c:v>
                </c:pt>
                <c:pt idx="9055">
                  <c:v>repossess auto</c:v>
                </c:pt>
                <c:pt idx="9056">
                  <c:v>titlemax of lebanon</c:v>
                </c:pt>
                <c:pt idx="9057">
                  <c:v>dick masheter ford inc</c:v>
                </c:pt>
                <c:pt idx="9058">
                  <c:v>ted britt chevrolet</c:v>
                </c:pt>
                <c:pt idx="9059">
                  <c:v>pueblo toyota inc</c:v>
                </c:pt>
                <c:pt idx="9060">
                  <c:v>laguer auto sales</c:v>
                </c:pt>
                <c:pt idx="9061">
                  <c:v>repo remarketing / cooperative center fcu</c:v>
                </c:pt>
                <c:pt idx="9062">
                  <c:v>rb auto group inc</c:v>
                </c:pt>
                <c:pt idx="9063">
                  <c:v>lee lynch auto lease</c:v>
                </c:pt>
                <c:pt idx="9064">
                  <c:v>remarketing by ge/advantage financing</c:v>
                </c:pt>
                <c:pt idx="9065">
                  <c:v>pride hyundai of seekonk</c:v>
                </c:pt>
                <c:pt idx="9066">
                  <c:v>lawrence lexus</c:v>
                </c:pt>
                <c:pt idx="9067">
                  <c:v>popular motors</c:v>
                </c:pt>
                <c:pt idx="9068">
                  <c:v>newby buick oldsmobile pontiac gmc inc.</c:v>
                </c:pt>
                <c:pt idx="9069">
                  <c:v>first commonwealth fcu</c:v>
                </c:pt>
                <c:pt idx="9070">
                  <c:v>hyundai on perryville</c:v>
                </c:pt>
                <c:pt idx="9071">
                  <c:v>john prestige auto</c:v>
                </c:pt>
                <c:pt idx="9072">
                  <c:v>ars/american road insurance co</c:v>
                </c:pt>
                <c:pt idx="9073">
                  <c:v>garage s paquette</c:v>
                </c:pt>
                <c:pt idx="9074">
                  <c:v>titlemax/dickson tn1</c:v>
                </c:pt>
                <c:pt idx="9075">
                  <c:v>toms ford inc</c:v>
                </c:pt>
                <c:pt idx="9076">
                  <c:v>titlemax/clarksville tn2</c:v>
                </c:pt>
                <c:pt idx="9077">
                  <c:v>sioux empire automotive inc</c:v>
                </c:pt>
                <c:pt idx="9078">
                  <c:v>quality car care</c:v>
                </c:pt>
                <c:pt idx="9079">
                  <c:v>roswell nissan</c:v>
                </c:pt>
                <c:pt idx="9080">
                  <c:v>regional finance corp/florence</c:v>
                </c:pt>
                <c:pt idx="9081">
                  <c:v>weisman equipment company ltd</c:v>
                </c:pt>
                <c:pt idx="9082">
                  <c:v>ajh wholesale auto llc</c:v>
                </c:pt>
                <c:pt idx="9083">
                  <c:v>hertz(ottawa) ltd</c:v>
                </c:pt>
                <c:pt idx="9084">
                  <c:v>hoovers used cars</c:v>
                </c:pt>
                <c:pt idx="9085">
                  <c:v>e hunter automotive group llc</c:v>
                </c:pt>
                <c:pt idx="9086">
                  <c:v>al packer ford lincoln mercury</c:v>
                </c:pt>
                <c:pt idx="9087">
                  <c:v>ford of clermont inc</c:v>
                </c:pt>
                <c:pt idx="9088">
                  <c:v>best bet auto 2</c:v>
                </c:pt>
                <c:pt idx="9089">
                  <c:v>premier auto brokers</c:v>
                </c:pt>
                <c:pt idx="9090">
                  <c:v>parkway cad gmc pont buick hummer infiniti hyund</c:v>
                </c:pt>
                <c:pt idx="9091">
                  <c:v>wells fargo/tra</c:v>
                </c:pt>
                <c:pt idx="9092">
                  <c:v>payton place auto</c:v>
                </c:pt>
                <c:pt idx="9093">
                  <c:v>titlemax/lake worth tx 1</c:v>
                </c:pt>
                <c:pt idx="9094">
                  <c:v>specialized motorsports</c:v>
                </c:pt>
                <c:pt idx="9095">
                  <c:v>huntersville ford</c:v>
                </c:pt>
                <c:pt idx="9096">
                  <c:v>auto finders inc</c:v>
                </c:pt>
                <c:pt idx="9097">
                  <c:v>ed esposito motors</c:v>
                </c:pt>
                <c:pt idx="9098">
                  <c:v>blue flame credit union</c:v>
                </c:pt>
                <c:pt idx="9099">
                  <c:v>jeff gordon chevrolet</c:v>
                </c:pt>
                <c:pt idx="9100">
                  <c:v>goval auto sales inc</c:v>
                </c:pt>
                <c:pt idx="9101">
                  <c:v>eide hyundai</c:v>
                </c:pt>
                <c:pt idx="9102">
                  <c:v>wholesale auto dealer</c:v>
                </c:pt>
                <c:pt idx="9103">
                  <c:v>langley mgmt services</c:v>
                </c:pt>
                <c:pt idx="9104">
                  <c:v>lexus of ann arbor</c:v>
                </c:pt>
                <c:pt idx="9105">
                  <c:v>steves auto sales inc</c:v>
                </c:pt>
                <c:pt idx="9106">
                  <c:v>ohio power company</c:v>
                </c:pt>
                <c:pt idx="9107">
                  <c:v>t2 sales llc</c:v>
                </c:pt>
                <c:pt idx="9108">
                  <c:v>titlemax/las vegas nv13</c:v>
                </c:pt>
                <c:pt idx="9109">
                  <c:v>malloy ford</c:v>
                </c:pt>
                <c:pt idx="9110">
                  <c:v>porsche of west houston</c:v>
                </c:pt>
                <c:pt idx="9111">
                  <c:v>lamar auto brokers llc</c:v>
                </c:pt>
                <c:pt idx="9112">
                  <c:v>talbert motors inc</c:v>
                </c:pt>
                <c:pt idx="9113">
                  <c:v>united credit union</c:v>
                </c:pt>
                <c:pt idx="9114">
                  <c:v>chejo auto sales inc</c:v>
                </c:pt>
                <c:pt idx="9115">
                  <c:v>corner stop used car sales llc</c:v>
                </c:pt>
                <c:pt idx="9116">
                  <c:v>curtis super 40</c:v>
                </c:pt>
                <c:pt idx="9117">
                  <c:v>jordanian auto sales inc</c:v>
                </c:pt>
                <c:pt idx="9118">
                  <c:v>dealers finance</c:v>
                </c:pt>
                <c:pt idx="9119">
                  <c:v>hamilton horizons fcu</c:v>
                </c:pt>
                <c:pt idx="9120">
                  <c:v>tj toyota</c:v>
                </c:pt>
                <c:pt idx="9121">
                  <c:v>lake geneva chevrolet buick gmc</c:v>
                </c:pt>
                <c:pt idx="9122">
                  <c:v>remarketing by ge/manheim dallas</c:v>
                </c:pt>
                <c:pt idx="9123">
                  <c:v>santa fe autoplex llc</c:v>
                </c:pt>
                <c:pt idx="9124">
                  <c:v>vci/volkswagen north scottsdale</c:v>
                </c:pt>
                <c:pt idx="9125">
                  <c:v>team chrysler jeep dodge</c:v>
                </c:pt>
                <c:pt idx="9126">
                  <c:v>vehicles nashville llc</c:v>
                </c:pt>
                <c:pt idx="9127">
                  <c:v>ultimate autos</c:v>
                </c:pt>
                <c:pt idx="9128">
                  <c:v>nwi motor sales llc</c:v>
                </c:pt>
                <c:pt idx="9129">
                  <c:v>porcaro ford</c:v>
                </c:pt>
                <c:pt idx="9130">
                  <c:v>millers auto sales llc</c:v>
                </c:pt>
                <c:pt idx="9131">
                  <c:v>southern auto mart inc</c:v>
                </c:pt>
                <c:pt idx="9132">
                  <c:v>randall noe chrysler dodge jeep</c:v>
                </c:pt>
                <c:pt idx="9133">
                  <c:v>variety auto sales of hampton llc</c:v>
                </c:pt>
                <c:pt idx="9134">
                  <c:v>four guys auto sales inc</c:v>
                </c:pt>
                <c:pt idx="9135">
                  <c:v>j &amp; r wholesale</c:v>
                </c:pt>
                <c:pt idx="9136">
                  <c:v>jordan auto sales</c:v>
                </c:pt>
                <c:pt idx="9137">
                  <c:v>eec motors</c:v>
                </c:pt>
                <c:pt idx="9138">
                  <c:v>golding enterprise</c:v>
                </c:pt>
                <c:pt idx="9139">
                  <c:v>country chevrolet buick gmc</c:v>
                </c:pt>
                <c:pt idx="9140">
                  <c:v>exclusive imports llc</c:v>
                </c:pt>
                <c:pt idx="9141">
                  <c:v>directbuy automotive group</c:v>
                </c:pt>
                <c:pt idx="9142">
                  <c:v>a-l financial corp</c:v>
                </c:pt>
                <c:pt idx="9143">
                  <c:v>elegante auto sales inc</c:v>
                </c:pt>
                <c:pt idx="9144">
                  <c:v>bowmans auto sales</c:v>
                </c:pt>
                <c:pt idx="9145">
                  <c:v>atlantic automall</c:v>
                </c:pt>
                <c:pt idx="9146">
                  <c:v>buckeye check cashing</c:v>
                </c:pt>
                <c:pt idx="9147">
                  <c:v>trask river auto sales llc</c:v>
                </c:pt>
                <c:pt idx="9148">
                  <c:v>waikem motors inc</c:v>
                </c:pt>
                <c:pt idx="9149">
                  <c:v>moss bros cjd san bernandino</c:v>
                </c:pt>
                <c:pt idx="9150">
                  <c:v>times trading ltd</c:v>
                </c:pt>
                <c:pt idx="9151">
                  <c:v>cj leasing llc</c:v>
                </c:pt>
                <c:pt idx="9152">
                  <c:v>carmax # 7118</c:v>
                </c:pt>
                <c:pt idx="9153">
                  <c:v>glenwood springs ford  inc</c:v>
                </c:pt>
                <c:pt idx="9154">
                  <c:v>amber auto sales inc</c:v>
                </c:pt>
                <c:pt idx="9155">
                  <c:v>car kingdom auto sales corp</c:v>
                </c:pt>
                <c:pt idx="9156">
                  <c:v>direct auto connect</c:v>
                </c:pt>
                <c:pt idx="9157">
                  <c:v>auto easy</c:v>
                </c:pt>
                <c:pt idx="9158">
                  <c:v>hunter nissan lincoln mercury</c:v>
                </c:pt>
                <c:pt idx="9159">
                  <c:v>dieffenbach chev cadillac buick pont gmc inc</c:v>
                </c:pt>
                <c:pt idx="9160">
                  <c:v>primeritus remarketing/midwest motorplex llc</c:v>
                </c:pt>
                <c:pt idx="9161">
                  <c:v>erie community federal credit union</c:v>
                </c:pt>
                <c:pt idx="9162">
                  <c:v>titlemax of falls church 1</c:v>
                </c:pt>
                <c:pt idx="9163">
                  <c:v>scottsdale auto exchange</c:v>
                </c:pt>
                <c:pt idx="9164">
                  <c:v>lendmark financial services/raleigh</c:v>
                </c:pt>
                <c:pt idx="9165">
                  <c:v>south lake rv</c:v>
                </c:pt>
                <c:pt idx="9166">
                  <c:v>travis credit union</c:v>
                </c:pt>
                <c:pt idx="9167">
                  <c:v>stetson motors 2010 ltd</c:v>
                </c:pt>
                <c:pt idx="9168">
                  <c:v>remarketing by ge/richard transport inc</c:v>
                </c:pt>
                <c:pt idx="9169">
                  <c:v>university toyota</c:v>
                </c:pt>
                <c:pt idx="9170">
                  <c:v>executive leasing co</c:v>
                </c:pt>
                <c:pt idx="9171">
                  <c:v>genco recovery</c:v>
                </c:pt>
                <c:pt idx="9172">
                  <c:v>auto sales and service</c:v>
                </c:pt>
                <c:pt idx="9173">
                  <c:v>new jersey auto whlsale inc</c:v>
                </c:pt>
                <c:pt idx="9174">
                  <c:v>ticonderoga fcu</c:v>
                </c:pt>
                <c:pt idx="9175">
                  <c:v>bm auto select inc</c:v>
                </c:pt>
                <c:pt idx="9176">
                  <c:v>house of kars inc</c:v>
                </c:pt>
                <c:pt idx="9177">
                  <c:v>jars capital llc</c:v>
                </c:pt>
                <c:pt idx="9178">
                  <c:v>xtreme auto sales inc</c:v>
                </c:pt>
                <c:pt idx="9179">
                  <c:v>u-save car and truck rental</c:v>
                </c:pt>
                <c:pt idx="9180">
                  <c:v>marty sussman honda</c:v>
                </c:pt>
                <c:pt idx="9181">
                  <c:v>neil huffman subaru</c:v>
                </c:pt>
                <c:pt idx="9182">
                  <c:v>onpoint community credit union</c:v>
                </c:pt>
                <c:pt idx="9183">
                  <c:v>porcaro mitsubishi</c:v>
                </c:pt>
                <c:pt idx="9184">
                  <c:v>mercedes benz of catonsville</c:v>
                </c:pt>
                <c:pt idx="9185">
                  <c:v>pro cycle</c:v>
                </c:pt>
                <c:pt idx="9186">
                  <c:v>lee &amp; mason financial service</c:v>
                </c:pt>
                <c:pt idx="9187">
                  <c:v>highway 30 motors</c:v>
                </c:pt>
                <c:pt idx="9188">
                  <c:v>g a o motors</c:v>
                </c:pt>
                <c:pt idx="9189">
                  <c:v>coastal car connection inc</c:v>
                </c:pt>
                <c:pt idx="9190">
                  <c:v>five o motors llc</c:v>
                </c:pt>
                <c:pt idx="9191">
                  <c:v>avis rac/rapid city</c:v>
                </c:pt>
                <c:pt idx="9192">
                  <c:v>elite motorcars</c:v>
                </c:pt>
                <c:pt idx="9193">
                  <c:v>first choice credit union</c:v>
                </c:pt>
                <c:pt idx="9194">
                  <c:v>grove city area fcu</c:v>
                </c:pt>
                <c:pt idx="9195">
                  <c:v>herrington ford inc</c:v>
                </c:pt>
                <c:pt idx="9196">
                  <c:v>rye ford inc</c:v>
                </c:pt>
                <c:pt idx="9197">
                  <c:v>repo remarketing/express credit union</c:v>
                </c:pt>
                <c:pt idx="9198">
                  <c:v>siemer auto center llc</c:v>
                </c:pt>
                <c:pt idx="9199">
                  <c:v>affinity auto sales</c:v>
                </c:pt>
                <c:pt idx="9200">
                  <c:v>magnum motors llc</c:v>
                </c:pt>
                <c:pt idx="9201">
                  <c:v>kia of west nyack</c:v>
                </c:pt>
                <c:pt idx="9202">
                  <c:v>three son's auto inc</c:v>
                </c:pt>
                <c:pt idx="9203">
                  <c:v>kpm auto brokers inc</c:v>
                </c:pt>
                <c:pt idx="9204">
                  <c:v>steve caldwell automotive llc</c:v>
                </c:pt>
                <c:pt idx="9205">
                  <c:v>repo remarketing/baylor health care systems cu</c:v>
                </c:pt>
                <c:pt idx="9206">
                  <c:v>auto wize auto sales of clearwater</c:v>
                </c:pt>
                <c:pt idx="9207">
                  <c:v>avis rac/evansville</c:v>
                </c:pt>
                <c:pt idx="9208">
                  <c:v>desert motors</c:v>
                </c:pt>
                <c:pt idx="9209">
                  <c:v>aleks foreign &amp; domestic auto sales llc</c:v>
                </c:pt>
                <c:pt idx="9210">
                  <c:v>eiffel motors</c:v>
                </c:pt>
                <c:pt idx="9211">
                  <c:v>dealer guy auto sales</c:v>
                </c:pt>
                <c:pt idx="9212">
                  <c:v>carmall auto sales</c:v>
                </c:pt>
                <c:pt idx="9213">
                  <c:v>flash gordon cars inc.</c:v>
                </c:pt>
                <c:pt idx="9214">
                  <c:v>premier credit union</c:v>
                </c:pt>
                <c:pt idx="9215">
                  <c:v>used car showcase</c:v>
                </c:pt>
                <c:pt idx="9216">
                  <c:v>toyota scion of scranton</c:v>
                </c:pt>
                <c:pt idx="9217">
                  <c:v>primeritus remarketing/dfs auto group - richmond</c:v>
                </c:pt>
                <c:pt idx="9218">
                  <c:v>pikes peak credit union</c:v>
                </c:pt>
                <c:pt idx="9219">
                  <c:v>like new autos llc</c:v>
                </c:pt>
                <c:pt idx="9220">
                  <c:v>remarketing by ge/rocky mountain motors</c:v>
                </c:pt>
                <c:pt idx="9221">
                  <c:v>private collection motors inc</c:v>
                </c:pt>
                <c:pt idx="9222">
                  <c:v>major car inc</c:v>
                </c:pt>
                <c:pt idx="9223">
                  <c:v>mike reichenbach chevrolet inc</c:v>
                </c:pt>
                <c:pt idx="9224">
                  <c:v>used cars outlet inc</c:v>
                </c:pt>
                <c:pt idx="9225">
                  <c:v>progressive sales</c:v>
                </c:pt>
                <c:pt idx="9226">
                  <c:v>white house motor inc</c:v>
                </c:pt>
                <c:pt idx="9227">
                  <c:v>p &amp; l motors</c:v>
                </c:pt>
                <c:pt idx="9228">
                  <c:v>mission mitsubishi</c:v>
                </c:pt>
                <c:pt idx="9229">
                  <c:v>zee auto sales llc</c:v>
                </c:pt>
                <c:pt idx="9230">
                  <c:v>first southwestern financial services</c:v>
                </c:pt>
                <c:pt idx="9231">
                  <c:v>goben cars</c:v>
                </c:pt>
                <c:pt idx="9232">
                  <c:v>fairway auto sales</c:v>
                </c:pt>
                <c:pt idx="9233">
                  <c:v>jim click nissan</c:v>
                </c:pt>
                <c:pt idx="9234">
                  <c:v>autocredit source</c:v>
                </c:pt>
                <c:pt idx="9235">
                  <c:v>eagle north leasing inc</c:v>
                </c:pt>
                <c:pt idx="9236">
                  <c:v>big dog motors inc</c:v>
                </c:pt>
                <c:pt idx="9237">
                  <c:v>holt chrysler jeep dodge</c:v>
                </c:pt>
                <c:pt idx="9238">
                  <c:v>atlantic motors llc</c:v>
                </c:pt>
                <c:pt idx="9239">
                  <c:v>bob kings mazda</c:v>
                </c:pt>
                <c:pt idx="9240">
                  <c:v>duke's used cars</c:v>
                </c:pt>
                <c:pt idx="9241">
                  <c:v>reo motors</c:v>
                </c:pt>
                <c:pt idx="9242">
                  <c:v>titlemax of eastern ave. - nv11</c:v>
                </c:pt>
                <c:pt idx="9243">
                  <c:v>south jersey federal credit union</c:v>
                </c:pt>
                <c:pt idx="9244">
                  <c:v>mountain remarketing</c:v>
                </c:pt>
                <c:pt idx="9245">
                  <c:v>cadillac chevrolet buick gmc du west island ltee</c:v>
                </c:pt>
                <c:pt idx="9246">
                  <c:v>sewell infiniti</c:v>
                </c:pt>
                <c:pt idx="9247">
                  <c:v>tri-mark motors</c:v>
                </c:pt>
                <c:pt idx="9248">
                  <c:v>stingray chevrolet bartow llc</c:v>
                </c:pt>
                <c:pt idx="9249">
                  <c:v>t &amp; c motors</c:v>
                </c:pt>
                <c:pt idx="9250">
                  <c:v>weston auto leasing</c:v>
                </c:pt>
                <c:pt idx="9251">
                  <c:v>nelsons 4 x 4 center llc</c:v>
                </c:pt>
                <c:pt idx="9252">
                  <c:v>nica auto broker</c:v>
                </c:pt>
                <c:pt idx="9253">
                  <c:v>ag auto group llc</c:v>
                </c:pt>
                <c:pt idx="9254">
                  <c:v>c &amp; g imports inc</c:v>
                </c:pt>
                <c:pt idx="9255">
                  <c:v>cars ink</c:v>
                </c:pt>
                <c:pt idx="9256">
                  <c:v>danny motors llc</c:v>
                </c:pt>
                <c:pt idx="9257">
                  <c:v>green country auto group llc</c:v>
                </c:pt>
                <c:pt idx="9258">
                  <c:v>elite auto sales  llc</c:v>
                </c:pt>
                <c:pt idx="9259">
                  <c:v>a2z auto sales</c:v>
                </c:pt>
                <c:pt idx="9260">
                  <c:v>k &amp; k auto sales</c:v>
                </c:pt>
                <c:pt idx="9261">
                  <c:v>family auto inc</c:v>
                </c:pt>
                <c:pt idx="9262">
                  <c:v>auto hobby llc</c:v>
                </c:pt>
                <c:pt idx="9263">
                  <c:v>globe auto inc</c:v>
                </c:pt>
                <c:pt idx="9264">
                  <c:v>advanced remarketing services  inc.</c:v>
                </c:pt>
                <c:pt idx="9265">
                  <c:v>zumbrota ford sales llc</c:v>
                </c:pt>
                <c:pt idx="9266">
                  <c:v>land rover winnetka</c:v>
                </c:pt>
                <c:pt idx="9267">
                  <c:v>metro select auto sales and leasing</c:v>
                </c:pt>
                <c:pt idx="9268">
                  <c:v>stamford european motors inc</c:v>
                </c:pt>
                <c:pt idx="9269">
                  <c:v>td auto finance consignments</c:v>
                </c:pt>
                <c:pt idx="9270">
                  <c:v>lemire automobiles</c:v>
                </c:pt>
                <c:pt idx="9271">
                  <c:v>marks auto sales inc</c:v>
                </c:pt>
                <c:pt idx="9272">
                  <c:v>white river sales &amp; repairs inc</c:v>
                </c:pt>
                <c:pt idx="9273">
                  <c:v>euro speed international corp</c:v>
                </c:pt>
                <c:pt idx="9274">
                  <c:v>drive time</c:v>
                </c:pt>
                <c:pt idx="9275">
                  <c:v>kar korner inc</c:v>
                </c:pt>
                <c:pt idx="9276">
                  <c:v>gaye chevrolet inc</c:v>
                </c:pt>
                <c:pt idx="9277">
                  <c:v>chicago cars direct llc</c:v>
                </c:pt>
                <c:pt idx="9278">
                  <c:v>jim peplinski leasing</c:v>
                </c:pt>
                <c:pt idx="9279">
                  <c:v>300 auto</c:v>
                </c:pt>
                <c:pt idx="9280">
                  <c:v>611 car connection</c:v>
                </c:pt>
                <c:pt idx="9281">
                  <c:v>dell motors</c:v>
                </c:pt>
                <c:pt idx="9282">
                  <c:v>ec cars</c:v>
                </c:pt>
                <c:pt idx="9283">
                  <c:v>fuccillo hyundai</c:v>
                </c:pt>
                <c:pt idx="9284">
                  <c:v>carrera enterprises</c:v>
                </c:pt>
                <c:pt idx="9285">
                  <c:v>big jers toys</c:v>
                </c:pt>
                <c:pt idx="9286">
                  <c:v>mazmo auto sales</c:v>
                </c:pt>
                <c:pt idx="9287">
                  <c:v>orderyourcars.com inc</c:v>
                </c:pt>
                <c:pt idx="9288">
                  <c:v>valley buick gmc of hastings</c:v>
                </c:pt>
                <c:pt idx="9289">
                  <c:v>ticket to ride auto</c:v>
                </c:pt>
                <c:pt idx="9290">
                  <c:v>rpm auto sales</c:v>
                </c:pt>
                <c:pt idx="9291">
                  <c:v>anaheim pre-owned cars</c:v>
                </c:pt>
                <c:pt idx="9292">
                  <c:v>forward trading international</c:v>
                </c:pt>
                <c:pt idx="9293">
                  <c:v>owens auto group llc</c:v>
                </c:pt>
                <c:pt idx="9294">
                  <c:v>kingsway motor co</c:v>
                </c:pt>
                <c:pt idx="9295">
                  <c:v>strait motor cars inc</c:v>
                </c:pt>
                <c:pt idx="9296">
                  <c:v>western motors/aide rent a car</c:v>
                </c:pt>
                <c:pt idx="9297">
                  <c:v>nicks motor cars</c:v>
                </c:pt>
                <c:pt idx="9298">
                  <c:v>nissan dealer blend/hudson nissan</c:v>
                </c:pt>
                <c:pt idx="9299">
                  <c:v>m &amp; d international group inc</c:v>
                </c:pt>
                <c:pt idx="9300">
                  <c:v>park drive motors inc</c:v>
                </c:pt>
                <c:pt idx="9301">
                  <c:v>louies car clinic inc</c:v>
                </c:pt>
                <c:pt idx="9302">
                  <c:v>a &amp; m auto sales llc</c:v>
                </c:pt>
                <c:pt idx="9303">
                  <c:v>firehouse auto sales</c:v>
                </c:pt>
                <c:pt idx="9304">
                  <c:v>family security credit union</c:v>
                </c:pt>
                <c:pt idx="9305">
                  <c:v>hudson auto center of bremerton</c:v>
                </c:pt>
                <c:pt idx="9306">
                  <c:v>integrity automotive group</c:v>
                </c:pt>
                <c:pt idx="9307">
                  <c:v>titlemax/dale city va1</c:v>
                </c:pt>
                <c:pt idx="9308">
                  <c:v>waterfront motors</c:v>
                </c:pt>
                <c:pt idx="9309">
                  <c:v>gene butman ford sales inc</c:v>
                </c:pt>
                <c:pt idx="9310">
                  <c:v>vystar credit union</c:v>
                </c:pt>
                <c:pt idx="9311">
                  <c:v>onemain rem/university imports</c:v>
                </c:pt>
                <c:pt idx="9312">
                  <c:v>repo remarketing/usc credit union</c:v>
                </c:pt>
                <c:pt idx="9313">
                  <c:v>autovest llc</c:v>
                </c:pt>
                <c:pt idx="9314">
                  <c:v>home credit corp inc/laurinburg</c:v>
                </c:pt>
                <c:pt idx="9315">
                  <c:v>9th avenue automotive</c:v>
                </c:pt>
                <c:pt idx="9316">
                  <c:v>auto europa service &amp; sales</c:v>
                </c:pt>
                <c:pt idx="9317">
                  <c:v>communicating arts credit union</c:v>
                </c:pt>
                <c:pt idx="9318">
                  <c:v>fillmore auto sales inc</c:v>
                </c:pt>
                <c:pt idx="9319">
                  <c:v>krystal chrysler jeep dodge inc</c:v>
                </c:pt>
                <c:pt idx="9320">
                  <c:v>ohio mutual insurance company</c:v>
                </c:pt>
                <c:pt idx="9321">
                  <c:v>cars #1 inc</c:v>
                </c:pt>
                <c:pt idx="9322">
                  <c:v>city of sharonville</c:v>
                </c:pt>
                <c:pt idx="9323">
                  <c:v>rippe motors llc</c:v>
                </c:pt>
                <c:pt idx="9324">
                  <c:v>xavier auto sales inc</c:v>
                </c:pt>
                <c:pt idx="9325">
                  <c:v>malloy hyundai</c:v>
                </c:pt>
                <c:pt idx="9326">
                  <c:v>texas nissan of grapevine</c:v>
                </c:pt>
                <c:pt idx="9327">
                  <c:v>trust capital automotive group llc</c:v>
                </c:pt>
                <c:pt idx="9328">
                  <c:v>southwest financial and leasing</c:v>
                </c:pt>
                <c:pt idx="9329">
                  <c:v>robertson truck sales inc</c:v>
                </c:pt>
                <c:pt idx="9330">
                  <c:v>mazda of south charlotte</c:v>
                </c:pt>
                <c:pt idx="9331">
                  <c:v>mirage auto broker</c:v>
                </c:pt>
                <c:pt idx="9332">
                  <c:v>titlemax/flower mound tx1</c:v>
                </c:pt>
                <c:pt idx="9333">
                  <c:v>xtreme motor sales</c:v>
                </c:pt>
                <c:pt idx="9334">
                  <c:v>parsons of eagle river inc</c:v>
                </c:pt>
                <c:pt idx="9335">
                  <c:v>lafontaine chevrolet inc</c:v>
                </c:pt>
                <c:pt idx="9336">
                  <c:v>patriot buick pontiac gmc inc</c:v>
                </c:pt>
                <c:pt idx="9337">
                  <c:v>master pro motors</c:v>
                </c:pt>
                <c:pt idx="9338">
                  <c:v>top sales one inc</c:v>
                </c:pt>
                <c:pt idx="9339">
                  <c:v>visalia honda buick pont gmc</c:v>
                </c:pt>
                <c:pt idx="9340">
                  <c:v>toyota of hopkinsville</c:v>
                </c:pt>
                <c:pt idx="9341">
                  <c:v>mountaineer automotive llc</c:v>
                </c:pt>
                <c:pt idx="9342">
                  <c:v>lynchburg nissan inc</c:v>
                </c:pt>
                <c:pt idx="9343">
                  <c:v>scott clark nissan</c:v>
                </c:pt>
                <c:pt idx="9344">
                  <c:v>nissan of new orleans</c:v>
                </c:pt>
                <c:pt idx="9345">
                  <c:v>m financial inc</c:v>
                </c:pt>
                <c:pt idx="9346">
                  <c:v>nissan of van nuys</c:v>
                </c:pt>
                <c:pt idx="9347">
                  <c:v>rg sales</c:v>
                </c:pt>
                <c:pt idx="9348">
                  <c:v>cook volkswagen llc</c:v>
                </c:pt>
                <c:pt idx="9349">
                  <c:v>ed shults chevrolet inc</c:v>
                </c:pt>
                <c:pt idx="9350">
                  <c:v>freedom nissan inc</c:v>
                </c:pt>
                <c:pt idx="9351">
                  <c:v>harris cars inc</c:v>
                </c:pt>
                <c:pt idx="9352">
                  <c:v>florida farm bureau casualty insurance company</c:v>
                </c:pt>
                <c:pt idx="9353">
                  <c:v>city wide auto of rapid city</c:v>
                </c:pt>
                <c:pt idx="9354">
                  <c:v>alphorn ford lincoln</c:v>
                </c:pt>
                <c:pt idx="9355">
                  <c:v>leggat chevrolet cadillac buick gmc ltd</c:v>
                </c:pt>
                <c:pt idx="9356">
                  <c:v>neil huffman honda</c:v>
                </c:pt>
                <c:pt idx="9357">
                  <c:v>romano toyota ltd</c:v>
                </c:pt>
                <c:pt idx="9358">
                  <c:v>mr speedy auto sales</c:v>
                </c:pt>
                <c:pt idx="9359">
                  <c:v>rock road auto plaza</c:v>
                </c:pt>
                <c:pt idx="9360">
                  <c:v>tennyson chevrolet</c:v>
                </c:pt>
                <c:pt idx="9361">
                  <c:v>manheim central florida</c:v>
                </c:pt>
                <c:pt idx="9362">
                  <c:v>leedom capital corporation/automaxx</c:v>
                </c:pt>
                <c:pt idx="9363">
                  <c:v>rva automotive group llc</c:v>
                </c:pt>
                <c:pt idx="9364">
                  <c:v>southside auto sales inc</c:v>
                </c:pt>
                <c:pt idx="9365">
                  <c:v>titlemax / alexandria - va2</c:v>
                </c:pt>
                <c:pt idx="9366">
                  <c:v>van rental center</c:v>
                </c:pt>
                <c:pt idx="9367">
                  <c:v>edd lindley auto sales</c:v>
                </c:pt>
                <c:pt idx="9368">
                  <c:v>bill colwell ford inc</c:v>
                </c:pt>
                <c:pt idx="9369">
                  <c:v>blvd motors</c:v>
                </c:pt>
                <c:pt idx="9370">
                  <c:v>az motors</c:v>
                </c:pt>
                <c:pt idx="9371">
                  <c:v>baker chevrolet inc</c:v>
                </c:pt>
                <c:pt idx="9372">
                  <c:v>huffines hyundai mckinney lp</c:v>
                </c:pt>
                <c:pt idx="9373">
                  <c:v>car links auto group</c:v>
                </c:pt>
                <c:pt idx="9374">
                  <c:v>courtesy nissan</c:v>
                </c:pt>
                <c:pt idx="9375">
                  <c:v>east texas sleds &amp; scoots inc</c:v>
                </c:pt>
                <c:pt idx="9376">
                  <c:v>jarrett scott ford inc</c:v>
                </c:pt>
                <c:pt idx="9377">
                  <c:v>jim johnsons sons fine cars inc</c:v>
                </c:pt>
                <c:pt idx="9378">
                  <c:v>hunter asheville</c:v>
                </c:pt>
                <c:pt idx="9379">
                  <c:v>big als auto outlet inc</c:v>
                </c:pt>
                <c:pt idx="9380">
                  <c:v>acura of augusta</c:v>
                </c:pt>
                <c:pt idx="9381">
                  <c:v>nissan of opelousas</c:v>
                </c:pt>
                <c:pt idx="9382">
                  <c:v>south atlantic financial ent</c:v>
                </c:pt>
                <c:pt idx="9383">
                  <c:v>millers auto sales</c:v>
                </c:pt>
                <c:pt idx="9384">
                  <c:v>onemain rem/navigli usa inc</c:v>
                </c:pt>
                <c:pt idx="9385">
                  <c:v>riverview auto &amp; watercraft</c:v>
                </c:pt>
                <c:pt idx="9386">
                  <c:v>leonardtown ford inc</c:v>
                </c:pt>
                <c:pt idx="9387">
                  <c:v>luxury sports auto sales</c:v>
                </c:pt>
                <c:pt idx="9388">
                  <c:v>richey auto sales</c:v>
                </c:pt>
                <c:pt idx="9389">
                  <c:v>tahoe motors</c:v>
                </c:pt>
                <c:pt idx="9390">
                  <c:v>pete eischen chevrolet co.</c:v>
                </c:pt>
                <c:pt idx="9391">
                  <c:v>prostrollo auto plaza co</c:v>
                </c:pt>
                <c:pt idx="9392">
                  <c:v>palm chrysler jeep dodge</c:v>
                </c:pt>
                <c:pt idx="9393">
                  <c:v>chrysler on nicholasville</c:v>
                </c:pt>
                <c:pt idx="9394">
                  <c:v>greater suburban acceptance corporation</c:v>
                </c:pt>
                <c:pt idx="9395">
                  <c:v>hixson autoplex of leesville</c:v>
                </c:pt>
                <c:pt idx="9396">
                  <c:v>college park scooters</c:v>
                </c:pt>
                <c:pt idx="9397">
                  <c:v>bk motor sports llc</c:v>
                </c:pt>
                <c:pt idx="9398">
                  <c:v>atlantic coast remarketing inc/n and r motors</c:v>
                </c:pt>
                <c:pt idx="9399">
                  <c:v>columbus auto warehouse llc</c:v>
                </c:pt>
                <c:pt idx="9400">
                  <c:v>bar none auction</c:v>
                </c:pt>
                <c:pt idx="9401">
                  <c:v>avis rent a car/harrisburg</c:v>
                </c:pt>
                <c:pt idx="9402">
                  <c:v>bargain express</c:v>
                </c:pt>
                <c:pt idx="9403">
                  <c:v>lyndora auto sales</c:v>
                </c:pt>
                <c:pt idx="9404">
                  <c:v>eddies memories</c:v>
                </c:pt>
                <c:pt idx="9405">
                  <c:v>san francisco toyota</c:v>
                </c:pt>
                <c:pt idx="9406">
                  <c:v>mccafferty auto trading company</c:v>
                </c:pt>
                <c:pt idx="9407">
                  <c:v>neighborhood credit union</c:v>
                </c:pt>
                <c:pt idx="9408">
                  <c:v>road runner auto sales</c:v>
                </c:pt>
                <c:pt idx="9409">
                  <c:v>manheim st pete</c:v>
                </c:pt>
                <c:pt idx="9410">
                  <c:v>sterling mccall toyota</c:v>
                </c:pt>
                <c:pt idx="9411">
                  <c:v>park place motor cars</c:v>
                </c:pt>
                <c:pt idx="9412">
                  <c:v>mid east acceptance corporation</c:v>
                </c:pt>
                <c:pt idx="9413">
                  <c:v>southtowne motors inc</c:v>
                </c:pt>
                <c:pt idx="9414">
                  <c:v>rockville automart llc</c:v>
                </c:pt>
                <c:pt idx="9415">
                  <c:v>rk auto sales inc</c:v>
                </c:pt>
                <c:pt idx="9416">
                  <c:v>kia of duluth</c:v>
                </c:pt>
                <c:pt idx="9417">
                  <c:v>healey mitsubishi</c:v>
                </c:pt>
                <c:pt idx="9418">
                  <c:v>fiat of omaha</c:v>
                </c:pt>
                <c:pt idx="9419">
                  <c:v>jay auto sales corp</c:v>
                </c:pt>
                <c:pt idx="9420">
                  <c:v>anthony underwood automotive</c:v>
                </c:pt>
                <c:pt idx="9421">
                  <c:v>fresno chrysler dodge jeep ram</c:v>
                </c:pt>
                <c:pt idx="9422">
                  <c:v>franklin park lincoln inc</c:v>
                </c:pt>
                <c:pt idx="9423">
                  <c:v>holmes tuttle ford lincoln mercury</c:v>
                </c:pt>
                <c:pt idx="9424">
                  <c:v>jack key motor co of alamogordo llc</c:v>
                </c:pt>
                <c:pt idx="9425">
                  <c:v>ez auto wholesale</c:v>
                </c:pt>
                <c:pt idx="9426">
                  <c:v>auto wholesale direct of central florida llc</c:v>
                </c:pt>
                <c:pt idx="9427">
                  <c:v>marchese ford inc</c:v>
                </c:pt>
                <c:pt idx="9428">
                  <c:v>scott volkswagen</c:v>
                </c:pt>
                <c:pt idx="9429">
                  <c:v>auto drive one</c:v>
                </c:pt>
                <c:pt idx="9430">
                  <c:v>m &amp; t investments</c:v>
                </c:pt>
                <c:pt idx="9431">
                  <c:v>old south sales inc</c:v>
                </c:pt>
                <c:pt idx="9432">
                  <c:v>overland bond &amp; investment corporation</c:v>
                </c:pt>
                <c:pt idx="9433">
                  <c:v>robert horne ford llc</c:v>
                </c:pt>
                <c:pt idx="9434">
                  <c:v>southern cascades finance corporation</c:v>
                </c:pt>
                <c:pt idx="9435">
                  <c:v>motorcars limited</c:v>
                </c:pt>
                <c:pt idx="9436">
                  <c:v>drive remarketing inc</c:v>
                </c:pt>
                <c:pt idx="9437">
                  <c:v>conseil auto d l enr</c:v>
                </c:pt>
                <c:pt idx="9438">
                  <c:v>great lake auto inc</c:v>
                </c:pt>
                <c:pt idx="9439">
                  <c:v>ez loan autoplex</c:v>
                </c:pt>
                <c:pt idx="9440">
                  <c:v>balkcum auto inc</c:v>
                </c:pt>
                <c:pt idx="9441">
                  <c:v>california auto expert</c:v>
                </c:pt>
                <c:pt idx="9442">
                  <c:v>arapahoe credit union</c:v>
                </c:pt>
                <c:pt idx="9443">
                  <c:v>ciocca honda</c:v>
                </c:pt>
                <c:pt idx="9444">
                  <c:v>fiserv/usb dealer services internet</c:v>
                </c:pt>
                <c:pt idx="9445">
                  <c:v>jo-burg motors inc</c:v>
                </c:pt>
                <c:pt idx="9446">
                  <c:v>cioci auto sales inc</c:v>
                </c:pt>
                <c:pt idx="9447">
                  <c:v>intermountain coach lease inc</c:v>
                </c:pt>
                <c:pt idx="9448">
                  <c:v>autoexpertz</c:v>
                </c:pt>
                <c:pt idx="9449">
                  <c:v>emerald city auto inc</c:v>
                </c:pt>
                <c:pt idx="9450">
                  <c:v>destinys auto sales</c:v>
                </c:pt>
                <c:pt idx="9451">
                  <c:v>select cars of thornburg</c:v>
                </c:pt>
                <c:pt idx="9452">
                  <c:v>portage motorcars llc</c:v>
                </c:pt>
                <c:pt idx="9453">
                  <c:v>new horizons credit union</c:v>
                </c:pt>
                <c:pt idx="9454">
                  <c:v>repo remarketing/amarillo community fcu</c:v>
                </c:pt>
                <c:pt idx="9455">
                  <c:v>preston bmw</c:v>
                </c:pt>
                <c:pt idx="9456">
                  <c:v>platinum auto wholesale inc</c:v>
                </c:pt>
                <c:pt idx="9457">
                  <c:v>tommy and brother auto sale</c:v>
                </c:pt>
                <c:pt idx="9458">
                  <c:v>oklahoma employees credit union</c:v>
                </c:pt>
                <c:pt idx="9459">
                  <c:v>toyota of west covina</c:v>
                </c:pt>
                <c:pt idx="9460">
                  <c:v>mccorkle motors</c:v>
                </c:pt>
                <c:pt idx="9461">
                  <c:v>nevada auto sales inc</c:v>
                </c:pt>
                <c:pt idx="9462">
                  <c:v>pugmire ford of cartersville</c:v>
                </c:pt>
                <c:pt idx="9463">
                  <c:v>ntx auto group</c:v>
                </c:pt>
                <c:pt idx="9464">
                  <c:v>united finance co/las vegas</c:v>
                </c:pt>
                <c:pt idx="9465">
                  <c:v>lt motors auto sales inc</c:v>
                </c:pt>
                <c:pt idx="9466">
                  <c:v>zaccone motor inc sales and service</c:v>
                </c:pt>
                <c:pt idx="9467">
                  <c:v>tri state used auto sales</c:v>
                </c:pt>
                <c:pt idx="9468">
                  <c:v>triangle federal credit union</c:v>
                </c:pt>
                <c:pt idx="9469">
                  <c:v>dan &amp; dan import cars</c:v>
                </c:pt>
                <c:pt idx="9470">
                  <c:v>class motors inc</c:v>
                </c:pt>
                <c:pt idx="9471">
                  <c:v>corporate auto wholesale inc</c:v>
                </c:pt>
                <c:pt idx="9472">
                  <c:v>classy chassy ltd</c:v>
                </c:pt>
                <c:pt idx="9473">
                  <c:v>autos plus of smithville llc</c:v>
                </c:pt>
                <c:pt idx="9474">
                  <c:v>aylmer kia</c:v>
                </c:pt>
                <c:pt idx="9475">
                  <c:v>automax of memphis</c:v>
                </c:pt>
                <c:pt idx="9476">
                  <c:v>desoto automotive enterprises inc</c:v>
                </c:pt>
                <c:pt idx="9477">
                  <c:v>j &amp; a motors llc</c:v>
                </c:pt>
                <c:pt idx="9478">
                  <c:v>atlanta auto exchange</c:v>
                </c:pt>
                <c:pt idx="9479">
                  <c:v>j &amp; j auto group llc</c:v>
                </c:pt>
                <c:pt idx="9480">
                  <c:v>del mar recovery solutions inc.</c:v>
                </c:pt>
                <c:pt idx="9481">
                  <c:v>ean holdings</c:v>
                </c:pt>
                <c:pt idx="9482">
                  <c:v>integrity rv</c:v>
                </c:pt>
                <c:pt idx="9483">
                  <c:v>best drive auto</c:v>
                </c:pt>
                <c:pt idx="9484">
                  <c:v>automotive distributors of america inc</c:v>
                </c:pt>
                <c:pt idx="9485">
                  <c:v>autohause of asheville inc</c:v>
                </c:pt>
                <c:pt idx="9486">
                  <c:v>markosian auto  inc</c:v>
                </c:pt>
                <c:pt idx="9487">
                  <c:v>south cobb auto sales inc</c:v>
                </c:pt>
                <c:pt idx="9488">
                  <c:v>midnight euro automotive group llc</c:v>
                </c:pt>
                <c:pt idx="9489">
                  <c:v>s &amp; e auto</c:v>
                </c:pt>
                <c:pt idx="9490">
                  <c:v>r &amp; b auto center inc</c:v>
                </c:pt>
                <c:pt idx="9491">
                  <c:v>wernet enterprises inc</c:v>
                </c:pt>
                <c:pt idx="9492">
                  <c:v>larry h miller honda spokane</c:v>
                </c:pt>
                <c:pt idx="9493">
                  <c:v>marrfield motors llc</c:v>
                </c:pt>
                <c:pt idx="9494">
                  <c:v>nevada west financial</c:v>
                </c:pt>
                <c:pt idx="9495">
                  <c:v>tarheel auto sales of locust inc</c:v>
                </c:pt>
                <c:pt idx="9496">
                  <c:v>gemc fcu</c:v>
                </c:pt>
                <c:pt idx="9497">
                  <c:v>classic chrysler jeep dodge ram</c:v>
                </c:pt>
                <c:pt idx="9498">
                  <c:v>brown daniels premium auto sales</c:v>
                </c:pt>
                <c:pt idx="9499">
                  <c:v>belair subaru</c:v>
                </c:pt>
                <c:pt idx="9500">
                  <c:v>checkered flag auto sales llc</c:v>
                </c:pt>
                <c:pt idx="9501">
                  <c:v>first citizens bank</c:v>
                </c:pt>
                <c:pt idx="9502">
                  <c:v>green land cars</c:v>
                </c:pt>
                <c:pt idx="9503">
                  <c:v>autonation volkswagen delray</c:v>
                </c:pt>
                <c:pt idx="9504">
                  <c:v>carl black chevrolet</c:v>
                </c:pt>
                <c:pt idx="9505">
                  <c:v>honda redwood city</c:v>
                </c:pt>
                <c:pt idx="9506">
                  <c:v>maryland classic auto sales limited</c:v>
                </c:pt>
                <c:pt idx="9507">
                  <c:v>airport car rental inc</c:v>
                </c:pt>
                <c:pt idx="9508">
                  <c:v>kearny mesa acura</c:v>
                </c:pt>
                <c:pt idx="9509">
                  <c:v>tj independent auto inc</c:v>
                </c:pt>
                <c:pt idx="9510">
                  <c:v>siry auto group</c:v>
                </c:pt>
                <c:pt idx="9511">
                  <c:v>spiegel automotive</c:v>
                </c:pt>
                <c:pt idx="9512">
                  <c:v>shaker auto lease inc</c:v>
                </c:pt>
                <c:pt idx="9513">
                  <c:v>mendo motors inc</c:v>
                </c:pt>
                <c:pt idx="9514">
                  <c:v>mcfadden motorsports</c:v>
                </c:pt>
                <c:pt idx="9515">
                  <c:v>sims honda</c:v>
                </c:pt>
                <c:pt idx="9516">
                  <c:v>palm buick-gmc of punta gorda</c:v>
                </c:pt>
                <c:pt idx="9517">
                  <c:v>spradley barr motors inc</c:v>
                </c:pt>
                <c:pt idx="9518">
                  <c:v>used auto</c:v>
                </c:pt>
                <c:pt idx="9519">
                  <c:v>lake powell auto group</c:v>
                </c:pt>
                <c:pt idx="9520">
                  <c:v>lendmark financial services/pensacola</c:v>
                </c:pt>
                <c:pt idx="9521">
                  <c:v>choice auto rental/lease</c:v>
                </c:pt>
                <c:pt idx="9522">
                  <c:v>fields alfa romeo fiat orlando</c:v>
                </c:pt>
                <c:pt idx="9523">
                  <c:v>bingamans auto center sales and service</c:v>
                </c:pt>
                <c:pt idx="9524">
                  <c:v>citizens finance/appleton</c:v>
                </c:pt>
                <c:pt idx="9525">
                  <c:v>eastgate motorcars inc</c:v>
                </c:pt>
                <c:pt idx="9526">
                  <c:v>greenville sports &amp; imports inc</c:v>
                </c:pt>
                <c:pt idx="9527">
                  <c:v>braeger ford</c:v>
                </c:pt>
                <c:pt idx="9528">
                  <c:v>amis car export</c:v>
                </c:pt>
                <c:pt idx="9529">
                  <c:v>dealer wholesale llc</c:v>
                </c:pt>
                <c:pt idx="9530">
                  <c:v>apex financial credit union</c:v>
                </c:pt>
                <c:pt idx="9531">
                  <c:v>home credit corp inc/jacksonville</c:v>
                </c:pt>
                <c:pt idx="9532">
                  <c:v>norris honda</c:v>
                </c:pt>
                <c:pt idx="9533">
                  <c:v>abs finance</c:v>
                </c:pt>
                <c:pt idx="9534">
                  <c:v>mark stefanelli llc</c:v>
                </c:pt>
                <c:pt idx="9535">
                  <c:v>la sierra auto sales</c:v>
                </c:pt>
                <c:pt idx="9536">
                  <c:v>pacific motors</c:v>
                </c:pt>
                <c:pt idx="9537">
                  <c:v>pacific nissan</c:v>
                </c:pt>
                <c:pt idx="9538">
                  <c:v>peruzzi mitsubishi</c:v>
                </c:pt>
                <c:pt idx="9539">
                  <c:v>kirkland automotive</c:v>
                </c:pt>
                <c:pt idx="9540">
                  <c:v>prime west finance</c:v>
                </c:pt>
                <c:pt idx="9541">
                  <c:v>wholesale auto network co</c:v>
                </c:pt>
                <c:pt idx="9542">
                  <c:v>paragon funding</c:v>
                </c:pt>
                <c:pt idx="9543">
                  <c:v>srq auto llc</c:v>
                </c:pt>
                <c:pt idx="9544">
                  <c:v>potlatch no1 federal credit union</c:v>
                </c:pt>
                <c:pt idx="9545">
                  <c:v>sunwest federal credit union</c:v>
                </c:pt>
                <c:pt idx="9546">
                  <c:v>volkswagen billingss</c:v>
                </c:pt>
                <c:pt idx="9547">
                  <c:v>premium dealer inc</c:v>
                </c:pt>
                <c:pt idx="9548">
                  <c:v>westgate motors inc</c:v>
                </c:pt>
                <c:pt idx="9549">
                  <c:v>pikeland motors inc</c:v>
                </c:pt>
                <c:pt idx="9550">
                  <c:v>remarketing by ge/sandia laboratory fcu</c:v>
                </c:pt>
                <c:pt idx="9551">
                  <c:v>durango auto sales llc</c:v>
                </c:pt>
                <c:pt idx="9552">
                  <c:v>a &amp; c motors auto sales inc</c:v>
                </c:pt>
                <c:pt idx="9553">
                  <c:v>como tu auto sales inc</c:v>
                </c:pt>
                <c:pt idx="9554">
                  <c:v>adams motor company</c:v>
                </c:pt>
                <c:pt idx="9555">
                  <c:v>capital auto import llc</c:v>
                </c:pt>
                <c:pt idx="9556">
                  <c:v>csx transportation</c:v>
                </c:pt>
                <c:pt idx="9557">
                  <c:v>bays motors inc</c:v>
                </c:pt>
                <c:pt idx="9558">
                  <c:v>ed hicks infiniti</c:v>
                </c:pt>
                <c:pt idx="9559">
                  <c:v>heartland fcu</c:v>
                </c:pt>
                <c:pt idx="9560">
                  <c:v>atlantic coast remarketing inc/ap</c:v>
                </c:pt>
                <c:pt idx="9561">
                  <c:v>chris car brokers llc</c:v>
                </c:pt>
                <c:pt idx="9562">
                  <c:v>communication credit union</c:v>
                </c:pt>
                <c:pt idx="9563">
                  <c:v>armstrong chrysler dodge jeep ram inc</c:v>
                </c:pt>
                <c:pt idx="9564">
                  <c:v>titlemax of horizon ridge pkwy. - nv 2</c:v>
                </c:pt>
                <c:pt idx="9565">
                  <c:v>nissan/infiniti remarketing/avis budget grp</c:v>
                </c:pt>
                <c:pt idx="9566">
                  <c:v>regal motors</c:v>
                </c:pt>
                <c:pt idx="9567">
                  <c:v>lakeshore chrysler dodge jeep ram of picayune</c:v>
                </c:pt>
                <c:pt idx="9568">
                  <c:v>montrose ford inc</c:v>
                </c:pt>
                <c:pt idx="9569">
                  <c:v>florida cars 2001 inc</c:v>
                </c:pt>
                <c:pt idx="9570">
                  <c:v>fox communities credit union</c:v>
                </c:pt>
                <c:pt idx="9571">
                  <c:v>autonation nissan katy</c:v>
                </c:pt>
                <c:pt idx="9572">
                  <c:v>all pbc auto sales corp</c:v>
                </c:pt>
                <c:pt idx="9573">
                  <c:v>automotive fleet management</c:v>
                </c:pt>
                <c:pt idx="9574">
                  <c:v>auction insurance agency</c:v>
                </c:pt>
                <c:pt idx="9575">
                  <c:v>best buy motors  llc</c:v>
                </c:pt>
                <c:pt idx="9576">
                  <c:v>a &amp; m used auto sales inc</c:v>
                </c:pt>
                <c:pt idx="9577">
                  <c:v>houston fcu</c:v>
                </c:pt>
                <c:pt idx="9578">
                  <c:v>avis rent a car/hyundai</c:v>
                </c:pt>
                <c:pt idx="9579">
                  <c:v>pk enterprises</c:v>
                </c:pt>
                <c:pt idx="9580">
                  <c:v>ram sub inc</c:v>
                </c:pt>
                <c:pt idx="9581">
                  <c:v>stephens chrysler jeep dodge ram of bennington</c:v>
                </c:pt>
                <c:pt idx="9582">
                  <c:v>feretti motors</c:v>
                </c:pt>
                <c:pt idx="9583">
                  <c:v>steve schmitt inc</c:v>
                </c:pt>
                <c:pt idx="9584">
                  <c:v>vegas city motors</c:v>
                </c:pt>
                <c:pt idx="9585">
                  <c:v>united motors</c:v>
                </c:pt>
                <c:pt idx="9586">
                  <c:v>pacific truck colors inc</c:v>
                </c:pt>
                <c:pt idx="9587">
                  <c:v>rich belardi auto sales</c:v>
                </c:pt>
                <c:pt idx="9588">
                  <c:v>t &amp; t auto llc</c:v>
                </c:pt>
                <c:pt idx="9589">
                  <c:v>south texas auto auction</c:v>
                </c:pt>
                <c:pt idx="9590">
                  <c:v>manik auto wholesales</c:v>
                </c:pt>
                <c:pt idx="9591">
                  <c:v>star nissan inc</c:v>
                </c:pt>
                <c:pt idx="9592">
                  <c:v>shays autos</c:v>
                </c:pt>
                <c:pt idx="9593">
                  <c:v>omaha fcu</c:v>
                </c:pt>
                <c:pt idx="9594">
                  <c:v>les automobiles n c</c:v>
                </c:pt>
                <c:pt idx="9595">
                  <c:v>shawnee mission ford inc</c:v>
                </c:pt>
                <c:pt idx="9596">
                  <c:v>platinum automotive group llc</c:v>
                </c:pt>
                <c:pt idx="9597">
                  <c:v>omni auto world</c:v>
                </c:pt>
                <c:pt idx="9598">
                  <c:v>remarketing by ge/five star chysler &amp; dodge inc</c:v>
                </c:pt>
                <c:pt idx="9599">
                  <c:v>m motors llc</c:v>
                </c:pt>
                <c:pt idx="9600">
                  <c:v>mclean auto</c:v>
                </c:pt>
                <c:pt idx="9601">
                  <c:v>brazil auto mall inc</c:v>
                </c:pt>
                <c:pt idx="9602">
                  <c:v>ang auto sales</c:v>
                </c:pt>
                <c:pt idx="9603">
                  <c:v>a automotive llc</c:v>
                </c:pt>
                <c:pt idx="9604">
                  <c:v>k and j auto exchange</c:v>
                </c:pt>
                <c:pt idx="9605">
                  <c:v>auto prime</c:v>
                </c:pt>
                <c:pt idx="9606">
                  <c:v>jebs affordable transportation</c:v>
                </c:pt>
                <c:pt idx="9607">
                  <c:v>1st liberty federal credit union</c:v>
                </c:pt>
                <c:pt idx="9608">
                  <c:v>em cars inc</c:v>
                </c:pt>
                <c:pt idx="9609">
                  <c:v>courtesy chrysler jeep</c:v>
                </c:pt>
                <c:pt idx="9610">
                  <c:v>city import gallery llc</c:v>
                </c:pt>
                <c:pt idx="9611">
                  <c:v>everything on wheels</c:v>
                </c:pt>
                <c:pt idx="9612">
                  <c:v>accurate auto sales llc</c:v>
                </c:pt>
                <c:pt idx="9613">
                  <c:v>jim norton chevrolet</c:v>
                </c:pt>
                <c:pt idx="9614">
                  <c:v>government fleet sales llc</c:v>
                </c:pt>
                <c:pt idx="9615">
                  <c:v>apple nissan inc</c:v>
                </c:pt>
                <c:pt idx="9616">
                  <c:v>cars on broadway inc</c:v>
                </c:pt>
                <c:pt idx="9617">
                  <c:v>c&amp;c enterprises</c:v>
                </c:pt>
                <c:pt idx="9618">
                  <c:v>a and a ii llc</c:v>
                </c:pt>
                <c:pt idx="9619">
                  <c:v>house automotive group llc</c:v>
                </c:pt>
                <c:pt idx="9620">
                  <c:v>aloha pacific fcu</c:v>
                </c:pt>
                <c:pt idx="9621">
                  <c:v>g &amp; g inc</c:v>
                </c:pt>
                <c:pt idx="9622">
                  <c:v>california check cashing stores llc</c:v>
                </c:pt>
                <c:pt idx="9623">
                  <c:v>car hop</c:v>
                </c:pt>
                <c:pt idx="9624">
                  <c:v>mini of warwick</c:v>
                </c:pt>
                <c:pt idx="9625">
                  <c:v>m l p auto sales</c:v>
                </c:pt>
                <c:pt idx="9626">
                  <c:v>universal auto exports inc</c:v>
                </c:pt>
                <c:pt idx="9627">
                  <c:v>titlemax/lake mead nv1</c:v>
                </c:pt>
                <c:pt idx="9628">
                  <c:v>mann auto group llc</c:v>
                </c:pt>
                <c:pt idx="9629">
                  <c:v>nivek paul auto brokers  llc</c:v>
                </c:pt>
                <c:pt idx="9630">
                  <c:v>western federal credit union</c:v>
                </c:pt>
                <c:pt idx="9631">
                  <c:v>rocks auto sales</c:v>
                </c:pt>
                <c:pt idx="9632">
                  <c:v>security credit union</c:v>
                </c:pt>
                <c:pt idx="9633">
                  <c:v>tom mellett automobiles/dba carstore leasing</c:v>
                </c:pt>
                <c:pt idx="9634">
                  <c:v>greater surburban acceptance corp</c:v>
                </c:pt>
                <c:pt idx="9635">
                  <c:v>bmw of meridian</c:v>
                </c:pt>
                <c:pt idx="9636">
                  <c:v>jd byrider</c:v>
                </c:pt>
                <c:pt idx="9637">
                  <c:v>daytona mitsubishi</c:v>
                </c:pt>
                <c:pt idx="9638">
                  <c:v>brenengen chevrolet of lacrosse and onalaska llc</c:v>
                </c:pt>
                <c:pt idx="9639">
                  <c:v>jj &amp; o auto sales</c:v>
                </c:pt>
                <c:pt idx="9640">
                  <c:v>florida direct autos</c:v>
                </c:pt>
                <c:pt idx="9641">
                  <c:v>cape cod auto connection</c:v>
                </c:pt>
                <c:pt idx="9642">
                  <c:v>signature autos inc</c:v>
                </c:pt>
                <c:pt idx="9643">
                  <c:v>york kia</c:v>
                </c:pt>
                <c:pt idx="9644">
                  <c:v>volvo of overland park</c:v>
                </c:pt>
                <c:pt idx="9645">
                  <c:v>view park leasing</c:v>
                </c:pt>
                <c:pt idx="9646">
                  <c:v>zeal motor group</c:v>
                </c:pt>
                <c:pt idx="9647">
                  <c:v>larry h miller volkswagen tucson</c:v>
                </c:pt>
                <c:pt idx="9648">
                  <c:v>lloyds rental &amp; sales</c:v>
                </c:pt>
                <c:pt idx="9649">
                  <c:v>route 1 auto exchange inc</c:v>
                </c:pt>
                <c:pt idx="9650">
                  <c:v>luxury imports of nashville  llc</c:v>
                </c:pt>
                <c:pt idx="9651">
                  <c:v>discount auto center</c:v>
                </c:pt>
                <c:pt idx="9652">
                  <c:v>choice-1 auto sales</c:v>
                </c:pt>
                <c:pt idx="9653">
                  <c:v>budget rent a car/las vagas</c:v>
                </c:pt>
                <c:pt idx="9654">
                  <c:v>a+ oxxo</c:v>
                </c:pt>
                <c:pt idx="9655">
                  <c:v>hertrich chevrolet gmc buick</c:v>
                </c:pt>
                <c:pt idx="9656">
                  <c:v>autotrust inc</c:v>
                </c:pt>
                <c:pt idx="9657">
                  <c:v>budget rac/atlanta</c:v>
                </c:pt>
                <c:pt idx="9658">
                  <c:v>bayshore ford</c:v>
                </c:pt>
                <c:pt idx="9659">
                  <c:v>crossline truck and auto sales</c:v>
                </c:pt>
                <c:pt idx="9660">
                  <c:v>teen challenge of the midlands inc</c:v>
                </c:pt>
                <c:pt idx="9661">
                  <c:v>texas star auto</c:v>
                </c:pt>
                <c:pt idx="9662">
                  <c:v>riverside auto service &amp; sales</c:v>
                </c:pt>
                <c:pt idx="9663">
                  <c:v>maximum title loans</c:v>
                </c:pt>
                <c:pt idx="9664">
                  <c:v>treasury department fcu</c:v>
                </c:pt>
                <c:pt idx="9665">
                  <c:v>northgate auto sales inc</c:v>
                </c:pt>
                <c:pt idx="9666">
                  <c:v>tonnele auto sales llc</c:v>
                </c:pt>
                <c:pt idx="9667">
                  <c:v>king is back inc</c:v>
                </c:pt>
                <c:pt idx="9668">
                  <c:v>middleton ford</c:v>
                </c:pt>
                <c:pt idx="9669">
                  <c:v>supreme vehicle sales llc</c:v>
                </c:pt>
                <c:pt idx="9670">
                  <c:v>mcgrath city honda</c:v>
                </c:pt>
                <c:pt idx="9671">
                  <c:v>tbt auto</c:v>
                </c:pt>
                <c:pt idx="9672">
                  <c:v>west community credit union</c:v>
                </c:pt>
                <c:pt idx="9673">
                  <c:v>auto planet</c:v>
                </c:pt>
                <c:pt idx="9674">
                  <c:v>dells auto inc</c:v>
                </c:pt>
                <c:pt idx="9675">
                  <c:v>faulkner fiat of mechanicsburg</c:v>
                </c:pt>
                <c:pt idx="9676">
                  <c:v>central auto sales inc</c:v>
                </c:pt>
                <c:pt idx="9677">
                  <c:v>jodeco auto sales inc</c:v>
                </c:pt>
                <c:pt idx="9678">
                  <c:v>garfield used cars llc</c:v>
                </c:pt>
                <c:pt idx="9679">
                  <c:v>alexia motors inc</c:v>
                </c:pt>
                <c:pt idx="9680">
                  <c:v>empire auto sales</c:v>
                </c:pt>
                <c:pt idx="9681">
                  <c:v>peninsula ford lincoln</c:v>
                </c:pt>
                <c:pt idx="9682">
                  <c:v>vcb international business</c:v>
                </c:pt>
                <c:pt idx="9683">
                  <c:v>repo remarketing/san diego medical fcu</c:v>
                </c:pt>
                <c:pt idx="9684">
                  <c:v>performance hyundai</c:v>
                </c:pt>
                <c:pt idx="9685">
                  <c:v>saratoga motorsports</c:v>
                </c:pt>
                <c:pt idx="9686">
                  <c:v>san jose auto exchange</c:v>
                </c:pt>
                <c:pt idx="9687">
                  <c:v>premium finance auto sales</c:v>
                </c:pt>
                <c:pt idx="9688">
                  <c:v>university of utah credit union</c:v>
                </c:pt>
                <c:pt idx="9689">
                  <c:v>operating partners co llc</c:v>
                </c:pt>
                <c:pt idx="9690">
                  <c:v>sapphire auto sales</c:v>
                </c:pt>
                <c:pt idx="9691">
                  <c:v>members auto choice llc</c:v>
                </c:pt>
                <c:pt idx="9692">
                  <c:v>harris oldsmobile inc</c:v>
                </c:pt>
                <c:pt idx="9693">
                  <c:v>frantz auto brokers llc</c:v>
                </c:pt>
                <c:pt idx="9694">
                  <c:v>barkley buick gmc cadillac inc</c:v>
                </c:pt>
                <c:pt idx="9695">
                  <c:v>hellam imports</c:v>
                </c:pt>
                <c:pt idx="9696">
                  <c:v>atlantic coast remarketing inc/tjallc</c:v>
                </c:pt>
                <c:pt idx="9697">
                  <c:v>big city motor sales llc</c:v>
                </c:pt>
                <c:pt idx="9698">
                  <c:v>dealer services financial center llc</c:v>
                </c:pt>
                <c:pt idx="9699">
                  <c:v>jaguar houston north  land rover houston north</c:v>
                </c:pt>
                <c:pt idx="9700">
                  <c:v>anderson brothers bank</c:v>
                </c:pt>
                <c:pt idx="9701">
                  <c:v>clock tower auto mall llc</c:v>
                </c:pt>
                <c:pt idx="9702">
                  <c:v>tri-crown auto</c:v>
                </c:pt>
                <c:pt idx="9703">
                  <c:v>ketty construction &amp; leasing</c:v>
                </c:pt>
                <c:pt idx="9704">
                  <c:v>sosas auto sales</c:v>
                </c:pt>
                <c:pt idx="9705">
                  <c:v>optimal international corp</c:v>
                </c:pt>
                <c:pt idx="9706">
                  <c:v>sportchassis of texas</c:v>
                </c:pt>
                <c:pt idx="9707">
                  <c:v>nbp sales</c:v>
                </c:pt>
                <c:pt idx="9708">
                  <c:v>rustom nissan of portland</c:v>
                </c:pt>
                <c:pt idx="9709">
                  <c:v>lake michigan credit union</c:v>
                </c:pt>
                <c:pt idx="9710">
                  <c:v>navigator credit union</c:v>
                </c:pt>
                <c:pt idx="9711">
                  <c:v>mirador auto sales</c:v>
                </c:pt>
                <c:pt idx="9712">
                  <c:v>primeritus remarketing/a k motors</c:v>
                </c:pt>
                <c:pt idx="9713">
                  <c:v>t and t auto repair and sales</c:v>
                </c:pt>
                <c:pt idx="9714">
                  <c:v>old national</c:v>
                </c:pt>
                <c:pt idx="9715">
                  <c:v>prater ford inc</c:v>
                </c:pt>
                <c:pt idx="9716">
                  <c:v>power motors inc</c:v>
                </c:pt>
                <c:pt idx="9717">
                  <c:v>carfinco inc</c:v>
                </c:pt>
                <c:pt idx="9718">
                  <c:v>automotion sales llc</c:v>
                </c:pt>
                <c:pt idx="9719">
                  <c:v>frank hyundai</c:v>
                </c:pt>
                <c:pt idx="9720">
                  <c:v>freedom auto</c:v>
                </c:pt>
                <c:pt idx="9721">
                  <c:v>finance point</c:v>
                </c:pt>
                <c:pt idx="9722">
                  <c:v>hertrich honda kia of easton</c:v>
                </c:pt>
                <c:pt idx="9723">
                  <c:v>brown chevy buick pontiac gmc of eagle pass</c:v>
                </c:pt>
                <c:pt idx="9724">
                  <c:v>gibbons ford</c:v>
                </c:pt>
                <c:pt idx="9725">
                  <c:v>cashback llc</c:v>
                </c:pt>
                <c:pt idx="9726">
                  <c:v>a and a recreation</c:v>
                </c:pt>
                <c:pt idx="9727">
                  <c:v>best price auto sales inc</c:v>
                </c:pt>
                <c:pt idx="9728">
                  <c:v>dg auto corp</c:v>
                </c:pt>
                <c:pt idx="9729">
                  <c:v>jt's car sales llc</c:v>
                </c:pt>
                <c:pt idx="9730">
                  <c:v>frederick auto center inc</c:v>
                </c:pt>
                <c:pt idx="9731">
                  <c:v>autonation toyota scion arapahoe</c:v>
                </c:pt>
                <c:pt idx="9732">
                  <c:v>intermountain auto works  inc</c:v>
                </c:pt>
                <c:pt idx="9733">
                  <c:v>s &amp; s auto leasing corp</c:v>
                </c:pt>
                <c:pt idx="9734">
                  <c:v>rockwall ford-mercury</c:v>
                </c:pt>
                <c:pt idx="9735">
                  <c:v>onemain rem/tovi auto sales</c:v>
                </c:pt>
                <c:pt idx="9736">
                  <c:v>oceanside auto sales inc</c:v>
                </c:pt>
                <c:pt idx="9737">
                  <c:v>robertson auto</c:v>
                </c:pt>
                <c:pt idx="9738">
                  <c:v>nae-mo corporation</c:v>
                </c:pt>
                <c:pt idx="9739">
                  <c:v>remarketing by ge/raytown lee's summit ccu</c:v>
                </c:pt>
                <c:pt idx="9740">
                  <c:v>vigo county fcu</c:v>
                </c:pt>
                <c:pt idx="9741">
                  <c:v>the car guy</c:v>
                </c:pt>
                <c:pt idx="9742">
                  <c:v>magic motors</c:v>
                </c:pt>
                <c:pt idx="9743">
                  <c:v>centra credit union</c:v>
                </c:pt>
                <c:pt idx="9744">
                  <c:v>als linc merc inc</c:v>
                </c:pt>
                <c:pt idx="9745">
                  <c:v>fairground auto plaza inc</c:v>
                </c:pt>
                <c:pt idx="9746">
                  <c:v>central ohio credit union</c:v>
                </c:pt>
                <c:pt idx="9747">
                  <c:v>circle auto wholesalers</c:v>
                </c:pt>
                <c:pt idx="9748">
                  <c:v>americas automotive</c:v>
                </c:pt>
                <c:pt idx="9749">
                  <c:v>fantastic auto sales</c:v>
                </c:pt>
                <c:pt idx="9750">
                  <c:v>b &amp; b auto sales &amp; repair</c:v>
                </c:pt>
                <c:pt idx="9751">
                  <c:v>rey/rey auto sales</c:v>
                </c:pt>
                <c:pt idx="9752">
                  <c:v>titlemax/houston tx39</c:v>
                </c:pt>
                <c:pt idx="9753">
                  <c:v>autosmart 2</c:v>
                </c:pt>
                <c:pt idx="9754">
                  <c:v>c &amp; s autobrokers inc</c:v>
                </c:pt>
                <c:pt idx="9755">
                  <c:v>professional financial services/athens</c:v>
                </c:pt>
                <c:pt idx="9756">
                  <c:v>titlemax/las vegas nv23</c:v>
                </c:pt>
                <c:pt idx="9757">
                  <c:v>sis quality automobiles inc</c:v>
                </c:pt>
                <c:pt idx="9758">
                  <c:v>nada sales inc</c:v>
                </c:pt>
                <c:pt idx="9759">
                  <c:v>nelson mazda</c:v>
                </c:pt>
                <c:pt idx="9760">
                  <c:v>ron davidson chevrolet-buick-gmc</c:v>
                </c:pt>
                <c:pt idx="9761">
                  <c:v>volkswagen of edmond</c:v>
                </c:pt>
                <c:pt idx="9762">
                  <c:v>nefcu</c:v>
                </c:pt>
                <c:pt idx="9763">
                  <c:v>reliable motors</c:v>
                </c:pt>
                <c:pt idx="9764">
                  <c:v>allied first bank</c:v>
                </c:pt>
                <c:pt idx="9765">
                  <c:v>chen and ashley auto group</c:v>
                </c:pt>
                <c:pt idx="9766">
                  <c:v>drive america</c:v>
                </c:pt>
                <c:pt idx="9767">
                  <c:v>ford of augusta</c:v>
                </c:pt>
                <c:pt idx="9768">
                  <c:v>arizona motor sales  llc</c:v>
                </c:pt>
                <c:pt idx="9769">
                  <c:v>complexe kia</c:v>
                </c:pt>
                <c:pt idx="9770">
                  <c:v>damascus community bank</c:v>
                </c:pt>
                <c:pt idx="9771">
                  <c:v>j s car sales inc</c:v>
                </c:pt>
                <c:pt idx="9772">
                  <c:v>global car connection llc</c:v>
                </c:pt>
                <c:pt idx="9773">
                  <c:v>donegal group inc</c:v>
                </c:pt>
                <c:pt idx="9774">
                  <c:v>gravesend auto sales inc</c:v>
                </c:pt>
                <c:pt idx="9775">
                  <c:v>blackwell automotive</c:v>
                </c:pt>
                <c:pt idx="9776">
                  <c:v>auto life llc</c:v>
                </c:pt>
                <c:pt idx="9777">
                  <c:v>fiserv/mid hudson valley federal credit union</c:v>
                </c:pt>
                <c:pt idx="9778">
                  <c:v>farm bureau insurance</c:v>
                </c:pt>
                <c:pt idx="9779">
                  <c:v>a v auto sales llc</c:v>
                </c:pt>
                <c:pt idx="9780">
                  <c:v>titlemax/pasadena ca1</c:v>
                </c:pt>
                <c:pt idx="9781">
                  <c:v>marlow ford</c:v>
                </c:pt>
                <c:pt idx="9782">
                  <c:v>tustin lexus</c:v>
                </c:pt>
                <c:pt idx="9783">
                  <c:v>byers chevrolet llc</c:v>
                </c:pt>
                <c:pt idx="9784">
                  <c:v>henton enterprises inc</c:v>
                </c:pt>
                <c:pt idx="9785">
                  <c:v>j cars</c:v>
                </c:pt>
                <c:pt idx="9786">
                  <c:v>citywide finance company</c:v>
                </c:pt>
                <c:pt idx="9787">
                  <c:v>eagle auto finance</c:v>
                </c:pt>
                <c:pt idx="9788">
                  <c:v>sutherland service center ltd</c:v>
                </c:pt>
                <c:pt idx="9789">
                  <c:v>members choice of central texas credit union</c:v>
                </c:pt>
                <c:pt idx="9790">
                  <c:v>merchants auto sales inc</c:v>
                </c:pt>
                <c:pt idx="9791">
                  <c:v>shore rentals inc</c:v>
                </c:pt>
                <c:pt idx="9792">
                  <c:v>titlemax of buffalo dr. - nv 10</c:v>
                </c:pt>
                <c:pt idx="9793">
                  <c:v>sands ford of red hill</c:v>
                </c:pt>
                <c:pt idx="9794">
                  <c:v>midwest motor works inc</c:v>
                </c:pt>
                <c:pt idx="9795">
                  <c:v>titlemax/plano tx1</c:v>
                </c:pt>
                <c:pt idx="9796">
                  <c:v>fiserv/brookline bank/bpo</c:v>
                </c:pt>
                <c:pt idx="9797">
                  <c:v>darden employee cu</c:v>
                </c:pt>
                <c:pt idx="9798">
                  <c:v>coyle chevrolet inc</c:v>
                </c:pt>
                <c:pt idx="9799">
                  <c:v>integrity motor sales inc</c:v>
                </c:pt>
                <c:pt idx="9800">
                  <c:v>gunn buick- gmc ltd</c:v>
                </c:pt>
                <c:pt idx="9801">
                  <c:v>autolink trading llc</c:v>
                </c:pt>
                <c:pt idx="9802">
                  <c:v>great cars and trucks inc</c:v>
                </c:pt>
                <c:pt idx="9803">
                  <c:v>elizabeth andrus - trustee</c:v>
                </c:pt>
                <c:pt idx="9804">
                  <c:v>mountain hyundai</c:v>
                </c:pt>
                <c:pt idx="9805">
                  <c:v>miranda auto sales inc</c:v>
                </c:pt>
                <c:pt idx="9806">
                  <c:v>olympic auto sales</c:v>
                </c:pt>
                <c:pt idx="9807">
                  <c:v>panama city toyota</c:v>
                </c:pt>
                <c:pt idx="9808">
                  <c:v>subaru of port richey</c:v>
                </c:pt>
                <c:pt idx="9809">
                  <c:v>virginia educators credit union</c:v>
                </c:pt>
                <c:pt idx="9810">
                  <c:v>union bank &amp; trust company</c:v>
                </c:pt>
                <c:pt idx="9811">
                  <c:v>titlemax/lynwood ca1</c:v>
                </c:pt>
                <c:pt idx="9812">
                  <c:v>martin nemer volkswagen corp</c:v>
                </c:pt>
                <c:pt idx="9813">
                  <c:v>professional financial services / fayetteville</c:v>
                </c:pt>
                <c:pt idx="9814">
                  <c:v>lithia chrysler jeep dodge of eureka</c:v>
                </c:pt>
                <c:pt idx="9815">
                  <c:v>madill chevrolet-buick  inc.</c:v>
                </c:pt>
                <c:pt idx="9816">
                  <c:v>niles sales &amp; service inc</c:v>
                </c:pt>
                <c:pt idx="9817">
                  <c:v>auto trademark</c:v>
                </c:pt>
                <c:pt idx="9818">
                  <c:v>great buy autos</c:v>
                </c:pt>
                <c:pt idx="9819">
                  <c:v>classic chevrolet inc</c:v>
                </c:pt>
                <c:pt idx="9820">
                  <c:v>avenue car &amp; truck rental</c:v>
                </c:pt>
                <c:pt idx="9821">
                  <c:v>castle rock dodge chrysler jeep</c:v>
                </c:pt>
                <c:pt idx="9822">
                  <c:v>k &amp; d auto sales llc</c:v>
                </c:pt>
                <c:pt idx="9823">
                  <c:v>coamo auto sales corp</c:v>
                </c:pt>
                <c:pt idx="9824">
                  <c:v>estguin wholesalers llc</c:v>
                </c:pt>
                <c:pt idx="9825">
                  <c:v>trident motorcar</c:v>
                </c:pt>
                <c:pt idx="9826">
                  <c:v>united auto sales</c:v>
                </c:pt>
                <c:pt idx="9827">
                  <c:v>carswell auto sales</c:v>
                </c:pt>
                <c:pt idx="9828">
                  <c:v>motor cars international  inc</c:v>
                </c:pt>
                <c:pt idx="9829">
                  <c:v>remarketing by ge/greenville hertiage fcu</c:v>
                </c:pt>
                <c:pt idx="9830">
                  <c:v>repo remarketing/mendo lake credit union</c:v>
                </c:pt>
                <c:pt idx="9831">
                  <c:v>terry harrelson auto sales</c:v>
                </c:pt>
                <c:pt idx="9832">
                  <c:v>norm reeves honda superstore</c:v>
                </c:pt>
                <c:pt idx="9833">
                  <c:v>nextgear</c:v>
                </c:pt>
                <c:pt idx="9834">
                  <c:v>rebirth investments inc</c:v>
                </c:pt>
                <c:pt idx="9835">
                  <c:v>onemain rem/e motorcars</c:v>
                </c:pt>
                <c:pt idx="9836">
                  <c:v>rairdons dodge chrysler jeep of bellingham</c:v>
                </c:pt>
                <c:pt idx="9837">
                  <c:v>remarketing by ge/cowboys automotive inc</c:v>
                </c:pt>
                <c:pt idx="9838">
                  <c:v>tdaf remarketing / brunswick car trding rentl llc</c:v>
                </c:pt>
                <c:pt idx="9839">
                  <c:v>wedgewoode sports and imports</c:v>
                </c:pt>
                <c:pt idx="9840">
                  <c:v>onesource/signal imports inc</c:v>
                </c:pt>
                <c:pt idx="9841">
                  <c:v>purity product inc</c:v>
                </c:pt>
                <c:pt idx="9842">
                  <c:v>remarketing by ge/manheim indianapolis</c:v>
                </c:pt>
                <c:pt idx="9843">
                  <c:v>the thomas collection ltd</c:v>
                </c:pt>
                <c:pt idx="9844">
                  <c:v>sos bank repo</c:v>
                </c:pt>
                <c:pt idx="9845">
                  <c:v>southwest auto sales</c:v>
                </c:pt>
                <c:pt idx="9846">
                  <c:v>new world auto</c:v>
                </c:pt>
                <c:pt idx="9847">
                  <c:v>hodges imported cars inc</c:v>
                </c:pt>
                <c:pt idx="9848">
                  <c:v>competition cars inc</c:v>
                </c:pt>
                <c:pt idx="9849">
                  <c:v>encore motorcars of sarasota inc</c:v>
                </c:pt>
                <c:pt idx="9850">
                  <c:v>credit concepts</c:v>
                </c:pt>
                <c:pt idx="9851">
                  <c:v>auction cars imports llc</c:v>
                </c:pt>
                <c:pt idx="9852">
                  <c:v>city ford sales ltd</c:v>
                </c:pt>
                <c:pt idx="9853">
                  <c:v>color country automotive llc</c:v>
                </c:pt>
                <c:pt idx="9854">
                  <c:v>extraco banks na</c:v>
                </c:pt>
                <c:pt idx="9855">
                  <c:v>europa motorcar company inc</c:v>
                </c:pt>
                <c:pt idx="9856">
                  <c:v>jdf auto</c:v>
                </c:pt>
                <c:pt idx="9857">
                  <c:v>arizona state credit union</c:v>
                </c:pt>
                <c:pt idx="9858">
                  <c:v>honolulu fcu</c:v>
                </c:pt>
                <c:pt idx="9859">
                  <c:v>bergstrom cadillac gmc of green bay</c:v>
                </c:pt>
                <c:pt idx="9860">
                  <c:v>auto finance of tampa inc</c:v>
                </c:pt>
                <c:pt idx="9861">
                  <c:v>caltex motors inc</c:v>
                </c:pt>
                <c:pt idx="9862">
                  <c:v>cross dock llc</c:v>
                </c:pt>
                <c:pt idx="9863">
                  <c:v>dave edwards toyota</c:v>
                </c:pt>
                <c:pt idx="9864">
                  <c:v>ft worth fleet &amp; sales inc</c:v>
                </c:pt>
                <c:pt idx="9865">
                  <c:v>ilans auto sales</c:v>
                </c:pt>
                <c:pt idx="9866">
                  <c:v>vidalia ford lincoln inc</c:v>
                </c:pt>
                <c:pt idx="9867">
                  <c:v>lenders assistance corp/cross valley fcu</c:v>
                </c:pt>
                <c:pt idx="9868">
                  <c:v>papas auto sales</c:v>
                </c:pt>
                <c:pt idx="9869">
                  <c:v>palm beach exotics inc</c:v>
                </c:pt>
                <c:pt idx="9870">
                  <c:v>ohio's first class credit union inc</c:v>
                </c:pt>
                <c:pt idx="9871">
                  <c:v>larry goodman used cars</c:v>
                </c:pt>
                <c:pt idx="9872">
                  <c:v>randy marion sav-a-lot hickory</c:v>
                </c:pt>
                <c:pt idx="9873">
                  <c:v>triple r's auto sales and garage</c:v>
                </c:pt>
                <c:pt idx="9874">
                  <c:v>maypole chevrolet inc</c:v>
                </c:pt>
                <c:pt idx="9875">
                  <c:v>lscg fund 19 llc</c:v>
                </c:pt>
                <c:pt idx="9876">
                  <c:v>moon motors lv llc</c:v>
                </c:pt>
                <c:pt idx="9877">
                  <c:v>lithia chrysler jeep dodge of roseburg</c:v>
                </c:pt>
                <c:pt idx="9878">
                  <c:v>santee automotive llc</c:v>
                </c:pt>
                <c:pt idx="9879">
                  <c:v>public auction</c:v>
                </c:pt>
                <c:pt idx="9880">
                  <c:v>al king tire and auto service</c:v>
                </c:pt>
                <c:pt idx="9881">
                  <c:v>alpha auto wholesale</c:v>
                </c:pt>
                <c:pt idx="9882">
                  <c:v>dick hannah volkswagen</c:v>
                </c:pt>
                <c:pt idx="9883">
                  <c:v>al financial corp</c:v>
                </c:pt>
                <c:pt idx="9884">
                  <c:v>avantage honda</c:v>
                </c:pt>
                <c:pt idx="9885">
                  <c:v>dublin volkswagen</c:v>
                </c:pt>
                <c:pt idx="9886">
                  <c:v>faris auto sale</c:v>
                </c:pt>
                <c:pt idx="9887">
                  <c:v>first class car company</c:v>
                </c:pt>
                <c:pt idx="9888">
                  <c:v>crest ford flat rock inc</c:v>
                </c:pt>
                <c:pt idx="9889">
                  <c:v>eze auto brokers inc 2</c:v>
                </c:pt>
                <c:pt idx="9890">
                  <c:v>crisas auto sales &amp; repair inc</c:v>
                </c:pt>
                <c:pt idx="9891">
                  <c:v>image cars</c:v>
                </c:pt>
                <c:pt idx="9892">
                  <c:v>nabors used cars</c:v>
                </c:pt>
                <c:pt idx="9893">
                  <c:v>usaa federal savings bank</c:v>
                </c:pt>
                <c:pt idx="9894">
                  <c:v>lou fusz subaru st peters</c:v>
                </c:pt>
                <c:pt idx="9895">
                  <c:v>key ii</c:v>
                </c:pt>
                <c:pt idx="9896">
                  <c:v>miller hill subaru</c:v>
                </c:pt>
                <c:pt idx="9897">
                  <c:v>westcoast auto sales</c:v>
                </c:pt>
                <c:pt idx="9898">
                  <c:v>reliable motor werks llc</c:v>
                </c:pt>
                <c:pt idx="9899">
                  <c:v>sam auto dealer</c:v>
                </c:pt>
                <c:pt idx="9900">
                  <c:v>tower auto sales inc</c:v>
                </c:pt>
                <c:pt idx="9901">
                  <c:v>metro sales corp</c:v>
                </c:pt>
                <c:pt idx="9902">
                  <c:v>commonwealth credit union</c:v>
                </c:pt>
                <c:pt idx="9903">
                  <c:v>don's auto body &amp; glass inc</c:v>
                </c:pt>
                <c:pt idx="9904">
                  <c:v>junco motors</c:v>
                </c:pt>
                <c:pt idx="9905">
                  <c:v>affordable auto care</c:v>
                </c:pt>
                <c:pt idx="9906">
                  <c:v>bay ridge ford</c:v>
                </c:pt>
                <c:pt idx="9907">
                  <c:v>bmw of columbia</c:v>
                </c:pt>
                <c:pt idx="9908">
                  <c:v>blueslade motor cars llc</c:v>
                </c:pt>
                <c:pt idx="9909">
                  <c:v>automax hv inc</c:v>
                </c:pt>
                <c:pt idx="9910">
                  <c:v>bmw of ann arbor</c:v>
                </c:pt>
                <c:pt idx="9911">
                  <c:v>day air credit union</c:v>
                </c:pt>
                <c:pt idx="9912">
                  <c:v>auto central</c:v>
                </c:pt>
                <c:pt idx="9913">
                  <c:v>dfw auto choice</c:v>
                </c:pt>
                <c:pt idx="9914">
                  <c:v>clipper credit inc</c:v>
                </c:pt>
                <c:pt idx="9915">
                  <c:v>crown motor co</c:v>
                </c:pt>
                <c:pt idx="9916">
                  <c:v>american wholesalers inc</c:v>
                </c:pt>
                <c:pt idx="9917">
                  <c:v>north star auto inc</c:v>
                </c:pt>
                <c:pt idx="9918">
                  <c:v>nagys auto sales llc</c:v>
                </c:pt>
                <c:pt idx="9919">
                  <c:v>plumillo auto sales  inc.</c:v>
                </c:pt>
                <c:pt idx="9920">
                  <c:v>superior choice credit union</c:v>
                </c:pt>
                <c:pt idx="9921">
                  <c:v>titlemax/jonesboro ga2</c:v>
                </c:pt>
                <c:pt idx="9922">
                  <c:v>pinnacle auto brokers llc</c:v>
                </c:pt>
                <c:pt idx="9923">
                  <c:v>ventura county credit union</c:v>
                </c:pt>
                <c:pt idx="9924">
                  <c:v>bill tempchin auto sales llc</c:v>
                </c:pt>
                <c:pt idx="9925">
                  <c:v>brewer automotive inc</c:v>
                </c:pt>
                <c:pt idx="9926">
                  <c:v>atlanta motor company inc.</c:v>
                </c:pt>
                <c:pt idx="9927">
                  <c:v>brazos valley schools credit union</c:v>
                </c:pt>
                <c:pt idx="9928">
                  <c:v>eloy motors inc</c:v>
                </c:pt>
                <c:pt idx="9929">
                  <c:v>cherry creek chevrolet</c:v>
                </c:pt>
                <c:pt idx="9930">
                  <c:v>auto factors inc</c:v>
                </c:pt>
                <c:pt idx="9931">
                  <c:v>eckhaus fleet llc</c:v>
                </c:pt>
                <c:pt idx="9932">
                  <c:v>goldstein mitsubishi albany</c:v>
                </c:pt>
                <c:pt idx="9933">
                  <c:v>jb motor cars</c:v>
                </c:pt>
                <c:pt idx="9934">
                  <c:v>econo auto sales llc</c:v>
                </c:pt>
                <c:pt idx="9935">
                  <c:v>tg autos</c:v>
                </c:pt>
                <c:pt idx="9936">
                  <c:v>the farmers bank</c:v>
                </c:pt>
                <c:pt idx="9937">
                  <c:v>repo remarketing/central state credit union</c:v>
                </c:pt>
                <c:pt idx="9938">
                  <c:v>northside imports llc</c:v>
                </c:pt>
                <c:pt idx="9939">
                  <c:v>south atlanta motorsports</c:v>
                </c:pt>
                <c:pt idx="9940">
                  <c:v>providence auto group llc</c:v>
                </c:pt>
                <c:pt idx="9941">
                  <c:v>nice cars auto inc</c:v>
                </c:pt>
                <c:pt idx="9942">
                  <c:v>west burlington honda</c:v>
                </c:pt>
                <c:pt idx="9943">
                  <c:v>rent to own auto center</c:v>
                </c:pt>
                <c:pt idx="9944">
                  <c:v>supreme chevrolet llc</c:v>
                </c:pt>
                <c:pt idx="9945">
                  <c:v>relvinachel llc</c:v>
                </c:pt>
                <c:pt idx="9946">
                  <c:v>car one autoplex inc</c:v>
                </c:pt>
                <c:pt idx="9947">
                  <c:v>eastern bank</c:v>
                </c:pt>
                <c:pt idx="9948">
                  <c:v>gulf credit union</c:v>
                </c:pt>
                <c:pt idx="9949">
                  <c:v>executive auto</c:v>
                </c:pt>
                <c:pt idx="9950">
                  <c:v>credit union services inc</c:v>
                </c:pt>
                <c:pt idx="9951">
                  <c:v>cash cow auto sales inc</c:v>
                </c:pt>
                <c:pt idx="9952">
                  <c:v>g &amp; m motorz</c:v>
                </c:pt>
                <c:pt idx="9953">
                  <c:v>santander</c:v>
                </c:pt>
                <c:pt idx="9954">
                  <c:v>carswell auto sales north</c:v>
                </c:pt>
                <c:pt idx="9955">
                  <c:v>mission automot enterp sls &amp; repair inc</c:v>
                </c:pt>
                <c:pt idx="9956">
                  <c:v>terrys ford-lincoln-mercury of peotone inc</c:v>
                </c:pt>
                <c:pt idx="9957">
                  <c:v>onemain rem/steely lease sales</c:v>
                </c:pt>
                <c:pt idx="9958">
                  <c:v>leitzinger imports nissan of state college</c:v>
                </c:pt>
                <c:pt idx="9959">
                  <c:v>smart chevrolet inc</c:v>
                </c:pt>
                <c:pt idx="9960">
                  <c:v>lb auto sales #1</c:v>
                </c:pt>
                <c:pt idx="9961">
                  <c:v>pfs financial services/tampa</c:v>
                </c:pt>
                <c:pt idx="9962">
                  <c:v>roz auto salvage inc</c:v>
                </c:pt>
                <c:pt idx="9963">
                  <c:v>onemain rem/e&amp;c motors</c:v>
                </c:pt>
                <c:pt idx="9964">
                  <c:v>mayo's auto sales</c:v>
                </c:pt>
                <c:pt idx="9965">
                  <c:v>manheim darlington</c:v>
                </c:pt>
                <c:pt idx="9966">
                  <c:v>sheppard motors ltd</c:v>
                </c:pt>
                <c:pt idx="9967">
                  <c:v>primeritus remarketing/pee dee automotive</c:v>
                </c:pt>
                <c:pt idx="9968">
                  <c:v>sarabia auto sales llc</c:v>
                </c:pt>
                <c:pt idx="9969">
                  <c:v>stans auto sales</c:v>
                </c:pt>
                <c:pt idx="9970">
                  <c:v>seattle auto</c:v>
                </c:pt>
                <c:pt idx="9971">
                  <c:v>southwest ford</c:v>
                </c:pt>
                <c:pt idx="9972">
                  <c:v>kemba credit union</c:v>
                </c:pt>
                <c:pt idx="9973">
                  <c:v>dtgc car rental ltd partnership</c:v>
                </c:pt>
                <c:pt idx="9974">
                  <c:v>bnb auto sales llc</c:v>
                </c:pt>
                <c:pt idx="9975">
                  <c:v>778025 alberta ltd</c:v>
                </c:pt>
                <c:pt idx="9976">
                  <c:v>carl burk wholesale autos</c:v>
                </c:pt>
                <c:pt idx="9977">
                  <c:v>global luxury imports</c:v>
                </c:pt>
                <c:pt idx="9978">
                  <c:v>benny's ventures inc</c:v>
                </c:pt>
                <c:pt idx="9979">
                  <c:v>fields cadillac jacksonville</c:v>
                </c:pt>
                <c:pt idx="9980">
                  <c:v>d auto man</c:v>
                </c:pt>
                <c:pt idx="9981">
                  <c:v>avis budget de puerto rico</c:v>
                </c:pt>
                <c:pt idx="9982">
                  <c:v>g brothers auto brokers inc</c:v>
                </c:pt>
                <c:pt idx="9983">
                  <c:v>first credit</c:v>
                </c:pt>
                <c:pt idx="9984">
                  <c:v>g n l auto inc</c:v>
                </c:pt>
                <c:pt idx="9985">
                  <c:v>columbus auto resale  inc (r)</c:v>
                </c:pt>
                <c:pt idx="9986">
                  <c:v>auto assets</c:v>
                </c:pt>
                <c:pt idx="9987">
                  <c:v>dream vision auto llc</c:v>
                </c:pt>
                <c:pt idx="9988">
                  <c:v>karma cars llc</c:v>
                </c:pt>
                <c:pt idx="9989">
                  <c:v>ben mynatt chevrolet cadillac inc</c:v>
                </c:pt>
                <c:pt idx="9990">
                  <c:v>cars direct of orlando llc</c:v>
                </c:pt>
                <c:pt idx="9991">
                  <c:v>shaker motors</c:v>
                </c:pt>
                <c:pt idx="9992">
                  <c:v>thunderbird auto finance</c:v>
                </c:pt>
                <c:pt idx="9993">
                  <c:v>mccarthy hyundai</c:v>
                </c:pt>
                <c:pt idx="9994">
                  <c:v>olibrix group inc</c:v>
                </c:pt>
                <c:pt idx="9995">
                  <c:v>valley hitch and truck rental</c:v>
                </c:pt>
                <c:pt idx="9996">
                  <c:v>thrifty rent a car/tulsa</c:v>
                </c:pt>
                <c:pt idx="9997">
                  <c:v>mclean ford inc</c:v>
                </c:pt>
                <c:pt idx="9998">
                  <c:v>lake elsinore ford</c:v>
                </c:pt>
                <c:pt idx="9999">
                  <c:v>titlemax/houston tx46</c:v>
                </c:pt>
                <c:pt idx="10000">
                  <c:v>two m automotive inc</c:v>
                </c:pt>
                <c:pt idx="10001">
                  <c:v>mid missouri credit union</c:v>
                </c:pt>
                <c:pt idx="10002">
                  <c:v>wantagh mitsubishi</c:v>
                </c:pt>
                <c:pt idx="10003">
                  <c:v>affordable dream auto llc</c:v>
                </c:pt>
                <c:pt idx="10004">
                  <c:v>fort campbell fcu</c:v>
                </c:pt>
                <c:pt idx="10005">
                  <c:v>excel finance co/austin</c:v>
                </c:pt>
                <c:pt idx="10006">
                  <c:v>csg love's auto galleria</c:v>
                </c:pt>
                <c:pt idx="10007">
                  <c:v>amir motors</c:v>
                </c:pt>
                <c:pt idx="10008">
                  <c:v>auto net</c:v>
                </c:pt>
                <c:pt idx="10009">
                  <c:v>waikem nissan inc</c:v>
                </c:pt>
                <c:pt idx="10010">
                  <c:v>jack matia honda</c:v>
                </c:pt>
                <c:pt idx="10011">
                  <c:v>dealership capital partners inc</c:v>
                </c:pt>
                <c:pt idx="10012">
                  <c:v>hudson auto sales inc</c:v>
                </c:pt>
                <c:pt idx="10013">
                  <c:v>onemain rem/premier motors inc</c:v>
                </c:pt>
                <c:pt idx="10014">
                  <c:v>overseas auto imports</c:v>
                </c:pt>
                <c:pt idx="10015">
                  <c:v>rochester imports inc</c:v>
                </c:pt>
                <c:pt idx="10016">
                  <c:v>new brighton ford inc</c:v>
                </c:pt>
                <c:pt idx="10017">
                  <c:v>melloy dodge</c:v>
                </c:pt>
                <c:pt idx="10018">
                  <c:v>remarketing by ge/nationwide acceptance llc</c:v>
                </c:pt>
                <c:pt idx="10019">
                  <c:v>kellogg compamy efcu</c:v>
                </c:pt>
                <c:pt idx="10020">
                  <c:v>premier chevrolet of buena park</c:v>
                </c:pt>
                <c:pt idx="10021">
                  <c:v>repo remarketing/nelson automotive finance</c:v>
                </c:pt>
                <c:pt idx="10022">
                  <c:v>mel motors llc</c:v>
                </c:pt>
                <c:pt idx="10023">
                  <c:v>jay chevrolet inc</c:v>
                </c:pt>
                <c:pt idx="10024">
                  <c:v>citi financial</c:v>
                </c:pt>
                <c:pt idx="10025">
                  <c:v>black auto and motorcycle corp.</c:v>
                </c:pt>
                <c:pt idx="10026">
                  <c:v>jefferson leasing</c:v>
                </c:pt>
                <c:pt idx="10027">
                  <c:v>gerin enterprises inc</c:v>
                </c:pt>
                <c:pt idx="10028">
                  <c:v>jerrys chevrolet inc</c:v>
                </c:pt>
                <c:pt idx="10029">
                  <c:v>1st class imports llc</c:v>
                </c:pt>
                <c:pt idx="10030">
                  <c:v>burnsville auto sales</c:v>
                </c:pt>
                <c:pt idx="10031">
                  <c:v>credit acceptance corp/southfield</c:v>
                </c:pt>
                <c:pt idx="10032">
                  <c:v>barksdale fcu</c:v>
                </c:pt>
                <c:pt idx="10033">
                  <c:v>de luxe automobiles</c:v>
                </c:pt>
                <c:pt idx="10034">
                  <c:v>amf solutions</c:v>
                </c:pt>
                <c:pt idx="10035">
                  <c:v>77th street depot federal credit union</c:v>
                </c:pt>
                <c:pt idx="10036">
                  <c:v>american bodywork &amp; collision</c:v>
                </c:pt>
                <c:pt idx="10037">
                  <c:v>p and p motors llc</c:v>
                </c:pt>
                <c:pt idx="10038">
                  <c:v>garden city jeep chrysler dodge llc</c:v>
                </c:pt>
                <c:pt idx="10039">
                  <c:v>mitchs auto wholesalers inc</c:v>
                </c:pt>
                <c:pt idx="10040">
                  <c:v>tra southwest</c:v>
                </c:pt>
                <c:pt idx="10041">
                  <c:v>hesser hyundai inc</c:v>
                </c:pt>
                <c:pt idx="10042">
                  <c:v>tri county auto sales llc</c:v>
                </c:pt>
                <c:pt idx="10043">
                  <c:v>knoxville wholesale llc</c:v>
                </c:pt>
                <c:pt idx="10044">
                  <c:v>valley fcu</c:v>
                </c:pt>
                <c:pt idx="10045">
                  <c:v>tdaf remarketing/central group inc</c:v>
                </c:pt>
                <c:pt idx="10046">
                  <c:v>stevie d's auto sales and service</c:v>
                </c:pt>
                <c:pt idx="10047">
                  <c:v>robb motorcar llc</c:v>
                </c:pt>
                <c:pt idx="10048">
                  <c:v>mfg prestige auto group llc</c:v>
                </c:pt>
                <c:pt idx="10049">
                  <c:v>millenium auto exchange inc</c:v>
                </c:pt>
                <c:pt idx="10050">
                  <c:v>toyota lachute</c:v>
                </c:pt>
                <c:pt idx="10051">
                  <c:v>primeritus remarketing/paz auto sales</c:v>
                </c:pt>
                <c:pt idx="10052">
                  <c:v>titlemax/myrtle beach sc1</c:v>
                </c:pt>
                <c:pt idx="10053">
                  <c:v>highway 92 auto sales</c:v>
                </c:pt>
                <c:pt idx="10054">
                  <c:v>espo enterprises inc</c:v>
                </c:pt>
                <c:pt idx="10055">
                  <c:v>best buy export auto sales llc</c:v>
                </c:pt>
                <c:pt idx="10056">
                  <c:v>d-n-v auto sales</c:v>
                </c:pt>
                <c:pt idx="10057">
                  <c:v>aj auto sales llc</c:v>
                </c:pt>
                <c:pt idx="10058">
                  <c:v>alliance catholic credit union</c:v>
                </c:pt>
                <c:pt idx="10059">
                  <c:v>bavaria bmw</c:v>
                </c:pt>
                <c:pt idx="10060">
                  <c:v>emery fcu</c:v>
                </c:pt>
                <c:pt idx="10061">
                  <c:v>bulldog fcu</c:v>
                </c:pt>
                <c:pt idx="10062">
                  <c:v>justice fcu</c:v>
                </c:pt>
                <c:pt idx="10063">
                  <c:v>griffin ford inc</c:v>
                </c:pt>
                <c:pt idx="10064">
                  <c:v>titlemax/las vegas nv34</c:v>
                </c:pt>
                <c:pt idx="10065">
                  <c:v>manheim montreal</c:v>
                </c:pt>
                <c:pt idx="10066">
                  <c:v>swinsons car care center inc</c:v>
                </c:pt>
                <c:pt idx="10067">
                  <c:v>lencore leasing inc</c:v>
                </c:pt>
                <c:pt idx="10068">
                  <c:v>teams auto sales</c:v>
                </c:pt>
                <c:pt idx="10069">
                  <c:v>lienemann auto sales inc</c:v>
                </c:pt>
                <c:pt idx="10070">
                  <c:v>stream/gm financial</c:v>
                </c:pt>
                <c:pt idx="10071">
                  <c:v>stag auto sales inc</c:v>
                </c:pt>
                <c:pt idx="10072">
                  <c:v>enterprise/recon</c:v>
                </c:pt>
                <c:pt idx="10073">
                  <c:v>cumberland hill auto sales &amp; service  inc.</c:v>
                </c:pt>
                <c:pt idx="10074">
                  <c:v>epic auto</c:v>
                </c:pt>
                <c:pt idx="10075">
                  <c:v>absolute auto sales inc</c:v>
                </c:pt>
                <c:pt idx="10076">
                  <c:v>cincinnati police credit union</c:v>
                </c:pt>
                <c:pt idx="10077">
                  <c:v>interstate auto sales</c:v>
                </c:pt>
                <c:pt idx="10078">
                  <c:v>138 auto inc</c:v>
                </c:pt>
                <c:pt idx="10079">
                  <c:v>greater access financial llc</c:v>
                </c:pt>
                <c:pt idx="10080">
                  <c:v>cdc fcu</c:v>
                </c:pt>
                <c:pt idx="10081">
                  <c:v>alfa auto sales inc</c:v>
                </c:pt>
                <c:pt idx="10082">
                  <c:v>donlen corp for shepard chevrolet</c:v>
                </c:pt>
                <c:pt idx="10083">
                  <c:v>auto forum group llc</c:v>
                </c:pt>
                <c:pt idx="10084">
                  <c:v>ball auto sales &amp; service inc</c:v>
                </c:pt>
                <c:pt idx="10085">
                  <c:v>starcor credit union</c:v>
                </c:pt>
                <c:pt idx="10086">
                  <c:v>v c auto ltd</c:v>
                </c:pt>
                <c:pt idx="10087">
                  <c:v>legend motors inc</c:v>
                </c:pt>
                <c:pt idx="10088">
                  <c:v>eden vehicle marketing inc</c:v>
                </c:pt>
                <c:pt idx="10089">
                  <c:v>enterprise vehicle exchange/waukesha</c:v>
                </c:pt>
                <c:pt idx="10090">
                  <c:v>north brothers ford inc</c:v>
                </c:pt>
                <c:pt idx="10091">
                  <c:v>prime corporate leasing</c:v>
                </c:pt>
                <c:pt idx="10092">
                  <c:v>synergy car sales</c:v>
                </c:pt>
                <c:pt idx="10093">
                  <c:v>repo remarketing/american southwest credit union</c:v>
                </c:pt>
                <c:pt idx="10094">
                  <c:v>tech one racing</c:v>
                </c:pt>
                <c:pt idx="10095">
                  <c:v>prime automotive group of lenoir</c:v>
                </c:pt>
                <c:pt idx="10096">
                  <c:v>top 10 motors inc</c:v>
                </c:pt>
                <c:pt idx="10097">
                  <c:v>raceway cars</c:v>
                </c:pt>
                <c:pt idx="10098">
                  <c:v>la grand elite limousine sales llc</c:v>
                </c:pt>
                <c:pt idx="10099">
                  <c:v>primeritus remarketing/pinnacle auto sale</c:v>
                </c:pt>
                <c:pt idx="10100">
                  <c:v>simon auto &amp; truck sales inc</c:v>
                </c:pt>
                <c:pt idx="10101">
                  <c:v>onemain rem/morzak motors</c:v>
                </c:pt>
                <c:pt idx="10102">
                  <c:v>toyota of merrillville</c:v>
                </c:pt>
                <c:pt idx="10103">
                  <c:v>mobile car buyer</c:v>
                </c:pt>
                <c:pt idx="10104">
                  <c:v>mmcc financial corporation</c:v>
                </c:pt>
                <c:pt idx="10105">
                  <c:v>onemain rem/a 1 car</c:v>
                </c:pt>
                <c:pt idx="10106">
                  <c:v>spotless auto llc</c:v>
                </c:pt>
                <c:pt idx="10107">
                  <c:v>muller automotive inc</c:v>
                </c:pt>
                <c:pt idx="10108">
                  <c:v>rush city auto</c:v>
                </c:pt>
                <c:pt idx="10109">
                  <c:v>c j autobrokers</c:v>
                </c:pt>
                <c:pt idx="10110">
                  <c:v>automotive remarketing management service</c:v>
                </c:pt>
                <c:pt idx="10111">
                  <c:v>bennett chrysler dodge jeep llc</c:v>
                </c:pt>
                <c:pt idx="10112">
                  <c:v>autocar financial llc</c:v>
                </c:pt>
                <c:pt idx="10113">
                  <c:v>auto trade group inc</c:v>
                </c:pt>
                <c:pt idx="10114">
                  <c:v>centre city motors</c:v>
                </c:pt>
                <c:pt idx="10115">
                  <c:v>allegiance credit union</c:v>
                </c:pt>
                <c:pt idx="10116">
                  <c:v>federal financial services inc/fredericksburg</c:v>
                </c:pt>
                <c:pt idx="10117">
                  <c:v>international european motor group inc</c:v>
                </c:pt>
                <c:pt idx="10118">
                  <c:v>fox motors inc</c:v>
                </c:pt>
                <c:pt idx="10119">
                  <c:v>dependable auto sales llc</c:v>
                </c:pt>
                <c:pt idx="10120">
                  <c:v>automax of tampa inc</c:v>
                </c:pt>
                <c:pt idx="10121">
                  <c:v>boulevard bank</c:v>
                </c:pt>
                <c:pt idx="10122">
                  <c:v>bessette automobile inc</c:v>
                </c:pt>
                <c:pt idx="10123">
                  <c:v>auto expo inc</c:v>
                </c:pt>
                <c:pt idx="10124">
                  <c:v>c &amp; s autobrokers</c:v>
                </c:pt>
                <c:pt idx="10125">
                  <c:v>carz central</c:v>
                </c:pt>
                <c:pt idx="10126">
                  <c:v>cars on credit</c:v>
                </c:pt>
                <c:pt idx="10127">
                  <c:v>no end trucking inc</c:v>
                </c:pt>
                <c:pt idx="10128">
                  <c:v>laukemper motors inc</c:v>
                </c:pt>
                <c:pt idx="10129">
                  <c:v>toyota vallejo</c:v>
                </c:pt>
                <c:pt idx="10130">
                  <c:v>transit sales international</c:v>
                </c:pt>
                <c:pt idx="10131">
                  <c:v>w h finance</c:v>
                </c:pt>
                <c:pt idx="10132">
                  <c:v>ozark motor sports</c:v>
                </c:pt>
                <c:pt idx="10133">
                  <c:v>onemain rem/buckner rac &amp; sales dba mq&amp;kk ent</c:v>
                </c:pt>
                <c:pt idx="10134">
                  <c:v>tdaf remarketing/dickson city hyundai inc</c:v>
                </c:pt>
                <c:pt idx="10135">
                  <c:v>key used cars ltd</c:v>
                </c:pt>
                <c:pt idx="10136">
                  <c:v>summit truck and auto inc</c:v>
                </c:pt>
                <c:pt idx="10137">
                  <c:v>bergen car company inc</c:v>
                </c:pt>
                <c:pt idx="10138">
                  <c:v>courtier automobile r g enr</c:v>
                </c:pt>
                <c:pt idx="10139">
                  <c:v>dbs auto sales</c:v>
                </c:pt>
                <c:pt idx="10140">
                  <c:v>circle auto center inc</c:v>
                </c:pt>
                <c:pt idx="10141">
                  <c:v>gaylord leasing company inc</c:v>
                </c:pt>
                <c:pt idx="10142">
                  <c:v>atlantic coast remarketing inc/labi</c:v>
                </c:pt>
                <c:pt idx="10143">
                  <c:v>hardy chevrolet inc</c:v>
                </c:pt>
                <c:pt idx="10144">
                  <c:v>bay ridge toyota inc</c:v>
                </c:pt>
                <c:pt idx="10145">
                  <c:v>jimmys auto inc</c:v>
                </c:pt>
                <c:pt idx="10146">
                  <c:v>five points auto group inc</c:v>
                </c:pt>
                <c:pt idx="10147">
                  <c:v>select remarketing group llc/loan star title</c:v>
                </c:pt>
                <c:pt idx="10148">
                  <c:v>select remarketing group llc/north american</c:v>
                </c:pt>
                <c:pt idx="10149">
                  <c:v>rauto llc</c:v>
                </c:pt>
                <c:pt idx="10150">
                  <c:v>onemain rem/aa certified auto sales</c:v>
                </c:pt>
                <c:pt idx="10151">
                  <c:v>laclede family savings credit union</c:v>
                </c:pt>
                <c:pt idx="10152">
                  <c:v>richfield rent a car</c:v>
                </c:pt>
                <c:pt idx="10153">
                  <c:v>tri state auto wholesalers inc</c:v>
                </c:pt>
                <c:pt idx="10154">
                  <c:v>sam boswell honda</c:v>
                </c:pt>
                <c:pt idx="10155">
                  <c:v>schools financial credit union</c:v>
                </c:pt>
                <c:pt idx="10156">
                  <c:v>koons westminster toyota</c:v>
                </c:pt>
                <c:pt idx="10157">
                  <c:v>priceline autos llc</c:v>
                </c:pt>
                <c:pt idx="10158">
                  <c:v>shockley honda</c:v>
                </c:pt>
                <c:pt idx="10159">
                  <c:v>christian tremblay auto inc</c:v>
                </c:pt>
                <c:pt idx="10160">
                  <c:v>a abe auto sales</c:v>
                </c:pt>
                <c:pt idx="10161">
                  <c:v>grand county credit union</c:v>
                </c:pt>
                <c:pt idx="10162">
                  <c:v>aymax group inc</c:v>
                </c:pt>
                <c:pt idx="10163">
                  <c:v>car networker</c:v>
                </c:pt>
                <c:pt idx="10164">
                  <c:v>carter subaru</c:v>
                </c:pt>
                <c:pt idx="10165">
                  <c:v>extreme auto group  llc</c:v>
                </c:pt>
                <c:pt idx="10166">
                  <c:v>anderson koch ford inc</c:v>
                </c:pt>
                <c:pt idx="10167">
                  <c:v>auto advantage finance inc</c:v>
                </c:pt>
                <c:pt idx="10168">
                  <c:v>lia hyundai</c:v>
                </c:pt>
                <c:pt idx="10169">
                  <c:v>orlando auto lounge llc</c:v>
                </c:pt>
                <c:pt idx="10170">
                  <c:v>titlemax/leesburg va1</c:v>
                </c:pt>
                <c:pt idx="10171">
                  <c:v>akron auto</c:v>
                </c:pt>
                <c:pt idx="10172">
                  <c:v>purple heart car donation</c:v>
                </c:pt>
                <c:pt idx="10173">
                  <c:v>lsk automotive llc</c:v>
                </c:pt>
                <c:pt idx="10174">
                  <c:v>south dayton auto &amp; truck service llc</c:v>
                </c:pt>
                <c:pt idx="10175">
                  <c:v>primeritus remarketing/donny gerald auto sales</c:v>
                </c:pt>
                <c:pt idx="10176">
                  <c:v>onemain rem/th motors llc</c:v>
                </c:pt>
                <c:pt idx="10177">
                  <c:v>llerena auto sales corp</c:v>
                </c:pt>
                <c:pt idx="10178">
                  <c:v>payless car sales</c:v>
                </c:pt>
                <c:pt idx="10179">
                  <c:v>miller buick gmc inc</c:v>
                </c:pt>
                <c:pt idx="10180">
                  <c:v>peake bmw</c:v>
                </c:pt>
                <c:pt idx="10181">
                  <c:v>target auto sales inc</c:v>
                </c:pt>
                <c:pt idx="10182">
                  <c:v>kelly chrysler dodge jeep</c:v>
                </c:pt>
                <c:pt idx="10183">
                  <c:v>liberty bay auto center inc.</c:v>
                </c:pt>
                <c:pt idx="10184">
                  <c:v>m&amp;n finance</c:v>
                </c:pt>
                <c:pt idx="10185">
                  <c:v>rudolph inc</c:v>
                </c:pt>
                <c:pt idx="10186">
                  <c:v>remarketing by ge/northpoint motors</c:v>
                </c:pt>
                <c:pt idx="10187">
                  <c:v>best auto outlet inc</c:v>
                </c:pt>
                <c:pt idx="10188">
                  <c:v>continental acura of naperville</c:v>
                </c:pt>
                <c:pt idx="10189">
                  <c:v>friendly motors llc</c:v>
                </c:pt>
                <c:pt idx="10190">
                  <c:v>hi-way motor co inc</c:v>
                </c:pt>
                <c:pt idx="10191">
                  <c:v>fiserv/telhio credit union</c:v>
                </c:pt>
                <c:pt idx="10192">
                  <c:v>ez dealer llc</c:v>
                </c:pt>
                <c:pt idx="10193">
                  <c:v>1428879 alberta ltd</c:v>
                </c:pt>
                <c:pt idx="10194">
                  <c:v>bmw of san francisco mini of san francisco</c:v>
                </c:pt>
                <c:pt idx="10195">
                  <c:v>oceanside auto</c:v>
                </c:pt>
                <c:pt idx="10196">
                  <c:v>car vision</c:v>
                </c:pt>
                <c:pt idx="10197">
                  <c:v>bill mcbride chevrolet inc</c:v>
                </c:pt>
                <c:pt idx="10198">
                  <c:v>paramount motors northwest inc</c:v>
                </c:pt>
                <c:pt idx="10199">
                  <c:v>premier toyota of amherst</c:v>
                </c:pt>
                <c:pt idx="10200">
                  <c:v>westfield ford inc</c:v>
                </c:pt>
                <c:pt idx="10201">
                  <c:v>our local dealer</c:v>
                </c:pt>
                <c:pt idx="10202">
                  <c:v>leastrans inc</c:v>
                </c:pt>
                <c:pt idx="10203">
                  <c:v>turlock auto source incorporated</c:v>
                </c:pt>
                <c:pt idx="10204">
                  <c:v>tru west credit union</c:v>
                </c:pt>
                <c:pt idx="10205">
                  <c:v>remarketing by ge/northwoods credit union</c:v>
                </c:pt>
                <c:pt idx="10206">
                  <c:v>lakeview sales llc</c:v>
                </c:pt>
                <c:pt idx="10207">
                  <c:v>suntrup hyundai  inc</c:v>
                </c:pt>
                <c:pt idx="10208">
                  <c:v>nadeau automobiles inc</c:v>
                </c:pt>
                <c:pt idx="10209">
                  <c:v>titlemax/san antonio tx3</c:v>
                </c:pt>
                <c:pt idx="10210">
                  <c:v>ridesmart auto llc</c:v>
                </c:pt>
                <c:pt idx="10211">
                  <c:v>mgl auto sales</c:v>
                </c:pt>
                <c:pt idx="10212">
                  <c:v>hospitality kars inc</c:v>
                </c:pt>
                <c:pt idx="10213">
                  <c:v>fox buick gmc</c:v>
                </c:pt>
                <c:pt idx="10214">
                  <c:v>interstate mitsubishi</c:v>
                </c:pt>
                <c:pt idx="10215">
                  <c:v>capital asset recovery</c:v>
                </c:pt>
                <c:pt idx="10216">
                  <c:v>hardin county honda</c:v>
                </c:pt>
                <c:pt idx="10217">
                  <c:v>country chevrolet</c:v>
                </c:pt>
                <c:pt idx="10218">
                  <c:v>barbush rentals/hyundai</c:v>
                </c:pt>
                <c:pt idx="10219">
                  <c:v>eugens auto sales</c:v>
                </c:pt>
                <c:pt idx="10220">
                  <c:v>greenville auto sales &amp; collision inc</c:v>
                </c:pt>
                <c:pt idx="10221">
                  <c:v>automotive remarketing aka ohio auto loans</c:v>
                </c:pt>
                <c:pt idx="10222">
                  <c:v>zuma autoboat</c:v>
                </c:pt>
                <c:pt idx="10223">
                  <c:v>primeritus remarketing/jimmys used cars inc</c:v>
                </c:pt>
                <c:pt idx="10224">
                  <c:v>repo remarketing/o bee credit union</c:v>
                </c:pt>
                <c:pt idx="10225">
                  <c:v>midway autohaus</c:v>
                </c:pt>
                <c:pt idx="10226">
                  <c:v>no limit auto sales llc</c:v>
                </c:pt>
                <c:pt idx="10227">
                  <c:v>safford fiat of tysons corner</c:v>
                </c:pt>
                <c:pt idx="10228">
                  <c:v>rtn fcu</c:v>
                </c:pt>
                <c:pt idx="10229">
                  <c:v>us fleet lease llc</c:v>
                </c:pt>
                <c:pt idx="10230">
                  <c:v>nba credit union</c:v>
                </c:pt>
                <c:pt idx="10231">
                  <c:v>southern nv capital &amp; leasing llc</c:v>
                </c:pt>
                <c:pt idx="10232">
                  <c:v>shell fcu</c:v>
                </c:pt>
                <c:pt idx="10233">
                  <c:v>point pleasant auto ctr inc</c:v>
                </c:pt>
                <c:pt idx="10234">
                  <c:v>ohh cars</c:v>
                </c:pt>
                <c:pt idx="10235">
                  <c:v>magnum auto sales</c:v>
                </c:pt>
                <c:pt idx="10236">
                  <c:v>zipcar</c:v>
                </c:pt>
                <c:pt idx="10237">
                  <c:v>kia of mankato</c:v>
                </c:pt>
                <c:pt idx="10238">
                  <c:v>pacific motorcars</c:v>
                </c:pt>
                <c:pt idx="10239">
                  <c:v>roger williams auto sales ltd</c:v>
                </c:pt>
                <c:pt idx="10240">
                  <c:v>southwest remarketing</c:v>
                </c:pt>
                <c:pt idx="10241">
                  <c:v>wolford automotive sales llc</c:v>
                </c:pt>
                <c:pt idx="10242">
                  <c:v>running iron motor company</c:v>
                </c:pt>
                <c:pt idx="10243">
                  <c:v>title lenders inc</c:v>
                </c:pt>
                <c:pt idx="10244">
                  <c:v>navy yard credit union</c:v>
                </c:pt>
                <c:pt idx="10245">
                  <c:v>salvation army</c:v>
                </c:pt>
                <c:pt idx="10246">
                  <c:v>skyline cars inc</c:v>
                </c:pt>
                <c:pt idx="10247">
                  <c:v>kiro cars</c:v>
                </c:pt>
                <c:pt idx="10248">
                  <c:v>car champs llc</c:v>
                </c:pt>
                <c:pt idx="10249">
                  <c:v>first texas auto credit inc</c:v>
                </c:pt>
                <c:pt idx="10250">
                  <c:v>car &amp; truck rentals inc</c:v>
                </c:pt>
                <c:pt idx="10251">
                  <c:v>elgin toyota</c:v>
                </c:pt>
                <c:pt idx="10252">
                  <c:v>government employees federal credit union</c:v>
                </c:pt>
                <c:pt idx="10253">
                  <c:v>john gibson auto sales</c:v>
                </c:pt>
                <c:pt idx="10254">
                  <c:v>bbb auto sales llc</c:v>
                </c:pt>
                <c:pt idx="10255">
                  <c:v>ellahib auto</c:v>
                </c:pt>
                <c:pt idx="10256">
                  <c:v>corry ford</c:v>
                </c:pt>
                <c:pt idx="10257">
                  <c:v>d &amp; j auto inc</c:v>
                </c:pt>
                <c:pt idx="10258">
                  <c:v>1st choice credit union</c:v>
                </c:pt>
                <c:pt idx="10259">
                  <c:v>houston direct auto inc.</c:v>
                </c:pt>
                <c:pt idx="10260">
                  <c:v>crest cadillac</c:v>
                </c:pt>
                <c:pt idx="10261">
                  <c:v>dons auto center</c:v>
                </c:pt>
                <c:pt idx="10262">
                  <c:v>genco recovery/rci</c:v>
                </c:pt>
                <c:pt idx="10263">
                  <c:v>jay honda</c:v>
                </c:pt>
                <c:pt idx="10264">
                  <c:v>castro car co inc</c:v>
                </c:pt>
                <c:pt idx="10265">
                  <c:v>berglund chrysler jeep dodge</c:v>
                </c:pt>
                <c:pt idx="10266">
                  <c:v>fulton financial department</c:v>
                </c:pt>
                <c:pt idx="10267">
                  <c:v>fiserv/visions fcu</c:v>
                </c:pt>
                <c:pt idx="10268">
                  <c:v>cascade used auto sales</c:v>
                </c:pt>
                <c:pt idx="10269">
                  <c:v>belmont auto collection</c:v>
                </c:pt>
                <c:pt idx="10270">
                  <c:v>a select of orange inc</c:v>
                </c:pt>
                <c:pt idx="10271">
                  <c:v>valenti cadillac llc</c:v>
                </c:pt>
                <c:pt idx="10272">
                  <c:v>pete moore chevrolet inc</c:v>
                </c:pt>
                <c:pt idx="10273">
                  <c:v>executive image auto group</c:v>
                </c:pt>
                <c:pt idx="10274">
                  <c:v>norwalk hospital credit union inc</c:v>
                </c:pt>
                <c:pt idx="10275">
                  <c:v>markone financial</c:v>
                </c:pt>
                <c:pt idx="10276">
                  <c:v>sloane honda</c:v>
                </c:pt>
                <c:pt idx="10277">
                  <c:v>spallco rentals</c:v>
                </c:pt>
                <c:pt idx="10278">
                  <c:v>simply wheelz d/b/a/ advantage rent a car</c:v>
                </c:pt>
                <c:pt idx="10279">
                  <c:v>tidewater finance co</c:v>
                </c:pt>
                <c:pt idx="10280">
                  <c:v>tdaf remarketing/gateway auto &amp; truck</c:v>
                </c:pt>
                <c:pt idx="10281">
                  <c:v>union bank and trust</c:v>
                </c:pt>
                <c:pt idx="10282">
                  <c:v>titlemax/riverside ca1</c:v>
                </c:pt>
                <c:pt idx="10283">
                  <c:v>performance auto loans</c:v>
                </c:pt>
                <c:pt idx="10284">
                  <c:v>michael's imports inc</c:v>
                </c:pt>
                <c:pt idx="10285">
                  <c:v>rojamac auto brokers</c:v>
                </c:pt>
                <c:pt idx="10286">
                  <c:v>titlemax/san antonio-tx8</c:v>
                </c:pt>
                <c:pt idx="10287">
                  <c:v>hb auto sales</c:v>
                </c:pt>
                <c:pt idx="10288">
                  <c:v>c cars ltd</c:v>
                </c:pt>
                <c:pt idx="10289">
                  <c:v>beehive fcu</c:v>
                </c:pt>
                <c:pt idx="10290">
                  <c:v>collins auto sales</c:v>
                </c:pt>
                <c:pt idx="10291">
                  <c:v>autos el norte &amp; a-b used cars</c:v>
                </c:pt>
                <c:pt idx="10292">
                  <c:v>titlemax/alexandria va1</c:v>
                </c:pt>
                <c:pt idx="10293">
                  <c:v>younker nissan</c:v>
                </c:pt>
                <c:pt idx="10294">
                  <c:v>ken garff chevrolet</c:v>
                </c:pt>
                <c:pt idx="10295">
                  <c:v>coconut grove national leasing</c:v>
                </c:pt>
                <c:pt idx="10296">
                  <c:v>money tree</c:v>
                </c:pt>
                <c:pt idx="10297">
                  <c:v>oaxazteca inc</c:v>
                </c:pt>
                <c:pt idx="10298">
                  <c:v>key west auto inc</c:v>
                </c:pt>
                <c:pt idx="10299">
                  <c:v>orlando fcu</c:v>
                </c:pt>
                <c:pt idx="10300">
                  <c:v>primeritus remarketing</c:v>
                </c:pt>
                <c:pt idx="10301">
                  <c:v>source one financial corporation</c:v>
                </c:pt>
                <c:pt idx="10302">
                  <c:v>state employees credit union</c:v>
                </c:pt>
                <c:pt idx="10303">
                  <c:v>p &amp; p investments</c:v>
                </c:pt>
                <c:pt idx="10304">
                  <c:v>safe source remarketing</c:v>
                </c:pt>
                <c:pt idx="10305">
                  <c:v>precision fleet services</c:v>
                </c:pt>
                <c:pt idx="10306">
                  <c:v>keywest sales &amp; financial group</c:v>
                </c:pt>
                <c:pt idx="10307">
                  <c:v>international auto brokers</c:v>
                </c:pt>
                <c:pt idx="10308">
                  <c:v>auto place inc</c:v>
                </c:pt>
                <c:pt idx="10309">
                  <c:v>bahhurs preowned cars &amp; trucks</c:v>
                </c:pt>
                <c:pt idx="10310">
                  <c:v>auto america</c:v>
                </c:pt>
                <c:pt idx="10311">
                  <c:v>foley fleet services</c:v>
                </c:pt>
                <c:pt idx="10312">
                  <c:v>drive with pride inc</c:v>
                </c:pt>
                <c:pt idx="10313">
                  <c:v>excellent auto sales inc</c:v>
                </c:pt>
                <c:pt idx="10314">
                  <c:v>norfolk county d a's office</c:v>
                </c:pt>
                <c:pt idx="10315">
                  <c:v>veros credit  llc</c:v>
                </c:pt>
                <c:pt idx="10316">
                  <c:v>carco auto sales</c:v>
                </c:pt>
                <c:pt idx="10317">
                  <c:v>perfect auto inc</c:v>
                </c:pt>
                <c:pt idx="10318">
                  <c:v>western truck sales</c:v>
                </c:pt>
                <c:pt idx="10319">
                  <c:v>unicar enterprise</c:v>
                </c:pt>
                <c:pt idx="10320">
                  <c:v>mid country finance/w st paul</c:v>
                </c:pt>
                <c:pt idx="10321">
                  <c:v>primeritus remarketing / education first cu</c:v>
                </c:pt>
                <c:pt idx="10322">
                  <c:v>new mexico educators fcu</c:v>
                </c:pt>
                <c:pt idx="10323">
                  <c:v>michaels car center inc</c:v>
                </c:pt>
                <c:pt idx="10324">
                  <c:v>wholesale motorsports llc</c:v>
                </c:pt>
                <c:pt idx="10325">
                  <c:v>primeritus remarketing/dream auto group</c:v>
                </c:pt>
                <c:pt idx="10326">
                  <c:v>port city motors corp</c:v>
                </c:pt>
                <c:pt idx="10327">
                  <c:v>martini sales and leasing</c:v>
                </c:pt>
                <c:pt idx="10328">
                  <c:v>a.t. trade</c:v>
                </c:pt>
                <c:pt idx="10329">
                  <c:v>autopark superstore</c:v>
                </c:pt>
                <c:pt idx="10330">
                  <c:v>absolute auto center</c:v>
                </c:pt>
                <c:pt idx="10331">
                  <c:v>az auto hunters llc</c:v>
                </c:pt>
                <c:pt idx="10332">
                  <c:v>first southwestern</c:v>
                </c:pt>
                <c:pt idx="10333">
                  <c:v>john's auto sales</c:v>
                </c:pt>
                <c:pt idx="10334">
                  <c:v>alex auto sales inc</c:v>
                </c:pt>
                <c:pt idx="10335">
                  <c:v>cyprus credit union</c:v>
                </c:pt>
                <c:pt idx="10336">
                  <c:v>car now acceptance co/chandler</c:v>
                </c:pt>
                <c:pt idx="10337">
                  <c:v>e federal credit union</c:v>
                </c:pt>
                <c:pt idx="10338">
                  <c:v>american electric power service</c:v>
                </c:pt>
                <c:pt idx="10339">
                  <c:v>icars</c:v>
                </c:pt>
                <c:pt idx="10340">
                  <c:v>titlemax/riverdale ga3</c:v>
                </c:pt>
                <c:pt idx="10341">
                  <c:v>unifour financial services</c:v>
                </c:pt>
                <c:pt idx="10342">
                  <c:v>manheim baltwash/junk a car scrap</c:v>
                </c:pt>
                <c:pt idx="10343">
                  <c:v>auto masters  llc</c:v>
                </c:pt>
                <c:pt idx="10344">
                  <c:v>west york chev olds leasing inc</c:v>
                </c:pt>
                <c:pt idx="10345">
                  <c:v>marietta auto mart</c:v>
                </c:pt>
                <c:pt idx="10346">
                  <c:v>titlemax of charleston blvd. - nv 2</c:v>
                </c:pt>
                <c:pt idx="10347">
                  <c:v>mcewan motors inc</c:v>
                </c:pt>
                <c:pt idx="10348">
                  <c:v>platinum motorsports llc</c:v>
                </c:pt>
                <c:pt idx="10349">
                  <c:v>kia de lasalle</c:v>
                </c:pt>
                <c:pt idx="10350">
                  <c:v>kmg motorcars</c:v>
                </c:pt>
                <c:pt idx="10351">
                  <c:v>rhima investments inc</c:v>
                </c:pt>
                <c:pt idx="10352">
                  <c:v>auto cars import corp</c:v>
                </c:pt>
                <c:pt idx="10353">
                  <c:v>cherrys auto sales</c:v>
                </c:pt>
                <c:pt idx="10354">
                  <c:v>first choice auto center</c:v>
                </c:pt>
                <c:pt idx="10355">
                  <c:v>brick city auto sales inc</c:v>
                </c:pt>
                <c:pt idx="10356">
                  <c:v>joe warners auto sales</c:v>
                </c:pt>
                <c:pt idx="10357">
                  <c:v>butchs auto sales</c:v>
                </c:pt>
                <c:pt idx="10358">
                  <c:v>c a v leasing</c:v>
                </c:pt>
                <c:pt idx="10359">
                  <c:v>z motors inc</c:v>
                </c:pt>
                <c:pt idx="10360">
                  <c:v>toyota of dallas</c:v>
                </c:pt>
                <c:pt idx="10361">
                  <c:v>wilder toyota</c:v>
                </c:pt>
                <c:pt idx="10362">
                  <c:v>seyroche auto</c:v>
                </c:pt>
                <c:pt idx="10363">
                  <c:v>s e k auto sales inc</c:v>
                </c:pt>
                <c:pt idx="10364">
                  <c:v>king honda car world</c:v>
                </c:pt>
                <c:pt idx="10365">
                  <c:v>stevens ford</c:v>
                </c:pt>
                <c:pt idx="10366">
                  <c:v>manheim las vegas</c:v>
                </c:pt>
                <c:pt idx="10367">
                  <c:v>nm auto sales inc</c:v>
                </c:pt>
                <c:pt idx="10368">
                  <c:v>onemain rem/east bank financial</c:v>
                </c:pt>
                <c:pt idx="10369">
                  <c:v>low country financial</c:v>
                </c:pt>
                <c:pt idx="10370">
                  <c:v>mega motors usa</c:v>
                </c:pt>
                <c:pt idx="10371">
                  <c:v>landstreet auto solutions llc</c:v>
                </c:pt>
                <c:pt idx="10372">
                  <c:v>lifetime motorcars inc</c:v>
                </c:pt>
                <c:pt idx="10373">
                  <c:v>pauly honda</c:v>
                </c:pt>
                <c:pt idx="10374">
                  <c:v>onesource/stone mountain toyota</c:v>
                </c:pt>
                <c:pt idx="10375">
                  <c:v>pasargad auto sales</c:v>
                </c:pt>
                <c:pt idx="10376">
                  <c:v>nissan dealer blend/costa mesa nissan</c:v>
                </c:pt>
                <c:pt idx="10377">
                  <c:v>lhm fleet lease</c:v>
                </c:pt>
                <c:pt idx="10378">
                  <c:v>tim &amp; lannys auto center inc</c:v>
                </c:pt>
                <c:pt idx="10379">
                  <c:v>barry motor company llc</c:v>
                </c:pt>
                <c:pt idx="10380">
                  <c:v>i motorz</c:v>
                </c:pt>
                <c:pt idx="10381">
                  <c:v>high &amp; low auto sales inc</c:v>
                </c:pt>
                <c:pt idx="10382">
                  <c:v>courvelle toyota</c:v>
                </c:pt>
                <c:pt idx="10383">
                  <c:v>jim click kia</c:v>
                </c:pt>
                <c:pt idx="10384">
                  <c:v>global car holding llc</c:v>
                </c:pt>
                <c:pt idx="10385">
                  <c:v>best team auto</c:v>
                </c:pt>
                <c:pt idx="10386">
                  <c:v>apex car rental corp</c:v>
                </c:pt>
                <c:pt idx="10387">
                  <c:v>best auto sales inc</c:v>
                </c:pt>
                <c:pt idx="10388">
                  <c:v>dixie way motors inc</c:v>
                </c:pt>
                <c:pt idx="10389">
                  <c:v>autoplex 528 llc</c:v>
                </c:pt>
                <c:pt idx="10390">
                  <c:v>buddy foster collision &amp; towing center inc</c:v>
                </c:pt>
                <c:pt idx="10391">
                  <c:v>dream source auto sales llc</c:v>
                </c:pt>
                <c:pt idx="10392">
                  <c:v>auto master</c:v>
                </c:pt>
                <c:pt idx="10393">
                  <c:v>ibew 26 fcu</c:v>
                </c:pt>
                <c:pt idx="10394">
                  <c:v>hudson valley truck center</c:v>
                </c:pt>
                <c:pt idx="10395">
                  <c:v>excalibur motors inc</c:v>
                </c:pt>
                <c:pt idx="10396">
                  <c:v>mcbrides used cars</c:v>
                </c:pt>
                <c:pt idx="10397">
                  <c:v>laa leasing</c:v>
                </c:pt>
                <c:pt idx="10398">
                  <c:v>king of cars llc</c:v>
                </c:pt>
                <c:pt idx="10399">
                  <c:v>village of evanston</c:v>
                </c:pt>
                <c:pt idx="10400">
                  <c:v>s &amp; s auto discount</c:v>
                </c:pt>
                <c:pt idx="10401">
                  <c:v>titlemax of fort apache rd. - nv 15</c:v>
                </c:pt>
                <c:pt idx="10402">
                  <c:v>kocourek nissan</c:v>
                </c:pt>
                <c:pt idx="10403">
                  <c:v>prestige pre owned llc</c:v>
                </c:pt>
                <c:pt idx="10404">
                  <c:v>markis and markis auto brokers</c:v>
                </c:pt>
                <c:pt idx="10405">
                  <c:v>rennsport naples llc</c:v>
                </c:pt>
                <c:pt idx="10406">
                  <c:v>manheim atlanta/collections</c:v>
                </c:pt>
                <c:pt idx="10407">
                  <c:v>barattini quality cars &amp; trucks inc</c:v>
                </c:pt>
                <c:pt idx="10408">
                  <c:v>global motors llc</c:v>
                </c:pt>
                <c:pt idx="10409">
                  <c:v>colvin's auto sales  inc.</c:v>
                </c:pt>
                <c:pt idx="10410">
                  <c:v>gipes auto sales</c:v>
                </c:pt>
                <c:pt idx="10411">
                  <c:v>wwra</c:v>
                </c:pt>
                <c:pt idx="10412">
                  <c:v>central auto sales</c:v>
                </c:pt>
                <c:pt idx="10413">
                  <c:v>broadway auto sales inc</c:v>
                </c:pt>
                <c:pt idx="10414">
                  <c:v>texas credit motors</c:v>
                </c:pt>
                <c:pt idx="10415">
                  <c:v>so cal auto brokers</c:v>
                </c:pt>
                <c:pt idx="10416">
                  <c:v>lonestar remarketing llc</c:v>
                </c:pt>
                <c:pt idx="10417">
                  <c:v>vegas auto outlet</c:v>
                </c:pt>
                <c:pt idx="10418">
                  <c:v>washtenaw fcu</c:v>
                </c:pt>
                <c:pt idx="10419">
                  <c:v>sw florida cars inc</c:v>
                </c:pt>
                <c:pt idx="10420">
                  <c:v>makka auto sale</c:v>
                </c:pt>
                <c:pt idx="10421">
                  <c:v>leggat kia</c:v>
                </c:pt>
                <c:pt idx="10422">
                  <c:v>p a c</c:v>
                </c:pt>
                <c:pt idx="10423">
                  <c:v>ps auto sales</c:v>
                </c:pt>
                <c:pt idx="10424">
                  <c:v>primeritus remarketing/hjas</c:v>
                </c:pt>
                <c:pt idx="10425">
                  <c:v>titlemax/san antonio tx10</c:v>
                </c:pt>
                <c:pt idx="10426">
                  <c:v>jason ross auto sales llc</c:v>
                </c:pt>
                <c:pt idx="10427">
                  <c:v>c &amp; c export car center</c:v>
                </c:pt>
                <c:pt idx="10428">
                  <c:v>henry motors south inc</c:v>
                </c:pt>
                <c:pt idx="10429">
                  <c:v>jack key kia</c:v>
                </c:pt>
                <c:pt idx="10430">
                  <c:v>explorer pipeline services co</c:v>
                </c:pt>
                <c:pt idx="10431">
                  <c:v>byers volvo</c:v>
                </c:pt>
                <c:pt idx="10432">
                  <c:v>george auto</c:v>
                </c:pt>
                <c:pt idx="10433">
                  <c:v>genesee first fcu</c:v>
                </c:pt>
                <c:pt idx="10434">
                  <c:v>classic motors  llc</c:v>
                </c:pt>
                <c:pt idx="10435">
                  <c:v>car finder llc</c:v>
                </c:pt>
                <c:pt idx="10436">
                  <c:v>ben mynatt pontiac buick gmc truck inc</c:v>
                </c:pt>
                <c:pt idx="10437">
                  <c:v>browns ford of johnstown inc</c:v>
                </c:pt>
                <c:pt idx="10438">
                  <c:v>blue diamond auto sales</c:v>
                </c:pt>
                <c:pt idx="10439">
                  <c:v>combs &amp; company</c:v>
                </c:pt>
                <c:pt idx="10440">
                  <c:v>bergstrom pioneer auto &amp; truck leasing  inc</c:v>
                </c:pt>
                <c:pt idx="10441">
                  <c:v>fury lake elmo</c:v>
                </c:pt>
                <c:pt idx="10442">
                  <c:v>titlemax of eastern ave. - nv 5</c:v>
                </c:pt>
                <c:pt idx="10443">
                  <c:v>palm canyon motors</c:v>
                </c:pt>
                <c:pt idx="10444">
                  <c:v>family trust federal credit union</c:v>
                </c:pt>
                <c:pt idx="10445">
                  <c:v>automobile plaza ltd</c:v>
                </c:pt>
                <c:pt idx="10446">
                  <c:v>bob halls sunfair chevrolet</c:v>
                </c:pt>
                <c:pt idx="10447">
                  <c:v>ike motors</c:v>
                </c:pt>
                <c:pt idx="10448">
                  <c:v>premier luxury motorsports llc</c:v>
                </c:pt>
                <c:pt idx="10449">
                  <c:v>titlemax/las vegas nv35</c:v>
                </c:pt>
                <c:pt idx="10450">
                  <c:v>staples auto sales inc</c:v>
                </c:pt>
                <c:pt idx="10451">
                  <c:v>raja auto sales inc</c:v>
                </c:pt>
                <c:pt idx="10452">
                  <c:v>toronto auto group</c:v>
                </c:pt>
                <c:pt idx="10453">
                  <c:v>korf continental</c:v>
                </c:pt>
                <c:pt idx="10454">
                  <c:v>rent to own car rental</c:v>
                </c:pt>
                <c:pt idx="10455">
                  <c:v>rosenthal landmark honda</c:v>
                </c:pt>
                <c:pt idx="10456">
                  <c:v>luther westside volkswagen</c:v>
                </c:pt>
                <c:pt idx="10457">
                  <c:v>municipal employees credit union</c:v>
                </c:pt>
                <c:pt idx="10458">
                  <c:v>shehata 98 auto sales inc</c:v>
                </c:pt>
                <c:pt idx="10459">
                  <c:v>pilot auto sales inc</c:v>
                </c:pt>
                <c:pt idx="10460">
                  <c:v>ohio auto credit llc</c:v>
                </c:pt>
                <c:pt idx="10461">
                  <c:v>bl auto sales corp</c:v>
                </c:pt>
                <c:pt idx="10462">
                  <c:v>jbr auto sales</c:v>
                </c:pt>
                <c:pt idx="10463">
                  <c:v>automax so cal</c:v>
                </c:pt>
                <c:pt idx="10464">
                  <c:v>exira auto sales</c:v>
                </c:pt>
                <c:pt idx="10465">
                  <c:v>car center auto sales</c:v>
                </c:pt>
                <c:pt idx="10466">
                  <c:v>fagan cars &amp; trucks</c:v>
                </c:pt>
                <c:pt idx="10467">
                  <c:v>auto swap inc</c:v>
                </c:pt>
                <c:pt idx="10468">
                  <c:v>enterprise vehicle exchange/lombard</c:v>
                </c:pt>
                <c:pt idx="10469">
                  <c:v>crossroads car sales llc</c:v>
                </c:pt>
                <c:pt idx="10470">
                  <c:v>afg/hub international/great american insurance</c:v>
                </c:pt>
                <c:pt idx="10471">
                  <c:v>help my auto llc</c:v>
                </c:pt>
                <c:pt idx="10472">
                  <c:v>hertz car exchange inc/dfw airport</c:v>
                </c:pt>
                <c:pt idx="10473">
                  <c:v>futel</c:v>
                </c:pt>
                <c:pt idx="10474">
                  <c:v>four star financial group</c:v>
                </c:pt>
                <c:pt idx="10475">
                  <c:v>iberia bank</c:v>
                </c:pt>
                <c:pt idx="10476">
                  <c:v>titlemax of nashville #3</c:v>
                </c:pt>
                <c:pt idx="10477">
                  <c:v>evergreen auto sales</c:v>
                </c:pt>
                <c:pt idx="10478">
                  <c:v>d &amp; w auto inc</c:v>
                </c:pt>
                <c:pt idx="10479">
                  <c:v>a plus auto llc</c:v>
                </c:pt>
                <c:pt idx="10480">
                  <c:v>heiser ford lincoln mercury</c:v>
                </c:pt>
                <c:pt idx="10481">
                  <c:v>moon township mazda</c:v>
                </c:pt>
                <c:pt idx="10482">
                  <c:v>lake chevrolet oldsmobile inc</c:v>
                </c:pt>
                <c:pt idx="10483">
                  <c:v>road auto finance</c:v>
                </c:pt>
                <c:pt idx="10484">
                  <c:v>lagoon auto sales</c:v>
                </c:pt>
                <c:pt idx="10485">
                  <c:v>maysalah corp</c:v>
                </c:pt>
                <c:pt idx="10486">
                  <c:v>wilson motors  llc</c:v>
                </c:pt>
                <c:pt idx="10487">
                  <c:v>stevens point chrysler dodge jeep ram</c:v>
                </c:pt>
                <c:pt idx="10488">
                  <c:v>marshall automotive peace river ltd</c:v>
                </c:pt>
                <c:pt idx="10489">
                  <c:v>manheim daytona bch co car non-assigned</c:v>
                </c:pt>
                <c:pt idx="10490">
                  <c:v>repo remarketing/tucson old pueblo credit union</c:v>
                </c:pt>
                <c:pt idx="10491">
                  <c:v>erie community credit union</c:v>
                </c:pt>
                <c:pt idx="10492">
                  <c:v>dollar thrifty auto group/salvage</c:v>
                </c:pt>
                <c:pt idx="10493">
                  <c:v>butler pre-owned auto sales</c:v>
                </c:pt>
                <c:pt idx="10494">
                  <c:v>hanson auto repair</c:v>
                </c:pt>
                <c:pt idx="10495">
                  <c:v>ford speedway</c:v>
                </c:pt>
                <c:pt idx="10496">
                  <c:v>automaxx of summerville</c:v>
                </c:pt>
                <c:pt idx="10497">
                  <c:v>leeds auto sales inc</c:v>
                </c:pt>
                <c:pt idx="10498">
                  <c:v>boulevard cadillac</c:v>
                </c:pt>
                <c:pt idx="10499">
                  <c:v>gatineau nissan</c:v>
                </c:pt>
                <c:pt idx="10500">
                  <c:v>rahmudain used cars</c:v>
                </c:pt>
                <c:pt idx="10501">
                  <c:v>pit stop motors inc</c:v>
                </c:pt>
                <c:pt idx="10502">
                  <c:v>remarketing by ge/java enterprise</c:v>
                </c:pt>
                <c:pt idx="10503">
                  <c:v>precision auto brokers</c:v>
                </c:pt>
                <c:pt idx="10504">
                  <c:v>leasing services of south florida inc</c:v>
                </c:pt>
                <c:pt idx="10505">
                  <c:v>used car xpress</c:v>
                </c:pt>
                <c:pt idx="10506">
                  <c:v>servco lexus honolulu</c:v>
                </c:pt>
                <c:pt idx="10507">
                  <c:v>titlemax/san bernardino ca1</c:v>
                </c:pt>
                <c:pt idx="10508">
                  <c:v>repo remarketing/forum credit union</c:v>
                </c:pt>
                <c:pt idx="10509">
                  <c:v>national motor sales inc</c:v>
                </c:pt>
                <c:pt idx="10510">
                  <c:v>straight motor sales inc</c:v>
                </c:pt>
                <c:pt idx="10511">
                  <c:v>three way chevrolet co</c:v>
                </c:pt>
                <c:pt idx="10512">
                  <c:v>right hour auto sales inc</c:v>
                </c:pt>
                <c:pt idx="10513">
                  <c:v>michaels chevrolet of issaquah</c:v>
                </c:pt>
                <c:pt idx="10514">
                  <c:v>youngs rv center inc</c:v>
                </c:pt>
                <c:pt idx="10515">
                  <c:v>miks motors inc.</c:v>
                </c:pt>
                <c:pt idx="10516">
                  <c:v>on time finance inc</c:v>
                </c:pt>
                <c:pt idx="10517">
                  <c:v>regional wholesale inc</c:v>
                </c:pt>
                <c:pt idx="10518">
                  <c:v>woerths used cars inc</c:v>
                </c:pt>
                <c:pt idx="10519">
                  <c:v>millenium auto network</c:v>
                </c:pt>
                <c:pt idx="10520">
                  <c:v>gph motor corp</c:v>
                </c:pt>
                <c:pt idx="10521">
                  <c:v>fiat of south atlanta</c:v>
                </c:pt>
                <c:pt idx="10522">
                  <c:v>blackline automotive limited liability company</c:v>
                </c:pt>
                <c:pt idx="10523">
                  <c:v>campervan north america</c:v>
                </c:pt>
                <c:pt idx="10524">
                  <c:v>captain auto sales inc</c:v>
                </c:pt>
                <c:pt idx="10525">
                  <c:v>global auto exchange llc</c:v>
                </c:pt>
                <c:pt idx="10526">
                  <c:v>credit union west</c:v>
                </c:pt>
                <c:pt idx="10527">
                  <c:v>dealers leasing inc</c:v>
                </c:pt>
                <c:pt idx="10528">
                  <c:v>blue moon auto inc</c:v>
                </c:pt>
                <c:pt idx="10529">
                  <c:v>automobile mst</c:v>
                </c:pt>
                <c:pt idx="10530">
                  <c:v>b &amp; l car company</c:v>
                </c:pt>
                <c:pt idx="10531">
                  <c:v>brodhead chevrolet buick llc</c:v>
                </c:pt>
                <c:pt idx="10532">
                  <c:v>coastal finance co/fuquay-varina</c:v>
                </c:pt>
                <c:pt idx="10533">
                  <c:v>john hiester chevrolet llc</c:v>
                </c:pt>
                <c:pt idx="10534">
                  <c:v>equitable finance</c:v>
                </c:pt>
                <c:pt idx="10535">
                  <c:v>citywide auto group llc</c:v>
                </c:pt>
                <c:pt idx="10536">
                  <c:v>carland sales &amp; leasing inc</c:v>
                </c:pt>
                <c:pt idx="10537">
                  <c:v>huntington auto group llc</c:v>
                </c:pt>
                <c:pt idx="10538">
                  <c:v>advantage rent a car a/r</c:v>
                </c:pt>
                <c:pt idx="10539">
                  <c:v>fairfield federal credit union</c:v>
                </c:pt>
                <c:pt idx="10540">
                  <c:v>rocky mountain credit union</c:v>
                </c:pt>
                <c:pt idx="10541">
                  <c:v>mike's auto shack</c:v>
                </c:pt>
                <c:pt idx="10542">
                  <c:v>scotia private client group</c:v>
                </c:pt>
                <c:pt idx="10543">
                  <c:v>swift auto llc</c:v>
                </c:pt>
                <c:pt idx="10544">
                  <c:v>regional leasing &amp; acceptance</c:v>
                </c:pt>
                <c:pt idx="10545">
                  <c:v>southeast enterprise</c:v>
                </c:pt>
                <c:pt idx="10546">
                  <c:v>zawa auto sales llc</c:v>
                </c:pt>
                <c:pt idx="10547">
                  <c:v>western rockies fcu</c:v>
                </c:pt>
                <c:pt idx="10548">
                  <c:v>tempe honda</c:v>
                </c:pt>
                <c:pt idx="10549">
                  <c:v>auto source wholesalers</c:v>
                </c:pt>
                <c:pt idx="10550">
                  <c:v>consumer financial services/ft walton beach</c:v>
                </c:pt>
                <c:pt idx="10551">
                  <c:v>america's first fcu</c:v>
                </c:pt>
                <c:pt idx="10552">
                  <c:v>enterprise car sales/farmington hills</c:v>
                </c:pt>
                <c:pt idx="10553">
                  <c:v>johnston county area transit system</c:v>
                </c:pt>
                <c:pt idx="10554">
                  <c:v>blue spruce auto sales</c:v>
                </c:pt>
                <c:pt idx="10555">
                  <c:v>fed lease</c:v>
                </c:pt>
                <c:pt idx="10556">
                  <c:v>fortune auto co</c:v>
                </c:pt>
                <c:pt idx="10557">
                  <c:v>lakeland auto llc</c:v>
                </c:pt>
                <c:pt idx="10558">
                  <c:v>ride auto llc</c:v>
                </c:pt>
                <c:pt idx="10559">
                  <c:v>rock bottom motors</c:v>
                </c:pt>
                <c:pt idx="10560">
                  <c:v>tony's foreign auto</c:v>
                </c:pt>
                <c:pt idx="10561">
                  <c:v>texas credit acceptance</c:v>
                </c:pt>
                <c:pt idx="10562">
                  <c:v>northern communities credit union</c:v>
                </c:pt>
                <c:pt idx="10563">
                  <c:v>truck farm llc</c:v>
                </c:pt>
                <c:pt idx="10564">
                  <c:v>tristate auto outlet llc</c:v>
                </c:pt>
                <c:pt idx="10565">
                  <c:v>onemain rem/a &amp; k auto sales inc</c:v>
                </c:pt>
                <c:pt idx="10566">
                  <c:v>mike's auto sales llc</c:v>
                </c:pt>
                <c:pt idx="10567">
                  <c:v>auto concepts ii</c:v>
                </c:pt>
                <c:pt idx="10568">
                  <c:v>financial partners credit union</c:v>
                </c:pt>
                <c:pt idx="10569">
                  <c:v>hatch auto sales</c:v>
                </c:pt>
                <c:pt idx="10570">
                  <c:v>burkhart bros performance center inc</c:v>
                </c:pt>
                <c:pt idx="10571">
                  <c:v>a&amp;m finance</c:v>
                </c:pt>
                <c:pt idx="10572">
                  <c:v>federated law group llc</c:v>
                </c:pt>
                <c:pt idx="10573">
                  <c:v>franklin motor company inc</c:v>
                </c:pt>
                <c:pt idx="10574">
                  <c:v>manheim louisville</c:v>
                </c:pt>
                <c:pt idx="10575">
                  <c:v>onemain rem/southwest financial enterprise</c:v>
                </c:pt>
                <c:pt idx="10576">
                  <c:v>doan dodge chrysler jeep</c:v>
                </c:pt>
                <c:pt idx="10577">
                  <c:v>millennium partnership inc</c:v>
                </c:pt>
                <c:pt idx="10578">
                  <c:v>onemain rem/america auto wholesalers</c:v>
                </c:pt>
                <c:pt idx="10579">
                  <c:v>second ave auto</c:v>
                </c:pt>
                <c:pt idx="10580">
                  <c:v>planet hyundai</c:v>
                </c:pt>
                <c:pt idx="10581">
                  <c:v>tucoemas fcu</c:v>
                </c:pt>
                <c:pt idx="10582">
                  <c:v>southwest financial llc</c:v>
                </c:pt>
                <c:pt idx="10583">
                  <c:v>titlemax-general stock in</c:v>
                </c:pt>
                <c:pt idx="10584">
                  <c:v>repossessors inc</c:v>
                </c:pt>
                <c:pt idx="10585">
                  <c:v>nationwide fleet service</c:v>
                </c:pt>
                <c:pt idx="10586">
                  <c:v>sauke inc</c:v>
                </c:pt>
                <c:pt idx="10587">
                  <c:v>titlemax bordeaux-tn1</c:v>
                </c:pt>
                <c:pt idx="10588">
                  <c:v>auto sales &amp; service inc</c:v>
                </c:pt>
                <c:pt idx="10589">
                  <c:v>greenwise motors llc</c:v>
                </c:pt>
                <c:pt idx="10590">
                  <c:v>ford of clinton</c:v>
                </c:pt>
                <c:pt idx="10591">
                  <c:v>edge auto inc</c:v>
                </c:pt>
                <c:pt idx="10592">
                  <c:v>bmw financial services remarketing</c:v>
                </c:pt>
                <c:pt idx="10593">
                  <c:v>equity finance group</c:v>
                </c:pt>
                <c:pt idx="10594">
                  <c:v>granite peaks motor co.</c:v>
                </c:pt>
                <c:pt idx="10595">
                  <c:v>gulf states finance</c:v>
                </c:pt>
                <c:pt idx="10596">
                  <c:v>cash 1 llc</c:v>
                </c:pt>
                <c:pt idx="10597">
                  <c:v>acura 101 west</c:v>
                </c:pt>
                <c:pt idx="10598">
                  <c:v>chemung canal trust co</c:v>
                </c:pt>
                <c:pt idx="10599">
                  <c:v>saint constant kia</c:v>
                </c:pt>
                <c:pt idx="10600">
                  <c:v>shoulders motor co. inc.</c:v>
                </c:pt>
                <c:pt idx="10601">
                  <c:v>york county fcu</c:v>
                </c:pt>
                <c:pt idx="10602">
                  <c:v>titlemax/n richland hills tx1</c:v>
                </c:pt>
                <c:pt idx="10603">
                  <c:v>titlemax/garland tx1</c:v>
                </c:pt>
                <c:pt idx="10604">
                  <c:v>global auto finance</c:v>
                </c:pt>
                <c:pt idx="10605">
                  <c:v>bedrock motors</c:v>
                </c:pt>
                <c:pt idx="10606">
                  <c:v>1st financial fcu</c:v>
                </c:pt>
                <c:pt idx="10607">
                  <c:v>globex motors llc</c:v>
                </c:pt>
                <c:pt idx="10608">
                  <c:v>dougs lynnwood mazda</c:v>
                </c:pt>
                <c:pt idx="10609">
                  <c:v>2842 2988 quebec inc</c:v>
                </c:pt>
                <c:pt idx="10610">
                  <c:v>diamond auto et transport</c:v>
                </c:pt>
                <c:pt idx="10611">
                  <c:v>daron motors llc</c:v>
                </c:pt>
                <c:pt idx="10612">
                  <c:v>halloran auto sales inc</c:v>
                </c:pt>
                <c:pt idx="10613">
                  <c:v>auto central inc</c:v>
                </c:pt>
                <c:pt idx="10614">
                  <c:v>excel fcu</c:v>
                </c:pt>
                <c:pt idx="10615">
                  <c:v>a to z liquidators inc</c:v>
                </c:pt>
                <c:pt idx="10616">
                  <c:v>auto cash used cars</c:v>
                </c:pt>
                <c:pt idx="10617">
                  <c:v>chapman bmw on camelback</c:v>
                </c:pt>
                <c:pt idx="10618">
                  <c:v>fiserv/greylock credit union</c:v>
                </c:pt>
                <c:pt idx="10619">
                  <c:v>autonation toyota hayward</c:v>
                </c:pt>
                <c:pt idx="10620">
                  <c:v>century link</c:v>
                </c:pt>
                <c:pt idx="10621">
                  <c:v>best buy cars inc</c:v>
                </c:pt>
                <c:pt idx="10622">
                  <c:v>core credit union</c:v>
                </c:pt>
                <c:pt idx="10623">
                  <c:v>hogan chevrolet buick gmc ltd</c:v>
                </c:pt>
                <c:pt idx="10624">
                  <c:v>east coast motors of nj</c:v>
                </c:pt>
                <c:pt idx="10625">
                  <c:v>auto xchange inc</c:v>
                </c:pt>
                <c:pt idx="10626">
                  <c:v>members first credit union</c:v>
                </c:pt>
                <c:pt idx="10627">
                  <c:v>rikers auto financial</c:v>
                </c:pt>
                <c:pt idx="10628">
                  <c:v>nick nicholas ford lincoln</c:v>
                </c:pt>
                <c:pt idx="10629">
                  <c:v>m &amp; s auto group inc</c:v>
                </c:pt>
                <c:pt idx="10630">
                  <c:v>silverline automotive inc</c:v>
                </c:pt>
                <c:pt idx="10631">
                  <c:v>pleasure ride auto inc</c:v>
                </c:pt>
                <c:pt idx="10632">
                  <c:v>popas auto sales inc</c:v>
                </c:pt>
                <c:pt idx="10633">
                  <c:v>wexford ltd</c:v>
                </c:pt>
                <c:pt idx="10634">
                  <c:v>triple n motor corp</c:v>
                </c:pt>
                <c:pt idx="10635">
                  <c:v>national auto outlet</c:v>
                </c:pt>
                <c:pt idx="10636">
                  <c:v>onemain rem/java enterprise</c:v>
                </c:pt>
                <c:pt idx="10637">
                  <c:v>one stop auto sales</c:v>
                </c:pt>
                <c:pt idx="10638">
                  <c:v>miller ford sales</c:v>
                </c:pt>
                <c:pt idx="10639">
                  <c:v>planet honda</c:v>
                </c:pt>
                <c:pt idx="10640">
                  <c:v>luther honda of st cloud</c:v>
                </c:pt>
                <c:pt idx="10641">
                  <c:v>stones town &amp; country motor</c:v>
                </c:pt>
                <c:pt idx="10642">
                  <c:v>poage auto center</c:v>
                </c:pt>
                <c:pt idx="10643">
                  <c:v>thatchers auto mart</c:v>
                </c:pt>
                <c:pt idx="10644">
                  <c:v>lax auto inc</c:v>
                </c:pt>
                <c:pt idx="10645">
                  <c:v>centennial bank</c:v>
                </c:pt>
                <c:pt idx="10646">
                  <c:v>johns auto sales incorporated</c:v>
                </c:pt>
                <c:pt idx="10647">
                  <c:v>405 motors</c:v>
                </c:pt>
                <c:pt idx="10648">
                  <c:v>auto bank southern california</c:v>
                </c:pt>
                <c:pt idx="10649">
                  <c:v>five brothers auto sales inc</c:v>
                </c:pt>
                <c:pt idx="10650">
                  <c:v>exclusive automotive llc</c:v>
                </c:pt>
                <c:pt idx="10651">
                  <c:v>central mississippi credit</c:v>
                </c:pt>
                <c:pt idx="10652">
                  <c:v>al bilton ford inc</c:v>
                </c:pt>
                <c:pt idx="10653">
                  <c:v>good motor company llc</c:v>
                </c:pt>
                <c:pt idx="10654">
                  <c:v>bill phillips auto sales inc.</c:v>
                </c:pt>
                <c:pt idx="10655">
                  <c:v>home federal savings and loans</c:v>
                </c:pt>
                <c:pt idx="10656">
                  <c:v>auto star</c:v>
                </c:pt>
                <c:pt idx="10657">
                  <c:v>frontera financial llc</c:v>
                </c:pt>
                <c:pt idx="10658">
                  <c:v>car credit finance llc</c:v>
                </c:pt>
                <c:pt idx="10659">
                  <c:v>ew sales llc</c:v>
                </c:pt>
                <c:pt idx="10660">
                  <c:v>california auto retail sales cars</c:v>
                </c:pt>
                <c:pt idx="10661">
                  <c:v>aurora motorcars</c:v>
                </c:pt>
                <c:pt idx="10662">
                  <c:v>gordon's auto sales</c:v>
                </c:pt>
                <c:pt idx="10663">
                  <c:v>davis wholesale outlet</c:v>
                </c:pt>
                <c:pt idx="10664">
                  <c:v>karlee's auto inc</c:v>
                </c:pt>
                <c:pt idx="10665">
                  <c:v>cars 4 less</c:v>
                </c:pt>
                <c:pt idx="10666">
                  <c:v>jim white toyota</c:v>
                </c:pt>
                <c:pt idx="10667">
                  <c:v>johnnys automotive</c:v>
                </c:pt>
                <c:pt idx="10668">
                  <c:v>enumclaw chrysler jeep dodge</c:v>
                </c:pt>
                <c:pt idx="10669">
                  <c:v>halelujah praise the lord automotive srvs</c:v>
                </c:pt>
                <c:pt idx="10670">
                  <c:v>budget auto</c:v>
                </c:pt>
                <c:pt idx="10671">
                  <c:v>automotive capital resources</c:v>
                </c:pt>
                <c:pt idx="10672">
                  <c:v>manheim jacksonville</c:v>
                </c:pt>
                <c:pt idx="10673">
                  <c:v>planet auto sales inc</c:v>
                </c:pt>
                <c:pt idx="10674">
                  <c:v>remarketing by ge/partners federal credit union</c:v>
                </c:pt>
                <c:pt idx="10675">
                  <c:v>water street sales and consignment company</c:v>
                </c:pt>
                <c:pt idx="10676">
                  <c:v>south carolina fcu</c:v>
                </c:pt>
                <c:pt idx="10677">
                  <c:v>lg &amp; e company credit union</c:v>
                </c:pt>
                <c:pt idx="10678">
                  <c:v>sampson wholesale dealership</c:v>
                </c:pt>
                <c:pt idx="10679">
                  <c:v>koksie woksie autos usa llc</c:v>
                </c:pt>
                <c:pt idx="10680">
                  <c:v>wilson county sheriff's department</c:v>
                </c:pt>
                <c:pt idx="10681">
                  <c:v>northern auto inc</c:v>
                </c:pt>
                <c:pt idx="10682">
                  <c:v>mikes trucks &amp; cars</c:v>
                </c:pt>
                <c:pt idx="10683">
                  <c:v>l g auto sales</c:v>
                </c:pt>
                <c:pt idx="10684">
                  <c:v>point auto repair inc</c:v>
                </c:pt>
                <c:pt idx="10685">
                  <c:v>latty and son inc</c:v>
                </c:pt>
                <c:pt idx="10686">
                  <c:v>mike finnin ford llc</c:v>
                </c:pt>
                <c:pt idx="10687">
                  <c:v>blue ridge bank &amp; trust</c:v>
                </c:pt>
                <c:pt idx="10688">
                  <c:v>james motorsports llc</c:v>
                </c:pt>
                <c:pt idx="10689">
                  <c:v>i enterprise inc</c:v>
                </c:pt>
                <c:pt idx="10690">
                  <c:v>curb automotive group llc</c:v>
                </c:pt>
                <c:pt idx="10691">
                  <c:v>carriage motors ltd</c:v>
                </c:pt>
                <c:pt idx="10692">
                  <c:v>global motors inc</c:v>
                </c:pt>
                <c:pt idx="10693">
                  <c:v>apple auto sales</c:v>
                </c:pt>
                <c:pt idx="10694">
                  <c:v>florida liquidation center inc</c:v>
                </c:pt>
                <c:pt idx="10695">
                  <c:v>champion remarketing</c:v>
                </c:pt>
                <c:pt idx="10696">
                  <c:v>auto city ciudad de autos</c:v>
                </c:pt>
                <c:pt idx="10697">
                  <c:v>village of orland park</c:v>
                </c:pt>
                <c:pt idx="10698">
                  <c:v>tlc auto towing and storage inc.</c:v>
                </c:pt>
                <c:pt idx="10699">
                  <c:v>universal financial co</c:v>
                </c:pt>
                <c:pt idx="10700">
                  <c:v>transportation direct llc</c:v>
                </c:pt>
                <c:pt idx="10701">
                  <c:v>sharp cars/lease</c:v>
                </c:pt>
                <c:pt idx="10702">
                  <c:v>northwoods automotive</c:v>
                </c:pt>
                <c:pt idx="10703">
                  <c:v>midas motors</c:v>
                </c:pt>
                <c:pt idx="10704">
                  <c:v>west virginia central credit union</c:v>
                </c:pt>
                <c:pt idx="10705">
                  <c:v>merriam leasing &amp; rental</c:v>
                </c:pt>
                <c:pt idx="10706">
                  <c:v>the car lot</c:v>
                </c:pt>
                <c:pt idx="10707">
                  <c:v>paul bradley motor cars</c:v>
                </c:pt>
                <c:pt idx="10708">
                  <c:v>ken batchelor cadillac company inc</c:v>
                </c:pt>
                <c:pt idx="10709">
                  <c:v>sterling imports ltd</c:v>
                </c:pt>
                <c:pt idx="10710">
                  <c:v>nc import inc</c:v>
                </c:pt>
                <c:pt idx="10711">
                  <c:v>lnm enterprises llc</c:v>
                </c:pt>
                <c:pt idx="10712">
                  <c:v>lucky chevrolet gmc company</c:v>
                </c:pt>
                <c:pt idx="10713">
                  <c:v>after lease auto sales</c:v>
                </c:pt>
                <c:pt idx="10714">
                  <c:v>c &amp; s sales</c:v>
                </c:pt>
                <c:pt idx="10715">
                  <c:v>bayer heritage fcu</c:v>
                </c:pt>
                <c:pt idx="10716">
                  <c:v>first advantage fcu</c:v>
                </c:pt>
                <c:pt idx="10717">
                  <c:v>autonation nissan southwest</c:v>
                </c:pt>
                <c:pt idx="10718">
                  <c:v>cathedral city auto</c:v>
                </c:pt>
                <c:pt idx="10719">
                  <c:v>cable vision systems corp</c:v>
                </c:pt>
                <c:pt idx="10720">
                  <c:v>freedom honda</c:v>
                </c:pt>
                <c:pt idx="10721">
                  <c:v>chapman nissan llc</c:v>
                </c:pt>
                <c:pt idx="10722">
                  <c:v>dbj autos</c:v>
                </c:pt>
                <c:pt idx="10723">
                  <c:v>fredonia auto sales</c:v>
                </c:pt>
                <c:pt idx="10724">
                  <c:v>titlemax/las vegas nv27</c:v>
                </c:pt>
                <c:pt idx="10725">
                  <c:v>northeast motor co</c:v>
                </c:pt>
                <c:pt idx="10726">
                  <c:v>california car connection llc</c:v>
                </c:pt>
                <c:pt idx="10727">
                  <c:v>coastland federal credit union</c:v>
                </c:pt>
                <c:pt idx="10728">
                  <c:v>nick jrs auto sales</c:v>
                </c:pt>
                <c:pt idx="10729">
                  <c:v>sleepy hollow ford inc</c:v>
                </c:pt>
                <c:pt idx="10730">
                  <c:v>ulrich motor co</c:v>
                </c:pt>
                <c:pt idx="10731">
                  <c:v>repo remarketing/pro bureau of collections md</c:v>
                </c:pt>
                <c:pt idx="10732">
                  <c:v>toyota of riverside</c:v>
                </c:pt>
                <c:pt idx="10733">
                  <c:v>long island auto recovery inc</c:v>
                </c:pt>
                <c:pt idx="10734">
                  <c:v>showroom cars llc</c:v>
                </c:pt>
                <c:pt idx="10735">
                  <c:v>ras auto sales llc</c:v>
                </c:pt>
                <c:pt idx="10736">
                  <c:v>midway automotive inc</c:v>
                </c:pt>
                <c:pt idx="10737">
                  <c:v>security auto of hanover</c:v>
                </c:pt>
                <c:pt idx="10738">
                  <c:v>carolina auto sales</c:v>
                </c:pt>
                <c:pt idx="10739">
                  <c:v>fedder motors llc</c:v>
                </c:pt>
                <c:pt idx="10740">
                  <c:v>fiores inc</c:v>
                </c:pt>
                <c:pt idx="10741">
                  <c:v>grahams auto and truck clinic llc</c:v>
                </c:pt>
                <c:pt idx="10742">
                  <c:v>bwk of columbia</c:v>
                </c:pt>
                <c:pt idx="10743">
                  <c:v>indian motorcycle corona</c:v>
                </c:pt>
                <c:pt idx="10744">
                  <c:v>class motors</c:v>
                </c:pt>
                <c:pt idx="10745">
                  <c:v>dealswithwheels llc</c:v>
                </c:pt>
                <c:pt idx="10746">
                  <c:v>9207 5787 quebec inc</c:v>
                </c:pt>
                <c:pt idx="10747">
                  <c:v>jersey shore fcu</c:v>
                </c:pt>
                <c:pt idx="10748">
                  <c:v>a 1 motors</c:v>
                </c:pt>
                <c:pt idx="10749">
                  <c:v>automotion inc</c:v>
                </c:pt>
                <c:pt idx="10750">
                  <c:v>lendmark financial services/aiken</c:v>
                </c:pt>
                <c:pt idx="10751">
                  <c:v>taylor auto sales inc</c:v>
                </c:pt>
                <c:pt idx="10752">
                  <c:v>will tiesiera ford mercury</c:v>
                </c:pt>
                <c:pt idx="10753">
                  <c:v>konor autos</c:v>
                </c:pt>
                <c:pt idx="10754">
                  <c:v>onesource/team chevrolet at north point</c:v>
                </c:pt>
                <c:pt idx="10755">
                  <c:v>palmetto drive llc</c:v>
                </c:pt>
                <c:pt idx="10756">
                  <c:v>manheim ny metro skyline</c:v>
                </c:pt>
                <c:pt idx="10757">
                  <c:v>td auto finance/advantage/sw tex/risk</c:v>
                </c:pt>
                <c:pt idx="10758">
                  <c:v>remarketing by ge/manheim mississippi</c:v>
                </c:pt>
                <c:pt idx="10759">
                  <c:v>one stop marketing llc</c:v>
                </c:pt>
                <c:pt idx="10760">
                  <c:v>salem auto sales llc</c:v>
                </c:pt>
                <c:pt idx="10761">
                  <c:v>sonju fleet srvices</c:v>
                </c:pt>
                <c:pt idx="10762">
                  <c:v>lance cromer inc</c:v>
                </c:pt>
                <c:pt idx="10763">
                  <c:v>carosel</c:v>
                </c:pt>
                <c:pt idx="10764">
                  <c:v>fdx auto sales llc</c:v>
                </c:pt>
                <c:pt idx="10765">
                  <c:v>bbc motorsports</c:v>
                </c:pt>
                <c:pt idx="10766">
                  <c:v>a &amp; a quality services inc</c:v>
                </c:pt>
                <c:pt idx="10767">
                  <c:v>heritage acceptance corporation</c:v>
                </c:pt>
                <c:pt idx="10768">
                  <c:v>ilm trading &amp; remktng llc</c:v>
                </c:pt>
                <c:pt idx="10769">
                  <c:v>car outlet</c:v>
                </c:pt>
                <c:pt idx="10770">
                  <c:v>atlantic coast remarketing inc/auto store of far</c:v>
                </c:pt>
                <c:pt idx="10771">
                  <c:v>auto a la carte</c:v>
                </c:pt>
                <c:pt idx="10772">
                  <c:v>amery chevrolet inc</c:v>
                </c:pt>
                <c:pt idx="10773">
                  <c:v>beemer haus llc</c:v>
                </c:pt>
                <c:pt idx="10774">
                  <c:v>channelside automall l.l.c.</c:v>
                </c:pt>
                <c:pt idx="10775">
                  <c:v>titlemax/nashville tn2</c:v>
                </c:pt>
                <c:pt idx="10776">
                  <c:v>speedway motors inc</c:v>
                </c:pt>
                <c:pt idx="10777">
                  <c:v>dan wolfs chevrolet of naperville inc</c:v>
                </c:pt>
                <c:pt idx="10778">
                  <c:v>salem auto show inc</c:v>
                </c:pt>
                <c:pt idx="10779">
                  <c:v>reliable credit</c:v>
                </c:pt>
                <c:pt idx="10780">
                  <c:v>lee &amp; mason financial services inc</c:v>
                </c:pt>
                <c:pt idx="10781">
                  <c:v>wilson premier hyundai</c:v>
                </c:pt>
                <c:pt idx="10782">
                  <c:v>louisville medical center fcu</c:v>
                </c:pt>
                <c:pt idx="10783">
                  <c:v>oxborrow unlimited inc</c:v>
                </c:pt>
                <c:pt idx="10784">
                  <c:v>southern utah auto sales</c:v>
                </c:pt>
                <c:pt idx="10785">
                  <c:v>prime auto sales llc</c:v>
                </c:pt>
                <c:pt idx="10786">
                  <c:v>united auto wholesale corporation</c:v>
                </c:pt>
                <c:pt idx="10787">
                  <c:v>pegasus motors corp</c:v>
                </c:pt>
                <c:pt idx="10788">
                  <c:v>onion creek volkswagen</c:v>
                </c:pt>
                <c:pt idx="10789">
                  <c:v>south 61 auto sales llc</c:v>
                </c:pt>
                <c:pt idx="10790">
                  <c:v>t.k.u auto sales llc</c:v>
                </c:pt>
                <c:pt idx="10791">
                  <c:v>zoom auto</c:v>
                </c:pt>
                <c:pt idx="10792">
                  <c:v>wherley motor sales</c:v>
                </c:pt>
                <c:pt idx="10793">
                  <c:v>velocity motors</c:v>
                </c:pt>
                <c:pt idx="10794">
                  <c:v>rlh auto group inc</c:v>
                </c:pt>
                <c:pt idx="10795">
                  <c:v>tdaf remarketing/new mobilty solutions</c:v>
                </c:pt>
                <c:pt idx="10796">
                  <c:v>lupyak auto sales llc</c:v>
                </c:pt>
                <c:pt idx="10797">
                  <c:v>tropical auto connection</c:v>
                </c:pt>
                <c:pt idx="10798">
                  <c:v>nexxt auto group inc</c:v>
                </c:pt>
                <c:pt idx="10799">
                  <c:v>mayfair imports auto sales inc</c:v>
                </c:pt>
                <c:pt idx="10800">
                  <c:v>university auto brokers inc</c:v>
                </c:pt>
                <c:pt idx="10801">
                  <c:v>nae fcu</c:v>
                </c:pt>
                <c:pt idx="10802">
                  <c:v>city national bank</c:v>
                </c:pt>
                <c:pt idx="10803">
                  <c:v>67 auto sales</c:v>
                </c:pt>
                <c:pt idx="10804">
                  <c:v>california auto trading</c:v>
                </c:pt>
                <c:pt idx="10805">
                  <c:v>az exchange llc</c:v>
                </c:pt>
                <c:pt idx="10806">
                  <c:v>auto images sls &amp; srvs llc</c:v>
                </c:pt>
                <c:pt idx="10807">
                  <c:v>floridas finest used cars llc</c:v>
                </c:pt>
                <c:pt idx="10808">
                  <c:v>altura credit union</c:v>
                </c:pt>
                <c:pt idx="10809">
                  <c:v>j d kendrick &amp; sons inc</c:v>
                </c:pt>
                <c:pt idx="10810">
                  <c:v>dixie auto sales</c:v>
                </c:pt>
                <c:pt idx="10811">
                  <c:v>hendrick fiat of fayetteville</c:v>
                </c:pt>
                <c:pt idx="10812">
                  <c:v>barre auto sale llc</c:v>
                </c:pt>
                <c:pt idx="10813">
                  <c:v>infiniti auto group</c:v>
                </c:pt>
                <c:pt idx="10814">
                  <c:v>gfa fcu</c:v>
                </c:pt>
                <c:pt idx="10815">
                  <c:v>flynns auto sls &amp; serv inc</c:v>
                </c:pt>
                <c:pt idx="10816">
                  <c:v>j.h. sales</c:v>
                </c:pt>
                <c:pt idx="10817">
                  <c:v>albion motors ford inc</c:v>
                </c:pt>
                <c:pt idx="10818">
                  <c:v>dj motor company</c:v>
                </c:pt>
                <c:pt idx="10819">
                  <c:v>bachman subaru-volkswagen  llc</c:v>
                </c:pt>
                <c:pt idx="10820">
                  <c:v>general credit union</c:v>
                </c:pt>
                <c:pt idx="10821">
                  <c:v>greenville auto and rv llc</c:v>
                </c:pt>
                <c:pt idx="10822">
                  <c:v>automotive online solutions inc</c:v>
                </c:pt>
                <c:pt idx="10823">
                  <c:v>equishare credit union</c:v>
                </c:pt>
                <c:pt idx="10824">
                  <c:v>baltic auto shipping inc</c:v>
                </c:pt>
                <c:pt idx="10825">
                  <c:v>ank automotive llc</c:v>
                </c:pt>
                <c:pt idx="10826">
                  <c:v>duncan hokie honda</c:v>
                </c:pt>
                <c:pt idx="10827">
                  <c:v>hamilton auto sales inc</c:v>
                </c:pt>
                <c:pt idx="10828">
                  <c:v>pcs phone inc</c:v>
                </c:pt>
                <c:pt idx="10829">
                  <c:v>suncoast motor cars inc</c:v>
                </c:pt>
                <c:pt idx="10830">
                  <c:v>mlg auto</c:v>
                </c:pt>
                <c:pt idx="10831">
                  <c:v>reliable credit associates inc</c:v>
                </c:pt>
                <c:pt idx="10832">
                  <c:v>worfe chevrolet llc</c:v>
                </c:pt>
                <c:pt idx="10833">
                  <c:v>pensacola honda</c:v>
                </c:pt>
                <c:pt idx="10834">
                  <c:v>poirier hyundai</c:v>
                </c:pt>
                <c:pt idx="10835">
                  <c:v>north island credit union</c:v>
                </c:pt>
                <c:pt idx="10836">
                  <c:v>strong engines group inc</c:v>
                </c:pt>
                <c:pt idx="10837">
                  <c:v>newton nissan of gallatin inc</c:v>
                </c:pt>
                <c:pt idx="10838">
                  <c:v>tlmbc motors inc</c:v>
                </c:pt>
                <c:pt idx="10839">
                  <c:v>the auto connection  inc</c:v>
                </c:pt>
                <c:pt idx="10840">
                  <c:v>southwest car rental and sales</c:v>
                </c:pt>
                <c:pt idx="10841">
                  <c:v>al sat enterprises inc</c:v>
                </c:pt>
                <c:pt idx="10842">
                  <c:v>executive automotive inc</c:v>
                </c:pt>
                <c:pt idx="10843">
                  <c:v>ces credit union</c:v>
                </c:pt>
                <c:pt idx="10844">
                  <c:v>causeway auto center inc</c:v>
                </c:pt>
                <c:pt idx="10845">
                  <c:v>affinity luxury car rental ltd</c:v>
                </c:pt>
                <c:pt idx="10846">
                  <c:v>federated capital corp</c:v>
                </c:pt>
                <c:pt idx="10847">
                  <c:v>ideal auction depot</c:v>
                </c:pt>
                <c:pt idx="10848">
                  <c:v>farmers &amp; merchants bank</c:v>
                </c:pt>
                <c:pt idx="10849">
                  <c:v>citizens finance/west allis</c:v>
                </c:pt>
                <c:pt idx="10850">
                  <c:v>exotic design auto inc</c:v>
                </c:pt>
                <c:pt idx="10851">
                  <c:v>paul massaroni</c:v>
                </c:pt>
                <c:pt idx="10852">
                  <c:v>r h cooper &amp; son preowned llc</c:v>
                </c:pt>
                <c:pt idx="10853">
                  <c:v>morries inver grove mazda</c:v>
                </c:pt>
                <c:pt idx="10854">
                  <c:v>miniter group/arch insurance co</c:v>
                </c:pt>
                <c:pt idx="10855">
                  <c:v>regency motor cars llc</c:v>
                </c:pt>
                <c:pt idx="10856">
                  <c:v>tbk wholesale</c:v>
                </c:pt>
                <c:pt idx="10857">
                  <c:v>parkland motors</c:v>
                </c:pt>
                <c:pt idx="10858">
                  <c:v>lynchs horter chevrolet</c:v>
                </c:pt>
                <c:pt idx="10859">
                  <c:v>the showroom</c:v>
                </c:pt>
                <c:pt idx="10860">
                  <c:v>agles motorsports llc</c:v>
                </c:pt>
                <c:pt idx="10861">
                  <c:v>atlantic coast finance</c:v>
                </c:pt>
                <c:pt idx="10862">
                  <c:v>family car buyers</c:v>
                </c:pt>
                <c:pt idx="10863">
                  <c:v>citgo financial corp</c:v>
                </c:pt>
                <c:pt idx="10864">
                  <c:v>americar of rivergate  inc.</c:v>
                </c:pt>
                <c:pt idx="10865">
                  <c:v>jess auto sales inc</c:v>
                </c:pt>
                <c:pt idx="10866">
                  <c:v>autosource remarketing llc</c:v>
                </c:pt>
                <c:pt idx="10867">
                  <c:v>ecocars trans</c:v>
                </c:pt>
                <c:pt idx="10868">
                  <c:v>drexel auto sales</c:v>
                </c:pt>
                <c:pt idx="10869">
                  <c:v>auto express south</c:v>
                </c:pt>
                <c:pt idx="10870">
                  <c:v>austra motors</c:v>
                </c:pt>
                <c:pt idx="10871">
                  <c:v>american recovery services</c:v>
                </c:pt>
                <c:pt idx="10872">
                  <c:v>douglas finance corporation</c:v>
                </c:pt>
                <c:pt idx="10873">
                  <c:v>express auto finance llc</c:v>
                </c:pt>
                <c:pt idx="10874">
                  <c:v>e-trade auto sales</c:v>
                </c:pt>
                <c:pt idx="10875">
                  <c:v>vehicle investments &amp; sales llc</c:v>
                </c:pt>
                <c:pt idx="10876">
                  <c:v>onemain rem/mars auto</c:v>
                </c:pt>
                <c:pt idx="10877">
                  <c:v>american dream auto sales</c:v>
                </c:pt>
                <c:pt idx="10878">
                  <c:v>ix autos</c:v>
                </c:pt>
                <c:pt idx="10879">
                  <c:v>parkview motor company inc</c:v>
                </c:pt>
                <c:pt idx="10880">
                  <c:v>saim olmez auto sales</c:v>
                </c:pt>
                <c:pt idx="10881">
                  <c:v>s h m autos</c:v>
                </c:pt>
                <c:pt idx="10882">
                  <c:v>tga auto credit</c:v>
                </c:pt>
                <c:pt idx="10883">
                  <c:v>universal acceptance</c:v>
                </c:pt>
                <c:pt idx="10884">
                  <c:v>midwest engine service inc</c:v>
                </c:pt>
                <c:pt idx="10885">
                  <c:v>rock auto kc inc</c:v>
                </c:pt>
                <c:pt idx="10886">
                  <c:v>rent one rent a car</c:v>
                </c:pt>
                <c:pt idx="10887">
                  <c:v>ramsey chrysler jeep</c:v>
                </c:pt>
                <c:pt idx="10888">
                  <c:v>lithia chrysler jeep dodge ram of wasilla</c:v>
                </c:pt>
                <c:pt idx="10889">
                  <c:v>thompson mazda</c:v>
                </c:pt>
                <c:pt idx="10890">
                  <c:v>heyward allen motor co inc</c:v>
                </c:pt>
                <c:pt idx="10891">
                  <c:v>green road finance</c:v>
                </c:pt>
                <c:pt idx="10892">
                  <c:v>indiana finance company</c:v>
                </c:pt>
                <c:pt idx="10893">
                  <c:v>andys auto sales</c:v>
                </c:pt>
                <c:pt idx="10894">
                  <c:v>columbus united fcu</c:v>
                </c:pt>
                <c:pt idx="10895">
                  <c:v>dhillon enterprises llc</c:v>
                </c:pt>
                <c:pt idx="10896">
                  <c:v>anm collision center inc</c:v>
                </c:pt>
                <c:pt idx="10897">
                  <c:v>garage daniel tetreault</c:v>
                </c:pt>
                <c:pt idx="10898">
                  <c:v>midway automotive corp</c:v>
                </c:pt>
                <c:pt idx="10899">
                  <c:v>achieve financial credit union</c:v>
                </c:pt>
                <c:pt idx="10900">
                  <c:v>fast cash title loans</c:v>
                </c:pt>
                <c:pt idx="10901">
                  <c:v>kar brokerz</c:v>
                </c:pt>
                <c:pt idx="10902">
                  <c:v>automax financial llc dba cnac</c:v>
                </c:pt>
                <c:pt idx="10903">
                  <c:v>all cars inc</c:v>
                </c:pt>
                <c:pt idx="10904">
                  <c:v>county financial services</c:v>
                </c:pt>
                <c:pt idx="10905">
                  <c:v>king motors llc</c:v>
                </c:pt>
                <c:pt idx="10906">
                  <c:v>onemain rem/safeen motors</c:v>
                </c:pt>
                <c:pt idx="10907">
                  <c:v>nationwide remarketing co</c:v>
                </c:pt>
                <c:pt idx="10908">
                  <c:v>old national bank</c:v>
                </c:pt>
                <c:pt idx="10909">
                  <c:v>sheboygan chrysler center inc</c:v>
                </c:pt>
                <c:pt idx="10910">
                  <c:v>unique auto sales</c:v>
                </c:pt>
                <c:pt idx="10911">
                  <c:v>lendmark financial services / fayetteville</c:v>
                </c:pt>
                <c:pt idx="10912">
                  <c:v>r m hollenshead auto sales</c:v>
                </c:pt>
                <c:pt idx="10913">
                  <c:v>reservoir production services</c:v>
                </c:pt>
                <c:pt idx="10914">
                  <c:v>wholesale motor group</c:v>
                </c:pt>
                <c:pt idx="10915">
                  <c:v>us finance &amp; lease services inc</c:v>
                </c:pt>
                <c:pt idx="10916">
                  <c:v>kwik auto sales inc</c:v>
                </c:pt>
                <c:pt idx="10917">
                  <c:v>world automotive direct llc</c:v>
                </c:pt>
                <c:pt idx="10918">
                  <c:v>action towing</c:v>
                </c:pt>
                <c:pt idx="10919">
                  <c:v>hillview motors inc</c:v>
                </c:pt>
                <c:pt idx="10920">
                  <c:v>generation kia</c:v>
                </c:pt>
                <c:pt idx="10921">
                  <c:v>auto rental etc</c:v>
                </c:pt>
                <c:pt idx="10922">
                  <c:v>g-force auto sales</c:v>
                </c:pt>
                <c:pt idx="10923">
                  <c:v>clear lake volkswagen</c:v>
                </c:pt>
                <c:pt idx="10924">
                  <c:v>1582529 alberta ltd</c:v>
                </c:pt>
                <c:pt idx="10925">
                  <c:v>elite auto financial</c:v>
                </c:pt>
                <c:pt idx="10926">
                  <c:v>autonation honda south corpus christi</c:v>
                </c:pt>
                <c:pt idx="10927">
                  <c:v>harvard ford llc</c:v>
                </c:pt>
                <c:pt idx="10928">
                  <c:v>automobiles delaney inc</c:v>
                </c:pt>
                <c:pt idx="10929">
                  <c:v>capital auto sales inc</c:v>
                </c:pt>
                <c:pt idx="10930">
                  <c:v>eddie's auto sales</c:v>
                </c:pt>
                <c:pt idx="10931">
                  <c:v>richmond ford lincoln</c:v>
                </c:pt>
                <c:pt idx="10932">
                  <c:v>truliant credit union</c:v>
                </c:pt>
                <c:pt idx="10933">
                  <c:v>onemain rem/amigos auto sales</c:v>
                </c:pt>
                <c:pt idx="10934">
                  <c:v>the auto liquidation group</c:v>
                </c:pt>
                <c:pt idx="10935">
                  <c:v>kensington finance inc</c:v>
                </c:pt>
                <c:pt idx="10936">
                  <c:v>stirling motors</c:v>
                </c:pt>
                <c:pt idx="10937">
                  <c:v>repo remarketing/greater nevada credit union</c:v>
                </c:pt>
                <c:pt idx="10938">
                  <c:v>south miami kia</c:v>
                </c:pt>
                <c:pt idx="10939">
                  <c:v>regions automotive group</c:v>
                </c:pt>
                <c:pt idx="10940">
                  <c:v>messier motors inc</c:v>
                </c:pt>
                <c:pt idx="10941">
                  <c:v>wheel sport center inc</c:v>
                </c:pt>
                <c:pt idx="10942">
                  <c:v>schools first fcu</c:v>
                </c:pt>
                <c:pt idx="10943">
                  <c:v>premier auto llc</c:v>
                </c:pt>
                <c:pt idx="10944">
                  <c:v>midwest credit union</c:v>
                </c:pt>
                <c:pt idx="10945">
                  <c:v>spartan trucks</c:v>
                </c:pt>
                <c:pt idx="10946">
                  <c:v>stevenson toyota</c:v>
                </c:pt>
                <c:pt idx="10947">
                  <c:v>san ramon motors</c:v>
                </c:pt>
                <c:pt idx="10948">
                  <c:v>thatcher auto sales</c:v>
                </c:pt>
                <c:pt idx="10949">
                  <c:v>skipco /source one</c:v>
                </c:pt>
                <c:pt idx="10950">
                  <c:v>remarketing by ge/arrowpoint fcu</c:v>
                </c:pt>
                <c:pt idx="10951">
                  <c:v>takoma motors inc</c:v>
                </c:pt>
                <c:pt idx="10952">
                  <c:v>remarketing by ge/buckeye community fcu</c:v>
                </c:pt>
                <c:pt idx="10953">
                  <c:v>titlemax/san antonio tx16</c:v>
                </c:pt>
                <c:pt idx="10954">
                  <c:v>nw fleet llc</c:v>
                </c:pt>
                <c:pt idx="10955">
                  <c:v>united police fcu</c:v>
                </c:pt>
                <c:pt idx="10956">
                  <c:v>little cypress motor co</c:v>
                </c:pt>
                <c:pt idx="10957">
                  <c:v>kvm auto</c:v>
                </c:pt>
                <c:pt idx="10958">
                  <c:v>square deal auto sales &amp; service llc</c:v>
                </c:pt>
                <c:pt idx="10959">
                  <c:v>victory chrysler dodge ram</c:v>
                </c:pt>
                <c:pt idx="10960">
                  <c:v>tibet motors inc</c:v>
                </c:pt>
                <c:pt idx="10961">
                  <c:v>delta dealer services</c:v>
                </c:pt>
                <c:pt idx="10962">
                  <c:v>chuck nash chevrolet buick gmc</c:v>
                </c:pt>
                <c:pt idx="10963">
                  <c:v>atlantic coast remarketing inc/dwci</c:v>
                </c:pt>
                <c:pt idx="10964">
                  <c:v>clovis auto mart</c:v>
                </c:pt>
                <c:pt idx="10965">
                  <c:v>common cents auto inc</c:v>
                </c:pt>
                <c:pt idx="10966">
                  <c:v>edmonton auto zone ltd</c:v>
                </c:pt>
                <c:pt idx="10967">
                  <c:v>keene dodge chrysler jeep ram</c:v>
                </c:pt>
                <c:pt idx="10968">
                  <c:v>heritage acceptance corp</c:v>
                </c:pt>
                <c:pt idx="10969">
                  <c:v>kar net inc</c:v>
                </c:pt>
                <c:pt idx="10970">
                  <c:v>auto brokers</c:v>
                </c:pt>
                <c:pt idx="10971">
                  <c:v>auto market az llc</c:v>
                </c:pt>
                <c:pt idx="10972">
                  <c:v>ab autos</c:v>
                </c:pt>
                <c:pt idx="10973">
                  <c:v>dakar auto sales inc</c:v>
                </c:pt>
                <c:pt idx="10974">
                  <c:v>cassill motors inc</c:v>
                </c:pt>
                <c:pt idx="10975">
                  <c:v>creighton auto inc</c:v>
                </c:pt>
                <c:pt idx="10976">
                  <c:v>aa auto rental</c:v>
                </c:pt>
                <c:pt idx="10977">
                  <c:v>cs motorworx llc</c:v>
                </c:pt>
                <c:pt idx="10978">
                  <c:v>auto mart llc</c:v>
                </c:pt>
                <c:pt idx="10979">
                  <c:v>bethlehem teachers fcu</c:v>
                </c:pt>
                <c:pt idx="10980">
                  <c:v>a n d automotive</c:v>
                </c:pt>
                <c:pt idx="10981">
                  <c:v>joel's auto wholesale  inc</c:v>
                </c:pt>
                <c:pt idx="10982">
                  <c:v>q automotive brandon fl llc</c:v>
                </c:pt>
                <c:pt idx="10983">
                  <c:v>remarketing by ge/mcguinness ii inc.</c:v>
                </c:pt>
                <c:pt idx="10984">
                  <c:v>navigli usa inc</c:v>
                </c:pt>
                <c:pt idx="10985">
                  <c:v>welcome federal credit union</c:v>
                </c:pt>
                <c:pt idx="10986">
                  <c:v>rj classic cars auto mart llc</c:v>
                </c:pt>
                <c:pt idx="10987">
                  <c:v>marquinas enterprises</c:v>
                </c:pt>
                <c:pt idx="10988">
                  <c:v>onemain rem/kia of mankato</c:v>
                </c:pt>
                <c:pt idx="10989">
                  <c:v>oscar's auto sales</c:v>
                </c:pt>
                <c:pt idx="10990">
                  <c:v>westamerica bank</c:v>
                </c:pt>
                <c:pt idx="10991">
                  <c:v>new plainfield auto sales inc</c:v>
                </c:pt>
                <c:pt idx="10992">
                  <c:v>anytime auto group</c:v>
                </c:pt>
                <c:pt idx="10993">
                  <c:v>european / international gmbh</c:v>
                </c:pt>
                <c:pt idx="10994">
                  <c:v>josean fourquet auto corp</c:v>
                </c:pt>
                <c:pt idx="10995">
                  <c:v>auto outlet llc</c:v>
                </c:pt>
                <c:pt idx="10996">
                  <c:v>carman ford lincoln inc</c:v>
                </c:pt>
                <c:pt idx="10997">
                  <c:v>acquisition motors</c:v>
                </c:pt>
                <c:pt idx="10998">
                  <c:v>j a r auto sales inc</c:v>
                </c:pt>
                <c:pt idx="10999">
                  <c:v>citizens bank</c:v>
                </c:pt>
                <c:pt idx="11000">
                  <c:v>chris s century car co llc</c:v>
                </c:pt>
                <c:pt idx="11001">
                  <c:v>auto sol llc</c:v>
                </c:pt>
                <c:pt idx="11002">
                  <c:v>highlander truck &amp; auto sales</c:v>
                </c:pt>
                <c:pt idx="11003">
                  <c:v>munoz auto sales  inc.</c:v>
                </c:pt>
                <c:pt idx="11004">
                  <c:v>carquest</c:v>
                </c:pt>
                <c:pt idx="11005">
                  <c:v>underhill motor sales</c:v>
                </c:pt>
                <c:pt idx="11006">
                  <c:v>sunset auto wholesale</c:v>
                </c:pt>
                <c:pt idx="11007">
                  <c:v>lynnes subaru inc</c:v>
                </c:pt>
                <c:pt idx="11008">
                  <c:v>ultimate used cars inc</c:v>
                </c:pt>
                <c:pt idx="11009">
                  <c:v>rios auto sales</c:v>
                </c:pt>
                <c:pt idx="11010">
                  <c:v>red's custom motors</c:v>
                </c:pt>
                <c:pt idx="11011">
                  <c:v>south carolina federal credit union</c:v>
                </c:pt>
                <c:pt idx="11012">
                  <c:v>tefco payment center</c:v>
                </c:pt>
                <c:pt idx="11013">
                  <c:v>wegge motor cars a corporation</c:v>
                </c:pt>
                <c:pt idx="11014">
                  <c:v>the auto market sales &amp; services inc</c:v>
                </c:pt>
                <c:pt idx="11015">
                  <c:v>onemain rem/california auto wholesale</c:v>
                </c:pt>
                <c:pt idx="11016">
                  <c:v>rich's family motors</c:v>
                </c:pt>
                <c:pt idx="11017">
                  <c:v>mike albert leasing inc/suzuki</c:v>
                </c:pt>
                <c:pt idx="11018">
                  <c:v>select net autos llc</c:v>
                </c:pt>
                <c:pt idx="11019">
                  <c:v>m5 automotive group inc</c:v>
                </c:pt>
                <c:pt idx="11020">
                  <c:v>route 22 honda</c:v>
                </c:pt>
                <c:pt idx="11021">
                  <c:v>texans autos</c:v>
                </c:pt>
                <c:pt idx="11022">
                  <c:v>sky motors</c:v>
                </c:pt>
                <c:pt idx="11023">
                  <c:v>rc leasing inc</c:v>
                </c:pt>
                <c:pt idx="11024">
                  <c:v>lee co funding inc</c:v>
                </c:pt>
                <c:pt idx="11025">
                  <c:v>primertus remarketing/haak auto</c:v>
                </c:pt>
                <c:pt idx="11026">
                  <c:v>galerie d autos montreal</c:v>
                </c:pt>
                <c:pt idx="11027">
                  <c:v>birion company</c:v>
                </c:pt>
                <c:pt idx="11028">
                  <c:v>auto credit of virginia</c:v>
                </c:pt>
                <c:pt idx="11029">
                  <c:v>corporate america fcu</c:v>
                </c:pt>
                <c:pt idx="11030">
                  <c:v>griffin auto inc</c:v>
                </c:pt>
                <c:pt idx="11031">
                  <c:v>aguilar auto sales</c:v>
                </c:pt>
                <c:pt idx="11032">
                  <c:v>automotive financial of america  inc</c:v>
                </c:pt>
                <c:pt idx="11033">
                  <c:v>atlantic coast remarketing inc/gettysburg auto s</c:v>
                </c:pt>
                <c:pt idx="11034">
                  <c:v>a-l financial</c:v>
                </c:pt>
                <c:pt idx="11035">
                  <c:v>sunrise chevrolet inc</c:v>
                </c:pt>
                <c:pt idx="11036">
                  <c:v>fiesta motors inc</c:v>
                </c:pt>
                <c:pt idx="11037">
                  <c:v>prestige volkswagen of stamford</c:v>
                </c:pt>
                <c:pt idx="11038">
                  <c:v>ryan motorsport</c:v>
                </c:pt>
                <c:pt idx="11039">
                  <c:v>key used auto sales  inc</c:v>
                </c:pt>
                <c:pt idx="11040">
                  <c:v>r &amp; m auto sales</c:v>
                </c:pt>
                <c:pt idx="11041">
                  <c:v>national exchange</c:v>
                </c:pt>
                <c:pt idx="11042">
                  <c:v>professional financial services/cincinnati</c:v>
                </c:pt>
                <c:pt idx="11043">
                  <c:v>lithia dodge of las cruces</c:v>
                </c:pt>
                <c:pt idx="11044">
                  <c:v>titlemax/nashville tn8</c:v>
                </c:pt>
                <c:pt idx="11045">
                  <c:v>panda motors</c:v>
                </c:pt>
                <c:pt idx="11046">
                  <c:v>williams chevrolet honda kia</c:v>
                </c:pt>
                <c:pt idx="11047">
                  <c:v>north star</c:v>
                </c:pt>
                <c:pt idx="11048">
                  <c:v>total auto sales llc</c:v>
                </c:pt>
                <c:pt idx="11049">
                  <c:v>kline auto world</c:v>
                </c:pt>
                <c:pt idx="11050">
                  <c:v>titlemax/nashville tn1</c:v>
                </c:pt>
                <c:pt idx="11051">
                  <c:v>west coast auto group</c:v>
                </c:pt>
                <c:pt idx="11052">
                  <c:v>walser burnsville mazda</c:v>
                </c:pt>
                <c:pt idx="11053">
                  <c:v>reliance credit union</c:v>
                </c:pt>
                <c:pt idx="11054">
                  <c:v>northeast car connection inc</c:v>
                </c:pt>
                <c:pt idx="11055">
                  <c:v>south cali auto</c:v>
                </c:pt>
                <c:pt idx="11056">
                  <c:v>manheim hawaii</c:v>
                </c:pt>
                <c:pt idx="11057">
                  <c:v>van 2 auto sales inc</c:v>
                </c:pt>
                <c:pt idx="11058">
                  <c:v>preferred auto sales inc</c:v>
                </c:pt>
                <c:pt idx="11059">
                  <c:v>tidewater finance c0</c:v>
                </c:pt>
                <c:pt idx="11060">
                  <c:v>kobigor auto group</c:v>
                </c:pt>
                <c:pt idx="11061">
                  <c:v>a295</c:v>
                </c:pt>
                <c:pt idx="11062">
                  <c:v>faith technologies inc</c:v>
                </c:pt>
                <c:pt idx="11063">
                  <c:v>auto zag inc</c:v>
                </c:pt>
                <c:pt idx="11064">
                  <c:v>gable dodge chrysler jeep inc</c:v>
                </c:pt>
                <c:pt idx="11065">
                  <c:v>corporate fleet management</c:v>
                </c:pt>
                <c:pt idx="11066">
                  <c:v>currie motors chevrolet inc</c:v>
                </c:pt>
                <c:pt idx="11067">
                  <c:v>altra federal credit union</c:v>
                </c:pt>
                <c:pt idx="11068">
                  <c:v>chrysler jeep dodge ram marin</c:v>
                </c:pt>
                <c:pt idx="11069">
                  <c:v>john elway cadillac of park meadows</c:v>
                </c:pt>
                <c:pt idx="11070">
                  <c:v>fiserv/esl fcu</c:v>
                </c:pt>
                <c:pt idx="11071">
                  <c:v>elite imports plus llc</c:v>
                </c:pt>
                <c:pt idx="11072">
                  <c:v>dbit enterprise inc dba holy land ent inc</c:v>
                </c:pt>
                <c:pt idx="11073">
                  <c:v>big mommas auto sales</c:v>
                </c:pt>
                <c:pt idx="11074">
                  <c:v>par autos inc</c:v>
                </c:pt>
                <c:pt idx="11075">
                  <c:v>griffin tire and battery</c:v>
                </c:pt>
                <c:pt idx="11076">
                  <c:v>cottage street motors inc</c:v>
                </c:pt>
                <c:pt idx="11077">
                  <c:v>indiana finance co</c:v>
                </c:pt>
                <c:pt idx="11078">
                  <c:v>bergen auto imports llc</c:v>
                </c:pt>
                <c:pt idx="11079">
                  <c:v>lithia chrysler jeep dodge of eugene</c:v>
                </c:pt>
                <c:pt idx="11080">
                  <c:v>legendary rides llc</c:v>
                </c:pt>
                <c:pt idx="11081">
                  <c:v>reynolds &amp; reynolds</c:v>
                </c:pt>
                <c:pt idx="11082">
                  <c:v>washington area teachers federal credit union</c:v>
                </c:pt>
                <c:pt idx="11083">
                  <c:v>luxury motors</c:v>
                </c:pt>
                <c:pt idx="11084">
                  <c:v>pas finance</c:v>
                </c:pt>
                <c:pt idx="11085">
                  <c:v>superior finance co/oklahoma city</c:v>
                </c:pt>
                <c:pt idx="11086">
                  <c:v>onemain rem/auto loan finders inc</c:v>
                </c:pt>
                <c:pt idx="11087">
                  <c:v>tdaf remarketing / lehighton kia</c:v>
                </c:pt>
                <c:pt idx="11088">
                  <c:v>victory subaru llc</c:v>
                </c:pt>
                <c:pt idx="11089">
                  <c:v>topsfield motor company llc</c:v>
                </c:pt>
                <c:pt idx="11090">
                  <c:v>used auto imports of florida llc</c:v>
                </c:pt>
                <c:pt idx="11091">
                  <c:v>vantastic autos llc</c:v>
                </c:pt>
                <c:pt idx="11092">
                  <c:v>valley hi nissan</c:v>
                </c:pt>
                <c:pt idx="11093">
                  <c:v>repo remarketing/health associates fcu</c:v>
                </c:pt>
                <c:pt idx="11094">
                  <c:v>townsgate capital corporation</c:v>
                </c:pt>
                <c:pt idx="11095">
                  <c:v>metallic auto inc</c:v>
                </c:pt>
                <c:pt idx="11096">
                  <c:v>usps vmf/raleigh</c:v>
                </c:pt>
                <c:pt idx="11097">
                  <c:v>universal acceptance corp</c:v>
                </c:pt>
                <c:pt idx="11098">
                  <c:v>gold financial corporation</c:v>
                </c:pt>
                <c:pt idx="11099">
                  <c:v>engle road auto</c:v>
                </c:pt>
                <c:pt idx="11100">
                  <c:v>james hodge ford inc</c:v>
                </c:pt>
                <c:pt idx="11101">
                  <c:v>first midwest bank</c:v>
                </c:pt>
                <c:pt idx="11102">
                  <c:v>blackmons automotive llc</c:v>
                </c:pt>
                <c:pt idx="11103">
                  <c:v>car now acceptance co/easton</c:v>
                </c:pt>
                <c:pt idx="11104">
                  <c:v>titlemax / lavergne - tn1</c:v>
                </c:pt>
                <c:pt idx="11105">
                  <c:v>st mina auto sales</c:v>
                </c:pt>
                <c:pt idx="11106">
                  <c:v>hawks collision repair center inc</c:v>
                </c:pt>
                <c:pt idx="11107">
                  <c:v>import auto sales llc</c:v>
                </c:pt>
                <c:pt idx="11108">
                  <c:v>auto equity loans</c:v>
                </c:pt>
                <c:pt idx="11109">
                  <c:v>onemain rem/antonios auto sales</c:v>
                </c:pt>
                <c:pt idx="11110">
                  <c:v>northland area fcu</c:v>
                </c:pt>
                <c:pt idx="11111">
                  <c:v>wallet wise wheels inc</c:v>
                </c:pt>
                <c:pt idx="11112">
                  <c:v>vincent west group llc</c:v>
                </c:pt>
                <c:pt idx="11113">
                  <c:v>permian ford lincoln inc</c:v>
                </c:pt>
                <c:pt idx="11114">
                  <c:v>overbys inc</c:v>
                </c:pt>
                <c:pt idx="11115">
                  <c:v>rand auto sales</c:v>
                </c:pt>
                <c:pt idx="11116">
                  <c:v>shults resale center of olean</c:v>
                </c:pt>
                <c:pt idx="11117">
                  <c:v>semersky enterprises inc</c:v>
                </c:pt>
                <c:pt idx="11118">
                  <c:v>modern fleet liquidation</c:v>
                </c:pt>
                <c:pt idx="11119">
                  <c:v>la car</c:v>
                </c:pt>
                <c:pt idx="11120">
                  <c:v>repo remarketing/the golden 1 credit union</c:v>
                </c:pt>
                <c:pt idx="11121">
                  <c:v>lexon motors</c:v>
                </c:pt>
                <c:pt idx="11122">
                  <c:v>wild mile auto sales</c:v>
                </c:pt>
                <c:pt idx="11123">
                  <c:v>koinn general merchandise inc</c:v>
                </c:pt>
                <c:pt idx="11124">
                  <c:v>skillings auto sales inc</c:v>
                </c:pt>
                <c:pt idx="11125">
                  <c:v>pace financial llc</c:v>
                </c:pt>
                <c:pt idx="11126">
                  <c:v>smart choice auto sales inc</c:v>
                </c:pt>
                <c:pt idx="11127">
                  <c:v>onemain rem/budget automart</c:v>
                </c:pt>
                <c:pt idx="11128">
                  <c:v>uluxx auto sales llc</c:v>
                </c:pt>
                <c:pt idx="11129">
                  <c:v>primeritus remarketing/virginia finance group ll</c:v>
                </c:pt>
                <c:pt idx="11130">
                  <c:v>l &amp; l sales of mexia llc</c:v>
                </c:pt>
                <c:pt idx="11131">
                  <c:v>pacoima motors # 2</c:v>
                </c:pt>
                <c:pt idx="11132">
                  <c:v>subaru of beechmont inc</c:v>
                </c:pt>
                <c:pt idx="11133">
                  <c:v>paradise auto brokers inc</c:v>
                </c:pt>
                <c:pt idx="11134">
                  <c:v>emkay caribbean leasing corporation</c:v>
                </c:pt>
                <c:pt idx="11135">
                  <c:v>deals for less automotive llc</c:v>
                </c:pt>
                <c:pt idx="11136">
                  <c:v>autos unlimited inc</c:v>
                </c:pt>
                <c:pt idx="11137">
                  <c:v>all cars llc</c:v>
                </c:pt>
                <c:pt idx="11138">
                  <c:v>gateway auto sales</c:v>
                </c:pt>
                <c:pt idx="11139">
                  <c:v>first stop auto brokers llc</c:v>
                </c:pt>
                <c:pt idx="11140">
                  <c:v>jenkins nissan of brunswick</c:v>
                </c:pt>
                <c:pt idx="11141">
                  <c:v>georgia dealers insurance co</c:v>
                </c:pt>
                <c:pt idx="11142">
                  <c:v>independent finance co inc</c:v>
                </c:pt>
                <c:pt idx="11143">
                  <c:v>herndon chevrolet inc</c:v>
                </c:pt>
                <c:pt idx="11144">
                  <c:v>cmd motors</c:v>
                </c:pt>
                <c:pt idx="11145">
                  <c:v>cyrus auto sales llc</c:v>
                </c:pt>
                <c:pt idx="11146">
                  <c:v>b &amp; w auto sales inc</c:v>
                </c:pt>
                <c:pt idx="11147">
                  <c:v>buhler chrys plymouth jeep</c:v>
                </c:pt>
                <c:pt idx="11148">
                  <c:v>car cafe llc</c:v>
                </c:pt>
                <c:pt idx="11149">
                  <c:v>a &amp; r motors</c:v>
                </c:pt>
                <c:pt idx="11150">
                  <c:v>ideal auto sales inc of decatur</c:v>
                </c:pt>
                <c:pt idx="11151">
                  <c:v>cornerstone credit union</c:v>
                </c:pt>
                <c:pt idx="11152">
                  <c:v>coosa pines fcu</c:v>
                </c:pt>
                <c:pt idx="11153">
                  <c:v>baldwin motors inc</c:v>
                </c:pt>
                <c:pt idx="11154">
                  <c:v>honda trading america</c:v>
                </c:pt>
                <c:pt idx="11155">
                  <c:v>brett spaulding sales llc</c:v>
                </c:pt>
                <c:pt idx="11156">
                  <c:v>first nebraska educators credit union</c:v>
                </c:pt>
                <c:pt idx="11157">
                  <c:v>cool green preowned auto sales llc</c:v>
                </c:pt>
                <c:pt idx="11158">
                  <c:v>auto boutique chicago inc</c:v>
                </c:pt>
                <c:pt idx="11159">
                  <c:v>cueter chrysler jeep dodge llc</c:v>
                </c:pt>
                <c:pt idx="11160">
                  <c:v>elegant auto sales</c:v>
                </c:pt>
                <c:pt idx="11161">
                  <c:v>redstone fcu</c:v>
                </c:pt>
                <c:pt idx="11162">
                  <c:v>valley auto connection llc</c:v>
                </c:pt>
                <c:pt idx="11163">
                  <c:v>l &amp; j auto brokers llc</c:v>
                </c:pt>
                <c:pt idx="11164">
                  <c:v>repo remarketing/iq credit union</c:v>
                </c:pt>
                <c:pt idx="11165">
                  <c:v>premier asset management inc</c:v>
                </c:pt>
                <c:pt idx="11166">
                  <c:v>northtown hyundai subaru</c:v>
                </c:pt>
                <c:pt idx="11167">
                  <c:v>thornton road kia</c:v>
                </c:pt>
                <c:pt idx="11168">
                  <c:v>life credit union</c:v>
                </c:pt>
                <c:pt idx="11169">
                  <c:v>repo remarketing / educational employees fcu</c:v>
                </c:pt>
                <c:pt idx="11170">
                  <c:v>lendmark financial services/cumming</c:v>
                </c:pt>
                <c:pt idx="11171">
                  <c:v>tiverton motor sales  inc.</c:v>
                </c:pt>
                <c:pt idx="11172">
                  <c:v>morries cadillac</c:v>
                </c:pt>
                <c:pt idx="11173">
                  <c:v>fleet dodge</c:v>
                </c:pt>
                <c:pt idx="11174">
                  <c:v>citadel fcu</c:v>
                </c:pt>
                <c:pt idx="11175">
                  <c:v>brock coleman</c:v>
                </c:pt>
                <c:pt idx="11176">
                  <c:v>cyber garage</c:v>
                </c:pt>
                <c:pt idx="11177">
                  <c:v>acura columbus</c:v>
                </c:pt>
                <c:pt idx="11178">
                  <c:v>j &amp; c auto sales inc</c:v>
                </c:pt>
                <c:pt idx="11179">
                  <c:v>ett auto sales llc</c:v>
                </c:pt>
                <c:pt idx="11180">
                  <c:v>central auto credit inc</c:v>
                </c:pt>
                <c:pt idx="11181">
                  <c:v>classique companies</c:v>
                </c:pt>
                <c:pt idx="11182">
                  <c:v>car now acceptance co/winchester</c:v>
                </c:pt>
                <c:pt idx="11183">
                  <c:v>karls chevrolet inc</c:v>
                </c:pt>
                <c:pt idx="11184">
                  <c:v>ceylon auto traders inc</c:v>
                </c:pt>
                <c:pt idx="11185">
                  <c:v>3lm motorsports inc</c:v>
                </c:pt>
                <c:pt idx="11186">
                  <c:v>bell &amp; bell buick gmc trucks</c:v>
                </c:pt>
                <c:pt idx="11187">
                  <c:v>sindic motors llc</c:v>
                </c:pt>
                <c:pt idx="11188">
                  <c:v>quality cars</c:v>
                </c:pt>
                <c:pt idx="11189">
                  <c:v>candor inc</c:v>
                </c:pt>
                <c:pt idx="11190">
                  <c:v>bmg auto</c:v>
                </c:pt>
                <c:pt idx="11191">
                  <c:v>enzo motors inc</c:v>
                </c:pt>
                <c:pt idx="11192">
                  <c:v>mph2 funding</c:v>
                </c:pt>
                <c:pt idx="11193">
                  <c:v>mccarthy blue springs nissan inc</c:v>
                </c:pt>
                <c:pt idx="11194">
                  <c:v>tdaf remarketing/best car sale co inc</c:v>
                </c:pt>
                <c:pt idx="11195">
                  <c:v>lenders assistance corp/auction advantage group</c:v>
                </c:pt>
                <c:pt idx="11196">
                  <c:v>repo remarketing / educational employees cu</c:v>
                </c:pt>
                <c:pt idx="11197">
                  <c:v>momentum audi</c:v>
                </c:pt>
                <c:pt idx="11198">
                  <c:v>rt motorsports</c:v>
                </c:pt>
                <c:pt idx="11199">
                  <c:v>rightway automotive credit</c:v>
                </c:pt>
                <c:pt idx="11200">
                  <c:v>metro auto exchange inc</c:v>
                </c:pt>
                <c:pt idx="11201">
                  <c:v>me auto llc</c:v>
                </c:pt>
                <c:pt idx="11202">
                  <c:v>the car firm llc</c:v>
                </c:pt>
                <c:pt idx="11203">
                  <c:v>phil long ford raton llc</c:v>
                </c:pt>
                <c:pt idx="11204">
                  <c:v>kia store east</c:v>
                </c:pt>
                <c:pt idx="11205">
                  <c:v>international imports</c:v>
                </c:pt>
                <c:pt idx="11206">
                  <c:v>distinctive auto brokers inc</c:v>
                </c:pt>
                <c:pt idx="11207">
                  <c:v>jims auto sales inc</c:v>
                </c:pt>
                <c:pt idx="11208">
                  <c:v>autotrends north inc</c:v>
                </c:pt>
                <c:pt idx="11209">
                  <c:v>brazusa auto store  inc</c:v>
                </c:pt>
                <c:pt idx="11210">
                  <c:v>family savings fcu</c:v>
                </c:pt>
                <c:pt idx="11211">
                  <c:v>fiserv/cfcu community cu</c:v>
                </c:pt>
                <c:pt idx="11212">
                  <c:v>oc motorcars</c:v>
                </c:pt>
                <c:pt idx="11213">
                  <c:v>park national bank</c:v>
                </c:pt>
                <c:pt idx="11214">
                  <c:v>ottawa rv llc</c:v>
                </c:pt>
                <c:pt idx="11215">
                  <c:v>nica motors inc</c:v>
                </c:pt>
                <c:pt idx="11216">
                  <c:v>professional financial services/greenville</c:v>
                </c:pt>
                <c:pt idx="11217">
                  <c:v>patriots fcu</c:v>
                </c:pt>
                <c:pt idx="11218">
                  <c:v>remarketing by ge/east town auto sales</c:v>
                </c:pt>
                <c:pt idx="11219">
                  <c:v>scotts auto wholesale llc</c:v>
                </c:pt>
                <c:pt idx="11220">
                  <c:v>primeritus remarketing/sas</c:v>
                </c:pt>
                <c:pt idx="11221">
                  <c:v>rpm auto sales and service</c:v>
                </c:pt>
                <c:pt idx="11222">
                  <c:v>village motorcars inc</c:v>
                </c:pt>
                <c:pt idx="11223">
                  <c:v>the caldwell leasing</c:v>
                </c:pt>
                <c:pt idx="11224">
                  <c:v>repo remarketing/harris county fcu</c:v>
                </c:pt>
                <c:pt idx="11225">
                  <c:v>silver landing financial llc</c:v>
                </c:pt>
                <c:pt idx="11226">
                  <c:v>falcon auto sale</c:v>
                </c:pt>
                <c:pt idx="11227">
                  <c:v>automax kc llc</c:v>
                </c:pt>
                <c:pt idx="11228">
                  <c:v>gl financial</c:v>
                </c:pt>
                <c:pt idx="11229">
                  <c:v>first missouri credit union</c:v>
                </c:pt>
                <c:pt idx="11230">
                  <c:v>ibew plus credit union</c:v>
                </c:pt>
                <c:pt idx="11231">
                  <c:v>bryons auto body</c:v>
                </c:pt>
                <c:pt idx="11232">
                  <c:v>autofinderz direct llc</c:v>
                </c:pt>
                <c:pt idx="11233">
                  <c:v>autonation ford panama city</c:v>
                </c:pt>
                <c:pt idx="11234">
                  <c:v>auto &amp; truck direct</c:v>
                </c:pt>
                <c:pt idx="11235">
                  <c:v>selma mazda</c:v>
                </c:pt>
                <c:pt idx="11236">
                  <c:v>south motors group inc</c:v>
                </c:pt>
                <c:pt idx="11237">
                  <c:v>yates brothers motor company inc</c:v>
                </c:pt>
                <c:pt idx="11238">
                  <c:v>nationwide west llc</c:v>
                </c:pt>
                <c:pt idx="11239">
                  <c:v>select auto group</c:v>
                </c:pt>
                <c:pt idx="11240">
                  <c:v>liquidations de camions brodo</c:v>
                </c:pt>
                <c:pt idx="11241">
                  <c:v>volvo car finance na</c:v>
                </c:pt>
                <c:pt idx="11242">
                  <c:v>larry h miller ford lincoln mercury-sandy</c:v>
                </c:pt>
                <c:pt idx="11243">
                  <c:v>midwest automotive marketing inc</c:v>
                </c:pt>
                <c:pt idx="11244">
                  <c:v>robert h herzog fleet services</c:v>
                </c:pt>
                <c:pt idx="11245">
                  <c:v>take a car auto sale llc</c:v>
                </c:pt>
                <c:pt idx="11246">
                  <c:v>kings toyota</c:v>
                </c:pt>
                <c:pt idx="11247">
                  <c:v>southern iowa wholesale inc</c:v>
                </c:pt>
                <c:pt idx="11248">
                  <c:v>3 line motors llc</c:v>
                </c:pt>
                <c:pt idx="11249">
                  <c:v>autosport honda</c:v>
                </c:pt>
                <c:pt idx="11250">
                  <c:v>canadian auto credit approval centre</c:v>
                </c:pt>
                <c:pt idx="11251">
                  <c:v>ever shine auto detailing</c:v>
                </c:pt>
                <c:pt idx="11252">
                  <c:v>creative leasing and funding company</c:v>
                </c:pt>
                <c:pt idx="11253">
                  <c:v>dallas fcu</c:v>
                </c:pt>
                <c:pt idx="11254">
                  <c:v>jupiter auto exchange inc</c:v>
                </c:pt>
                <c:pt idx="11255">
                  <c:v>a &amp; r auto sale inc</c:v>
                </c:pt>
                <c:pt idx="11256">
                  <c:v>auto sales express inc</c:v>
                </c:pt>
                <c:pt idx="11257">
                  <c:v>event motoring</c:v>
                </c:pt>
                <c:pt idx="11258">
                  <c:v>1995 first avenue station</c:v>
                </c:pt>
                <c:pt idx="11259">
                  <c:v>comerica bank</c:v>
                </c:pt>
                <c:pt idx="11260">
                  <c:v>crown metal packaging canada lp</c:v>
                </c:pt>
                <c:pt idx="11261">
                  <c:v>geediok international ltd</c:v>
                </c:pt>
                <c:pt idx="11262">
                  <c:v>titlemax / murfreesboro tn2</c:v>
                </c:pt>
                <c:pt idx="11263">
                  <c:v>braunz automotive group</c:v>
                </c:pt>
                <c:pt idx="11264">
                  <c:v>boucher hyundai of waukesha</c:v>
                </c:pt>
                <c:pt idx="11265">
                  <c:v>procar</c:v>
                </c:pt>
                <c:pt idx="11266">
                  <c:v>mat's auto sales</c:v>
                </c:pt>
                <c:pt idx="11267">
                  <c:v>winn santa maria hyundai</c:v>
                </c:pt>
                <c:pt idx="11268">
                  <c:v>smithburg automotive inc</c:v>
                </c:pt>
                <c:pt idx="11269">
                  <c:v>planet mitsubishi-suzuki</c:v>
                </c:pt>
                <c:pt idx="11270">
                  <c:v>lindsay acura</c:v>
                </c:pt>
                <c:pt idx="11271">
                  <c:v>state street cars &amp; trucks</c:v>
                </c:pt>
                <c:pt idx="11272">
                  <c:v>wide world inc</c:v>
                </c:pt>
                <c:pt idx="11273">
                  <c:v>rcb bank</c:v>
                </c:pt>
                <c:pt idx="11274">
                  <c:v>the rite car llc</c:v>
                </c:pt>
                <c:pt idx="11275">
                  <c:v>pacific horizon credit union</c:v>
                </c:pt>
                <c:pt idx="11276">
                  <c:v>midlands auto sales of columbia llc</c:v>
                </c:pt>
                <c:pt idx="11277">
                  <c:v>onemain rem/cars for less</c:v>
                </c:pt>
                <c:pt idx="11278">
                  <c:v>scott credit union</c:v>
                </c:pt>
                <c:pt idx="11279">
                  <c:v>maine auto credit</c:v>
                </c:pt>
                <c:pt idx="11280">
                  <c:v>sd mission auto sales inc</c:v>
                </c:pt>
                <c:pt idx="11281">
                  <c:v>onemain rem/lb auto trading llc</c:v>
                </c:pt>
                <c:pt idx="11282">
                  <c:v>titlemax/woodbridge va2</c:v>
                </c:pt>
                <c:pt idx="11283">
                  <c:v>columbus preowned auto sales llc</c:v>
                </c:pt>
                <c:pt idx="11284">
                  <c:v>chase bank of texas</c:v>
                </c:pt>
                <c:pt idx="11285">
                  <c:v>b &amp; k used cars</c:v>
                </c:pt>
                <c:pt idx="11286">
                  <c:v>de bour motors</c:v>
                </c:pt>
                <c:pt idx="11287">
                  <c:v>da auto repairs t corp</c:v>
                </c:pt>
                <c:pt idx="11288">
                  <c:v>auto plaza ford inc</c:v>
                </c:pt>
                <c:pt idx="11289">
                  <c:v>dollar bill auto sales inc</c:v>
                </c:pt>
                <c:pt idx="11290">
                  <c:v>acar auto rental</c:v>
                </c:pt>
                <c:pt idx="11291">
                  <c:v>global trading used cars llc</c:v>
                </c:pt>
                <c:pt idx="11292">
                  <c:v>airport car sales</c:v>
                </c:pt>
                <c:pt idx="11293">
                  <c:v>azure autos</c:v>
                </c:pt>
                <c:pt idx="11294">
                  <c:v>all auto financial</c:v>
                </c:pt>
                <c:pt idx="11295">
                  <c:v>automart cars &amp; trucks</c:v>
                </c:pt>
                <c:pt idx="11296">
                  <c:v>clear remarketing</c:v>
                </c:pt>
                <c:pt idx="11297">
                  <c:v>autoland inc</c:v>
                </c:pt>
                <c:pt idx="11298">
                  <c:v>auto spa automotive sales inc</c:v>
                </c:pt>
                <c:pt idx="11299">
                  <c:v>federal financial services inc/stockbridge</c:v>
                </c:pt>
                <c:pt idx="11300">
                  <c:v>appalachian tire &amp; auto service center</c:v>
                </c:pt>
                <c:pt idx="11301">
                  <c:v>titlemax/dallas 27</c:v>
                </c:pt>
                <c:pt idx="11302">
                  <c:v>fnc towing &amp; snowplowing in</c:v>
                </c:pt>
                <c:pt idx="11303">
                  <c:v>mazda of escondido</c:v>
                </c:pt>
                <c:pt idx="11304">
                  <c:v>las vegas car connection</c:v>
                </c:pt>
                <c:pt idx="11305">
                  <c:v>truce auto llc</c:v>
                </c:pt>
                <c:pt idx="11306">
                  <c:v>onemain rem/k&amp;m motors</c:v>
                </c:pt>
                <c:pt idx="11307">
                  <c:v>rocket car company</c:v>
                </c:pt>
                <c:pt idx="11308">
                  <c:v>onemain rem/facildeal auto center</c:v>
                </c:pt>
                <c:pt idx="11309">
                  <c:v>repo remarketing/sac fcu</c:v>
                </c:pt>
                <c:pt idx="11310">
                  <c:v>coastal car sales</c:v>
                </c:pt>
                <c:pt idx="11311">
                  <c:v>clackamas fcu</c:v>
                </c:pt>
                <c:pt idx="11312">
                  <c:v>golden gate auto wholesale inc</c:v>
                </c:pt>
                <c:pt idx="11313">
                  <c:v>dave gill pontiac gmc truck inc</c:v>
                </c:pt>
                <c:pt idx="11314">
                  <c:v>gravity auto atlanta</c:v>
                </c:pt>
                <c:pt idx="11315">
                  <c:v>dutrac community credit union</c:v>
                </c:pt>
                <c:pt idx="11316">
                  <c:v>american finance</c:v>
                </c:pt>
                <c:pt idx="11317">
                  <c:v>coast auto group inc</c:v>
                </c:pt>
                <c:pt idx="11318">
                  <c:v>din motors llc</c:v>
                </c:pt>
                <c:pt idx="11319">
                  <c:v>buy your ride</c:v>
                </c:pt>
                <c:pt idx="11320">
                  <c:v>hemet hills auto sales</c:v>
                </c:pt>
                <c:pt idx="11321">
                  <c:v>beach ford linc inc</c:v>
                </c:pt>
                <c:pt idx="11322">
                  <c:v>high speed auto</c:v>
                </c:pt>
                <c:pt idx="11323">
                  <c:v>auto credit of miami</c:v>
                </c:pt>
                <c:pt idx="11324">
                  <c:v>o'donnell honda</c:v>
                </c:pt>
                <c:pt idx="11325">
                  <c:v>voyage auto sales inc</c:v>
                </c:pt>
                <c:pt idx="11326">
                  <c:v>white chrysler jeep dodge llc</c:v>
                </c:pt>
                <c:pt idx="11327">
                  <c:v>scott county sheriff's office</c:v>
                </c:pt>
                <c:pt idx="11328">
                  <c:v>stephens automotive repair &amp; custom shop</c:v>
                </c:pt>
                <c:pt idx="11329">
                  <c:v>pittsboro ford inc</c:v>
                </c:pt>
                <c:pt idx="11330">
                  <c:v>lease liquidations com</c:v>
                </c:pt>
                <c:pt idx="11331">
                  <c:v>vista motors</c:v>
                </c:pt>
                <c:pt idx="11332">
                  <c:v>titlemax/fort worth tx5</c:v>
                </c:pt>
                <c:pt idx="11333">
                  <c:v>primeritus remarketing/nexus motor trade</c:v>
                </c:pt>
                <c:pt idx="11334">
                  <c:v>mr bill motor company ltd</c:v>
                </c:pt>
                <c:pt idx="11335">
                  <c:v>magic auto center of reseda</c:v>
                </c:pt>
                <c:pt idx="11336">
                  <c:v>steet ponte volkswagen</c:v>
                </c:pt>
                <c:pt idx="11337">
                  <c:v>morgan motor co</c:v>
                </c:pt>
                <c:pt idx="11338">
                  <c:v>las torres auto sales inc</c:v>
                </c:pt>
                <c:pt idx="11339">
                  <c:v>les automobiles julien inc</c:v>
                </c:pt>
                <c:pt idx="11340">
                  <c:v>suburban auto sls &amp; lsg in</c:v>
                </c:pt>
                <c:pt idx="11341">
                  <c:v>ohio state university</c:v>
                </c:pt>
                <c:pt idx="11342">
                  <c:v>repo remarketing/pinal county fcu</c:v>
                </c:pt>
                <c:pt idx="11343">
                  <c:v>faucett motors of boaz inc</c:v>
                </c:pt>
                <c:pt idx="11344">
                  <c:v>chapman motor company</c:v>
                </c:pt>
                <c:pt idx="11345">
                  <c:v>carolina country auto sales llc</c:v>
                </c:pt>
                <c:pt idx="11346">
                  <c:v>el camino auto sales</c:v>
                </c:pt>
                <c:pt idx="11347">
                  <c:v>denton auto finance</c:v>
                </c:pt>
                <c:pt idx="11348">
                  <c:v>fairmont fcu</c:v>
                </c:pt>
                <c:pt idx="11349">
                  <c:v>clark county credit union</c:v>
                </c:pt>
                <c:pt idx="11350">
                  <c:v>ritchey cadillac</c:v>
                </c:pt>
                <c:pt idx="11351">
                  <c:v>titlemax/san antonio tx23</c:v>
                </c:pt>
                <c:pt idx="11352">
                  <c:v>titlemax/las vegas nv19</c:v>
                </c:pt>
                <c:pt idx="11353">
                  <c:v>red line motors ca ltd</c:v>
                </c:pt>
                <c:pt idx="11354">
                  <c:v>ravenswood federal credit union</c:v>
                </c:pt>
                <c:pt idx="11355">
                  <c:v>a &amp; j auto sales &amp; leasing inc</c:v>
                </c:pt>
                <c:pt idx="11356">
                  <c:v>bayshore automotive brokers</c:v>
                </c:pt>
                <c:pt idx="11357">
                  <c:v>habitat for humanity</c:v>
                </c:pt>
                <c:pt idx="11358">
                  <c:v>superior auto sales</c:v>
                </c:pt>
                <c:pt idx="11359">
                  <c:v>sharon credit union</c:v>
                </c:pt>
                <c:pt idx="11360">
                  <c:v>mid city nissan inc</c:v>
                </c:pt>
                <c:pt idx="11361">
                  <c:v>systems &amp; services technologies</c:v>
                </c:pt>
                <c:pt idx="11362">
                  <c:v>steve marsh ford  inc.</c:v>
                </c:pt>
                <c:pt idx="11363">
                  <c:v>wholesale auto inc</c:v>
                </c:pt>
                <c:pt idx="11364">
                  <c:v>special interest cars</c:v>
                </c:pt>
                <c:pt idx="11365">
                  <c:v>mission car co</c:v>
                </c:pt>
                <c:pt idx="11366">
                  <c:v>lendmark financial services/rocky mount</c:v>
                </c:pt>
                <c:pt idx="11367">
                  <c:v>jon hall chevrolet inc</c:v>
                </c:pt>
                <c:pt idx="11368">
                  <c:v>destiny motors</c:v>
                </c:pt>
                <c:pt idx="11369">
                  <c:v>imran auto group llc</c:v>
                </c:pt>
                <c:pt idx="11370">
                  <c:v>hillside motors</c:v>
                </c:pt>
                <c:pt idx="11371">
                  <c:v>jjs auto sales llc</c:v>
                </c:pt>
                <c:pt idx="11372">
                  <c:v>city of maryland heights</c:v>
                </c:pt>
                <c:pt idx="11373">
                  <c:v>farmers national bank</c:v>
                </c:pt>
                <c:pt idx="11374">
                  <c:v>burnyzz llc</c:v>
                </c:pt>
                <c:pt idx="11375">
                  <c:v>interstate motors inc</c:v>
                </c:pt>
                <c:pt idx="11376">
                  <c:v>automax of america llc</c:v>
                </c:pt>
                <c:pt idx="11377">
                  <c:v>c &amp; c automotive</c:v>
                </c:pt>
                <c:pt idx="11378">
                  <c:v>elwood auto sales</c:v>
                </c:pt>
                <c:pt idx="11379">
                  <c:v>champion transit inc</c:v>
                </c:pt>
                <c:pt idx="11380">
                  <c:v>otis auto sales</c:v>
                </c:pt>
                <c:pt idx="11381">
                  <c:v>mary liz auto sales</c:v>
                </c:pt>
                <c:pt idx="11382">
                  <c:v>j d byrider</c:v>
                </c:pt>
                <c:pt idx="11383">
                  <c:v>lee county sheriff dept</c:v>
                </c:pt>
                <c:pt idx="11384">
                  <c:v>remarketing by ge/okaloosa county teachers fcu</c:v>
                </c:pt>
                <c:pt idx="11385">
                  <c:v>valley hi kia</c:v>
                </c:pt>
                <c:pt idx="11386">
                  <c:v>pointe auto</c:v>
                </c:pt>
                <c:pt idx="11387">
                  <c:v>shenandoah motors inc</c:v>
                </c:pt>
                <c:pt idx="11388">
                  <c:v>skyline motors of raleigh inc</c:v>
                </c:pt>
                <c:pt idx="11389">
                  <c:v>sammys used cars</c:v>
                </c:pt>
                <c:pt idx="11390">
                  <c:v>nissan of stockton kia of stockton</c:v>
                </c:pt>
                <c:pt idx="11391">
                  <c:v>abs &amp;s group auto broker</c:v>
                </c:pt>
                <c:pt idx="11392">
                  <c:v>auto money title loans</c:v>
                </c:pt>
                <c:pt idx="11393">
                  <c:v>auto world financial</c:v>
                </c:pt>
                <c:pt idx="11394">
                  <c:v>centerone/jm associates fcu</c:v>
                </c:pt>
                <c:pt idx="11395">
                  <c:v>hevener's cars &amp; trucks</c:v>
                </c:pt>
                <c:pt idx="11396">
                  <c:v>bob stall chevrolet</c:v>
                </c:pt>
                <c:pt idx="11397">
                  <c:v>dreamcarsource.com llc</c:v>
                </c:pt>
                <c:pt idx="11398">
                  <c:v>citizens finance/peoria</c:v>
                </c:pt>
                <c:pt idx="11399">
                  <c:v>first class autos inc</c:v>
                </c:pt>
                <c:pt idx="11400">
                  <c:v>budget city auto sales llc</c:v>
                </c:pt>
                <c:pt idx="11401">
                  <c:v>banco santander de pr</c:v>
                </c:pt>
                <c:pt idx="11402">
                  <c:v>campus auto retail service</c:v>
                </c:pt>
                <c:pt idx="11403">
                  <c:v>clark's sunshine automotive llc</c:v>
                </c:pt>
                <c:pt idx="11404">
                  <c:v>exclusive motor cars inc</c:v>
                </c:pt>
                <c:pt idx="11405">
                  <c:v>shortline automotive inc</c:v>
                </c:pt>
                <c:pt idx="11406">
                  <c:v>united auto acceptance</c:v>
                </c:pt>
                <c:pt idx="11407">
                  <c:v>gulfgate dodge chrysler jeep inc</c:v>
                </c:pt>
                <c:pt idx="11408">
                  <c:v>integrity motors</c:v>
                </c:pt>
                <c:pt idx="11409">
                  <c:v>adam car sales inc</c:v>
                </c:pt>
                <c:pt idx="11410">
                  <c:v>commerce bank na</c:v>
                </c:pt>
                <c:pt idx="11411">
                  <c:v>w d smith car co</c:v>
                </c:pt>
                <c:pt idx="11412">
                  <c:v>ride now motors</c:v>
                </c:pt>
                <c:pt idx="11413">
                  <c:v>primeritus remarketing/metro health servi</c:v>
                </c:pt>
                <c:pt idx="11414">
                  <c:v>pacific coast benz</c:v>
                </c:pt>
                <c:pt idx="11415">
                  <c:v>pritchard auto company incorporated</c:v>
                </c:pt>
                <c:pt idx="11416">
                  <c:v>vande hey brantmeier chevrolet buick inc</c:v>
                </c:pt>
                <c:pt idx="11417">
                  <c:v>usa one</c:v>
                </c:pt>
                <c:pt idx="11418">
                  <c:v>vinna auto sales &amp; serv inc</c:v>
                </c:pt>
                <c:pt idx="11419">
                  <c:v>quazar auto sales inc</c:v>
                </c:pt>
                <c:pt idx="11420">
                  <c:v>quality discount auto brokers llc</c:v>
                </c:pt>
                <c:pt idx="11421">
                  <c:v>la auto star inc</c:v>
                </c:pt>
                <c:pt idx="11422">
                  <c:v>poulos young automotive</c:v>
                </c:pt>
                <c:pt idx="11423">
                  <c:v>lotus auto sales</c:v>
                </c:pt>
                <c:pt idx="11424">
                  <c:v>whitfields auto yard llc</c:v>
                </c:pt>
                <c:pt idx="11425">
                  <c:v>vip autos</c:v>
                </c:pt>
                <c:pt idx="11426">
                  <c:v>metrosport motorcars inc</c:v>
                </c:pt>
                <c:pt idx="11427">
                  <c:v>southeast financial credit union</c:v>
                </c:pt>
                <c:pt idx="11428">
                  <c:v>rockwall chrysler jeep</c:v>
                </c:pt>
                <c:pt idx="11429">
                  <c:v>lake michigan leasing</c:v>
                </c:pt>
                <c:pt idx="11430">
                  <c:v>kia of lynchburg</c:v>
                </c:pt>
                <c:pt idx="11431">
                  <c:v>southern car connection</c:v>
                </c:pt>
                <c:pt idx="11432">
                  <c:v>windward cars</c:v>
                </c:pt>
                <c:pt idx="11433">
                  <c:v>smart brands auto group inc</c:v>
                </c:pt>
                <c:pt idx="11434">
                  <c:v>ouachita valley federal credit union</c:v>
                </c:pt>
                <c:pt idx="11435">
                  <c:v>cumberland auto group llc</c:v>
                </c:pt>
                <c:pt idx="11436">
                  <c:v>ideal wheels motor car co llc</c:v>
                </c:pt>
                <c:pt idx="11437">
                  <c:v>discovery imports</c:v>
                </c:pt>
                <c:pt idx="11438">
                  <c:v>affordable transmission repair inc</c:v>
                </c:pt>
                <c:pt idx="11439">
                  <c:v>cape fear cars llc</c:v>
                </c:pt>
                <c:pt idx="11440">
                  <c:v>aasl holding</c:v>
                </c:pt>
                <c:pt idx="11441">
                  <c:v>e &amp; k's auto sales llc</c:v>
                </c:pt>
                <c:pt idx="11442">
                  <c:v>abc loan co of martinez llc</c:v>
                </c:pt>
                <c:pt idx="11443">
                  <c:v>central federal automotive corp</c:v>
                </c:pt>
                <c:pt idx="11444">
                  <c:v>corona auto mix</c:v>
                </c:pt>
                <c:pt idx="11445">
                  <c:v>keffer hyundai</c:v>
                </c:pt>
                <c:pt idx="11446">
                  <c:v>auto access</c:v>
                </c:pt>
                <c:pt idx="11447">
                  <c:v>gearhead auto repair inc</c:v>
                </c:pt>
                <c:pt idx="11448">
                  <c:v>farmers financial services</c:v>
                </c:pt>
                <c:pt idx="11449">
                  <c:v>heyer automotive</c:v>
                </c:pt>
                <c:pt idx="11450">
                  <c:v>car buyers llc</c:v>
                </c:pt>
                <c:pt idx="11451">
                  <c:v>five star nissan of albany</c:v>
                </c:pt>
                <c:pt idx="11452">
                  <c:v>avis ford inc</c:v>
                </c:pt>
                <c:pt idx="11453">
                  <c:v>auto fair inc</c:v>
                </c:pt>
                <c:pt idx="11454">
                  <c:v>florida financial corporation and leasing inc</c:v>
                </c:pt>
                <c:pt idx="11455">
                  <c:v>titlebucks/lebanon tn1</c:v>
                </c:pt>
                <c:pt idx="11456">
                  <c:v>city of racine</c:v>
                </c:pt>
                <c:pt idx="11457">
                  <c:v>m &amp; n financing</c:v>
                </c:pt>
                <c:pt idx="11458">
                  <c:v>main street auto sales</c:v>
                </c:pt>
                <c:pt idx="11459">
                  <c:v>remarketing by ge/healthcare comm credit union</c:v>
                </c:pt>
                <c:pt idx="11460">
                  <c:v>mcmar auto brokerz</c:v>
                </c:pt>
                <c:pt idx="11461">
                  <c:v>prime auto finance</c:v>
                </c:pt>
                <c:pt idx="11462">
                  <c:v>onemain rem/tovi motors</c:v>
                </c:pt>
                <c:pt idx="11463">
                  <c:v>the car company llc</c:v>
                </c:pt>
                <c:pt idx="11464">
                  <c:v>meyers motors</c:v>
                </c:pt>
                <c:pt idx="11465">
                  <c:v>professional financial services/richmond</c:v>
                </c:pt>
                <c:pt idx="11466">
                  <c:v>quiles auto sales</c:v>
                </c:pt>
                <c:pt idx="11467">
                  <c:v>titlemax/san antonio tx9</c:v>
                </c:pt>
                <c:pt idx="11468">
                  <c:v>team automotive</c:v>
                </c:pt>
                <c:pt idx="11469">
                  <c:v>zonemotors.com inc</c:v>
                </c:pt>
                <c:pt idx="11470">
                  <c:v>cfs of chicago</c:v>
                </c:pt>
                <c:pt idx="11471">
                  <c:v>abc autos inc</c:v>
                </c:pt>
                <c:pt idx="11472">
                  <c:v>credit union auto brokers inc</c:v>
                </c:pt>
                <c:pt idx="11473">
                  <c:v>amco llc</c:v>
                </c:pt>
                <c:pt idx="11474">
                  <c:v>auto group of san antonio ltd</c:v>
                </c:pt>
                <c:pt idx="11475">
                  <c:v>holla brothers motors llc</c:v>
                </c:pt>
                <c:pt idx="11476">
                  <c:v>frontier community credit union</c:v>
                </c:pt>
                <c:pt idx="11477">
                  <c:v>bloomington acura</c:v>
                </c:pt>
                <c:pt idx="11478">
                  <c:v>crossflag cars</c:v>
                </c:pt>
                <c:pt idx="11479">
                  <c:v>central group inc</c:v>
                </c:pt>
                <c:pt idx="11480">
                  <c:v>titlemax/fort worth tx2</c:v>
                </c:pt>
                <c:pt idx="11481">
                  <c:v>minnesota auto wholesalers inc</c:v>
                </c:pt>
                <c:pt idx="11482">
                  <c:v>chapman auto center llc</c:v>
                </c:pt>
                <c:pt idx="11483">
                  <c:v>boucher volkswagen</c:v>
                </c:pt>
                <c:pt idx="11484">
                  <c:v>pra location services</c:v>
                </c:pt>
                <c:pt idx="11485">
                  <c:v>valmot</c:v>
                </c:pt>
                <c:pt idx="11486">
                  <c:v>titlemax/lewisville tx2</c:v>
                </c:pt>
                <c:pt idx="11487">
                  <c:v>same day auto finance llc</c:v>
                </c:pt>
                <c:pt idx="11488">
                  <c:v>nationwide auto source</c:v>
                </c:pt>
                <c:pt idx="11489">
                  <c:v>onemain rem/valley automotive ii</c:v>
                </c:pt>
                <c:pt idx="11490">
                  <c:v>vip auto match corp</c:v>
                </c:pt>
                <c:pt idx="11491">
                  <c:v>suburban cadillac of plymouth</c:v>
                </c:pt>
                <c:pt idx="11492">
                  <c:v>toronto quality autozone wholsellers</c:v>
                </c:pt>
                <c:pt idx="11493">
                  <c:v>westside credit</c:v>
                </c:pt>
                <c:pt idx="11494">
                  <c:v>repo remarketing / community first credit union</c:v>
                </c:pt>
                <c:pt idx="11495">
                  <c:v>land autos</c:v>
                </c:pt>
                <c:pt idx="11496">
                  <c:v>new horizon community credit union</c:v>
                </c:pt>
                <c:pt idx="11497">
                  <c:v>atlanta best auto collection llc</c:v>
                </c:pt>
                <c:pt idx="11498">
                  <c:v>carolina toy shop llc</c:v>
                </c:pt>
                <c:pt idx="11499">
                  <c:v>cerritos nissan</c:v>
                </c:pt>
                <c:pt idx="11500">
                  <c:v>autonation volkswagen las vegas</c:v>
                </c:pt>
                <c:pt idx="11501">
                  <c:v>jim oconnor select auto llc</c:v>
                </c:pt>
                <c:pt idx="11502">
                  <c:v>dekalb county sheriff's drug task</c:v>
                </c:pt>
                <c:pt idx="11503">
                  <c:v>automobiles d occasion auto sette</c:v>
                </c:pt>
                <c:pt idx="11504">
                  <c:v>avin enterprises inc</c:v>
                </c:pt>
                <c:pt idx="11505">
                  <c:v>cars &amp; credit of florida</c:v>
                </c:pt>
                <c:pt idx="11506">
                  <c:v>anchor motors limited</c:v>
                </c:pt>
                <c:pt idx="11507">
                  <c:v>dynasty motors llc</c:v>
                </c:pt>
                <c:pt idx="11508">
                  <c:v>american motor credit llc</c:v>
                </c:pt>
                <c:pt idx="11509">
                  <c:v>city of ramsey</c:v>
                </c:pt>
                <c:pt idx="11510">
                  <c:v>glenn buick-gmc</c:v>
                </c:pt>
                <c:pt idx="11511">
                  <c:v>first financial corp</c:v>
                </c:pt>
                <c:pt idx="11512">
                  <c:v>es - car auto</c:v>
                </c:pt>
                <c:pt idx="11513">
                  <c:v>continental sales &amp; leasing</c:v>
                </c:pt>
                <c:pt idx="11514">
                  <c:v>c &amp; c autowerks inc</c:v>
                </c:pt>
                <c:pt idx="11515">
                  <c:v>classic ford of madison</c:v>
                </c:pt>
                <c:pt idx="11516">
                  <c:v>ridge subarue motors inc</c:v>
                </c:pt>
                <c:pt idx="11517">
                  <c:v>prince george's efcu</c:v>
                </c:pt>
                <c:pt idx="11518">
                  <c:v>apple valley ford linc merc</c:v>
                </c:pt>
                <c:pt idx="11519">
                  <c:v>carco sales &amp; finance</c:v>
                </c:pt>
                <c:pt idx="11520">
                  <c:v>southwest nissan</c:v>
                </c:pt>
                <c:pt idx="11521">
                  <c:v>specialty car co inc</c:v>
                </c:pt>
                <c:pt idx="11522">
                  <c:v>triplets auto sales inc</c:v>
                </c:pt>
                <c:pt idx="11523">
                  <c:v>titlemax/irving tx3</c:v>
                </c:pt>
                <c:pt idx="11524">
                  <c:v>veracity motors inc</c:v>
                </c:pt>
                <c:pt idx="11525">
                  <c:v>tnt financial inc</c:v>
                </c:pt>
                <c:pt idx="11526">
                  <c:v>sell my car</c:v>
                </c:pt>
                <c:pt idx="11527">
                  <c:v>mach 1 automotive</c:v>
                </c:pt>
                <c:pt idx="11528">
                  <c:v>onemain rem/access auto remarketing</c:v>
                </c:pt>
                <c:pt idx="11529">
                  <c:v>repo remarketing/snocope federal credit union</c:v>
                </c:pt>
                <c:pt idx="11530">
                  <c:v>lupient chevrolet</c:v>
                </c:pt>
                <c:pt idx="11531">
                  <c:v>r-k motors corp</c:v>
                </c:pt>
                <c:pt idx="11532">
                  <c:v>motor max llc</c:v>
                </c:pt>
                <c:pt idx="11533">
                  <c:v>lee nissan</c:v>
                </c:pt>
                <c:pt idx="11534">
                  <c:v>tri-state truck &amp; equipment sales</c:v>
                </c:pt>
                <c:pt idx="11535">
                  <c:v>u s auto ltd co</c:v>
                </c:pt>
                <c:pt idx="11536">
                  <c:v>state cap auto finance</c:v>
                </c:pt>
                <c:pt idx="11537">
                  <c:v>titlemax/covington ga1</c:v>
                </c:pt>
                <c:pt idx="11538">
                  <c:v>mansfield jeep chrysler</c:v>
                </c:pt>
                <c:pt idx="11539">
                  <c:v>mercedes benz of dothan</c:v>
                </c:pt>
                <c:pt idx="11540">
                  <c:v>horizon auto sales</c:v>
                </c:pt>
                <c:pt idx="11541">
                  <c:v>buy &amp; drive used car sales</c:v>
                </c:pt>
                <c:pt idx="11542">
                  <c:v>acer motorsports dealership llc</c:v>
                </c:pt>
                <c:pt idx="11543">
                  <c:v>cars plus unlimited</c:v>
                </c:pt>
                <c:pt idx="11544">
                  <c:v>auto reserve llc</c:v>
                </c:pt>
                <c:pt idx="11545">
                  <c:v>hall mazda hall volkswagen</c:v>
                </c:pt>
                <c:pt idx="11546">
                  <c:v>cap auto llc</c:v>
                </c:pt>
                <c:pt idx="11547">
                  <c:v>east town auto</c:v>
                </c:pt>
                <c:pt idx="11548">
                  <c:v>eckert hyundai inc</c:v>
                </c:pt>
                <c:pt idx="11549">
                  <c:v>countrywide transport</c:v>
                </c:pt>
                <c:pt idx="11550">
                  <c:v>capital auto broker inc</c:v>
                </c:pt>
                <c:pt idx="11551">
                  <c:v>european auto inc</c:v>
                </c:pt>
                <c:pt idx="11552">
                  <c:v>jc auto connection llc</c:v>
                </c:pt>
                <c:pt idx="11553">
                  <c:v>finance co of kansas inc</c:v>
                </c:pt>
                <c:pt idx="11554">
                  <c:v>titlemax of gallatin</c:v>
                </c:pt>
                <c:pt idx="11555">
                  <c:v>prestige auto sales inc</c:v>
                </c:pt>
                <c:pt idx="11556">
                  <c:v>titlemax/cincinnati oh1</c:v>
                </c:pt>
                <c:pt idx="11557">
                  <c:v>silver star auto llc</c:v>
                </c:pt>
                <c:pt idx="11558">
                  <c:v>minutemen auto haus</c:v>
                </c:pt>
                <c:pt idx="11559">
                  <c:v>sc fcu</c:v>
                </c:pt>
                <c:pt idx="11560">
                  <c:v>leggat mazda burlington</c:v>
                </c:pt>
                <c:pt idx="11561">
                  <c:v>mullen finance plan</c:v>
                </c:pt>
                <c:pt idx="11562">
                  <c:v>north little rock nissan</c:v>
                </c:pt>
                <c:pt idx="11563">
                  <c:v>oneals auto sales</c:v>
                </c:pt>
                <c:pt idx="11564">
                  <c:v>vargas auto sales</c:v>
                </c:pt>
                <c:pt idx="11565">
                  <c:v>lodi toyota lodi scion</c:v>
                </c:pt>
                <c:pt idx="11566">
                  <c:v>self-help credit union</c:v>
                </c:pt>
                <c:pt idx="11567">
                  <c:v>roger dales auto sales inc</c:v>
                </c:pt>
                <c:pt idx="11568">
                  <c:v>texas cities motors llc</c:v>
                </c:pt>
                <c:pt idx="11569">
                  <c:v>steet toyota of johnstown gloversville</c:v>
                </c:pt>
                <c:pt idx="11570">
                  <c:v>three rivers fcu</c:v>
                </c:pt>
                <c:pt idx="11571">
                  <c:v>menhiem auto</c:v>
                </c:pt>
                <c:pt idx="11572">
                  <c:v>seaway chevrolet cadillac buick gmc ltd</c:v>
                </c:pt>
                <c:pt idx="11573">
                  <c:v>mundy's collision center inc</c:v>
                </c:pt>
                <c:pt idx="11574">
                  <c:v>onemain rem/5 grand autoland</c:v>
                </c:pt>
                <c:pt idx="11575">
                  <c:v>freedom ford inc</c:v>
                </c:pt>
                <c:pt idx="11576">
                  <c:v>cars/flexpath capital</c:v>
                </c:pt>
                <c:pt idx="11577">
                  <c:v>american finance corporation</c:v>
                </c:pt>
                <c:pt idx="11578">
                  <c:v>heartland area fcu</c:v>
                </c:pt>
                <c:pt idx="11579">
                  <c:v>jim browne chevrolet inc</c:v>
                </c:pt>
                <c:pt idx="11580">
                  <c:v>1 for all auto sales</c:v>
                </c:pt>
                <c:pt idx="11581">
                  <c:v>auto pass sales &amp; service inc</c:v>
                </c:pt>
                <c:pt idx="11582">
                  <c:v>jason t gilmer</c:v>
                </c:pt>
                <c:pt idx="11583">
                  <c:v>affordable title loans</c:v>
                </c:pt>
                <c:pt idx="11584">
                  <c:v>auto kallini</c:v>
                </c:pt>
                <c:pt idx="11585">
                  <c:v>galesburg toyota</c:v>
                </c:pt>
                <c:pt idx="11586">
                  <c:v>godwin motors inc</c:v>
                </c:pt>
                <c:pt idx="11587">
                  <c:v>american auto financing auto inc</c:v>
                </c:pt>
                <c:pt idx="11588">
                  <c:v>2970 7528 quebec inc</c:v>
                </c:pt>
                <c:pt idx="11589">
                  <c:v>first southwest financial services</c:v>
                </c:pt>
                <c:pt idx="11590">
                  <c:v>autostar enterprises</c:v>
                </c:pt>
                <c:pt idx="11591">
                  <c:v>reliable credit association / milwaukee</c:v>
                </c:pt>
                <c:pt idx="11592">
                  <c:v>all under 8 llc</c:v>
                </c:pt>
                <c:pt idx="11593">
                  <c:v>credit auto sales inc</c:v>
                </c:pt>
                <c:pt idx="11594">
                  <c:v>coteau sales</c:v>
                </c:pt>
                <c:pt idx="11595">
                  <c:v>mission auto club</c:v>
                </c:pt>
                <c:pt idx="11596">
                  <c:v>la fcu</c:v>
                </c:pt>
                <c:pt idx="11597">
                  <c:v>twisted metal motors llc</c:v>
                </c:pt>
                <c:pt idx="11598">
                  <c:v>northwest acceptance corp</c:v>
                </c:pt>
                <c:pt idx="11599">
                  <c:v>providence services used car dealer</c:v>
                </c:pt>
                <c:pt idx="11600">
                  <c:v>windy city motors inc</c:v>
                </c:pt>
                <c:pt idx="11601">
                  <c:v>loaning america</c:v>
                </c:pt>
                <c:pt idx="11602">
                  <c:v>parks toyota of deland</c:v>
                </c:pt>
                <c:pt idx="11603">
                  <c:v>laguna beach motorcars inc</c:v>
                </c:pt>
                <c:pt idx="11604">
                  <c:v>vermont fcu</c:v>
                </c:pt>
                <c:pt idx="11605">
                  <c:v>white bear lake mitsubishi</c:v>
                </c:pt>
                <c:pt idx="11606">
                  <c:v>red rock finance</c:v>
                </c:pt>
                <c:pt idx="11607">
                  <c:v>performance motoring</c:v>
                </c:pt>
                <c:pt idx="11608">
                  <c:v>m.g. dyess inc</c:v>
                </c:pt>
                <c:pt idx="11609">
                  <c:v>titlemax/el paso tx15</c:v>
                </c:pt>
                <c:pt idx="11610">
                  <c:v>redline auto brokers llc</c:v>
                </c:pt>
                <c:pt idx="11611">
                  <c:v>polk county sheriff's office</c:v>
                </c:pt>
                <c:pt idx="11612">
                  <c:v>d &amp; s pre owned auto inc</c:v>
                </c:pt>
                <c:pt idx="11613">
                  <c:v>gulf state finance company</c:v>
                </c:pt>
                <c:pt idx="11614">
                  <c:v>a179</c:v>
                </c:pt>
                <c:pt idx="11615">
                  <c:v>gene messer hyundai</c:v>
                </c:pt>
                <c:pt idx="11616">
                  <c:v>am auto</c:v>
                </c:pt>
                <c:pt idx="11617">
                  <c:v>j &amp; j marketing solutions inc</c:v>
                </c:pt>
                <c:pt idx="11618">
                  <c:v>great lakes autosports llc</c:v>
                </c:pt>
                <c:pt idx="11619">
                  <c:v>etoile autoligne</c:v>
                </c:pt>
                <c:pt idx="11620">
                  <c:v>earl hyles auto sales inc</c:v>
                </c:pt>
                <c:pt idx="11621">
                  <c:v>dales used cars</c:v>
                </c:pt>
                <c:pt idx="11622">
                  <c:v>infiniti of gwinnett</c:v>
                </c:pt>
                <c:pt idx="11623">
                  <c:v>american auto</c:v>
                </c:pt>
                <c:pt idx="11624">
                  <c:v>courtesy auto sales</c:v>
                </c:pt>
                <c:pt idx="11625">
                  <c:v>all pro enterprises</c:v>
                </c:pt>
                <c:pt idx="11626">
                  <c:v>a &amp; c auto repair and sales</c:v>
                </c:pt>
                <c:pt idx="11627">
                  <c:v>american bank of the north</c:v>
                </c:pt>
                <c:pt idx="11628">
                  <c:v>nelson automotive inc</c:v>
                </c:pt>
                <c:pt idx="11629">
                  <c:v>husher car company</c:v>
                </c:pt>
                <c:pt idx="11630">
                  <c:v>remington west co llc</c:v>
                </c:pt>
                <c:pt idx="11631">
                  <c:v>kemba financial credit union</c:v>
                </c:pt>
                <c:pt idx="11632">
                  <c:v>velocity auto sales</c:v>
                </c:pt>
                <c:pt idx="11633">
                  <c:v>madison ridge auto sales</c:v>
                </c:pt>
                <c:pt idx="11634">
                  <c:v>onemain rem/elite team auto brokers llc</c:v>
                </c:pt>
                <c:pt idx="11635">
                  <c:v>titlemax/houston tx16</c:v>
                </c:pt>
                <c:pt idx="11636">
                  <c:v>united car lot llc</c:v>
                </c:pt>
                <c:pt idx="11637">
                  <c:v>mckerson auto sales</c:v>
                </c:pt>
                <c:pt idx="11638">
                  <c:v>seaport auto sales llc</c:v>
                </c:pt>
                <c:pt idx="11639">
                  <c:v>usa auto &amp; lending inc</c:v>
                </c:pt>
                <c:pt idx="11640">
                  <c:v>lafayette federal credit union</c:v>
                </c:pt>
                <c:pt idx="11641">
                  <c:v>matthews hargreaves chevrolet co</c:v>
                </c:pt>
                <c:pt idx="11642">
                  <c:v>mcgrath nissan inc</c:v>
                </c:pt>
                <c:pt idx="11643">
                  <c:v>berglund oak ridge toyota</c:v>
                </c:pt>
                <c:pt idx="11644">
                  <c:v>ibc auto brokers llc</c:v>
                </c:pt>
                <c:pt idx="11645">
                  <c:v>ald motors inc</c:v>
                </c:pt>
                <c:pt idx="11646">
                  <c:v>a/j automotive</c:v>
                </c:pt>
                <c:pt idx="11647">
                  <c:v>charleston auto auction</c:v>
                </c:pt>
                <c:pt idx="11648">
                  <c:v>curt niebes motor cars</c:v>
                </c:pt>
                <c:pt idx="11649">
                  <c:v>e &amp; n auto</c:v>
                </c:pt>
                <c:pt idx="11650">
                  <c:v>agnike motors llc</c:v>
                </c:pt>
                <c:pt idx="11651">
                  <c:v>automotive credit center</c:v>
                </c:pt>
                <c:pt idx="11652">
                  <c:v>engels auto inc</c:v>
                </c:pt>
                <c:pt idx="11653">
                  <c:v>jana auto sale inc</c:v>
                </c:pt>
                <c:pt idx="11654">
                  <c:v>california imports inc</c:v>
                </c:pt>
                <c:pt idx="11655">
                  <c:v>d &amp; l used cars</c:v>
                </c:pt>
                <c:pt idx="11656">
                  <c:v>brad westcott used cars</c:v>
                </c:pt>
                <c:pt idx="11657">
                  <c:v>desire couture corp</c:v>
                </c:pt>
                <c:pt idx="11658">
                  <c:v>metro auto loan</c:v>
                </c:pt>
                <c:pt idx="11659">
                  <c:v>premier picks auto sales inc</c:v>
                </c:pt>
                <c:pt idx="11660">
                  <c:v>superior finance co/poteau</c:v>
                </c:pt>
                <c:pt idx="11661">
                  <c:v>cale america inc</c:v>
                </c:pt>
                <c:pt idx="11662">
                  <c:v>caprock credit corporation</c:v>
                </c:pt>
                <c:pt idx="11663">
                  <c:v>desert ranger auto sales inc</c:v>
                </c:pt>
                <c:pt idx="11664">
                  <c:v>santa monica europeans</c:v>
                </c:pt>
                <c:pt idx="11665">
                  <c:v>t &amp; e auto sales</c:v>
                </c:pt>
                <c:pt idx="11666">
                  <c:v>texas preowned auto group</c:v>
                </c:pt>
                <c:pt idx="11667">
                  <c:v>remarketing by ge/star sales</c:v>
                </c:pt>
                <c:pt idx="11668">
                  <c:v>woodlands financial services</c:v>
                </c:pt>
                <c:pt idx="11669">
                  <c:v>timmy auto repair shop &amp; sales inc</c:v>
                </c:pt>
                <c:pt idx="11670">
                  <c:v>suntide fcu</c:v>
                </c:pt>
                <c:pt idx="11671">
                  <c:v>reliable credit association/federal way</c:v>
                </c:pt>
                <c:pt idx="11672">
                  <c:v>sunbelt sales and lsg inc</c:v>
                </c:pt>
                <c:pt idx="11673">
                  <c:v>the car outlet llc</c:v>
                </c:pt>
                <c:pt idx="11674">
                  <c:v>repo remarketing/denver community credit union</c:v>
                </c:pt>
                <c:pt idx="11675">
                  <c:v>subaru of hilton head llc</c:v>
                </c:pt>
                <c:pt idx="11676">
                  <c:v>professional services of ny ltd</c:v>
                </c:pt>
                <c:pt idx="11677">
                  <c:v>nadz auto sales</c:v>
                </c:pt>
                <c:pt idx="11678">
                  <c:v>acree auto sales inc</c:v>
                </c:pt>
                <c:pt idx="11679">
                  <c:v>geko motors</c:v>
                </c:pt>
                <c:pt idx="11680">
                  <c:v>central ohio credit corp</c:v>
                </c:pt>
                <c:pt idx="11681">
                  <c:v>american recovery specialist</c:v>
                </c:pt>
                <c:pt idx="11682">
                  <c:v>creditmax inc</c:v>
                </c:pt>
                <c:pt idx="11683">
                  <c:v>audubon motors inc</c:v>
                </c:pt>
                <c:pt idx="11684">
                  <c:v>bill hicks motors inc</c:v>
                </c:pt>
                <c:pt idx="11685">
                  <c:v>casstevens used cars</c:v>
                </c:pt>
                <c:pt idx="11686">
                  <c:v>first star motors</c:v>
                </c:pt>
                <c:pt idx="11687">
                  <c:v>cowboy kia of conroe</c:v>
                </c:pt>
                <c:pt idx="11688">
                  <c:v>a-1 auto</c:v>
                </c:pt>
                <c:pt idx="11689">
                  <c:v>hebert 2000 ltee</c:v>
                </c:pt>
                <c:pt idx="11690">
                  <c:v>bristol toyota  inc.</c:v>
                </c:pt>
                <c:pt idx="11691">
                  <c:v>european motors</c:v>
                </c:pt>
                <c:pt idx="11692">
                  <c:v>cars &amp; more</c:v>
                </c:pt>
                <c:pt idx="11693">
                  <c:v>epic auto sales llc</c:v>
                </c:pt>
                <c:pt idx="11694">
                  <c:v>i motor</c:v>
                </c:pt>
                <c:pt idx="11695">
                  <c:v>automotive rentals inc</c:v>
                </c:pt>
                <c:pt idx="11696">
                  <c:v>elite acceptance corp</c:v>
                </c:pt>
                <c:pt idx="11697">
                  <c:v>dreamers auto sales</c:v>
                </c:pt>
                <c:pt idx="11698">
                  <c:v>g r c auto ltd</c:v>
                </c:pt>
                <c:pt idx="11699">
                  <c:v>national fleet management</c:v>
                </c:pt>
                <c:pt idx="11700">
                  <c:v>northcoast financial services</c:v>
                </c:pt>
                <c:pt idx="11701">
                  <c:v>preferred sales and leasing llc</c:v>
                </c:pt>
                <c:pt idx="11702">
                  <c:v>marco &amp; sons auto llc</c:v>
                </c:pt>
                <c:pt idx="11703">
                  <c:v>vehicle acceptance corp/bremen</c:v>
                </c:pt>
                <c:pt idx="11704">
                  <c:v>tuttles automotive sales inc</c:v>
                </c:pt>
                <c:pt idx="11705">
                  <c:v>mariel auto plex</c:v>
                </c:pt>
                <c:pt idx="11706">
                  <c:v>top quality auto sales inc</c:v>
                </c:pt>
                <c:pt idx="11707">
                  <c:v>lime rock motors llc</c:v>
                </c:pt>
                <c:pt idx="11708">
                  <c:v>wfj auto wholesale llc</c:v>
                </c:pt>
                <c:pt idx="11709">
                  <c:v>primeritus remarketing/a &amp; m auto sales</c:v>
                </c:pt>
                <c:pt idx="11710">
                  <c:v>titlemax/woodbridge va4</c:v>
                </c:pt>
                <c:pt idx="11711">
                  <c:v>onemain rem/interstate motors</c:v>
                </c:pt>
                <c:pt idx="11712">
                  <c:v>apple used autos shakopee</c:v>
                </c:pt>
                <c:pt idx="11713">
                  <c:v>chi motors</c:v>
                </c:pt>
                <c:pt idx="11714">
                  <c:v>atlantic acceptance corp</c:v>
                </c:pt>
                <c:pt idx="11715">
                  <c:v>bellringer ws</c:v>
                </c:pt>
                <c:pt idx="11716">
                  <c:v>foothills credit union</c:v>
                </c:pt>
                <c:pt idx="11717">
                  <c:v>gama motors</c:v>
                </c:pt>
                <c:pt idx="11718">
                  <c:v>courtesy mazda</c:v>
                </c:pt>
                <c:pt idx="11719">
                  <c:v>american auto financing inc</c:v>
                </c:pt>
                <c:pt idx="11720">
                  <c:v>greater chautauqua fcu</c:v>
                </c:pt>
                <c:pt idx="11721">
                  <c:v>joslin mobile inc</c:v>
                </c:pt>
                <c:pt idx="11722">
                  <c:v>filyaw automotive</c:v>
                </c:pt>
                <c:pt idx="11723">
                  <c:v>guardian finance company</c:v>
                </c:pt>
                <c:pt idx="11724">
                  <c:v>santos automotive llc</c:v>
                </c:pt>
                <c:pt idx="11725">
                  <c:v>arizona capital fins llc</c:v>
                </c:pt>
                <c:pt idx="11726">
                  <c:v>american credit acceptance</c:v>
                </c:pt>
                <c:pt idx="11727">
                  <c:v>larry h miller toyota albuquerque</c:v>
                </c:pt>
                <c:pt idx="11728">
                  <c:v>len roberts enterprises  inc.</c:v>
                </c:pt>
                <c:pt idx="11729">
                  <c:v>lang motor company</c:v>
                </c:pt>
                <c:pt idx="11730">
                  <c:v>repo remarketing/coast central credit union</c:v>
                </c:pt>
                <c:pt idx="11731">
                  <c:v>vanceboro motors</c:v>
                </c:pt>
                <c:pt idx="11732">
                  <c:v>thomas brothers ent llc</c:v>
                </c:pt>
                <c:pt idx="11733">
                  <c:v>silverwood toyota</c:v>
                </c:pt>
                <c:pt idx="11734">
                  <c:v>your transportation network llc</c:v>
                </c:pt>
                <c:pt idx="11735">
                  <c:v>perry's auto wholesale</c:v>
                </c:pt>
                <c:pt idx="11736">
                  <c:v>select auto</c:v>
                </c:pt>
                <c:pt idx="11737">
                  <c:v>mcgraw-hill employees fcu</c:v>
                </c:pt>
                <c:pt idx="11738">
                  <c:v>specialize auto brokers</c:v>
                </c:pt>
                <c:pt idx="11739">
                  <c:v>u.s. auto credit purchase center llc</c:v>
                </c:pt>
                <c:pt idx="11740">
                  <c:v>porsche of tacoma</c:v>
                </c:pt>
                <c:pt idx="11741">
                  <c:v>equity auto finance</c:v>
                </c:pt>
                <c:pt idx="11742">
                  <c:v>automotive finance network &amp; sales</c:v>
                </c:pt>
                <c:pt idx="11743">
                  <c:v>84th street motors inc</c:v>
                </c:pt>
                <c:pt idx="11744">
                  <c:v>central va elec coop</c:v>
                </c:pt>
                <c:pt idx="11745">
                  <c:v>action automotive inc</c:v>
                </c:pt>
                <c:pt idx="11746">
                  <c:v>eckert auto</c:v>
                </c:pt>
                <c:pt idx="11747">
                  <c:v>blue ridge auto sale  llc</c:v>
                </c:pt>
                <c:pt idx="11748">
                  <c:v>fca sales</c:v>
                </c:pt>
                <c:pt idx="11749">
                  <c:v>integrity auto source llc</c:v>
                </c:pt>
                <c:pt idx="11750">
                  <c:v>ez auto connection  llc</c:v>
                </c:pt>
                <c:pt idx="11751">
                  <c:v>eden auto brokers inc</c:v>
                </c:pt>
                <c:pt idx="11752">
                  <c:v>j t auto inc</c:v>
                </c:pt>
                <c:pt idx="11753">
                  <c:v>family financial inc</c:v>
                </c:pt>
                <c:pt idx="11754">
                  <c:v>commuter cars auto dealer</c:v>
                </c:pt>
                <c:pt idx="11755">
                  <c:v>sooper credit union</c:v>
                </c:pt>
                <c:pt idx="11756">
                  <c:v>mikes auto sales</c:v>
                </c:pt>
                <c:pt idx="11757">
                  <c:v>truchoice fcu</c:v>
                </c:pt>
                <c:pt idx="11758">
                  <c:v>marriott employees fcu</c:v>
                </c:pt>
                <c:pt idx="11759">
                  <c:v>owatonna auto clinic llc</c:v>
                </c:pt>
                <c:pt idx="11760">
                  <c:v>luluat al doha used cars &amp; spare parts tr.</c:v>
                </c:pt>
                <c:pt idx="11761">
                  <c:v>mcelwrath motors</c:v>
                </c:pt>
                <c:pt idx="11762">
                  <c:v>remarketing by ge/m enterprises intl</c:v>
                </c:pt>
                <c:pt idx="11763">
                  <c:v>primeritus remarketing/bravo truck center</c:v>
                </c:pt>
                <c:pt idx="11764">
                  <c:v>senshine auto sales</c:v>
                </c:pt>
                <c:pt idx="11765">
                  <c:v>shields auto wholesale</c:v>
                </c:pt>
                <c:pt idx="11766">
                  <c:v>park place motorcars fort worth</c:v>
                </c:pt>
                <c:pt idx="11767">
                  <c:v>millner motors llc</c:v>
                </c:pt>
                <c:pt idx="11768">
                  <c:v>tc automotive</c:v>
                </c:pt>
                <c:pt idx="11769">
                  <c:v>silver line auto llc</c:v>
                </c:pt>
                <c:pt idx="11770">
                  <c:v>los jefes auto sales</c:v>
                </c:pt>
                <c:pt idx="11771">
                  <c:v>russell &amp; smith mazda</c:v>
                </c:pt>
                <c:pt idx="11772">
                  <c:v>professional financial services/arden</c:v>
                </c:pt>
                <c:pt idx="11773">
                  <c:v>merits auto &amp; vans sale</c:v>
                </c:pt>
                <c:pt idx="11774">
                  <c:v>pioneer auto finance</c:v>
                </c:pt>
                <c:pt idx="11775">
                  <c:v>mountain heritage fcu</c:v>
                </c:pt>
                <c:pt idx="11776">
                  <c:v>onemain rem/cj's auto sales</c:v>
                </c:pt>
                <c:pt idx="11777">
                  <c:v>tripoli auto sales llc</c:v>
                </c:pt>
                <c:pt idx="11778">
                  <c:v>auto point</c:v>
                </c:pt>
                <c:pt idx="11779">
                  <c:v>a better way wholesale autos inc</c:v>
                </c:pt>
                <c:pt idx="11780">
                  <c:v>cgr credit union</c:v>
                </c:pt>
                <c:pt idx="11781">
                  <c:v>consumer auto finance</c:v>
                </c:pt>
                <c:pt idx="11782">
                  <c:v>fordham toyota</c:v>
                </c:pt>
                <c:pt idx="11783">
                  <c:v>b-ann-s used cars inc</c:v>
                </c:pt>
                <c:pt idx="11784">
                  <c:v>american heritage federal credit union</c:v>
                </c:pt>
                <c:pt idx="11785">
                  <c:v>fom auto sales llc</c:v>
                </c:pt>
                <c:pt idx="11786">
                  <c:v>carlisle motors</c:v>
                </c:pt>
                <c:pt idx="11787">
                  <c:v>diablo subaru of walnut creek</c:v>
                </c:pt>
                <c:pt idx="11788">
                  <c:v>eveland sales inc</c:v>
                </c:pt>
                <c:pt idx="11789">
                  <c:v>coastal credit union</c:v>
                </c:pt>
                <c:pt idx="11790">
                  <c:v>autofair honda of plymouth</c:v>
                </c:pt>
                <c:pt idx="11791">
                  <c:v>emad auto sales</c:v>
                </c:pt>
                <c:pt idx="11792">
                  <c:v>auto acquisitions usa</c:v>
                </c:pt>
                <c:pt idx="11793">
                  <c:v>a 1 custom motors llc</c:v>
                </c:pt>
                <c:pt idx="11794">
                  <c:v>brower brothers nissan</c:v>
                </c:pt>
                <c:pt idx="11795">
                  <c:v>honda of abilene</c:v>
                </c:pt>
                <c:pt idx="11796">
                  <c:v>first castle federal credit union</c:v>
                </c:pt>
                <c:pt idx="11797">
                  <c:v>carcredit autogroup</c:v>
                </c:pt>
                <c:pt idx="11798">
                  <c:v>corona autoplex</c:v>
                </c:pt>
                <c:pt idx="11799">
                  <c:v>conely rent a car used car sales</c:v>
                </c:pt>
                <c:pt idx="11800">
                  <c:v>on the road again  inc</c:v>
                </c:pt>
                <c:pt idx="11801">
                  <c:v>mystique auto</c:v>
                </c:pt>
                <c:pt idx="11802">
                  <c:v>car expo inc</c:v>
                </c:pt>
                <c:pt idx="11803">
                  <c:v>starter finance llc</c:v>
                </c:pt>
                <c:pt idx="11804">
                  <c:v>united consumers credit union</c:v>
                </c:pt>
                <c:pt idx="11805">
                  <c:v>surratt tire center llc</c:v>
                </c:pt>
                <c:pt idx="11806">
                  <c:v>mid atlantic fcu</c:v>
                </c:pt>
                <c:pt idx="11807">
                  <c:v>republic finance llc/metairie</c:v>
                </c:pt>
                <c:pt idx="11808">
                  <c:v>scs credit corporation</c:v>
                </c:pt>
                <c:pt idx="11809">
                  <c:v>mbm alternative investments</c:v>
                </c:pt>
                <c:pt idx="11810">
                  <c:v>luxury imports inc</c:v>
                </c:pt>
                <c:pt idx="11811">
                  <c:v>onemain rem/golden cars llc</c:v>
                </c:pt>
                <c:pt idx="11812">
                  <c:v>tri cities remarketing llc/hapo credit union</c:v>
                </c:pt>
                <c:pt idx="11813">
                  <c:v>westcap auto finance</c:v>
                </c:pt>
                <c:pt idx="11814">
                  <c:v>mi amigo auto sales</c:v>
                </c:pt>
                <c:pt idx="11815">
                  <c:v>lens auto brokerage inc</c:v>
                </c:pt>
                <c:pt idx="11816">
                  <c:v>auto finance group</c:v>
                </c:pt>
                <c:pt idx="11817">
                  <c:v>greater chicago finance company</c:v>
                </c:pt>
                <c:pt idx="11818">
                  <c:v>ideal financial services</c:v>
                </c:pt>
                <c:pt idx="11819">
                  <c:v>cam yin quality motors</c:v>
                </c:pt>
                <c:pt idx="11820">
                  <c:v>cobar acquisitions</c:v>
                </c:pt>
                <c:pt idx="11821">
                  <c:v>keffer mazda</c:v>
                </c:pt>
                <c:pt idx="11822">
                  <c:v>bank of oklahoma</c:v>
                </c:pt>
                <c:pt idx="11823">
                  <c:v>bibian brothers inc</c:v>
                </c:pt>
                <c:pt idx="11824">
                  <c:v>a and j auto sales</c:v>
                </c:pt>
                <c:pt idx="11825">
                  <c:v>cruise autos</c:v>
                </c:pt>
                <c:pt idx="11826">
                  <c:v>a &amp; s auto and truck sales llc</c:v>
                </c:pt>
                <c:pt idx="11827">
                  <c:v>titlemax/smyrna-tn1</c:v>
                </c:pt>
                <c:pt idx="11828">
                  <c:v>titlemax/las vegas nv33</c:v>
                </c:pt>
                <c:pt idx="11829">
                  <c:v>auto auction of san diego</c:v>
                </c:pt>
                <c:pt idx="11830">
                  <c:v>b &amp; b classic auto sales inc</c:v>
                </c:pt>
                <c:pt idx="11831">
                  <c:v>k &amp; b auto sales</c:v>
                </c:pt>
                <c:pt idx="11832">
                  <c:v>north texas fcu</c:v>
                </c:pt>
                <c:pt idx="11833">
                  <c:v>middletown ford inc</c:v>
                </c:pt>
                <c:pt idx="11834">
                  <c:v>nationwide auto group</c:v>
                </c:pt>
                <c:pt idx="11835">
                  <c:v>route 90 motor company llc</c:v>
                </c:pt>
                <c:pt idx="11836">
                  <c:v>parks mazda</c:v>
                </c:pt>
                <c:pt idx="11837">
                  <c:v>rpm vehicle remarketing</c:v>
                </c:pt>
                <c:pt idx="11838">
                  <c:v>l &amp; l auto sales</c:v>
                </c:pt>
                <c:pt idx="11839">
                  <c:v>the national banks of central texas</c:v>
                </c:pt>
                <c:pt idx="11840">
                  <c:v>skinners auto wholesale</c:v>
                </c:pt>
                <c:pt idx="11841">
                  <c:v>nissan of visalia</c:v>
                </c:pt>
                <c:pt idx="11842">
                  <c:v>remarketing by ge/bellwether comm credit union</c:v>
                </c:pt>
                <c:pt idx="11843">
                  <c:v>rive sud fiat</c:v>
                </c:pt>
                <c:pt idx="11844">
                  <c:v>langley management services  llc</c:v>
                </c:pt>
                <c:pt idx="11845">
                  <c:v>tdaf remarketing/star automall llc</c:v>
                </c:pt>
                <c:pt idx="11846">
                  <c:v>akal auto sales inc</c:v>
                </c:pt>
                <c:pt idx="11847">
                  <c:v>alameda auto sales</c:v>
                </c:pt>
                <c:pt idx="11848">
                  <c:v>allan auto sales llc</c:v>
                </c:pt>
                <c:pt idx="11849">
                  <c:v>fairlane auto sales</c:v>
                </c:pt>
                <c:pt idx="11850">
                  <c:v>jeno auto recycling</c:v>
                </c:pt>
                <c:pt idx="11851">
                  <c:v>gem auto sales and repair</c:v>
                </c:pt>
                <c:pt idx="11852">
                  <c:v>auction select auto sales inc</c:v>
                </c:pt>
                <c:pt idx="11853">
                  <c:v>jah motorsport corp</c:v>
                </c:pt>
                <c:pt idx="11854">
                  <c:v>integrity elite prestige motors inc</c:v>
                </c:pt>
                <c:pt idx="11855">
                  <c:v>c &amp; j foreign &amp; domestic</c:v>
                </c:pt>
                <c:pt idx="11856">
                  <c:v>jacques auto sales</c:v>
                </c:pt>
                <c:pt idx="11857">
                  <c:v>vip one imports inc</c:v>
                </c:pt>
                <c:pt idx="11858">
                  <c:v>sammy's enterprise &amp; sales</c:v>
                </c:pt>
                <c:pt idx="11859">
                  <c:v>hacienda auto center</c:v>
                </c:pt>
                <c:pt idx="11860">
                  <c:v>ecargarage</c:v>
                </c:pt>
                <c:pt idx="11861">
                  <c:v>lexus of bridgewater</c:v>
                </c:pt>
                <c:pt idx="11862">
                  <c:v>titlemax/riverdale ga2</c:v>
                </c:pt>
                <c:pt idx="11863">
                  <c:v>pass autos llc</c:v>
                </c:pt>
                <c:pt idx="11864">
                  <c:v>speedy automotive inc</c:v>
                </c:pt>
                <c:pt idx="11865">
                  <c:v>professional financial services/sarasota</c:v>
                </c:pt>
                <c:pt idx="11866">
                  <c:v>trans union leasing llc</c:v>
                </c:pt>
                <c:pt idx="11867">
                  <c:v>philmont motor co</c:v>
                </c:pt>
                <c:pt idx="11868">
                  <c:v>manheim lafayette</c:v>
                </c:pt>
                <c:pt idx="11869">
                  <c:v>tennessee employees credit union</c:v>
                </c:pt>
                <c:pt idx="11870">
                  <c:v>primeritus remarketing/d c enterprise</c:v>
                </c:pt>
                <c:pt idx="11871">
                  <c:v>pete auto repair &amp; sales inc</c:v>
                </c:pt>
                <c:pt idx="11872">
                  <c:v>maz house of cars</c:v>
                </c:pt>
                <c:pt idx="11873">
                  <c:v>patriot fcu</c:v>
                </c:pt>
                <c:pt idx="11874">
                  <c:v>world class motors llc</c:v>
                </c:pt>
                <c:pt idx="11875">
                  <c:v>prestige wholesale</c:v>
                </c:pt>
                <c:pt idx="11876">
                  <c:v>t j mcgeehan sales and service ltd</c:v>
                </c:pt>
                <c:pt idx="11877">
                  <c:v>repo remarketing/united catholics fcu</c:v>
                </c:pt>
                <c:pt idx="11878">
                  <c:v>nicholas financial inc/austell</c:v>
                </c:pt>
                <c:pt idx="11879">
                  <c:v>paul miller honda of w cldwe</c:v>
                </c:pt>
                <c:pt idx="11880">
                  <c:v>anchor finance</c:v>
                </c:pt>
                <c:pt idx="11881">
                  <c:v>green ride  inc.</c:v>
                </c:pt>
                <c:pt idx="11882">
                  <c:v>ali auto sales</c:v>
                </c:pt>
                <c:pt idx="11883">
                  <c:v>first commonwealth bank</c:v>
                </c:pt>
                <c:pt idx="11884">
                  <c:v>cfs of south florida</c:v>
                </c:pt>
                <c:pt idx="11885">
                  <c:v>cars america motor sales llc</c:v>
                </c:pt>
                <c:pt idx="11886">
                  <c:v>jfk auto center</c:v>
                </c:pt>
                <c:pt idx="11887">
                  <c:v>dhcu community credit union</c:v>
                </c:pt>
                <c:pt idx="11888">
                  <c:v>city line auto sales</c:v>
                </c:pt>
                <c:pt idx="11889">
                  <c:v>duke boys auto inc</c:v>
                </c:pt>
                <c:pt idx="11890">
                  <c:v>el general auto dealer</c:v>
                </c:pt>
                <c:pt idx="11891">
                  <c:v>fett motors inc</c:v>
                </c:pt>
                <c:pt idx="11892">
                  <c:v>charlotte international inc</c:v>
                </c:pt>
                <c:pt idx="11893">
                  <c:v>american auto sales of greenville</c:v>
                </c:pt>
                <c:pt idx="11894">
                  <c:v>blue water motor sports</c:v>
                </c:pt>
                <c:pt idx="11895">
                  <c:v>green light auto sls llc</c:v>
                </c:pt>
                <c:pt idx="11896">
                  <c:v>autotec heer inc</c:v>
                </c:pt>
                <c:pt idx="11897">
                  <c:v>titlemax/mableton ga1</c:v>
                </c:pt>
                <c:pt idx="11898">
                  <c:v>house of finance corp</c:v>
                </c:pt>
                <c:pt idx="11899">
                  <c:v>f &amp; r automotive group llc</c:v>
                </c:pt>
                <c:pt idx="11900">
                  <c:v>signature auto sales inc</c:v>
                </c:pt>
                <c:pt idx="11901">
                  <c:v>national capital management llc</c:v>
                </c:pt>
                <c:pt idx="11902">
                  <c:v>sams auto</c:v>
                </c:pt>
                <c:pt idx="11903">
                  <c:v>primeritus remarketing/bwk of columbia llc</c:v>
                </c:pt>
                <c:pt idx="11904">
                  <c:v>little hawaii auto sales</c:v>
                </c:pt>
                <c:pt idx="11905">
                  <c:v>primeritus remarketing/ellas auto outlet inc</c:v>
                </c:pt>
                <c:pt idx="11906">
                  <c:v>mceachron auto sales</c:v>
                </c:pt>
                <c:pt idx="11907">
                  <c:v>lake erie auto credit inc</c:v>
                </c:pt>
                <c:pt idx="11908">
                  <c:v>lumberton honda</c:v>
                </c:pt>
                <c:pt idx="11909">
                  <c:v>preferred auto finance</c:v>
                </c:pt>
                <c:pt idx="11910">
                  <c:v>mid florida finance llc</c:v>
                </c:pt>
                <c:pt idx="11911">
                  <c:v>planet auto group inc</c:v>
                </c:pt>
                <c:pt idx="11912">
                  <c:v>titlemax/san antonio tx4</c:v>
                </c:pt>
                <c:pt idx="11913">
                  <c:v>spring lake park auto inc</c:v>
                </c:pt>
                <c:pt idx="11914">
                  <c:v>sloan tire and auto sales</c:v>
                </c:pt>
                <c:pt idx="11915">
                  <c:v>staten island complete auto repair</c:v>
                </c:pt>
                <c:pt idx="11916">
                  <c:v>loving care cars</c:v>
                </c:pt>
                <c:pt idx="11917">
                  <c:v>titlemax/el cajon ca1</c:v>
                </c:pt>
                <c:pt idx="11918">
                  <c:v>lendmark financial services/dondalk</c:v>
                </c:pt>
                <c:pt idx="11919">
                  <c:v>mega automobile</c:v>
                </c:pt>
                <c:pt idx="11920">
                  <c:v>phil long hyundai of motor city llc</c:v>
                </c:pt>
                <c:pt idx="11921">
                  <c:v>atlantic coast remarketing inc/has</c:v>
                </c:pt>
                <c:pt idx="11922">
                  <c:v>jmc leasing spec</c:v>
                </c:pt>
                <c:pt idx="11923">
                  <c:v>ca auto sales</c:v>
                </c:pt>
                <c:pt idx="11924">
                  <c:v>home credit corp inc/newbern</c:v>
                </c:pt>
                <c:pt idx="11925">
                  <c:v>big johns motor co</c:v>
                </c:pt>
                <c:pt idx="11926">
                  <c:v>costa azul auto sales</c:v>
                </c:pt>
                <c:pt idx="11927">
                  <c:v>airport auto center</c:v>
                </c:pt>
                <c:pt idx="11928">
                  <c:v>hyundai of everett llc</c:v>
                </c:pt>
                <c:pt idx="11929">
                  <c:v>a &amp; p wholesale auto dealer</c:v>
                </c:pt>
                <c:pt idx="11930">
                  <c:v>c and m ford sales inc</c:v>
                </c:pt>
                <c:pt idx="11931">
                  <c:v>coastal finance co/swansboro</c:v>
                </c:pt>
                <c:pt idx="11932">
                  <c:v>american auto financing</c:v>
                </c:pt>
                <c:pt idx="11933">
                  <c:v>al financial corporation</c:v>
                </c:pt>
                <c:pt idx="11934">
                  <c:v>champion car &amp; truck sales</c:v>
                </c:pt>
                <c:pt idx="11935">
                  <c:v>dabo auto sales llc</c:v>
                </c:pt>
                <c:pt idx="11936">
                  <c:v>bmb auto llc</c:v>
                </c:pt>
                <c:pt idx="11937">
                  <c:v>a &amp; r auto sales</c:v>
                </c:pt>
                <c:pt idx="11938">
                  <c:v>ft lauderdale auto leasing corp</c:v>
                </c:pt>
                <c:pt idx="11939">
                  <c:v>catalina motors</c:v>
                </c:pt>
                <c:pt idx="11940">
                  <c:v>wallace family motors inc</c:v>
                </c:pt>
                <c:pt idx="11941">
                  <c:v>rollin rides auto sales inc</c:v>
                </c:pt>
                <c:pt idx="11942">
                  <c:v>rtc auto sales inc</c:v>
                </c:pt>
                <c:pt idx="11943">
                  <c:v>ride share systems llc/dba dollar rent a car</c:v>
                </c:pt>
                <c:pt idx="11944">
                  <c:v>stevens point nissan</c:v>
                </c:pt>
                <c:pt idx="11945">
                  <c:v>professional financial services/tampa</c:v>
                </c:pt>
                <c:pt idx="11946">
                  <c:v>sc auto sales</c:v>
                </c:pt>
                <c:pt idx="11947">
                  <c:v>st louis community credit union</c:v>
                </c:pt>
                <c:pt idx="11948">
                  <c:v>sundance mazda</c:v>
                </c:pt>
                <c:pt idx="11949">
                  <c:v>mckays family dodge inc</c:v>
                </c:pt>
                <c:pt idx="11950">
                  <c:v>williams auto mart inc</c:v>
                </c:pt>
                <c:pt idx="11951">
                  <c:v>kman auto sales llc</c:v>
                </c:pt>
                <c:pt idx="11952">
                  <c:v>regional car rental</c:v>
                </c:pt>
                <c:pt idx="11953">
                  <c:v>silverstone motorsports</c:v>
                </c:pt>
                <c:pt idx="11954">
                  <c:v>robinson automotive group</c:v>
                </c:pt>
                <c:pt idx="11955">
                  <c:v>pfs financial services/tallahassee</c:v>
                </c:pt>
                <c:pt idx="11956">
                  <c:v>toyota of muskogee</c:v>
                </c:pt>
                <c:pt idx="11957">
                  <c:v>midstate motors</c:v>
                </c:pt>
                <c:pt idx="11958">
                  <c:v>scottsdale autos online llc</c:v>
                </c:pt>
                <c:pt idx="11959">
                  <c:v>larrys auto sales</c:v>
                </c:pt>
                <c:pt idx="11960">
                  <c:v>south state bank</c:v>
                </c:pt>
                <c:pt idx="11961">
                  <c:v>momentum bmw</c:v>
                </c:pt>
                <c:pt idx="11962">
                  <c:v>wares auto sales inc</c:v>
                </c:pt>
                <c:pt idx="11963">
                  <c:v>phoenix corvette center</c:v>
                </c:pt>
                <c:pt idx="11964">
                  <c:v>hyattsville auto sales</c:v>
                </c:pt>
                <c:pt idx="11965">
                  <c:v>berkshire rent a car</c:v>
                </c:pt>
                <c:pt idx="11966">
                  <c:v>brampton mitsubishi</c:v>
                </c:pt>
                <c:pt idx="11967">
                  <c:v>bay shore motors</c:v>
                </c:pt>
                <c:pt idx="11968">
                  <c:v>clement's auto sales llc</c:v>
                </c:pt>
                <c:pt idx="11969">
                  <c:v>fred anderson toyota of charleston</c:v>
                </c:pt>
                <c:pt idx="11970">
                  <c:v>california imports</c:v>
                </c:pt>
                <c:pt idx="11971">
                  <c:v>c &amp; s automobile co. inc.</c:v>
                </c:pt>
                <c:pt idx="11972">
                  <c:v>budget car truck</c:v>
                </c:pt>
                <c:pt idx="11973">
                  <c:v>j m j enterprise</c:v>
                </c:pt>
                <c:pt idx="11974">
                  <c:v>general credit acceptance co llc</c:v>
                </c:pt>
                <c:pt idx="11975">
                  <c:v>auto planet group inc</c:v>
                </c:pt>
                <c:pt idx="11976">
                  <c:v>ate motor sales</c:v>
                </c:pt>
                <c:pt idx="11977">
                  <c:v>ferretti motors llc</c:v>
                </c:pt>
                <c:pt idx="11978">
                  <c:v>express auto sales</c:v>
                </c:pt>
                <c:pt idx="11979">
                  <c:v>auto leader</c:v>
                </c:pt>
                <c:pt idx="11980">
                  <c:v>carz unlimited llc</c:v>
                </c:pt>
                <c:pt idx="11981">
                  <c:v>auto skz</c:v>
                </c:pt>
                <c:pt idx="11982">
                  <c:v>champion chevrolet inc</c:v>
                </c:pt>
                <c:pt idx="11983">
                  <c:v>cmac</c:v>
                </c:pt>
                <c:pt idx="11984">
                  <c:v>five star car and truck llc</c:v>
                </c:pt>
                <c:pt idx="11985">
                  <c:v>caribe federal credit union</c:v>
                </c:pt>
                <c:pt idx="11986">
                  <c:v>innovation auto group</c:v>
                </c:pt>
                <c:pt idx="11987">
                  <c:v>allstate vehicles inc</c:v>
                </c:pt>
                <c:pt idx="11988">
                  <c:v>florida state university credit union</c:v>
                </c:pt>
                <c:pt idx="11989">
                  <c:v>ocean west auto group llc</c:v>
                </c:pt>
                <c:pt idx="11990">
                  <c:v>stafford county fleet services</c:v>
                </c:pt>
                <c:pt idx="11991">
                  <c:v>j &amp; j auto body &amp; sales inc</c:v>
                </c:pt>
                <c:pt idx="11992">
                  <c:v>cardinale automotive group arizona inc</c:v>
                </c:pt>
                <c:pt idx="11993">
                  <c:v>elite 1 auto inc</c:v>
                </c:pt>
                <c:pt idx="11994">
                  <c:v>imotobank</c:v>
                </c:pt>
                <c:pt idx="11995">
                  <c:v>dc motors</c:v>
                </c:pt>
                <c:pt idx="11996">
                  <c:v>gurnee ford</c:v>
                </c:pt>
                <c:pt idx="11997">
                  <c:v>university motors inc</c:v>
                </c:pt>
                <c:pt idx="11998">
                  <c:v>kingdom auto sales llc</c:v>
                </c:pt>
                <c:pt idx="11999">
                  <c:v>titlemax/plano tx2</c:v>
                </c:pt>
                <c:pt idx="12000">
                  <c:v>primeritus remarketing/best buy cars inc.</c:v>
                </c:pt>
                <c:pt idx="12001">
                  <c:v>titlemax/san antonio tx7</c:v>
                </c:pt>
                <c:pt idx="12002">
                  <c:v>lm auto incorporado</c:v>
                </c:pt>
                <c:pt idx="12003">
                  <c:v>titlemax/san antonio-tx2</c:v>
                </c:pt>
                <c:pt idx="12004">
                  <c:v>shabelle auto sale and service llc</c:v>
                </c:pt>
                <c:pt idx="12005">
                  <c:v>msu fcu</c:v>
                </c:pt>
                <c:pt idx="12006">
                  <c:v>titlemax/woodstock va1</c:v>
                </c:pt>
                <c:pt idx="12007">
                  <c:v>mike ward infiniti</c:v>
                </c:pt>
                <c:pt idx="12008">
                  <c:v>titlemax/plano tx3</c:v>
                </c:pt>
                <c:pt idx="12009">
                  <c:v>mansfield gas &amp; service</c:v>
                </c:pt>
                <c:pt idx="12010">
                  <c:v>maya exports inc</c:v>
                </c:pt>
                <c:pt idx="12011">
                  <c:v>remktgedge/salvation army</c:v>
                </c:pt>
                <c:pt idx="12012">
                  <c:v>walker wheels</c:v>
                </c:pt>
                <c:pt idx="12013">
                  <c:v>bel auto sales</c:v>
                </c:pt>
                <c:pt idx="12014">
                  <c:v>courtesy car co. llc</c:v>
                </c:pt>
                <c:pt idx="12015">
                  <c:v>dwyer instruments</c:v>
                </c:pt>
                <c:pt idx="12016">
                  <c:v>hyatt car co</c:v>
                </c:pt>
                <c:pt idx="12017">
                  <c:v>gold coast auto brokers inc</c:v>
                </c:pt>
                <c:pt idx="12018">
                  <c:v>encompass federal credit union</c:v>
                </c:pt>
                <c:pt idx="12019">
                  <c:v>auto market</c:v>
                </c:pt>
                <c:pt idx="12020">
                  <c:v>dan maglotts auto barn</c:v>
                </c:pt>
                <c:pt idx="12021">
                  <c:v>car maxx auto ltd</c:v>
                </c:pt>
                <c:pt idx="12022">
                  <c:v>driveit automobile corp</c:v>
                </c:pt>
                <c:pt idx="12023">
                  <c:v>auto kiroule</c:v>
                </c:pt>
                <c:pt idx="12024">
                  <c:v>dick auto sales and service</c:v>
                </c:pt>
                <c:pt idx="12025">
                  <c:v>clyde's automotive inc</c:v>
                </c:pt>
                <c:pt idx="12026">
                  <c:v>lbc as</c:v>
                </c:pt>
                <c:pt idx="12027">
                  <c:v>mission bay motors</c:v>
                </c:pt>
                <c:pt idx="12028">
                  <c:v>topaz financial services</c:v>
                </c:pt>
                <c:pt idx="12029">
                  <c:v>consumer auto finance inc</c:v>
                </c:pt>
                <c:pt idx="12030">
                  <c:v>5 corners truck &amp; auto inc</c:v>
                </c:pt>
                <c:pt idx="12031">
                  <c:v>tmx credit</c:v>
                </c:pt>
                <c:pt idx="12032">
                  <c:v>memorial credit union</c:v>
                </c:pt>
                <c:pt idx="12033">
                  <c:v>universal auto plaza llc</c:v>
                </c:pt>
                <c:pt idx="12034">
                  <c:v>nolley auto sales</c:v>
                </c:pt>
                <c:pt idx="12035">
                  <c:v>rochester tire and auto inc</c:v>
                </c:pt>
                <c:pt idx="12036">
                  <c:v>wholesale leasing llc</c:v>
                </c:pt>
                <c:pt idx="12037">
                  <c:v>saamsept auto corp</c:v>
                </c:pt>
                <c:pt idx="12038">
                  <c:v>progressive remarketing/tra</c:v>
                </c:pt>
                <c:pt idx="12039">
                  <c:v>primeritus remarketing/aad</c:v>
                </c:pt>
                <c:pt idx="12040">
                  <c:v>mills capitol auto sales inc</c:v>
                </c:pt>
                <c:pt idx="12041">
                  <c:v>trade appraised llc</c:v>
                </c:pt>
                <c:pt idx="12042">
                  <c:v>onemain rem/dmc motors of florida</c:v>
                </c:pt>
                <c:pt idx="12043">
                  <c:v>mid southern savings bank fsb</c:v>
                </c:pt>
                <c:pt idx="12044">
                  <c:v>r &amp; h auto sales llc</c:v>
                </c:pt>
                <c:pt idx="12045">
                  <c:v>rpm motor co inc</c:v>
                </c:pt>
                <c:pt idx="12046">
                  <c:v>price motor sales</c:v>
                </c:pt>
                <c:pt idx="12047">
                  <c:v>primeritus remarketing/sa</c:v>
                </c:pt>
                <c:pt idx="12048">
                  <c:v>the real mechanic shop inc</c:v>
                </c:pt>
                <c:pt idx="12049">
                  <c:v>northern lights industrial sales inc</c:v>
                </c:pt>
                <c:pt idx="12050">
                  <c:v>transportation fcu</c:v>
                </c:pt>
                <c:pt idx="12051">
                  <c:v>titlemax / lawrenceville ga4</c:v>
                </c:pt>
                <c:pt idx="12052">
                  <c:v>reliable auto finance</c:v>
                </c:pt>
                <c:pt idx="12053">
                  <c:v>nortex motors</c:v>
                </c:pt>
                <c:pt idx="12054">
                  <c:v>pro credit &amp; leasing</c:v>
                </c:pt>
                <c:pt idx="12055">
                  <c:v>zarzour motors</c:v>
                </c:pt>
                <c:pt idx="12056">
                  <c:v>r &amp; r auto sport cars llc</c:v>
                </c:pt>
                <c:pt idx="12057">
                  <c:v>les automobiles p w inc</c:v>
                </c:pt>
                <c:pt idx="12058">
                  <c:v>american leasing and sales</c:v>
                </c:pt>
                <c:pt idx="12059">
                  <c:v>best financial</c:v>
                </c:pt>
                <c:pt idx="12060">
                  <c:v>hollywood wholesale llc</c:v>
                </c:pt>
                <c:pt idx="12061">
                  <c:v>autosport autosales</c:v>
                </c:pt>
                <c:pt idx="12062">
                  <c:v>1st choice auto sales</c:v>
                </c:pt>
                <c:pt idx="12063">
                  <c:v>board of police commissioners</c:v>
                </c:pt>
                <c:pt idx="12064">
                  <c:v>auto max sales inc</c:v>
                </c:pt>
                <c:pt idx="12065">
                  <c:v>auto credit express</c:v>
                </c:pt>
                <c:pt idx="12066">
                  <c:v>best deals on wheels llc</c:v>
                </c:pt>
                <c:pt idx="12067">
                  <c:v>easy credit auto sales inc</c:v>
                </c:pt>
                <c:pt idx="12068">
                  <c:v>auto benz 1</c:v>
                </c:pt>
                <c:pt idx="12069">
                  <c:v>day and night auto llc</c:v>
                </c:pt>
                <c:pt idx="12070">
                  <c:v>j &amp; j auto brokers llc</c:v>
                </c:pt>
                <c:pt idx="12071">
                  <c:v>disbrowe chevrolet buick gmc cadillac ltd</c:v>
                </c:pt>
                <c:pt idx="12072">
                  <c:v>auto smart llc</c:v>
                </c:pt>
                <c:pt idx="12073">
                  <c:v>taylor chrysler dodge inc</c:v>
                </c:pt>
                <c:pt idx="12074">
                  <c:v>titlemax / fredericksburg va1</c:v>
                </c:pt>
                <c:pt idx="12075">
                  <c:v>omnicars</c:v>
                </c:pt>
                <c:pt idx="12076">
                  <c:v>titlemax/anthony tx1</c:v>
                </c:pt>
                <c:pt idx="12077">
                  <c:v>statesville wholesale</c:v>
                </c:pt>
                <c:pt idx="12078">
                  <c:v>freedom auto motors</c:v>
                </c:pt>
                <c:pt idx="12079">
                  <c:v>primeritus remarketing/hulcher services</c:v>
                </c:pt>
                <c:pt idx="12080">
                  <c:v>north coast auto brokers llc</c:v>
                </c:pt>
                <c:pt idx="12081">
                  <c:v>matthews &amp; michaels</c:v>
                </c:pt>
                <c:pt idx="12082">
                  <c:v>titlemax/mt vernon va1</c:v>
                </c:pt>
                <c:pt idx="12083">
                  <c:v>titlebucks/columbus ga2</c:v>
                </c:pt>
                <c:pt idx="12084">
                  <c:v>susquehanna bank pa</c:v>
                </c:pt>
                <c:pt idx="12085">
                  <c:v>manheim fort myers</c:v>
                </c:pt>
                <c:pt idx="12086">
                  <c:v>sign and drive auto group</c:v>
                </c:pt>
                <c:pt idx="12087">
                  <c:v>primeritus remarketing/triplets auto sale</c:v>
                </c:pt>
                <c:pt idx="12088">
                  <c:v>leggat chevrolet buick gmc ltd</c:v>
                </c:pt>
                <c:pt idx="12089">
                  <c:v>st marys bank</c:v>
                </c:pt>
                <c:pt idx="12090">
                  <c:v>kevin's kars llc</c:v>
                </c:pt>
                <c:pt idx="12091">
                  <c:v>utomi international  llc</c:v>
                </c:pt>
                <c:pt idx="12092">
                  <c:v>ultimate motorsport inc</c:v>
                </c:pt>
                <c:pt idx="12093">
                  <c:v>vehicle acceptance corp/dallas</c:v>
                </c:pt>
                <c:pt idx="12094">
                  <c:v>woodfield nissan inc</c:v>
                </c:pt>
                <c:pt idx="12095">
                  <c:v>a/m custom auto sales inc</c:v>
                </c:pt>
                <c:pt idx="12096">
                  <c:v>car emporium com</c:v>
                </c:pt>
                <c:pt idx="12097">
                  <c:v>bsl transportation services</c:v>
                </c:pt>
                <c:pt idx="12098">
                  <c:v>hurra auto inc</c:v>
                </c:pt>
                <c:pt idx="12099">
                  <c:v>automotive service finance</c:v>
                </c:pt>
                <c:pt idx="12100">
                  <c:v>credit masters</c:v>
                </c:pt>
                <c:pt idx="12101">
                  <c:v>berg car company inc</c:v>
                </c:pt>
                <c:pt idx="12102">
                  <c:v>capitol mazda</c:v>
                </c:pt>
                <c:pt idx="12103">
                  <c:v>hurley auto sales</c:v>
                </c:pt>
                <c:pt idx="12104">
                  <c:v>cavender auto</c:v>
                </c:pt>
                <c:pt idx="12105">
                  <c:v>c n p auto sales</c:v>
                </c:pt>
                <c:pt idx="12106">
                  <c:v>alan jay nissan</c:v>
                </c:pt>
                <c:pt idx="12107">
                  <c:v>1st liberty fcu</c:v>
                </c:pt>
                <c:pt idx="12108">
                  <c:v>jaguar st louis land rover st louis</c:v>
                </c:pt>
                <c:pt idx="12109">
                  <c:v>big cat auto sales</c:v>
                </c:pt>
                <c:pt idx="12110">
                  <c:v>capitol fleet</c:v>
                </c:pt>
                <c:pt idx="12111">
                  <c:v>fort myers motors ltd</c:v>
                </c:pt>
                <c:pt idx="12112">
                  <c:v>jim enterprises auto sales inc</c:v>
                </c:pt>
                <c:pt idx="12113">
                  <c:v>intellexim auto llc</c:v>
                </c:pt>
                <c:pt idx="12114">
                  <c:v>auto title loans and more llc</c:v>
                </c:pt>
                <c:pt idx="12115">
                  <c:v>allyns specialty cars</c:v>
                </c:pt>
                <c:pt idx="12116">
                  <c:v>continental used auto sales inc</c:v>
                </c:pt>
                <c:pt idx="12117">
                  <c:v>good friends auto sales llp</c:v>
                </c:pt>
                <c:pt idx="12118">
                  <c:v>welkes auto sales inc</c:v>
                </c:pt>
                <c:pt idx="12119">
                  <c:v>25th street auto sales</c:v>
                </c:pt>
                <c:pt idx="12120">
                  <c:v>i 15 auto sales</c:v>
                </c:pt>
                <c:pt idx="12121">
                  <c:v>allied cash advance c/o axcess recovery</c:v>
                </c:pt>
                <c:pt idx="12122">
                  <c:v>primeritus remarketing/rpm automotive ser</c:v>
                </c:pt>
                <c:pt idx="12123">
                  <c:v>new rochelle hyundai</c:v>
                </c:pt>
                <c:pt idx="12124">
                  <c:v>team honda powerhouse of milton</c:v>
                </c:pt>
                <c:pt idx="12125">
                  <c:v>primeritus remarketing/s&amp;r auto sales</c:v>
                </c:pt>
                <c:pt idx="12126">
                  <c:v>lane 1 motors</c:v>
                </c:pt>
                <c:pt idx="12127">
                  <c:v>lallier automobile (hull) inc</c:v>
                </c:pt>
                <c:pt idx="12128">
                  <c:v>nolan automotive wholesale</c:v>
                </c:pt>
                <c:pt idx="12129">
                  <c:v>nallys automotive</c:v>
                </c:pt>
                <c:pt idx="12130">
                  <c:v>rivertown subaru &amp; volvo of columbus</c:v>
                </c:pt>
                <c:pt idx="12131">
                  <c:v>prestige lincoln</c:v>
                </c:pt>
                <c:pt idx="12132">
                  <c:v>manna vehicles</c:v>
                </c:pt>
                <c:pt idx="12133">
                  <c:v>pinnacle financial partners</c:v>
                </c:pt>
                <c:pt idx="12134">
                  <c:v>summit ridge credit union</c:v>
                </c:pt>
                <c:pt idx="12135">
                  <c:v>toyota industrial equipment</c:v>
                </c:pt>
                <c:pt idx="12136">
                  <c:v>cu carfinders</c:v>
                </c:pt>
                <c:pt idx="12137">
                  <c:v>a cars one</c:v>
                </c:pt>
                <c:pt idx="12138">
                  <c:v>alexis automotive llc</c:v>
                </c:pt>
                <c:pt idx="12139">
                  <c:v>first ford inc</c:v>
                </c:pt>
                <c:pt idx="12140">
                  <c:v>k &amp; j auto</c:v>
                </c:pt>
                <c:pt idx="12141">
                  <c:v>dakota auto inc</c:v>
                </c:pt>
                <c:pt idx="12142">
                  <c:v>albo auto sales</c:v>
                </c:pt>
                <c:pt idx="12143">
                  <c:v>j s auto brokers</c:v>
                </c:pt>
                <c:pt idx="12144">
                  <c:v>automotive partners funding</c:v>
                </c:pt>
                <c:pt idx="12145">
                  <c:v>desert import/export auto sales</c:v>
                </c:pt>
                <c:pt idx="12146">
                  <c:v>e z way auto sales inc</c:v>
                </c:pt>
                <c:pt idx="12147">
                  <c:v>anaheim auto finance</c:v>
                </c:pt>
                <c:pt idx="12148">
                  <c:v>jm auto sales</c:v>
                </c:pt>
                <c:pt idx="12149">
                  <c:v>jv driver projects inc</c:v>
                </c:pt>
                <c:pt idx="12150">
                  <c:v>boardwalk auto</c:v>
                </c:pt>
                <c:pt idx="12151">
                  <c:v>central bargain used cars</c:v>
                </c:pt>
                <c:pt idx="12152">
                  <c:v>bengazi automotive llc</c:v>
                </c:pt>
                <c:pt idx="12153">
                  <c:v>hometown auto &amp; credit inc</c:v>
                </c:pt>
                <c:pt idx="12154">
                  <c:v>discover kia</c:v>
                </c:pt>
                <c:pt idx="12155">
                  <c:v>deemiracle auto group llc</c:v>
                </c:pt>
                <c:pt idx="12156">
                  <c:v>titlemax/fort worth tx4</c:v>
                </c:pt>
                <c:pt idx="12157">
                  <c:v>texas motor</c:v>
                </c:pt>
                <c:pt idx="12158">
                  <c:v>accion texas</c:v>
                </c:pt>
                <c:pt idx="12159">
                  <c:v>columbus car trader</c:v>
                </c:pt>
                <c:pt idx="12160">
                  <c:v>auto action</c:v>
                </c:pt>
                <c:pt idx="12161">
                  <c:v>transwest credit union</c:v>
                </c:pt>
                <c:pt idx="12162">
                  <c:v>mcewan motors inc.</c:v>
                </c:pt>
                <c:pt idx="12163">
                  <c:v>oc motors</c:v>
                </c:pt>
                <c:pt idx="12164">
                  <c:v>wisconsin auto sales of wausau inc</c:v>
                </c:pt>
                <c:pt idx="12165">
                  <c:v>tkd motor company llc</c:v>
                </c:pt>
                <c:pt idx="12166">
                  <c:v>saratoga's community fcu</c:v>
                </c:pt>
                <c:pt idx="12167">
                  <c:v>templin auto sales inc</c:v>
                </c:pt>
                <c:pt idx="12168">
                  <c:v>university auto solutions llc</c:v>
                </c:pt>
                <c:pt idx="12169">
                  <c:v>steel city auto sales</c:v>
                </c:pt>
                <c:pt idx="12170">
                  <c:v>value imports plus llc</c:v>
                </c:pt>
                <c:pt idx="12171">
                  <c:v>third coast auto group</c:v>
                </c:pt>
                <c:pt idx="12172">
                  <c:v>kns auto llc</c:v>
                </c:pt>
                <c:pt idx="12173">
                  <c:v>lemotors com</c:v>
                </c:pt>
                <c:pt idx="12174">
                  <c:v>michael &amp; sons auto sales llc</c:v>
                </c:pt>
                <c:pt idx="12175">
                  <c:v>zippy rent a car llc</c:v>
                </c:pt>
                <c:pt idx="12176">
                  <c:v>title ii funding of ca/american investment bank</c:v>
                </c:pt>
                <c:pt idx="12177">
                  <c:v>peace auto sales</c:v>
                </c:pt>
                <c:pt idx="12178">
                  <c:v>us auto leasing inc</c:v>
                </c:pt>
                <c:pt idx="12179">
                  <c:v>scs credit corp</c:v>
                </c:pt>
                <c:pt idx="12180">
                  <c:v>penn state auto sales</c:v>
                </c:pt>
                <c:pt idx="12181">
                  <c:v>warner auto center llc</c:v>
                </c:pt>
                <c:pt idx="12182">
                  <c:v>simer used car sales</c:v>
                </c:pt>
                <c:pt idx="12183">
                  <c:v>onemain rem/university automotives inc</c:v>
                </c:pt>
                <c:pt idx="12184">
                  <c:v>rally motorsports llc</c:v>
                </c:pt>
                <c:pt idx="12185">
                  <c:v>semraj llc</c:v>
                </c:pt>
                <c:pt idx="12186">
                  <c:v>luvic auto sales inc</c:v>
                </c:pt>
                <c:pt idx="12187">
                  <c:v>m3j trading company llc</c:v>
                </c:pt>
                <c:pt idx="12188">
                  <c:v>royale bleu auto associates inc</c:v>
                </c:pt>
                <c:pt idx="12189">
                  <c:v>mex/cal auto sales</c:v>
                </c:pt>
                <c:pt idx="12190">
                  <c:v>titlebucks/san antonio-tx1</c:v>
                </c:pt>
                <c:pt idx="12191">
                  <c:v>tulsa federal credit union</c:v>
                </c:pt>
                <c:pt idx="12192">
                  <c:v>san antonio roy baker motors inc</c:v>
                </c:pt>
                <c:pt idx="12193">
                  <c:v>third ave auto</c:v>
                </c:pt>
                <c:pt idx="12194">
                  <c:v>quality acceptance corp</c:v>
                </c:pt>
                <c:pt idx="12195">
                  <c:v>american road insurance company</c:v>
                </c:pt>
                <c:pt idx="12196">
                  <c:v>apollo auto sales inc</c:v>
                </c:pt>
                <c:pt idx="12197">
                  <c:v>drive rite inc</c:v>
                </c:pt>
                <c:pt idx="12198">
                  <c:v>cornerstone community fcu</c:v>
                </c:pt>
                <c:pt idx="12199">
                  <c:v>foxx motor sports inc</c:v>
                </c:pt>
                <c:pt idx="12200">
                  <c:v>elbmotors</c:v>
                </c:pt>
                <c:pt idx="12201">
                  <c:v>jacksons easy car credit</c:v>
                </c:pt>
                <c:pt idx="12202">
                  <c:v>julias auto sales</c:v>
                </c:pt>
                <c:pt idx="12203">
                  <c:v>first citizens bank/raleigh</c:v>
                </c:pt>
                <c:pt idx="12204">
                  <c:v>divine motors ltd</c:v>
                </c:pt>
                <c:pt idx="12205">
                  <c:v>ashley ford sales inc</c:v>
                </c:pt>
                <c:pt idx="12206">
                  <c:v>4x4 auto sales</c:v>
                </c:pt>
                <c:pt idx="12207">
                  <c:v>car cash loans</c:v>
                </c:pt>
                <c:pt idx="12208">
                  <c:v>auto credit financial corporation</c:v>
                </c:pt>
                <c:pt idx="12209">
                  <c:v>bob maxey ford inc</c:v>
                </c:pt>
                <c:pt idx="12210">
                  <c:v>automax llc</c:v>
                </c:pt>
                <c:pt idx="12211">
                  <c:v>denaro motors inc</c:v>
                </c:pt>
                <c:pt idx="12212">
                  <c:v>autos doha</c:v>
                </c:pt>
                <c:pt idx="12213">
                  <c:v>georgia auto house</c:v>
                </c:pt>
                <c:pt idx="12214">
                  <c:v>dealer finance of western kentucky</c:v>
                </c:pt>
                <c:pt idx="12215">
                  <c:v>foothill ford</c:v>
                </c:pt>
                <c:pt idx="12216">
                  <c:v>indiana finance</c:v>
                </c:pt>
                <c:pt idx="12217">
                  <c:v>accountable finance inc</c:v>
                </c:pt>
                <c:pt idx="12218">
                  <c:v>del real auto sales</c:v>
                </c:pt>
                <c:pt idx="12219">
                  <c:v>charlies llc</c:v>
                </c:pt>
                <c:pt idx="12220">
                  <c:v>freeway motors of rogers</c:v>
                </c:pt>
                <c:pt idx="12221">
                  <c:v>414 motor cars llc</c:v>
                </c:pt>
                <c:pt idx="12222">
                  <c:v>auddie brown chevrolet</c:v>
                </c:pt>
                <c:pt idx="12223">
                  <c:v>shore auto brokers</c:v>
                </c:pt>
                <c:pt idx="12224">
                  <c:v>total resource auctions</c:v>
                </c:pt>
                <c:pt idx="12225">
                  <c:v>ohio auto imports inc</c:v>
                </c:pt>
                <c:pt idx="12226">
                  <c:v>milahs auto sales</c:v>
                </c:pt>
                <c:pt idx="12227">
                  <c:v>dotta auto sales inc</c:v>
                </c:pt>
                <c:pt idx="12228">
                  <c:v>auto bright auto sales</c:v>
                </c:pt>
                <c:pt idx="12229">
                  <c:v>walts auto specialty inc</c:v>
                </c:pt>
                <c:pt idx="12230">
                  <c:v>highend auto inc</c:v>
                </c:pt>
                <c:pt idx="12231">
                  <c:v>usa motors and used</c:v>
                </c:pt>
                <c:pt idx="12232">
                  <c:v>texas auto center lp</c:v>
                </c:pt>
                <c:pt idx="12233">
                  <c:v>my store 11 inc</c:v>
                </c:pt>
                <c:pt idx="12234">
                  <c:v>unique car sales inc</c:v>
                </c:pt>
                <c:pt idx="12235">
                  <c:v>taylor auto credit</c:v>
                </c:pt>
                <c:pt idx="12236">
                  <c:v>samuel's auto</c:v>
                </c:pt>
                <c:pt idx="12237">
                  <c:v>mid florida cu</c:v>
                </c:pt>
                <c:pt idx="12238">
                  <c:v>preferred auto sales</c:v>
                </c:pt>
                <c:pt idx="12239">
                  <c:v>raul auto sales llc</c:v>
                </c:pt>
                <c:pt idx="12240">
                  <c:v>sg auto sales inc</c:v>
                </c:pt>
                <c:pt idx="12241">
                  <c:v>primus</c:v>
                </c:pt>
                <c:pt idx="12242">
                  <c:v>titlemax/hermitage hills-tn1</c:v>
                </c:pt>
                <c:pt idx="12243">
                  <c:v>usa best car llc</c:v>
                </c:pt>
                <c:pt idx="12244">
                  <c:v>cove federal credit union</c:v>
                </c:pt>
                <c:pt idx="12245">
                  <c:v>cars/skopos financial</c:v>
                </c:pt>
                <c:pt idx="12246">
                  <c:v>dorado motors</c:v>
                </c:pt>
                <c:pt idx="12247">
                  <c:v>five stars chrysler &amp; dodge  inc.</c:v>
                </c:pt>
                <c:pt idx="12248">
                  <c:v>easy auto sales llc</c:v>
                </c:pt>
                <c:pt idx="12249">
                  <c:v>del mar motor cars</c:v>
                </c:pt>
                <c:pt idx="12250">
                  <c:v>autos direct</c:v>
                </c:pt>
                <c:pt idx="12251">
                  <c:v>galaxy european</c:v>
                </c:pt>
                <c:pt idx="12252">
                  <c:v>just rite auto sales</c:v>
                </c:pt>
                <c:pt idx="12253">
                  <c:v>bavarian imports</c:v>
                </c:pt>
                <c:pt idx="12254">
                  <c:v>northwest car company inc</c:v>
                </c:pt>
                <c:pt idx="12255">
                  <c:v>manheim el paso</c:v>
                </c:pt>
                <c:pt idx="12256">
                  <c:v>j &amp; n auto sales &amp; repairs inc</c:v>
                </c:pt>
                <c:pt idx="12257">
                  <c:v>city auto sales</c:v>
                </c:pt>
                <c:pt idx="12258">
                  <c:v>a-team auto sales llc</c:v>
                </c:pt>
                <c:pt idx="12259">
                  <c:v>fast money lease</c:v>
                </c:pt>
                <c:pt idx="12260">
                  <c:v>beach city auto sales &amp; leasing</c:v>
                </c:pt>
                <c:pt idx="12261">
                  <c:v>texas health credit union</c:v>
                </c:pt>
                <c:pt idx="12262">
                  <c:v>pioneer credit co/calhoun</c:v>
                </c:pt>
                <c:pt idx="12263">
                  <c:v>kia cold lake/discovery motors</c:v>
                </c:pt>
                <c:pt idx="12264">
                  <c:v>mg auto sales inc</c:v>
                </c:pt>
                <c:pt idx="12265">
                  <c:v>tabark global auto</c:v>
                </c:pt>
                <c:pt idx="12266">
                  <c:v>thoroughbred cars inc</c:v>
                </c:pt>
                <c:pt idx="12267">
                  <c:v>lendmark financial services/charlotte</c:v>
                </c:pt>
                <c:pt idx="12268">
                  <c:v>retail ready</c:v>
                </c:pt>
                <c:pt idx="12269">
                  <c:v>repo remarketing/tucoemas fcu</c:v>
                </c:pt>
                <c:pt idx="12270">
                  <c:v>repo remarketing/erie federal credit union</c:v>
                </c:pt>
                <c:pt idx="12271">
                  <c:v>spring motor sport</c:v>
                </c:pt>
                <c:pt idx="12272">
                  <c:v>pt auto wholesale</c:v>
                </c:pt>
                <c:pt idx="12273">
                  <c:v>platinum finance</c:v>
                </c:pt>
                <c:pt idx="12274">
                  <c:v>missouri valley fcu</c:v>
                </c:pt>
                <c:pt idx="12275">
                  <c:v>bill kay ford inc</c:v>
                </c:pt>
                <c:pt idx="12276">
                  <c:v>acapulco motors</c:v>
                </c:pt>
                <c:pt idx="12277">
                  <c:v>double a auto center</c:v>
                </c:pt>
                <c:pt idx="12278">
                  <c:v>cintas corporation</c:v>
                </c:pt>
                <c:pt idx="12279">
                  <c:v>family auto dealers llc</c:v>
                </c:pt>
                <c:pt idx="12280">
                  <c:v>imperio kia of san juan capistrano</c:v>
                </c:pt>
                <c:pt idx="12281">
                  <c:v>gr-24 auto broker llc</c:v>
                </c:pt>
                <c:pt idx="12282">
                  <c:v>9135 4795 quebec inc</c:v>
                </c:pt>
                <c:pt idx="12283">
                  <c:v>cardinal fcu</c:v>
                </c:pt>
                <c:pt idx="12284">
                  <c:v>auto resource</c:v>
                </c:pt>
                <c:pt idx="12285">
                  <c:v>d'aquila mullins &amp; contreras</c:v>
                </c:pt>
                <c:pt idx="12286">
                  <c:v>auto star inc</c:v>
                </c:pt>
                <c:pt idx="12287">
                  <c:v>fiserv/first national bank of pennsylvania</c:v>
                </c:pt>
                <c:pt idx="12288">
                  <c:v>image honda</c:v>
                </c:pt>
                <c:pt idx="12289">
                  <c:v>great lakes fleet lease</c:v>
                </c:pt>
                <c:pt idx="12290">
                  <c:v>autos tigerbec</c:v>
                </c:pt>
                <c:pt idx="12291">
                  <c:v>alpha omega auto sales</c:v>
                </c:pt>
                <c:pt idx="12292">
                  <c:v>carolina finance</c:v>
                </c:pt>
                <c:pt idx="12293">
                  <c:v>101motors</c:v>
                </c:pt>
                <c:pt idx="12294">
                  <c:v>capital motors</c:v>
                </c:pt>
                <c:pt idx="12295">
                  <c:v>cali motors inc</c:v>
                </c:pt>
                <c:pt idx="12296">
                  <c:v>porterville ford</c:v>
                </c:pt>
                <c:pt idx="12297">
                  <c:v>puerto rican cars inc</c:v>
                </c:pt>
                <c:pt idx="12298">
                  <c:v>spectrum wholesale</c:v>
                </c:pt>
                <c:pt idx="12299">
                  <c:v>titlemax/fort worth tx7</c:v>
                </c:pt>
                <c:pt idx="12300">
                  <c:v>st1 motorsports llc</c:v>
                </c:pt>
                <c:pt idx="12301">
                  <c:v>united preowned cars llc</c:v>
                </c:pt>
                <c:pt idx="12302">
                  <c:v>leviners auto sales llc</c:v>
                </c:pt>
                <c:pt idx="12303">
                  <c:v>unity credit union</c:v>
                </c:pt>
                <c:pt idx="12304">
                  <c:v>municipal employees credit union of baltimore</c:v>
                </c:pt>
                <c:pt idx="12305">
                  <c:v>luxury motors credit inc</c:v>
                </c:pt>
                <c:pt idx="12306">
                  <c:v>hobbs auto sales inc</c:v>
                </c:pt>
                <c:pt idx="12307">
                  <c:v>cars in town inc</c:v>
                </c:pt>
                <c:pt idx="12308">
                  <c:v>hall of fame auto sales</c:v>
                </c:pt>
                <c:pt idx="12309">
                  <c:v>amc finance/auto masters credit</c:v>
                </c:pt>
                <c:pt idx="12310">
                  <c:v>indian lake motors llc</c:v>
                </c:pt>
                <c:pt idx="12311">
                  <c:v>enterprise exchange llc</c:v>
                </c:pt>
                <c:pt idx="12312">
                  <c:v>carolina auto trader inc</c:v>
                </c:pt>
                <c:pt idx="12313">
                  <c:v>2nd chance auto sales</c:v>
                </c:pt>
                <c:pt idx="12314">
                  <c:v>all american chevrolet of odessa</c:v>
                </c:pt>
                <c:pt idx="12315">
                  <c:v>columbus finance inc</c:v>
                </c:pt>
                <c:pt idx="12316">
                  <c:v>abfg auto of dfw</c:v>
                </c:pt>
                <c:pt idx="12317">
                  <c:v>george rasberry motors  inc.</c:v>
                </c:pt>
                <c:pt idx="12318">
                  <c:v>hata/dt</c:v>
                </c:pt>
                <c:pt idx="12319">
                  <c:v>btb financial</c:v>
                </c:pt>
                <c:pt idx="12320">
                  <c:v>haims motors inc</c:v>
                </c:pt>
                <c:pt idx="12321">
                  <c:v>atlanta car store inc</c:v>
                </c:pt>
                <c:pt idx="12322">
                  <c:v>college hill auto sales llc</c:v>
                </c:pt>
                <c:pt idx="12323">
                  <c:v>edmonton motors ltd</c:v>
                </c:pt>
                <c:pt idx="12324">
                  <c:v>promenade kia</c:v>
                </c:pt>
                <c:pt idx="12325">
                  <c:v>triple auto body inc</c:v>
                </c:pt>
                <c:pt idx="12326">
                  <c:v>gm derham auto sales</c:v>
                </c:pt>
                <c:pt idx="12327">
                  <c:v>dealers choice auto brokers ltd</c:v>
                </c:pt>
                <c:pt idx="12328">
                  <c:v>exclusive auto sales &amp; service llc</c:v>
                </c:pt>
                <c:pt idx="12329">
                  <c:v>prudent autodeals inc</c:v>
                </c:pt>
                <c:pt idx="12330">
                  <c:v>ways to work inc</c:v>
                </c:pt>
                <c:pt idx="12331">
                  <c:v>pfsc inc</c:v>
                </c:pt>
                <c:pt idx="12332">
                  <c:v>nicks towing service inc</c:v>
                </c:pt>
                <c:pt idx="12333">
                  <c:v>tank auto inc</c:v>
                </c:pt>
                <c:pt idx="12334">
                  <c:v>lithia nissan</c:v>
                </c:pt>
                <c:pt idx="12335">
                  <c:v>london deal a wheel</c:v>
                </c:pt>
                <c:pt idx="12336">
                  <c:v>mitchell auto acquisition inc</c:v>
                </c:pt>
                <c:pt idx="12337">
                  <c:v>us financial auto credit</c:v>
                </c:pt>
                <c:pt idx="12338">
                  <c:v>metro lease corp</c:v>
                </c:pt>
                <c:pt idx="12339">
                  <c:v>sunrise group investment</c:v>
                </c:pt>
                <c:pt idx="12340">
                  <c:v>titlemax/jacinto city tx1</c:v>
                </c:pt>
                <c:pt idx="12341">
                  <c:v>uw credit union</c:v>
                </c:pt>
                <c:pt idx="12342">
                  <c:v>kenly ford inc</c:v>
                </c:pt>
                <c:pt idx="12343">
                  <c:v>southwest financial co inc</c:v>
                </c:pt>
                <c:pt idx="12344">
                  <c:v>auto traders direct co</c:v>
                </c:pt>
                <c:pt idx="12345">
                  <c:v>bcbsnc credit union</c:v>
                </c:pt>
                <c:pt idx="12346">
                  <c:v>auto imports of melbourne inc</c:v>
                </c:pt>
                <c:pt idx="12347">
                  <c:v>city of reading</c:v>
                </c:pt>
                <c:pt idx="12348">
                  <c:v>credit care financial</c:v>
                </c:pt>
                <c:pt idx="12349">
                  <c:v>docs used auto sales &amp; repair</c:v>
                </c:pt>
                <c:pt idx="12350">
                  <c:v>b &amp; b used automotive llc</c:v>
                </c:pt>
                <c:pt idx="12351">
                  <c:v>florida credit group llc</c:v>
                </c:pt>
                <c:pt idx="12352">
                  <c:v>idrive autohaus ltd</c:v>
                </c:pt>
                <c:pt idx="12353">
                  <c:v>c &amp; n auto group</c:v>
                </c:pt>
                <c:pt idx="12354">
                  <c:v>autoleader llc</c:v>
                </c:pt>
                <c:pt idx="12355">
                  <c:v>amoco fcu</c:v>
                </c:pt>
                <c:pt idx="12356">
                  <c:v>express finance co</c:v>
                </c:pt>
                <c:pt idx="12357">
                  <c:v>first shift auto</c:v>
                </c:pt>
                <c:pt idx="12358">
                  <c:v>e c auto sales inc</c:v>
                </c:pt>
                <c:pt idx="12359">
                  <c:v>autonation hyundai corpus christi</c:v>
                </c:pt>
                <c:pt idx="12360">
                  <c:v>clc enterprises ltd</c:v>
                </c:pt>
                <c:pt idx="12361">
                  <c:v>energy united</c:v>
                </c:pt>
                <c:pt idx="12362">
                  <c:v>alberta recreation vehicles ltd</c:v>
                </c:pt>
                <c:pt idx="12363">
                  <c:v>community acceptance inc</c:v>
                </c:pt>
                <c:pt idx="12364">
                  <c:v>hunt automotive operations</c:v>
                </c:pt>
                <c:pt idx="12365">
                  <c:v>fair auto trader</c:v>
                </c:pt>
                <c:pt idx="12366">
                  <c:v>dublin hyundai</c:v>
                </c:pt>
                <c:pt idx="12367">
                  <c:v>blue jayhawk inc</c:v>
                </c:pt>
                <c:pt idx="12368">
                  <c:v>check into cash</c:v>
                </c:pt>
                <c:pt idx="12369">
                  <c:v>mangino value center inc</c:v>
                </c:pt>
                <c:pt idx="12370">
                  <c:v>the king of credit</c:v>
                </c:pt>
                <c:pt idx="12371">
                  <c:v>salem chrysler jeep dodge</c:v>
                </c:pt>
                <c:pt idx="12372">
                  <c:v>route 123 motors</c:v>
                </c:pt>
                <c:pt idx="12373">
                  <c:v>larry miller hyundai</c:v>
                </c:pt>
                <c:pt idx="12374">
                  <c:v>coachworks</c:v>
                </c:pt>
                <c:pt idx="12375">
                  <c:v>autonation hyundai 104</c:v>
                </c:pt>
                <c:pt idx="12376">
                  <c:v>u.s. auto credit</c:v>
                </c:pt>
                <c:pt idx="12377">
                  <c:v>western funding</c:v>
                </c:pt>
                <c:pt idx="12378">
                  <c:v>remarketing by ge/jd byrider</c:v>
                </c:pt>
                <c:pt idx="12379">
                  <c:v>professional financial services/columbus</c:v>
                </c:pt>
                <c:pt idx="12380">
                  <c:v>remarketing by ge/strategic remarketing solution</c:v>
                </c:pt>
                <c:pt idx="12381">
                  <c:v>southern lenders llc</c:v>
                </c:pt>
                <c:pt idx="12382">
                  <c:v>mac pac motors international limited</c:v>
                </c:pt>
                <c:pt idx="12383">
                  <c:v>maybach auto sales inc</c:v>
                </c:pt>
                <c:pt idx="12384">
                  <c:v>surface inc</c:v>
                </c:pt>
                <c:pt idx="12385">
                  <c:v>westside used cars inc</c:v>
                </c:pt>
                <c:pt idx="12386">
                  <c:v>town &amp; country fcu</c:v>
                </c:pt>
                <c:pt idx="12387">
                  <c:v>stars auto sales</c:v>
                </c:pt>
                <c:pt idx="12388">
                  <c:v>priceline auto group llc</c:v>
                </c:pt>
                <c:pt idx="12389">
                  <c:v>stop &amp; buy auto sales llc</c:v>
                </c:pt>
                <c:pt idx="12390">
                  <c:v>midwest automotive inc</c:v>
                </c:pt>
                <c:pt idx="12391">
                  <c:v>vip auto sales</c:v>
                </c:pt>
                <c:pt idx="12392">
                  <c:v>mdj grayson auto sales</c:v>
                </c:pt>
                <c:pt idx="12393">
                  <c:v>tampa auto mart inc</c:v>
                </c:pt>
                <c:pt idx="12394">
                  <c:v>luxury imports</c:v>
                </c:pt>
                <c:pt idx="12395">
                  <c:v>mastria nissan inc</c:v>
                </c:pt>
                <c:pt idx="12396">
                  <c:v>town &amp; country auto sales</c:v>
                </c:pt>
                <c:pt idx="12397">
                  <c:v>gcs fcu</c:v>
                </c:pt>
                <c:pt idx="12398">
                  <c:v>b brothers auto llc</c:v>
                </c:pt>
                <c:pt idx="12399">
                  <c:v>dyala auto broker llc</c:v>
                </c:pt>
                <c:pt idx="12400">
                  <c:v>e car inc</c:v>
                </c:pt>
                <c:pt idx="12401">
                  <c:v>apex fcu</c:v>
                </c:pt>
                <c:pt idx="12402">
                  <c:v>jerry's auto sales</c:v>
                </c:pt>
                <c:pt idx="12403">
                  <c:v>gene messer chevrolet</c:v>
                </c:pt>
                <c:pt idx="12404">
                  <c:v>barek used car sales ltd</c:v>
                </c:pt>
                <c:pt idx="12405">
                  <c:v>flexterms financial</c:v>
                </c:pt>
                <c:pt idx="12406">
                  <c:v>fa automotive llc</c:v>
                </c:pt>
                <c:pt idx="12407">
                  <c:v>everything automotive</c:v>
                </c:pt>
                <c:pt idx="12408">
                  <c:v>industrial acceptance corporation</c:v>
                </c:pt>
                <c:pt idx="12409">
                  <c:v>capitol auto sales inc</c:v>
                </c:pt>
                <c:pt idx="12410">
                  <c:v>arno auto dealer</c:v>
                </c:pt>
                <c:pt idx="12411">
                  <c:v>auto expert kev</c:v>
                </c:pt>
                <c:pt idx="12412">
                  <c:v>aa auto sales &amp; services llc</c:v>
                </c:pt>
                <c:pt idx="12413">
                  <c:v>hernandez auto sales</c:v>
                </c:pt>
                <c:pt idx="12414">
                  <c:v>coronado motors corp</c:v>
                </c:pt>
                <c:pt idx="12415">
                  <c:v>jack county auto sales inc</c:v>
                </c:pt>
                <c:pt idx="12416">
                  <c:v>autonation ford east</c:v>
                </c:pt>
                <c:pt idx="12417">
                  <c:v>jollys auto sales</c:v>
                </c:pt>
                <c:pt idx="12418">
                  <c:v>5280 motorcars</c:v>
                </c:pt>
                <c:pt idx="12419">
                  <c:v>c m webber holdings ltd</c:v>
                </c:pt>
                <c:pt idx="12420">
                  <c:v>autoworld inc</c:v>
                </c:pt>
                <c:pt idx="12421">
                  <c:v>abc auto sales</c:v>
                </c:pt>
                <c:pt idx="12422">
                  <c:v>autonation honda covington pike</c:v>
                </c:pt>
                <c:pt idx="12423">
                  <c:v>buffalo auto acceptance corp</c:v>
                </c:pt>
                <c:pt idx="12424">
                  <c:v>k &amp; z group llc</c:v>
                </c:pt>
                <c:pt idx="12425">
                  <c:v>autonation honda fremont</c:v>
                </c:pt>
                <c:pt idx="12426">
                  <c:v>c &amp; j auto sales  inc.</c:v>
                </c:pt>
                <c:pt idx="12427">
                  <c:v>auto integrity llc</c:v>
                </c:pt>
                <c:pt idx="12428">
                  <c:v>equity auto center llc</c:v>
                </c:pt>
                <c:pt idx="12429">
                  <c:v>community bank</c:v>
                </c:pt>
                <c:pt idx="12430">
                  <c:v>cottonport bank</c:v>
                </c:pt>
                <c:pt idx="12431">
                  <c:v>quality auto sales llc</c:v>
                </c:pt>
                <c:pt idx="12432">
                  <c:v>vossen auto sales</c:v>
                </c:pt>
                <c:pt idx="12433">
                  <c:v>mac motorsports</c:v>
                </c:pt>
                <c:pt idx="12434">
                  <c:v>titlemax/forest park ga1</c:v>
                </c:pt>
                <c:pt idx="12435">
                  <c:v>lobo motors</c:v>
                </c:pt>
                <c:pt idx="12436">
                  <c:v>3:16 auto sales</c:v>
                </c:pt>
                <c:pt idx="12437">
                  <c:v>car center of glen burnie</c:v>
                </c:pt>
                <c:pt idx="12438">
                  <c:v>titlemax/riverdale ga1</c:v>
                </c:pt>
                <c:pt idx="12439">
                  <c:v>north texas auto remarketing</c:v>
                </c:pt>
                <c:pt idx="12440">
                  <c:v>lendmark financial services / jacksonville</c:v>
                </c:pt>
                <c:pt idx="12441">
                  <c:v>titlemax/austin tx15</c:v>
                </c:pt>
                <c:pt idx="12442">
                  <c:v>manheim palm beach pnd arb</c:v>
                </c:pt>
                <c:pt idx="12443">
                  <c:v>teocal auto sales</c:v>
                </c:pt>
                <c:pt idx="12444">
                  <c:v>mann motors inc</c:v>
                </c:pt>
                <c:pt idx="12445">
                  <c:v>the dean team hyundai</c:v>
                </c:pt>
                <c:pt idx="12446">
                  <c:v>texas bay area credit union</c:v>
                </c:pt>
                <c:pt idx="12447">
                  <c:v>pars auto mart inc</c:v>
                </c:pt>
                <c:pt idx="12448">
                  <c:v>repo remarketing/united credit union</c:v>
                </c:pt>
                <c:pt idx="12449">
                  <c:v>bob moore motors</c:v>
                </c:pt>
                <c:pt idx="12450">
                  <c:v>financial plus federal credit union</c:v>
                </c:pt>
                <c:pt idx="12451">
                  <c:v>a1 auto</c:v>
                </c:pt>
                <c:pt idx="12452">
                  <c:v>elease returns com corporation</c:v>
                </c:pt>
                <c:pt idx="12453">
                  <c:v>consumer financial services/elgin</c:v>
                </c:pt>
                <c:pt idx="12454">
                  <c:v>j t philips auto</c:v>
                </c:pt>
                <c:pt idx="12455">
                  <c:v>auto credit express inc</c:v>
                </c:pt>
                <c:pt idx="12456">
                  <c:v>coiteux hyundai</c:v>
                </c:pt>
                <c:pt idx="12457">
                  <c:v>exclusive auto wholesale llc</c:v>
                </c:pt>
                <c:pt idx="12458">
                  <c:v>abbott automotive group inc</c:v>
                </c:pt>
                <c:pt idx="12459">
                  <c:v>d d car sales</c:v>
                </c:pt>
                <c:pt idx="12460">
                  <c:v>e-z auto buy incorporated</c:v>
                </c:pt>
                <c:pt idx="12461">
                  <c:v>highland auto sales</c:v>
                </c:pt>
                <c:pt idx="12462">
                  <c:v>frontier fine cars</c:v>
                </c:pt>
                <c:pt idx="12463">
                  <c:v>automobiles gaetan laferriere inc</c:v>
                </c:pt>
                <c:pt idx="12464">
                  <c:v>best motor</c:v>
                </c:pt>
                <c:pt idx="12465">
                  <c:v>b f auto sales</c:v>
                </c:pt>
                <c:pt idx="12466">
                  <c:v>titlebucks/riverdale ga2</c:v>
                </c:pt>
                <c:pt idx="12467">
                  <c:v>kimble's auto sales inc</c:v>
                </c:pt>
                <c:pt idx="12468">
                  <c:v>geovista credit union</c:v>
                </c:pt>
                <c:pt idx="12469">
                  <c:v>emj automotive remarketing</c:v>
                </c:pt>
                <c:pt idx="12470">
                  <c:v>auto max</c:v>
                </c:pt>
                <c:pt idx="12471">
                  <c:v>eze auto brokers inc</c:v>
                </c:pt>
                <c:pt idx="12472">
                  <c:v>presto auto loans</c:v>
                </c:pt>
                <c:pt idx="12473">
                  <c:v>superior motor company llc</c:v>
                </c:pt>
                <c:pt idx="12474">
                  <c:v>numark credit union</c:v>
                </c:pt>
                <c:pt idx="12475">
                  <c:v>titlemax/roanoke va1</c:v>
                </c:pt>
                <c:pt idx="12476">
                  <c:v>lehigh valley fcu</c:v>
                </c:pt>
                <c:pt idx="12477">
                  <c:v>ratcliff auto sales</c:v>
                </c:pt>
                <c:pt idx="12478">
                  <c:v>self-help cu dba choice community cu</c:v>
                </c:pt>
                <c:pt idx="12479">
                  <c:v>the touch auto sales llc</c:v>
                </c:pt>
                <c:pt idx="12480">
                  <c:v>noor motor  inc.</c:v>
                </c:pt>
                <c:pt idx="12481">
                  <c:v>tradesmen community credit union</c:v>
                </c:pt>
                <c:pt idx="12482">
                  <c:v>low country credit</c:v>
                </c:pt>
                <c:pt idx="12483">
                  <c:v>nova chek sales</c:v>
                </c:pt>
                <c:pt idx="12484">
                  <c:v>magnetic automobile and svcs llc</c:v>
                </c:pt>
                <c:pt idx="12485">
                  <c:v>professional financial services / jacksonville</c:v>
                </c:pt>
                <c:pt idx="12486">
                  <c:v>szott m 59 chrysler jeep inc</c:v>
                </c:pt>
                <c:pt idx="12487">
                  <c:v>world financial services inc</c:v>
                </c:pt>
                <c:pt idx="12488">
                  <c:v>rla investment recovery llc c/o we energies</c:v>
                </c:pt>
                <c:pt idx="12489">
                  <c:v>westside houston auto sales  inc.</c:v>
                </c:pt>
                <c:pt idx="12490">
                  <c:v>world wide investments llc</c:v>
                </c:pt>
                <c:pt idx="12491">
                  <c:v>t&amp;s california auto inc</c:v>
                </c:pt>
                <c:pt idx="12492">
                  <c:v>wheels &amp; deals auto sales of florida llc</c:v>
                </c:pt>
                <c:pt idx="12493">
                  <c:v>transrite incorporated</c:v>
                </c:pt>
                <c:pt idx="12494">
                  <c:v>northland chevrolet</c:v>
                </c:pt>
                <c:pt idx="12495">
                  <c:v>motion automotive enterprises llc</c:v>
                </c:pt>
                <c:pt idx="12496">
                  <c:v>ward motor co</c:v>
                </c:pt>
                <c:pt idx="12497">
                  <c:v>veneauto cars</c:v>
                </c:pt>
                <c:pt idx="12498">
                  <c:v>member focus community credit union</c:v>
                </c:pt>
                <c:pt idx="12499">
                  <c:v>bob penkhus mitsubishi</c:v>
                </c:pt>
                <c:pt idx="12500">
                  <c:v>crediauto financial dba crediauto usa financial</c:v>
                </c:pt>
                <c:pt idx="12501">
                  <c:v>1st class auto</c:v>
                </c:pt>
                <c:pt idx="12502">
                  <c:v>jp auto brokers inc</c:v>
                </c:pt>
                <c:pt idx="12503">
                  <c:v>flex terms financial</c:v>
                </c:pt>
                <c:pt idx="12504">
                  <c:v>herbey's auto sales llc</c:v>
                </c:pt>
                <c:pt idx="12505">
                  <c:v>first chrysler dodge jeep ram</c:v>
                </c:pt>
                <c:pt idx="12506">
                  <c:v>jd byrider/cnac</c:v>
                </c:pt>
                <c:pt idx="12507">
                  <c:v>americars international llc</c:v>
                </c:pt>
                <c:pt idx="12508">
                  <c:v>delmarva motor acceptance corp</c:v>
                </c:pt>
                <c:pt idx="12509">
                  <c:v>advantedge quality cars</c:v>
                </c:pt>
                <c:pt idx="12510">
                  <c:v>autostar acceptance inc</c:v>
                </c:pt>
                <c:pt idx="12511">
                  <c:v>harold &amp; nickie o'quinn's auto sales inc</c:v>
                </c:pt>
                <c:pt idx="12512">
                  <c:v>green cap financial/dba lendmark financial/new b</c:v>
                </c:pt>
                <c:pt idx="12513">
                  <c:v>jireh auto sales inc</c:v>
                </c:pt>
                <c:pt idx="12514">
                  <c:v>american auto &amp; body</c:v>
                </c:pt>
                <c:pt idx="12515">
                  <c:v>top cars inc</c:v>
                </c:pt>
                <c:pt idx="12516">
                  <c:v>source auto auction</c:v>
                </c:pt>
                <c:pt idx="12517">
                  <c:v>nemer chevrolet buick cadillac llc/nissan</c:v>
                </c:pt>
                <c:pt idx="12518">
                  <c:v>s&amp;f financial llc</c:v>
                </c:pt>
                <c:pt idx="12519">
                  <c:v>dreams auto detail shop</c:v>
                </c:pt>
                <c:pt idx="12520">
                  <c:v>autos reps l g s e n c</c:v>
                </c:pt>
                <c:pt idx="12521">
                  <c:v>bell ways auto sales llc</c:v>
                </c:pt>
                <c:pt idx="12522">
                  <c:v>titlemax/martin luther king ga1</c:v>
                </c:pt>
                <c:pt idx="12523">
                  <c:v>quinn motors of ellsworth</c:v>
                </c:pt>
                <c:pt idx="12524">
                  <c:v>national auto mart</c:v>
                </c:pt>
                <c:pt idx="12525">
                  <c:v>texas auto liquidators llc</c:v>
                </c:pt>
                <c:pt idx="12526">
                  <c:v>medina auto sales</c:v>
                </c:pt>
                <c:pt idx="12527">
                  <c:v>simon auto sales</c:v>
                </c:pt>
                <c:pt idx="12528">
                  <c:v>titlemax/houston tx1</c:v>
                </c:pt>
                <c:pt idx="12529">
                  <c:v>newlook auto sales llc</c:v>
                </c:pt>
                <c:pt idx="12530">
                  <c:v>st marys credit union</c:v>
                </c:pt>
                <c:pt idx="12531">
                  <c:v>mike auto sales llc</c:v>
                </c:pt>
                <c:pt idx="12532">
                  <c:v>rumikel auto sales llc</c:v>
                </c:pt>
                <c:pt idx="12533">
                  <c:v>lendmark financial services / douglasville</c:v>
                </c:pt>
                <c:pt idx="12534">
                  <c:v>lewis motors</c:v>
                </c:pt>
                <c:pt idx="12535">
                  <c:v>national internet auto brokerage inc</c:v>
                </c:pt>
                <c:pt idx="12536">
                  <c:v>skagit ford subaru</c:v>
                </c:pt>
                <c:pt idx="12537">
                  <c:v>ruffhouse auto llc</c:v>
                </c:pt>
                <c:pt idx="12538">
                  <c:v>xcluzive auto llc</c:v>
                </c:pt>
                <c:pt idx="12539">
                  <c:v>primeritus remarketing/american auto mall</c:v>
                </c:pt>
                <c:pt idx="12540">
                  <c:v>malakin motors llc</c:v>
                </c:pt>
                <c:pt idx="12541">
                  <c:v>q and a motors llc</c:v>
                </c:pt>
                <c:pt idx="12542">
                  <c:v>titlemax/woodbridge va5</c:v>
                </c:pt>
                <c:pt idx="12543">
                  <c:v>bonalle auto sales</c:v>
                </c:pt>
                <c:pt idx="12544">
                  <c:v>global acceptance auto inc</c:v>
                </c:pt>
                <c:pt idx="12545">
                  <c:v>eric j sheets</c:v>
                </c:pt>
                <c:pt idx="12546">
                  <c:v>canals &amp; trails credit union</c:v>
                </c:pt>
                <c:pt idx="12547">
                  <c:v>dowdy auto sales</c:v>
                </c:pt>
                <c:pt idx="12548">
                  <c:v>cars and credit master</c:v>
                </c:pt>
                <c:pt idx="12549">
                  <c:v>bul auto sales &amp; service inc</c:v>
                </c:pt>
                <c:pt idx="12550">
                  <c:v>complete credit solutions</c:v>
                </c:pt>
                <c:pt idx="12551">
                  <c:v>country saab of orange county</c:v>
                </c:pt>
                <c:pt idx="12552">
                  <c:v>1764175 alberta ltd</c:v>
                </c:pt>
                <c:pt idx="12553">
                  <c:v>best car auto sale llc</c:v>
                </c:pt>
                <c:pt idx="12554">
                  <c:v>first bank of ohio</c:v>
                </c:pt>
                <c:pt idx="12555">
                  <c:v>century auto sales</c:v>
                </c:pt>
                <c:pt idx="12556">
                  <c:v>scott's auto sales</c:v>
                </c:pt>
                <c:pt idx="12557">
                  <c:v>wcg enterprises</c:v>
                </c:pt>
                <c:pt idx="12558">
                  <c:v>nathan daniels motor company</c:v>
                </c:pt>
                <c:pt idx="12559">
                  <c:v>family motors inc</c:v>
                </c:pt>
                <c:pt idx="12560">
                  <c:v>j.d. byrider</c:v>
                </c:pt>
                <c:pt idx="12561">
                  <c:v>autonation buick gmc west sahara</c:v>
                </c:pt>
                <c:pt idx="12562">
                  <c:v>diamante auto sales</c:v>
                </c:pt>
                <c:pt idx="12563">
                  <c:v>titlemax / mobile - semmes al1</c:v>
                </c:pt>
                <c:pt idx="12564">
                  <c:v>remarketing by ge/one call locators ltd</c:v>
                </c:pt>
                <c:pt idx="12565">
                  <c:v>reliable credit association/meridian</c:v>
                </c:pt>
                <c:pt idx="12566">
                  <c:v>showcase auto sales</c:v>
                </c:pt>
                <c:pt idx="12567">
                  <c:v>precision automotive</c:v>
                </c:pt>
                <c:pt idx="12568">
                  <c:v>san diego auto club</c:v>
                </c:pt>
                <c:pt idx="12569">
                  <c:v>xclusive auto of ga</c:v>
                </c:pt>
                <c:pt idx="12570">
                  <c:v>webb chevrolet inc</c:v>
                </c:pt>
                <c:pt idx="12571">
                  <c:v>rhodes auto sales</c:v>
                </c:pt>
                <c:pt idx="12572">
                  <c:v>road master auto group inc</c:v>
                </c:pt>
                <c:pt idx="12573">
                  <c:v>titlemax/horizon city tx1</c:v>
                </c:pt>
                <c:pt idx="12574">
                  <c:v>the citizens national bank of quitman</c:v>
                </c:pt>
                <c:pt idx="12575">
                  <c:v>northland auto &amp; marine inc</c:v>
                </c:pt>
                <c:pt idx="12576">
                  <c:v>rp auto sales and leasing</c:v>
                </c:pt>
                <c:pt idx="12577">
                  <c:v>center florida auto sales</c:v>
                </c:pt>
                <c:pt idx="12578">
                  <c:v>garage abs 2000</c:v>
                </c:pt>
                <c:pt idx="12579">
                  <c:v>best auto limited</c:v>
                </c:pt>
                <c:pt idx="12580">
                  <c:v>gordie boucher ford of menomonee falls</c:v>
                </c:pt>
                <c:pt idx="12581">
                  <c:v>exit auto sales</c:v>
                </c:pt>
                <c:pt idx="12582">
                  <c:v>auto finance company inc</c:v>
                </c:pt>
                <c:pt idx="12583">
                  <c:v>duramax motors inc</c:v>
                </c:pt>
                <c:pt idx="12584">
                  <c:v>classic federal credit union</c:v>
                </c:pt>
                <c:pt idx="12585">
                  <c:v>jes lo auto sales</c:v>
                </c:pt>
                <c:pt idx="12586">
                  <c:v>diamonds group llc</c:v>
                </c:pt>
                <c:pt idx="12587">
                  <c:v>community trust bank</c:v>
                </c:pt>
                <c:pt idx="12588">
                  <c:v>auto desert</c:v>
                </c:pt>
                <c:pt idx="12589">
                  <c:v>autoaction</c:v>
                </c:pt>
                <c:pt idx="12590">
                  <c:v>juan diego auto sales</c:v>
                </c:pt>
                <c:pt idx="12591">
                  <c:v>genesis group automotive</c:v>
                </c:pt>
                <c:pt idx="12592">
                  <c:v>java enterprise</c:v>
                </c:pt>
                <c:pt idx="12593">
                  <c:v>buy here pay here</c:v>
                </c:pt>
                <c:pt idx="12594">
                  <c:v>first exchange bank</c:v>
                </c:pt>
                <c:pt idx="12595">
                  <c:v>morehead auto sales inc</c:v>
                </c:pt>
                <c:pt idx="12596">
                  <c:v>mccafferty ford sales inc</c:v>
                </c:pt>
                <c:pt idx="12597">
                  <c:v>worldwide connection</c:v>
                </c:pt>
                <c:pt idx="12598">
                  <c:v>google auto sales llc</c:v>
                </c:pt>
                <c:pt idx="12599">
                  <c:v>east creek motors llc.</c:v>
                </c:pt>
                <c:pt idx="12600">
                  <c:v>cindora automotive sales inc</c:v>
                </c:pt>
                <c:pt idx="12601">
                  <c:v>total resource auctions - flint</c:v>
                </c:pt>
                <c:pt idx="12602">
                  <c:v>nazcar auto center llc</c:v>
                </c:pt>
                <c:pt idx="12603">
                  <c:v>western auto</c:v>
                </c:pt>
                <c:pt idx="12604">
                  <c:v>tdaf remarketing / bloomfield imports com</c:v>
                </c:pt>
                <c:pt idx="12605">
                  <c:v>vidah motorsports inc</c:v>
                </c:pt>
                <c:pt idx="12606">
                  <c:v>spence motors ltd</c:v>
                </c:pt>
                <c:pt idx="12607">
                  <c:v>panhandle educators fcu</c:v>
                </c:pt>
                <c:pt idx="12608">
                  <c:v>suburban infiniti inc</c:v>
                </c:pt>
                <c:pt idx="12609">
                  <c:v>villarreal auto mart llc</c:v>
                </c:pt>
                <c:pt idx="12610">
                  <c:v>repo remarketing/mid oregon fcu</c:v>
                </c:pt>
                <c:pt idx="12611">
                  <c:v>prospect motor company llc</c:v>
                </c:pt>
                <c:pt idx="12612">
                  <c:v>m &amp; b auto sales llc</c:v>
                </c:pt>
                <c:pt idx="12613">
                  <c:v>more cars to go</c:v>
                </c:pt>
                <c:pt idx="12614">
                  <c:v>remarketing by ge/cox fleet</c:v>
                </c:pt>
                <c:pt idx="12615">
                  <c:v>onemain rem/mikes trucks &amp; cars</c:v>
                </c:pt>
                <c:pt idx="12616">
                  <c:v>m &amp; n auto sales</c:v>
                </c:pt>
                <c:pt idx="12617">
                  <c:v>touchstone financial of west valley</c:v>
                </c:pt>
                <c:pt idx="12618">
                  <c:v>stop n go auto sales</c:v>
                </c:pt>
                <c:pt idx="12619">
                  <c:v>one stop automotive and collision center inc</c:v>
                </c:pt>
                <c:pt idx="12620">
                  <c:v>m h trading</c:v>
                </c:pt>
                <c:pt idx="12621">
                  <c:v>park auto mall</c:v>
                </c:pt>
                <c:pt idx="12622">
                  <c:v>lions auto sales inc</c:v>
                </c:pt>
                <c:pt idx="12623">
                  <c:v>wayne county ford</c:v>
                </c:pt>
                <c:pt idx="12624">
                  <c:v>manor resources llc/turbo title loans</c:v>
                </c:pt>
                <c:pt idx="12625">
                  <c:v>fineline auto brokers inc</c:v>
                </c:pt>
                <c:pt idx="12626">
                  <c:v>josh auto sales corp</c:v>
                </c:pt>
                <c:pt idx="12627">
                  <c:v>a &amp; i auto</c:v>
                </c:pt>
                <c:pt idx="12628">
                  <c:v>ed wright</c:v>
                </c:pt>
                <c:pt idx="12629">
                  <c:v>automotive concepts</c:v>
                </c:pt>
                <c:pt idx="12630">
                  <c:v>fresno county fcu</c:v>
                </c:pt>
                <c:pt idx="12631">
                  <c:v>champion chevrolet buick gmc</c:v>
                </c:pt>
                <c:pt idx="12632">
                  <c:v>coastal credit inc / gulfport / gulfport</c:v>
                </c:pt>
                <c:pt idx="12633">
                  <c:v>hall motors llc</c:v>
                </c:pt>
                <c:pt idx="12634">
                  <c:v>flex auto sales</c:v>
                </c:pt>
                <c:pt idx="12635">
                  <c:v>j &amp; n automotive llc</c:v>
                </c:pt>
                <c:pt idx="12636">
                  <c:v>heights finance corporation/appleton</c:v>
                </c:pt>
                <c:pt idx="12637">
                  <c:v>bill's auto sales</c:v>
                </c:pt>
                <c:pt idx="12638">
                  <c:v>auto credit of macon</c:v>
                </c:pt>
                <c:pt idx="12639">
                  <c:v>bargain autos</c:v>
                </c:pt>
                <c:pt idx="12640">
                  <c:v>certified auto service and sales</c:v>
                </c:pt>
                <c:pt idx="12641">
                  <c:v>1360250 alberta ltd.</c:v>
                </c:pt>
                <c:pt idx="12642">
                  <c:v>hapo community credit union</c:v>
                </c:pt>
                <c:pt idx="12643">
                  <c:v>cng auto group inc</c:v>
                </c:pt>
                <c:pt idx="12644">
                  <c:v>aussie auto inc</c:v>
                </c:pt>
                <c:pt idx="12645">
                  <c:v>dean kirkwood inc</c:v>
                </c:pt>
                <c:pt idx="12646">
                  <c:v>just imports auto sales inc</c:v>
                </c:pt>
                <c:pt idx="12647">
                  <c:v>airport kia</c:v>
                </c:pt>
                <c:pt idx="12648">
                  <c:v>family advantage fcu</c:v>
                </c:pt>
                <c:pt idx="12649">
                  <c:v>atlantic city fcu</c:v>
                </c:pt>
                <c:pt idx="12650">
                  <c:v>best buy auto sales of tampa inc</c:v>
                </c:pt>
                <c:pt idx="12651">
                  <c:v>gulf winds fcu</c:v>
                </c:pt>
                <c:pt idx="12652">
                  <c:v>carrus auto sales</c:v>
                </c:pt>
                <c:pt idx="12653">
                  <c:v>patches enterprises ltd</c:v>
                </c:pt>
                <c:pt idx="12654">
                  <c:v>titlemax/san antonio tx15</c:v>
                </c:pt>
                <c:pt idx="12655">
                  <c:v>vlad auto sales inc</c:v>
                </c:pt>
                <c:pt idx="12656">
                  <c:v>titlemax/las vegas nv 25</c:v>
                </c:pt>
                <c:pt idx="12657">
                  <c:v>blazer motors i35</c:v>
                </c:pt>
                <c:pt idx="12658">
                  <c:v>olas motor incorporation</c:v>
                </c:pt>
                <c:pt idx="12659">
                  <c:v>one autosource</c:v>
                </c:pt>
                <c:pt idx="12660">
                  <c:v>napleton's schaumburg pontiac gmc inc</c:v>
                </c:pt>
                <c:pt idx="12661">
                  <c:v>ontario premium motors ltd.</c:v>
                </c:pt>
                <c:pt idx="12662">
                  <c:v>remarketing by ge/cav leasing-columbus</c:v>
                </c:pt>
                <c:pt idx="12663">
                  <c:v>primeritus remarketing/eac</c:v>
                </c:pt>
                <c:pt idx="12664">
                  <c:v>l t d motors co ltd</c:v>
                </c:pt>
                <c:pt idx="12665">
                  <c:v>motor outlet</c:v>
                </c:pt>
                <c:pt idx="12666">
                  <c:v>perfect a car auto sales inc</c:v>
                </c:pt>
                <c:pt idx="12667">
                  <c:v>u-save auto rental/florence</c:v>
                </c:pt>
                <c:pt idx="12668">
                  <c:v>titlebucks/rossville ga1</c:v>
                </c:pt>
                <c:pt idx="12669">
                  <c:v>racine water &amp; waste</c:v>
                </c:pt>
                <c:pt idx="12670">
                  <c:v>valueland auto sales inc</c:v>
                </c:pt>
                <c:pt idx="12671">
                  <c:v>xtreme auto wholesale inc</c:v>
                </c:pt>
                <c:pt idx="12672">
                  <c:v>ministry of transportation</c:v>
                </c:pt>
                <c:pt idx="12673">
                  <c:v>z &amp; s auto league inc</c:v>
                </c:pt>
                <c:pt idx="12674">
                  <c:v>new age auto</c:v>
                </c:pt>
                <c:pt idx="12675">
                  <c:v>sac finance inc/ft wayne</c:v>
                </c:pt>
                <c:pt idx="12676">
                  <c:v>united finance co/carson city</c:v>
                </c:pt>
                <c:pt idx="12677">
                  <c:v>tidalwave finance</c:v>
                </c:pt>
                <c:pt idx="12678">
                  <c:v>valley auto sales</c:v>
                </c:pt>
                <c:pt idx="12679">
                  <c:v>ez lease auto llc</c:v>
                </c:pt>
                <c:pt idx="12680">
                  <c:v>home financial service</c:v>
                </c:pt>
                <c:pt idx="12681">
                  <c:v>a.l.a automobile</c:v>
                </c:pt>
                <c:pt idx="12682">
                  <c:v>excalibur auto &amp; marine</c:v>
                </c:pt>
                <c:pt idx="12683">
                  <c:v>green cap financial/dba lendmark financial/roano</c:v>
                </c:pt>
                <c:pt idx="12684">
                  <c:v>allston auto brokers</c:v>
                </c:pt>
                <c:pt idx="12685">
                  <c:v>checkpoint auto sales</c:v>
                </c:pt>
                <c:pt idx="12686">
                  <c:v>am ko auto inc</c:v>
                </c:pt>
                <c:pt idx="12687">
                  <c:v>goodnetter auto sales inc</c:v>
                </c:pt>
                <c:pt idx="12688">
                  <c:v>glenmount financial services</c:v>
                </c:pt>
                <c:pt idx="12689">
                  <c:v>cargill turkey products</c:v>
                </c:pt>
                <c:pt idx="12690">
                  <c:v>albuquerque police department</c:v>
                </c:pt>
                <c:pt idx="12691">
                  <c:v>atlas auto sales</c:v>
                </c:pt>
                <c:pt idx="12692">
                  <c:v>csh finance</c:v>
                </c:pt>
                <c:pt idx="12693">
                  <c:v>four stars auto ranch</c:v>
                </c:pt>
                <c:pt idx="12694">
                  <c:v>lithia chevrolet of redding</c:v>
                </c:pt>
                <c:pt idx="12695">
                  <c:v>rpm finance company</c:v>
                </c:pt>
                <c:pt idx="12696">
                  <c:v>premier car &amp; truck</c:v>
                </c:pt>
                <c:pt idx="12697">
                  <c:v>titlemax/houston tx14</c:v>
                </c:pt>
                <c:pt idx="12698">
                  <c:v>holt fiat</c:v>
                </c:pt>
                <c:pt idx="12699">
                  <c:v>great deals auto sales inc</c:v>
                </c:pt>
                <c:pt idx="12700">
                  <c:v>auto 4 less</c:v>
                </c:pt>
                <c:pt idx="12701">
                  <c:v>ari/community loans of america</c:v>
                </c:pt>
                <c:pt idx="12702">
                  <c:v>prados auto sales/auction</c:v>
                </c:pt>
                <c:pt idx="12703">
                  <c:v>lexington auto store llc</c:v>
                </c:pt>
                <c:pt idx="12704">
                  <c:v>paul anthony auto group llc</c:v>
                </c:pt>
                <c:pt idx="12705">
                  <c:v>visalia hyundai</c:v>
                </c:pt>
                <c:pt idx="12706">
                  <c:v>titlebucks/phoenix az8</c:v>
                </c:pt>
                <c:pt idx="12707">
                  <c:v>primeritus remarketing/andrew thomas motorcars</c:v>
                </c:pt>
                <c:pt idx="12708">
                  <c:v>rio auto group</c:v>
                </c:pt>
                <c:pt idx="12709">
                  <c:v>rhode island school of design</c:v>
                </c:pt>
                <c:pt idx="12710">
                  <c:v>wayne tally auto sales</c:v>
                </c:pt>
                <c:pt idx="12711">
                  <c:v>lewis auto sales inc</c:v>
                </c:pt>
                <c:pt idx="12712">
                  <c:v>primeritus remarketing/fruendly auto sour</c:v>
                </c:pt>
                <c:pt idx="12713">
                  <c:v>west coast connection auto sales</c:v>
                </c:pt>
                <c:pt idx="12714">
                  <c:v>titlemax/east alton 1</c:v>
                </c:pt>
                <c:pt idx="12715">
                  <c:v>vantage credit union</c:v>
                </c:pt>
                <c:pt idx="12716">
                  <c:v>moe motors llc</c:v>
                </c:pt>
                <c:pt idx="12717">
                  <c:v>r &amp; d auto group</c:v>
                </c:pt>
                <c:pt idx="12718">
                  <c:v>on time financial</c:v>
                </c:pt>
                <c:pt idx="12719">
                  <c:v>lake forest motors</c:v>
                </c:pt>
                <c:pt idx="12720">
                  <c:v>members 1st credit union</c:v>
                </c:pt>
                <c:pt idx="12721">
                  <c:v>tiltemax/dallas tx4</c:v>
                </c:pt>
                <c:pt idx="12722">
                  <c:v>quality auto group</c:v>
                </c:pt>
                <c:pt idx="12723">
                  <c:v>rancho pueblo viejo inc</c:v>
                </c:pt>
                <c:pt idx="12724">
                  <c:v>lakes community credit union</c:v>
                </c:pt>
                <c:pt idx="12725">
                  <c:v>savage police department</c:v>
                </c:pt>
                <c:pt idx="12726">
                  <c:v>advance auto trade</c:v>
                </c:pt>
                <c:pt idx="12727">
                  <c:v>gyro mazda</c:v>
                </c:pt>
                <c:pt idx="12728">
                  <c:v>kcb bank</c:v>
                </c:pt>
                <c:pt idx="12729">
                  <c:v>byond automotive ltd</c:v>
                </c:pt>
                <c:pt idx="12730">
                  <c:v>davinci imports llc</c:v>
                </c:pt>
                <c:pt idx="12731">
                  <c:v>fannin toyota scion hyundai mazda</c:v>
                </c:pt>
                <c:pt idx="12732">
                  <c:v>autos speedy</c:v>
                </c:pt>
                <c:pt idx="12733">
                  <c:v>fresno lexus</c:v>
                </c:pt>
                <c:pt idx="12734">
                  <c:v>credit corp</c:v>
                </c:pt>
                <c:pt idx="12735">
                  <c:v>cductivv auto wholesaling inc</c:v>
                </c:pt>
                <c:pt idx="12736">
                  <c:v>car now acceptance co/waukesha</c:v>
                </c:pt>
                <c:pt idx="12737">
                  <c:v>country motors</c:v>
                </c:pt>
                <c:pt idx="12738">
                  <c:v>baya auto sales</c:v>
                </c:pt>
                <c:pt idx="12739">
                  <c:v>enterprise financial llc</c:v>
                </c:pt>
                <c:pt idx="12740">
                  <c:v>j &amp; c auto sales of collier county  inc</c:v>
                </c:pt>
                <c:pt idx="12741">
                  <c:v>beineke enterprise  llc</c:v>
                </c:pt>
                <c:pt idx="12742">
                  <c:v>bcm financial</c:v>
                </c:pt>
                <c:pt idx="12743">
                  <c:v>gils auto sales inc</c:v>
                </c:pt>
                <c:pt idx="12744">
                  <c:v>anaheim pre owned cars</c:v>
                </c:pt>
                <c:pt idx="12745">
                  <c:v>b &amp; b auto group</c:v>
                </c:pt>
                <c:pt idx="12746">
                  <c:v>titlemax/forest park ga2</c:v>
                </c:pt>
                <c:pt idx="12747">
                  <c:v>parkers auto sales llc</c:v>
                </c:pt>
                <c:pt idx="12748">
                  <c:v>omega auto sales llc</c:v>
                </c:pt>
                <c:pt idx="12749">
                  <c:v>prestige automotive group llc</c:v>
                </c:pt>
                <c:pt idx="12750">
                  <c:v>sun shine cars inc</c:v>
                </c:pt>
                <c:pt idx="12751">
                  <c:v>koons automotive inc</c:v>
                </c:pt>
                <c:pt idx="12752">
                  <c:v>wheel deal auto sales llc</c:v>
                </c:pt>
                <c:pt idx="12753">
                  <c:v>rolls auto sales</c:v>
                </c:pt>
                <c:pt idx="12754">
                  <c:v>lighthouse financial group inc/tampa</c:v>
                </c:pt>
                <c:pt idx="12755">
                  <c:v>a-4 sales llc</c:v>
                </c:pt>
                <c:pt idx="12756">
                  <c:v>ideal auto imports llc</c:v>
                </c:pt>
                <c:pt idx="12757">
                  <c:v>trotter auto sales llc</c:v>
                </c:pt>
                <c:pt idx="12758">
                  <c:v>midwest title loan</c:v>
                </c:pt>
                <c:pt idx="12759">
                  <c:v>maklins motor sales</c:v>
                </c:pt>
                <c:pt idx="12760">
                  <c:v>michigan creditor service</c:v>
                </c:pt>
                <c:pt idx="12761">
                  <c:v>metro mike trading &amp; cycle</c:v>
                </c:pt>
                <c:pt idx="12762">
                  <c:v>rae pre owned cars inc</c:v>
                </c:pt>
                <c:pt idx="12763">
                  <c:v>skipco fin adj/atlantic financial services</c:v>
                </c:pt>
                <c:pt idx="12764">
                  <c:v>street dreams auto sls llc</c:v>
                </c:pt>
                <c:pt idx="12765">
                  <c:v>summit community bank</c:v>
                </c:pt>
                <c:pt idx="12766">
                  <c:v>titlemax/plano tx4</c:v>
                </c:pt>
                <c:pt idx="12767">
                  <c:v>puremotors inc</c:v>
                </c:pt>
                <c:pt idx="12768">
                  <c:v>louchem fcu</c:v>
                </c:pt>
                <c:pt idx="12769">
                  <c:v>s &amp; s auto wholesale</c:v>
                </c:pt>
                <c:pt idx="12770">
                  <c:v>car now acceptance co/cedar rapids</c:v>
                </c:pt>
                <c:pt idx="12771">
                  <c:v>eagle motors</c:v>
                </c:pt>
                <c:pt idx="12772">
                  <c:v>anastos motors inc</c:v>
                </c:pt>
                <c:pt idx="12773">
                  <c:v>expressway auto llc</c:v>
                </c:pt>
                <c:pt idx="12774">
                  <c:v>continental auto inc</c:v>
                </c:pt>
                <c:pt idx="12775">
                  <c:v>a &amp; a motors inc</c:v>
                </c:pt>
                <c:pt idx="12776">
                  <c:v>car now acceptance co/east dundee</c:v>
                </c:pt>
                <c:pt idx="12777">
                  <c:v>bill white motor company inc</c:v>
                </c:pt>
                <c:pt idx="12778">
                  <c:v>james hodge dodge chry jeep ram</c:v>
                </c:pt>
                <c:pt idx="12779">
                  <c:v>elsenpeter motors llc</c:v>
                </c:pt>
                <c:pt idx="12780">
                  <c:v>jean &amp; brothers auto sales inc</c:v>
                </c:pt>
                <c:pt idx="12781">
                  <c:v>cnac/piedmont acceptance corporation/raleigh</c:v>
                </c:pt>
                <c:pt idx="12782">
                  <c:v>cds auto wholesalers llc</c:v>
                </c:pt>
                <c:pt idx="12783">
                  <c:v>countyline auto sales</c:v>
                </c:pt>
                <c:pt idx="12784">
                  <c:v>city public service/ibew fcu</c:v>
                </c:pt>
                <c:pt idx="12785">
                  <c:v>alfa romeo and fiat of omaha</c:v>
                </c:pt>
                <c:pt idx="12786">
                  <c:v>first financial bank n.a.</c:v>
                </c:pt>
                <c:pt idx="12787">
                  <c:v>car king inc</c:v>
                </c:pt>
                <c:pt idx="12788">
                  <c:v>cap auto sales</c:v>
                </c:pt>
                <c:pt idx="12789">
                  <c:v>bas used cars</c:v>
                </c:pt>
                <c:pt idx="12790">
                  <c:v>3 amigos auto sales  inc</c:v>
                </c:pt>
                <c:pt idx="12791">
                  <c:v>fleet sales llc</c:v>
                </c:pt>
                <c:pt idx="12792">
                  <c:v>gipson auto sales</c:v>
                </c:pt>
                <c:pt idx="12793">
                  <c:v>j &amp; m wholesale retail</c:v>
                </c:pt>
                <c:pt idx="12794">
                  <c:v>adobra autos</c:v>
                </c:pt>
                <c:pt idx="12795">
                  <c:v>jfj enterprizes inc</c:v>
                </c:pt>
                <c:pt idx="12796">
                  <c:v>gordie boucher ford of kenosha inc</c:v>
                </c:pt>
                <c:pt idx="12797">
                  <c:v>king of queens automotive llc</c:v>
                </c:pt>
                <c:pt idx="12798">
                  <c:v>rallye mitsubishi</c:v>
                </c:pt>
                <c:pt idx="12799">
                  <c:v>t &amp; s auto world</c:v>
                </c:pt>
                <c:pt idx="12800">
                  <c:v>car now acceptance co/albuquerque</c:v>
                </c:pt>
                <c:pt idx="12801">
                  <c:v>hunter car biz</c:v>
                </c:pt>
                <c:pt idx="12802">
                  <c:v>save on rides auto sales ltd</c:v>
                </c:pt>
                <c:pt idx="12803">
                  <c:v>lrd autos</c:v>
                </c:pt>
                <c:pt idx="12804">
                  <c:v>midnight express auto sales</c:v>
                </c:pt>
                <c:pt idx="12805">
                  <c:v>onur auto</c:v>
                </c:pt>
                <c:pt idx="12806">
                  <c:v>northwest consumer discount company</c:v>
                </c:pt>
                <c:pt idx="12807">
                  <c:v>tom givens</c:v>
                </c:pt>
                <c:pt idx="12808">
                  <c:v>rmc financial/charleston</c:v>
                </c:pt>
                <c:pt idx="12809">
                  <c:v>perfect performance auto sales inc</c:v>
                </c:pt>
                <c:pt idx="12810">
                  <c:v>lendmark financial services/orlando</c:v>
                </c:pt>
                <c:pt idx="12811">
                  <c:v>streamline auto</c:v>
                </c:pt>
                <c:pt idx="12812">
                  <c:v>primeritus remarketing/arcadis us inc</c:v>
                </c:pt>
                <c:pt idx="12813">
                  <c:v>mcdonald direct inc</c:v>
                </c:pt>
                <c:pt idx="12814">
                  <c:v>titlemax/columbia tn2</c:v>
                </c:pt>
                <c:pt idx="12815">
                  <c:v>titlemax/dallas tx26</c:v>
                </c:pt>
                <c:pt idx="12816">
                  <c:v>pennington auto service</c:v>
                </c:pt>
                <c:pt idx="12817">
                  <c:v>automobile acc corp</c:v>
                </c:pt>
                <c:pt idx="12818">
                  <c:v>carsmith motors</c:v>
                </c:pt>
                <c:pt idx="12819">
                  <c:v>billy wood ford</c:v>
                </c:pt>
                <c:pt idx="12820">
                  <c:v>9195 9023 quebec inc</c:v>
                </c:pt>
                <c:pt idx="12821">
                  <c:v>a &amp; a luxury auto sales inc</c:v>
                </c:pt>
                <c:pt idx="12822">
                  <c:v>jernigan brothers inc #2</c:v>
                </c:pt>
                <c:pt idx="12823">
                  <c:v>cumberland hill auto sales &amp; service inc</c:v>
                </c:pt>
                <c:pt idx="12824">
                  <c:v>32 north auto sales</c:v>
                </c:pt>
                <c:pt idx="12825">
                  <c:v>guerra autoplex llc</c:v>
                </c:pt>
                <c:pt idx="12826">
                  <c:v>credit union of america</c:v>
                </c:pt>
                <c:pt idx="12827">
                  <c:v>k &amp; b motors llc</c:v>
                </c:pt>
                <c:pt idx="12828">
                  <c:v>global export auto sales &amp; services</c:v>
                </c:pt>
                <c:pt idx="12829">
                  <c:v>evans auto sales</c:v>
                </c:pt>
                <c:pt idx="12830">
                  <c:v>hovsepian automotive inc</c:v>
                </c:pt>
                <c:pt idx="12831">
                  <c:v>jimmy auto sale llc</c:v>
                </c:pt>
                <c:pt idx="12832">
                  <c:v>altra cargo inc</c:v>
                </c:pt>
                <c:pt idx="12833">
                  <c:v>bourassa chevrolet buick gmc ltee</c:v>
                </c:pt>
                <c:pt idx="12834">
                  <c:v>auto deals</c:v>
                </c:pt>
                <c:pt idx="12835">
                  <c:v>best auto sales llc</c:v>
                </c:pt>
                <c:pt idx="12836">
                  <c:v>el paisano auto sales inc</c:v>
                </c:pt>
                <c:pt idx="12837">
                  <c:v>alta vista auto</c:v>
                </c:pt>
                <c:pt idx="12838">
                  <c:v>ancira nissan inc</c:v>
                </c:pt>
                <c:pt idx="12839">
                  <c:v>euro cars llc</c:v>
                </c:pt>
                <c:pt idx="12840">
                  <c:v>american federal savings bank</c:v>
                </c:pt>
                <c:pt idx="12841">
                  <c:v>e-z auto sales inc</c:v>
                </c:pt>
                <c:pt idx="12842">
                  <c:v>northtowne hyundai inc</c:v>
                </c:pt>
                <c:pt idx="12843">
                  <c:v>sunshine motors</c:v>
                </c:pt>
                <c:pt idx="12844">
                  <c:v>txd resources inc</c:v>
                </c:pt>
                <c:pt idx="12845">
                  <c:v>stephen wade toyota</c:v>
                </c:pt>
                <c:pt idx="12846">
                  <c:v>fabulous used car llc</c:v>
                </c:pt>
                <c:pt idx="12847">
                  <c:v>acm auto sales</c:v>
                </c:pt>
                <c:pt idx="12848">
                  <c:v>b &amp; j auto sales</c:v>
                </c:pt>
                <c:pt idx="12849">
                  <c:v>car bazaar  inc.</c:v>
                </c:pt>
                <c:pt idx="12850">
                  <c:v>gifs truck &amp; auto inc</c:v>
                </c:pt>
                <c:pt idx="12851">
                  <c:v>advantage chevrolet of bolingbrook inc</c:v>
                </c:pt>
                <c:pt idx="12852">
                  <c:v>express auto</c:v>
                </c:pt>
                <c:pt idx="12853">
                  <c:v>primeritus remarketing/po boys garage &amp; wrecker</c:v>
                </c:pt>
                <c:pt idx="12854">
                  <c:v>ripple &amp; frenell auto sales incorporated</c:v>
                </c:pt>
                <c:pt idx="12855">
                  <c:v>liberty station inc</c:v>
                </c:pt>
                <c:pt idx="12856">
                  <c:v>transrite inc</c:v>
                </c:pt>
                <c:pt idx="12857">
                  <c:v>motors acceptance corp</c:v>
                </c:pt>
                <c:pt idx="12858">
                  <c:v>prime time auto sales inc</c:v>
                </c:pt>
                <c:pt idx="12859">
                  <c:v>pars auto</c:v>
                </c:pt>
                <c:pt idx="12860">
                  <c:v>mooresville ford mercury inc</c:v>
                </c:pt>
                <c:pt idx="12861">
                  <c:v>mega auto finance</c:v>
                </c:pt>
                <c:pt idx="12862">
                  <c:v>usa 1 automobiles</c:v>
                </c:pt>
                <c:pt idx="12863">
                  <c:v>synergy bank</c:v>
                </c:pt>
                <c:pt idx="12864">
                  <c:v>westside credit co-op</c:v>
                </c:pt>
                <c:pt idx="12865">
                  <c:v>w auto shoppers</c:v>
                </c:pt>
                <c:pt idx="12866">
                  <c:v>title cash dba lighthouse financial</c:v>
                </c:pt>
                <c:pt idx="12867">
                  <c:v>stop n drive motors</c:v>
                </c:pt>
                <c:pt idx="12868">
                  <c:v>rock auto group inc</c:v>
                </c:pt>
                <c:pt idx="12869">
                  <c:v>uni motors inc</c:v>
                </c:pt>
                <c:pt idx="12870">
                  <c:v>ridgeview motors inc</c:v>
                </c:pt>
                <c:pt idx="12871">
                  <c:v>parish finance corporation</c:v>
                </c:pt>
                <c:pt idx="12872">
                  <c:v>lighthouse auto sales</c:v>
                </c:pt>
                <c:pt idx="12873">
                  <c:v>your community bank</c:v>
                </c:pt>
                <c:pt idx="12874">
                  <c:v>titlemax/wood river</c:v>
                </c:pt>
                <c:pt idx="12875">
                  <c:v>phil long audi</c:v>
                </c:pt>
                <c:pt idx="12876">
                  <c:v>lone star chevrolet</c:v>
                </c:pt>
                <c:pt idx="12877">
                  <c:v>redbird financial llc</c:v>
                </c:pt>
                <c:pt idx="12878">
                  <c:v>southwest financial fcu</c:v>
                </c:pt>
                <c:pt idx="12879">
                  <c:v>mercedes-benz of ann arbor</c:v>
                </c:pt>
                <c:pt idx="12880">
                  <c:v>luxury autohaus inc</c:v>
                </c:pt>
                <c:pt idx="12881">
                  <c:v>kosic auto dealership inc</c:v>
                </c:pt>
                <c:pt idx="12882">
                  <c:v>godspeed motors inc</c:v>
                </c:pt>
                <c:pt idx="12883">
                  <c:v>blue eagle credit union</c:v>
                </c:pt>
                <c:pt idx="12884">
                  <c:v>calhoun auto</c:v>
                </c:pt>
                <c:pt idx="12885">
                  <c:v>bridge motors llc</c:v>
                </c:pt>
                <c:pt idx="12886">
                  <c:v>carrs inc.</c:v>
                </c:pt>
                <c:pt idx="12887">
                  <c:v>isaac motors</c:v>
                </c:pt>
                <c:pt idx="12888">
                  <c:v>brent bergheger chry-dod</c:v>
                </c:pt>
                <c:pt idx="12889">
                  <c:v>elite auto sales &amp; service inc</c:v>
                </c:pt>
                <c:pt idx="12890">
                  <c:v>city cars</c:v>
                </c:pt>
                <c:pt idx="12891">
                  <c:v>gilbert mechanical contractors inc</c:v>
                </c:pt>
                <c:pt idx="12892">
                  <c:v>green cap financial/dba lendmark financial/washi</c:v>
                </c:pt>
                <c:pt idx="12893">
                  <c:v>all in auto sales inc</c:v>
                </c:pt>
                <c:pt idx="12894">
                  <c:v>atlanta toyota inc</c:v>
                </c:pt>
                <c:pt idx="12895">
                  <c:v>family motor sales corp</c:v>
                </c:pt>
                <c:pt idx="12896">
                  <c:v>a line automotive mississauga co ltd</c:v>
                </c:pt>
                <c:pt idx="12897">
                  <c:v>certified auto</c:v>
                </c:pt>
                <c:pt idx="12898">
                  <c:v>harborcreek resales</c:v>
                </c:pt>
                <c:pt idx="12899">
                  <c:v>auto credit of mountain home arkansas</c:v>
                </c:pt>
                <c:pt idx="12900">
                  <c:v>what a guy</c:v>
                </c:pt>
                <c:pt idx="12901">
                  <c:v>unique auto exchange inc</c:v>
                </c:pt>
                <c:pt idx="12902">
                  <c:v>norris wholesale llc</c:v>
                </c:pt>
                <c:pt idx="12903">
                  <c:v>paniagua auto sales ii inc</c:v>
                </c:pt>
                <c:pt idx="12904">
                  <c:v>b.a. wolfe powersports llc</c:v>
                </c:pt>
                <c:pt idx="12905">
                  <c:v>hayward auto store llc</c:v>
                </c:pt>
                <c:pt idx="12906">
                  <c:v>finn's discount auto inc</c:v>
                </c:pt>
                <c:pt idx="12907">
                  <c:v>a ffordable cars</c:v>
                </c:pt>
                <c:pt idx="12908">
                  <c:v>cantu motors</c:v>
                </c:pt>
                <c:pt idx="12909">
                  <c:v>a &amp; z auto sales</c:v>
                </c:pt>
                <c:pt idx="12910">
                  <c:v>peaks motors inc</c:v>
                </c:pt>
                <c:pt idx="12911">
                  <c:v>t &amp; c auto wholesale &amp; detail</c:v>
                </c:pt>
                <c:pt idx="12912">
                  <c:v>v p motor sales inc</c:v>
                </c:pt>
                <c:pt idx="12913">
                  <c:v>performance autoworks llc</c:v>
                </c:pt>
                <c:pt idx="12914">
                  <c:v>puma auto sales</c:v>
                </c:pt>
                <c:pt idx="12915">
                  <c:v>mfk enterprises inc</c:v>
                </c:pt>
                <c:pt idx="12916">
                  <c:v>repo remarketing/sesloc federal credit union</c:v>
                </c:pt>
                <c:pt idx="12917">
                  <c:v>premier cars 1 of tampa bay inc</c:v>
                </c:pt>
                <c:pt idx="12918">
                  <c:v>wayne subaru inc</c:v>
                </c:pt>
                <c:pt idx="12919">
                  <c:v>luxano motors</c:v>
                </c:pt>
                <c:pt idx="12920">
                  <c:v>quattro motors</c:v>
                </c:pt>
                <c:pt idx="12921">
                  <c:v>rent to own auto showroom llc</c:v>
                </c:pt>
                <c:pt idx="12922">
                  <c:v>tompkins trust company</c:v>
                </c:pt>
                <c:pt idx="12923">
                  <c:v>pneus vic inc</c:v>
                </c:pt>
                <c:pt idx="12924">
                  <c:v>titlemax/lovejoy</c:v>
                </c:pt>
                <c:pt idx="12925">
                  <c:v>university auto sales</c:v>
                </c:pt>
                <c:pt idx="12926">
                  <c:v>unique motorsports inc</c:v>
                </c:pt>
                <c:pt idx="12927">
                  <c:v>pic &amp; pay auto</c:v>
                </c:pt>
                <c:pt idx="12928">
                  <c:v>nebi auto sales llc</c:v>
                </c:pt>
                <c:pt idx="12929">
                  <c:v>quick cash funding llc</c:v>
                </c:pt>
                <c:pt idx="12930">
                  <c:v>vw of inver grove</c:v>
                </c:pt>
                <c:pt idx="12931">
                  <c:v>provident auto sales</c:v>
                </c:pt>
                <c:pt idx="12932">
                  <c:v>jefferson wholesale llc</c:v>
                </c:pt>
                <c:pt idx="12933">
                  <c:v>high quality auto sales inc</c:v>
                </c:pt>
                <c:pt idx="12934">
                  <c:v>big w's auto sales &amp; rent to own</c:v>
                </c:pt>
                <c:pt idx="12935">
                  <c:v>green cap financial/dba lendmark financial/jacks</c:v>
                </c:pt>
                <c:pt idx="12936">
                  <c:v>efc inc</c:v>
                </c:pt>
                <c:pt idx="12937">
                  <c:v>j&amp;g enterprises</c:v>
                </c:pt>
                <c:pt idx="12938">
                  <c:v>hew fcu</c:v>
                </c:pt>
                <c:pt idx="12939">
                  <c:v>autocentrics  llc</c:v>
                </c:pt>
                <c:pt idx="12940">
                  <c:v>chief financial federal credit union</c:v>
                </c:pt>
                <c:pt idx="12941">
                  <c:v>a m automotive</c:v>
                </c:pt>
                <c:pt idx="12942">
                  <c:v>future motorsports llc</c:v>
                </c:pt>
                <c:pt idx="12943">
                  <c:v>first class auto</c:v>
                </c:pt>
                <c:pt idx="12944">
                  <c:v>capri auto source</c:v>
                </c:pt>
                <c:pt idx="12945">
                  <c:v>7 -11 autoplex</c:v>
                </c:pt>
                <c:pt idx="12946">
                  <c:v>hubert vester honda</c:v>
                </c:pt>
                <c:pt idx="12947">
                  <c:v>a-1 auto group llc</c:v>
                </c:pt>
                <c:pt idx="12948">
                  <c:v>a+ fcu</c:v>
                </c:pt>
                <c:pt idx="12949">
                  <c:v>imports city of raleigh inc</c:v>
                </c:pt>
                <c:pt idx="12950">
                  <c:v>auto sales direct llc</c:v>
                </c:pt>
                <c:pt idx="12951">
                  <c:v>don's auto sales</c:v>
                </c:pt>
                <c:pt idx="12952">
                  <c:v>cars/automotive credit corp</c:v>
                </c:pt>
                <c:pt idx="12953">
                  <c:v>abids motors</c:v>
                </c:pt>
                <c:pt idx="12954">
                  <c:v>mark miller subaru south towne llc</c:v>
                </c:pt>
                <c:pt idx="12955">
                  <c:v>titlemax/lebanon pike-tn1</c:v>
                </c:pt>
                <c:pt idx="12956">
                  <c:v>universal car collection inc</c:v>
                </c:pt>
                <c:pt idx="12957">
                  <c:v>lexdan automotive inc</c:v>
                </c:pt>
                <c:pt idx="12958">
                  <c:v>760 auto couture</c:v>
                </c:pt>
                <c:pt idx="12959">
                  <c:v>fatihi auto inc</c:v>
                </c:pt>
                <c:pt idx="12960">
                  <c:v>egyaaman</c:v>
                </c:pt>
                <c:pt idx="12961">
                  <c:v>chevrolet center inc</c:v>
                </c:pt>
                <c:pt idx="12962">
                  <c:v>dave delaneys columbia</c:v>
                </c:pt>
                <c:pt idx="12963">
                  <c:v>bravo car care inc</c:v>
                </c:pt>
                <c:pt idx="12964">
                  <c:v>seanaq import</c:v>
                </c:pt>
                <c:pt idx="12965">
                  <c:v>st cloud auto sales com llc</c:v>
                </c:pt>
                <c:pt idx="12966">
                  <c:v>salesian society</c:v>
                </c:pt>
                <c:pt idx="12967">
                  <c:v>shelby auto exchange inc</c:v>
                </c:pt>
                <c:pt idx="12968">
                  <c:v>spectrum auto group  llc</c:v>
                </c:pt>
                <c:pt idx="12969">
                  <c:v>w h finance inc</c:v>
                </c:pt>
                <c:pt idx="12970">
                  <c:v>kraft auto (2008) inc</c:v>
                </c:pt>
                <c:pt idx="12971">
                  <c:v>stumpf motor company</c:v>
                </c:pt>
                <c:pt idx="12972">
                  <c:v>professional financial services/lexington</c:v>
                </c:pt>
                <c:pt idx="12973">
                  <c:v>nationwide motors</c:v>
                </c:pt>
                <c:pt idx="12974">
                  <c:v>repo remarketing/police and fire fcu</c:v>
                </c:pt>
                <c:pt idx="12975">
                  <c:v>lakeland automall</c:v>
                </c:pt>
                <c:pt idx="12976">
                  <c:v>south east auto group</c:v>
                </c:pt>
                <c:pt idx="12977">
                  <c:v>zena holdings llc</c:v>
                </c:pt>
                <c:pt idx="12978">
                  <c:v>the autoplex</c:v>
                </c:pt>
                <c:pt idx="12979">
                  <c:v>ride &amp; rent</c:v>
                </c:pt>
                <c:pt idx="12980">
                  <c:v>lakeview service of clifton inc</c:v>
                </c:pt>
                <c:pt idx="12981">
                  <c:v>1555357 alberta limited</c:v>
                </c:pt>
                <c:pt idx="12982">
                  <c:v>arlington autos inc</c:v>
                </c:pt>
                <c:pt idx="12983">
                  <c:v>craig f. goess inc</c:v>
                </c:pt>
                <c:pt idx="12984">
                  <c:v>frontier communications</c:v>
                </c:pt>
                <c:pt idx="12985">
                  <c:v>c.a.s. sales &amp; rentals</c:v>
                </c:pt>
                <c:pt idx="12986">
                  <c:v>fast trax auto</c:v>
                </c:pt>
                <c:pt idx="12987">
                  <c:v>economy auto sales llc</c:v>
                </c:pt>
                <c:pt idx="12988">
                  <c:v>icon credit union</c:v>
                </c:pt>
                <c:pt idx="12989">
                  <c:v>jacobs auto sales &amp; service</c:v>
                </c:pt>
                <c:pt idx="12990">
                  <c:v>gert's auto sales llc</c:v>
                </c:pt>
                <c:pt idx="12991">
                  <c:v>first eagle funding corporation</c:v>
                </c:pt>
                <c:pt idx="12992">
                  <c:v>fields volvo jaguar land rover waukesha</c:v>
                </c:pt>
                <c:pt idx="12993">
                  <c:v>champion auto llc</c:v>
                </c:pt>
                <c:pt idx="12994">
                  <c:v>ocean auto sales</c:v>
                </c:pt>
                <c:pt idx="12995">
                  <c:v>titlemax/stafford va1</c:v>
                </c:pt>
                <c:pt idx="12996">
                  <c:v>cj's premier auto</c:v>
                </c:pt>
                <c:pt idx="12997">
                  <c:v>bethlehem auto sales</c:v>
                </c:pt>
                <c:pt idx="12998">
                  <c:v>exclusive auto brokers llc</c:v>
                </c:pt>
                <c:pt idx="12999">
                  <c:v>autonation honda west knoxville</c:v>
                </c:pt>
                <c:pt idx="13000">
                  <c:v>southwest metro drug task force</c:v>
                </c:pt>
                <c:pt idx="13001">
                  <c:v>titlemax/san bernardino ca2</c:v>
                </c:pt>
                <c:pt idx="13002">
                  <c:v>m &amp; w inc</c:v>
                </c:pt>
                <c:pt idx="13003">
                  <c:v>premium wheels usa llc</c:v>
                </c:pt>
                <c:pt idx="13004">
                  <c:v>onemain rem/bedouin auto sales</c:v>
                </c:pt>
                <c:pt idx="13005">
                  <c:v>pleasant auto center</c:v>
                </c:pt>
                <c:pt idx="13006">
                  <c:v>primeritus remarketing/the car store</c:v>
                </c:pt>
                <c:pt idx="13007">
                  <c:v>s &amp; n auto sales</c:v>
                </c:pt>
                <c:pt idx="13008">
                  <c:v>remarketing by ge/usa automotive inc</c:v>
                </c:pt>
                <c:pt idx="13009">
                  <c:v>we enterprise inc</c:v>
                </c:pt>
                <c:pt idx="13010">
                  <c:v>titlemax/socorro tx2</c:v>
                </c:pt>
                <c:pt idx="13011">
                  <c:v>titlebucks/jonesboro ga2</c:v>
                </c:pt>
                <c:pt idx="13012">
                  <c:v>titlemax/phoenix az38</c:v>
                </c:pt>
                <c:pt idx="13013">
                  <c:v>sky motors llc</c:v>
                </c:pt>
                <c:pt idx="13014">
                  <c:v>metrolina auto group llc</c:v>
                </c:pt>
                <c:pt idx="13015">
                  <c:v>milton hyundai</c:v>
                </c:pt>
                <c:pt idx="13016">
                  <c:v>pyramid financial inc</c:v>
                </c:pt>
                <c:pt idx="13017">
                  <c:v>oakland county credit union</c:v>
                </c:pt>
                <c:pt idx="13018">
                  <c:v>heritage ford</c:v>
                </c:pt>
                <c:pt idx="13019">
                  <c:v>capitaland gmc subaru</c:v>
                </c:pt>
                <c:pt idx="13020">
                  <c:v>get your keys auto</c:v>
                </c:pt>
                <c:pt idx="13021">
                  <c:v>automotive management services inc</c:v>
                </c:pt>
                <c:pt idx="13022">
                  <c:v>all about auto wholesale llc</c:v>
                </c:pt>
                <c:pt idx="13023">
                  <c:v>garcia subaru el paso</c:v>
                </c:pt>
                <c:pt idx="13024">
                  <c:v>indy cars express llc</c:v>
                </c:pt>
                <c:pt idx="13025">
                  <c:v>alexander the great inc</c:v>
                </c:pt>
                <c:pt idx="13026">
                  <c:v>jims car company llc</c:v>
                </c:pt>
                <c:pt idx="13027">
                  <c:v>arizona federal credit union</c:v>
                </c:pt>
                <c:pt idx="13028">
                  <c:v>advanced car company</c:v>
                </c:pt>
                <c:pt idx="13029">
                  <c:v>j j wholesale</c:v>
                </c:pt>
                <c:pt idx="13030">
                  <c:v>car expo us inc</c:v>
                </c:pt>
                <c:pt idx="13031">
                  <c:v>gonzalez auto sales llc</c:v>
                </c:pt>
                <c:pt idx="13032">
                  <c:v>j.b. motors llc</c:v>
                </c:pt>
                <c:pt idx="13033">
                  <c:v>global auto sales</c:v>
                </c:pt>
                <c:pt idx="13034">
                  <c:v>frontier auto sales</c:v>
                </c:pt>
                <c:pt idx="13035">
                  <c:v>boucher kia</c:v>
                </c:pt>
                <c:pt idx="13036">
                  <c:v>oklahoma farm bureau mutual insurance</c:v>
                </c:pt>
                <c:pt idx="13037">
                  <c:v>palmore imports</c:v>
                </c:pt>
                <c:pt idx="13038">
                  <c:v>niel auto sales inc</c:v>
                </c:pt>
                <c:pt idx="13039">
                  <c:v>jp motors inc</c:v>
                </c:pt>
                <c:pt idx="13040">
                  <c:v>credit one sales llc</c:v>
                </c:pt>
                <c:pt idx="13041">
                  <c:v>primeritus remarketing/keys federal credi</c:v>
                </c:pt>
                <c:pt idx="13042">
                  <c:v>regal pontiac inc</c:v>
                </c:pt>
                <c:pt idx="13043">
                  <c:v>luxury select auto sales</c:v>
                </c:pt>
                <c:pt idx="13044">
                  <c:v>puente hills financing llc</c:v>
                </c:pt>
                <c:pt idx="13045">
                  <c:v>kickin' kountry kar sales</c:v>
                </c:pt>
                <c:pt idx="13046">
                  <c:v>point loma pre owned inc</c:v>
                </c:pt>
                <c:pt idx="13047">
                  <c:v>lendmark financial services/conyers</c:v>
                </c:pt>
                <c:pt idx="13048">
                  <c:v>smith's auto sales</c:v>
                </c:pt>
                <c:pt idx="13049">
                  <c:v>northstar fine cars inc</c:v>
                </c:pt>
                <c:pt idx="13050">
                  <c:v>sc state federal credit union</c:v>
                </c:pt>
                <c:pt idx="13051">
                  <c:v>mitchells auto sales</c:v>
                </c:pt>
                <c:pt idx="13052">
                  <c:v>lafontaine ford of frankenmuth</c:v>
                </c:pt>
                <c:pt idx="13053">
                  <c:v>majestic auto sales inc</c:v>
                </c:pt>
                <c:pt idx="13054">
                  <c:v>titlemax/florence sc2</c:v>
                </c:pt>
                <c:pt idx="13055">
                  <c:v>system electric co</c:v>
                </c:pt>
                <c:pt idx="13056">
                  <c:v>xtreme cars inc</c:v>
                </c:pt>
                <c:pt idx="13057">
                  <c:v>navigant credit union</c:v>
                </c:pt>
                <c:pt idx="13058">
                  <c:v>pfs financial services/altamonte springs</c:v>
                </c:pt>
                <c:pt idx="13059">
                  <c:v>best deals autos &amp; tire llc</c:v>
                </c:pt>
                <c:pt idx="13060">
                  <c:v>american eagle auto sales and services llc</c:v>
                </c:pt>
                <c:pt idx="13061">
                  <c:v>apollo beach auto sales llc</c:v>
                </c:pt>
                <c:pt idx="13062">
                  <c:v>dimaren auto mall llc</c:v>
                </c:pt>
                <c:pt idx="13063">
                  <c:v>autoventure</c:v>
                </c:pt>
                <c:pt idx="13064">
                  <c:v>camacho auto sales inc</c:v>
                </c:pt>
                <c:pt idx="13065">
                  <c:v>auto broker</c:v>
                </c:pt>
                <c:pt idx="13066">
                  <c:v>e o berry motor co</c:v>
                </c:pt>
                <c:pt idx="13067">
                  <c:v>9179 4131 quebec inc</c:v>
                </c:pt>
                <c:pt idx="13068">
                  <c:v>george waikem ford inc</c:v>
                </c:pt>
                <c:pt idx="13069">
                  <c:v>angel motors</c:v>
                </c:pt>
                <c:pt idx="13070">
                  <c:v>automax financial/dba cnac</c:v>
                </c:pt>
                <c:pt idx="13071">
                  <c:v>clifton auto group llc</c:v>
                </c:pt>
                <c:pt idx="13072">
                  <c:v>alan jay ford of wauchula inc</c:v>
                </c:pt>
                <c:pt idx="13073">
                  <c:v>empire auto sales inc</c:v>
                </c:pt>
                <c:pt idx="13074">
                  <c:v>1770144 alberta ltd</c:v>
                </c:pt>
                <c:pt idx="13075">
                  <c:v>derry area federal credit union</c:v>
                </c:pt>
                <c:pt idx="13076">
                  <c:v>cooper services texas  llc</c:v>
                </c:pt>
                <c:pt idx="13077">
                  <c:v>gb group</c:v>
                </c:pt>
                <c:pt idx="13078">
                  <c:v>aj motors and repair inc</c:v>
                </c:pt>
                <c:pt idx="13079">
                  <c:v>geralds auto sales</c:v>
                </c:pt>
                <c:pt idx="13080">
                  <c:v>danny automotive inc</c:v>
                </c:pt>
                <c:pt idx="13081">
                  <c:v>avantage p</c:v>
                </c:pt>
                <c:pt idx="13082">
                  <c:v>county &amp; municipal employees credit union</c:v>
                </c:pt>
                <c:pt idx="13083">
                  <c:v>citizens state bank</c:v>
                </c:pt>
                <c:pt idx="13084">
                  <c:v>jack key motor company of deming llc</c:v>
                </c:pt>
                <c:pt idx="13085">
                  <c:v>agriculture credit union</c:v>
                </c:pt>
                <c:pt idx="13086">
                  <c:v>fredericksburg auto finance  inc.</c:v>
                </c:pt>
                <c:pt idx="13087">
                  <c:v>best value truck rental llc</c:v>
                </c:pt>
                <c:pt idx="13088">
                  <c:v>drive now financial</c:v>
                </c:pt>
                <c:pt idx="13089">
                  <c:v>auto image</c:v>
                </c:pt>
                <c:pt idx="13090">
                  <c:v>prestige auto sales &amp; trade</c:v>
                </c:pt>
                <c:pt idx="13091">
                  <c:v>oregon auto finance</c:v>
                </c:pt>
                <c:pt idx="13092">
                  <c:v>the car ministry</c:v>
                </c:pt>
                <c:pt idx="13093">
                  <c:v>liberty hyundai inc</c:v>
                </c:pt>
                <c:pt idx="13094">
                  <c:v>don herring north mitsubishi</c:v>
                </c:pt>
                <c:pt idx="13095">
                  <c:v>credit auto mart inc</c:v>
                </c:pt>
                <c:pt idx="13096">
                  <c:v>gyro hyundai</c:v>
                </c:pt>
                <c:pt idx="13097">
                  <c:v>lito's auto sales llc</c:v>
                </c:pt>
                <c:pt idx="13098">
                  <c:v>snt trailers &amp; rv sales</c:v>
                </c:pt>
                <c:pt idx="13099">
                  <c:v>motor 66 inc</c:v>
                </c:pt>
                <c:pt idx="13100">
                  <c:v>remarketing by ge/white eagle credit union</c:v>
                </c:pt>
                <c:pt idx="13101">
                  <c:v>schutz auto ltd</c:v>
                </c:pt>
                <c:pt idx="13102">
                  <c:v>mcvay motors inc</c:v>
                </c:pt>
                <c:pt idx="13103">
                  <c:v>top auto sales</c:v>
                </c:pt>
                <c:pt idx="13104">
                  <c:v>r t m motors</c:v>
                </c:pt>
                <c:pt idx="13105">
                  <c:v>magnetic enterprises inc</c:v>
                </c:pt>
                <c:pt idx="13106">
                  <c:v>onemain rem/abram trading corporation</c:v>
                </c:pt>
                <c:pt idx="13107">
                  <c:v>primeritus remarketing/bwk of columbia</c:v>
                </c:pt>
                <c:pt idx="13108">
                  <c:v>richmond strickland group llc</c:v>
                </c:pt>
                <c:pt idx="13109">
                  <c:v>z&amp;s auto</c:v>
                </c:pt>
                <c:pt idx="13110">
                  <c:v>titlemax/leon valley tx1</c:v>
                </c:pt>
                <c:pt idx="13111">
                  <c:v>lto financial llc</c:v>
                </c:pt>
                <c:pt idx="13112">
                  <c:v>repo remarketing/solarity credit union</c:v>
                </c:pt>
                <c:pt idx="13113">
                  <c:v>paisano</c:v>
                </c:pt>
                <c:pt idx="13114">
                  <c:v>styl motors</c:v>
                </c:pt>
                <c:pt idx="13115">
                  <c:v>southeastern fcu</c:v>
                </c:pt>
                <c:pt idx="13116">
                  <c:v>veraxs corp</c:v>
                </c:pt>
                <c:pt idx="13117">
                  <c:v>titlemax/san antonio tx27</c:v>
                </c:pt>
                <c:pt idx="13118">
                  <c:v>vern michael enterprise</c:v>
                </c:pt>
                <c:pt idx="13119">
                  <c:v>texas drive l.l.c.</c:v>
                </c:pt>
                <c:pt idx="13120">
                  <c:v>sprint auto sales llc</c:v>
                </c:pt>
                <c:pt idx="13121">
                  <c:v>select auto group incorporated</c:v>
                </c:pt>
                <c:pt idx="13122">
                  <c:v>srp federal credit union</c:v>
                </c:pt>
                <c:pt idx="13123">
                  <c:v>truck n trailor</c:v>
                </c:pt>
                <c:pt idx="13124">
                  <c:v>titlebucks / gadsden - al1</c:v>
                </c:pt>
                <c:pt idx="13125">
                  <c:v>auto exceptionelle inc</c:v>
                </c:pt>
                <c:pt idx="13126">
                  <c:v>barnett motor sales llc</c:v>
                </c:pt>
                <c:pt idx="13127">
                  <c:v>casablanca sales</c:v>
                </c:pt>
                <c:pt idx="13128">
                  <c:v>g &amp; s sales company</c:v>
                </c:pt>
                <c:pt idx="13129">
                  <c:v>410 exotic brokers llc</c:v>
                </c:pt>
                <c:pt idx="13130">
                  <c:v>dorsch ford lincoln mercury kia</c:v>
                </c:pt>
                <c:pt idx="13131">
                  <c:v>car cash llc</c:v>
                </c:pt>
                <c:pt idx="13132">
                  <c:v>crest financial inc</c:v>
                </c:pt>
                <c:pt idx="13133">
                  <c:v>foreign car center</c:v>
                </c:pt>
                <c:pt idx="13134">
                  <c:v>4 h auto sales llc</c:v>
                </c:pt>
                <c:pt idx="13135">
                  <c:v>automatic car credit</c:v>
                </c:pt>
                <c:pt idx="13136">
                  <c:v>akins auto sales</c:v>
                </c:pt>
                <c:pt idx="13137">
                  <c:v>auto future inc</c:v>
                </c:pt>
                <c:pt idx="13138">
                  <c:v>crestview motors inc</c:v>
                </c:pt>
                <c:pt idx="13139">
                  <c:v>electrical fcu</c:v>
                </c:pt>
                <c:pt idx="13140">
                  <c:v>fuller ford</c:v>
                </c:pt>
                <c:pt idx="13141">
                  <c:v>auto marketing and sales</c:v>
                </c:pt>
                <c:pt idx="13142">
                  <c:v>financeco of kansas</c:v>
                </c:pt>
                <c:pt idx="13143">
                  <c:v>car-mart of amarillo</c:v>
                </c:pt>
                <c:pt idx="13144">
                  <c:v>alton motor group inc</c:v>
                </c:pt>
                <c:pt idx="13145">
                  <c:v>dedham auto mall</c:v>
                </c:pt>
                <c:pt idx="13146">
                  <c:v>calens cars inc.</c:v>
                </c:pt>
                <c:pt idx="13147">
                  <c:v>approved auto of america</c:v>
                </c:pt>
                <c:pt idx="13148">
                  <c:v>car-mart (nacogdoches)</c:v>
                </c:pt>
                <c:pt idx="13149">
                  <c:v>44 auto mall sales  inc.</c:v>
                </c:pt>
                <c:pt idx="13150">
                  <c:v>international auto outlet.com</c:v>
                </c:pt>
                <c:pt idx="13151">
                  <c:v>brewer wholesale inc</c:v>
                </c:pt>
                <c:pt idx="13152">
                  <c:v>autoworld</c:v>
                </c:pt>
                <c:pt idx="13153">
                  <c:v>heights financal corporation/ohawa</c:v>
                </c:pt>
                <c:pt idx="13154">
                  <c:v>ez motors llc</c:v>
                </c:pt>
                <c:pt idx="13155">
                  <c:v>ascent auto finance</c:v>
                </c:pt>
                <c:pt idx="13156">
                  <c:v>dealer consignor</c:v>
                </c:pt>
                <c:pt idx="13157">
                  <c:v>danns discount auto sales inc</c:v>
                </c:pt>
                <c:pt idx="13158">
                  <c:v>j d motors llc</c:v>
                </c:pt>
                <c:pt idx="13159">
                  <c:v>k g s</c:v>
                </c:pt>
                <c:pt idx="13160">
                  <c:v>golden key auto sales inc</c:v>
                </c:pt>
                <c:pt idx="13161">
                  <c:v>fusion auto group llc</c:v>
                </c:pt>
                <c:pt idx="13162">
                  <c:v>j &amp; m cars</c:v>
                </c:pt>
                <c:pt idx="13163">
                  <c:v>alecs auto llc</c:v>
                </c:pt>
                <c:pt idx="13164">
                  <c:v>intrigue motors</c:v>
                </c:pt>
                <c:pt idx="13165">
                  <c:v>herbies auto sales</c:v>
                </c:pt>
                <c:pt idx="13166">
                  <c:v>carz of texas</c:v>
                </c:pt>
                <c:pt idx="13167">
                  <c:v>lafontaine honda</c:v>
                </c:pt>
                <c:pt idx="13168">
                  <c:v>les freres valdivieso inc</c:v>
                </c:pt>
                <c:pt idx="13169">
                  <c:v>galena park motors inc</c:v>
                </c:pt>
                <c:pt idx="13170">
                  <c:v>chrissys auto sales llc</c:v>
                </c:pt>
                <c:pt idx="13171">
                  <c:v>keith's auto sales inc</c:v>
                </c:pt>
                <c:pt idx="13172">
                  <c:v>peoples auto credit inc</c:v>
                </c:pt>
                <c:pt idx="13173">
                  <c:v>motor city auto broker inc</c:v>
                </c:pt>
                <c:pt idx="13174">
                  <c:v>the home missioners of america</c:v>
                </c:pt>
                <c:pt idx="13175">
                  <c:v>the car depot</c:v>
                </c:pt>
                <c:pt idx="13176">
                  <c:v>mc auto enterprise  inc</c:v>
                </c:pt>
                <c:pt idx="13177">
                  <c:v>northtowne lincoln mercury inc</c:v>
                </c:pt>
                <c:pt idx="13178">
                  <c:v>siu credit union</c:v>
                </c:pt>
                <c:pt idx="13179">
                  <c:v>preferred credit corp</c:v>
                </c:pt>
                <c:pt idx="13180">
                  <c:v>pitstop finance llc</c:v>
                </c:pt>
                <c:pt idx="13181">
                  <c:v>sunshine auto sales inc</c:v>
                </c:pt>
                <c:pt idx="13182">
                  <c:v>liberty auto exchange inc</c:v>
                </c:pt>
                <c:pt idx="13183">
                  <c:v>phoenix automall inc</c:v>
                </c:pt>
                <c:pt idx="13184">
                  <c:v>shannon motors acceptance corp</c:v>
                </c:pt>
                <c:pt idx="13185">
                  <c:v>seafain auto sales</c:v>
                </c:pt>
                <c:pt idx="13186">
                  <c:v>titlebucks / loganville ga1</c:v>
                </c:pt>
                <c:pt idx="13187">
                  <c:v>ahfc/honda lease trust/hvt inc.</c:v>
                </c:pt>
                <c:pt idx="13188">
                  <c:v>good carma</c:v>
                </c:pt>
                <c:pt idx="13189">
                  <c:v>flowers employees credit league</c:v>
                </c:pt>
                <c:pt idx="13190">
                  <c:v>impact motors inc</c:v>
                </c:pt>
                <c:pt idx="13191">
                  <c:v>autopro'z</c:v>
                </c:pt>
                <c:pt idx="13192">
                  <c:v>allied solutions</c:v>
                </c:pt>
                <c:pt idx="13193">
                  <c:v>jay &amp; r wholesale exchange</c:v>
                </c:pt>
                <c:pt idx="13194">
                  <c:v>hermann ford  inc</c:v>
                </c:pt>
                <c:pt idx="13195">
                  <c:v>all starz auto center inc</c:v>
                </c:pt>
                <c:pt idx="13196">
                  <c:v>auto hut inc</c:v>
                </c:pt>
                <c:pt idx="13197">
                  <c:v>arms of indiana/tyndall federal credit union</c:v>
                </c:pt>
                <c:pt idx="13198">
                  <c:v>blues cars and trucks</c:v>
                </c:pt>
                <c:pt idx="13199">
                  <c:v>hatcher chevrolet buick gmc inc</c:v>
                </c:pt>
                <c:pt idx="13200">
                  <c:v>bryant motorsports auto sales  inc.</c:v>
                </c:pt>
                <c:pt idx="13201">
                  <c:v>so cal motors</c:v>
                </c:pt>
                <c:pt idx="13202">
                  <c:v>molloy's service center</c:v>
                </c:pt>
                <c:pt idx="13203">
                  <c:v>markars</c:v>
                </c:pt>
                <c:pt idx="13204">
                  <c:v>variety motor</c:v>
                </c:pt>
                <c:pt idx="13205">
                  <c:v>pioneer used auto &amp; rv sales inc</c:v>
                </c:pt>
                <c:pt idx="13206">
                  <c:v>titlemax/tyler tx1</c:v>
                </c:pt>
                <c:pt idx="13207">
                  <c:v>m &amp; a auto sales</c:v>
                </c:pt>
                <c:pt idx="13208">
                  <c:v>premier vehicle remarketing services</c:v>
                </c:pt>
                <c:pt idx="13209">
                  <c:v>freeway funding</c:v>
                </c:pt>
                <c:pt idx="13210">
                  <c:v>auto rammal inc</c:v>
                </c:pt>
                <c:pt idx="13211">
                  <c:v>elite motor mall</c:v>
                </c:pt>
                <c:pt idx="13212">
                  <c:v>dreier auto sales inc</c:v>
                </c:pt>
                <c:pt idx="13213">
                  <c:v>courtesy cars</c:v>
                </c:pt>
                <c:pt idx="13214">
                  <c:v>mauto cars</c:v>
                </c:pt>
                <c:pt idx="13215">
                  <c:v>onemain rem/eurosport auto</c:v>
                </c:pt>
                <c:pt idx="13216">
                  <c:v>wholesale automotive consulting llc</c:v>
                </c:pt>
                <c:pt idx="13217">
                  <c:v>texas car title and payday loan services inc</c:v>
                </c:pt>
                <c:pt idx="13218">
                  <c:v>payless car sales of newburgh</c:v>
                </c:pt>
                <c:pt idx="13219">
                  <c:v>pure auto sales inc</c:v>
                </c:pt>
                <c:pt idx="13220">
                  <c:v>onemain rem/gael auto sales</c:v>
                </c:pt>
                <c:pt idx="13221">
                  <c:v>taha motors llc</c:v>
                </c:pt>
                <c:pt idx="13222">
                  <c:v>remak auto sales</c:v>
                </c:pt>
                <c:pt idx="13223">
                  <c:v>silver ridge financial</c:v>
                </c:pt>
                <c:pt idx="13224">
                  <c:v>titlemax/dallas tx2</c:v>
                </c:pt>
                <c:pt idx="13225">
                  <c:v>momentum motors</c:v>
                </c:pt>
                <c:pt idx="13226">
                  <c:v>murray motors llc</c:v>
                </c:pt>
                <c:pt idx="13227">
                  <c:v>pauls quality used cars inc</c:v>
                </c:pt>
                <c:pt idx="13228">
                  <c:v>wagner cadillac</c:v>
                </c:pt>
                <c:pt idx="13229">
                  <c:v>mokena automotive inc</c:v>
                </c:pt>
                <c:pt idx="13230">
                  <c:v>arlington community federal community union</c:v>
                </c:pt>
                <c:pt idx="13231">
                  <c:v>fmi enterprises</c:v>
                </c:pt>
                <c:pt idx="13232">
                  <c:v>dana motor company</c:v>
                </c:pt>
                <c:pt idx="13233">
                  <c:v>hendrickcars.com hickory</c:v>
                </c:pt>
                <c:pt idx="13234">
                  <c:v>elco administrative services</c:v>
                </c:pt>
                <c:pt idx="13235">
                  <c:v>go auto exchange atlanta</c:v>
                </c:pt>
                <c:pt idx="13236">
                  <c:v>gstar auto sales</c:v>
                </c:pt>
                <c:pt idx="13237">
                  <c:v>dealer services of central florida inc</c:v>
                </c:pt>
                <c:pt idx="13238">
                  <c:v>car now acceptance co/richmond</c:v>
                </c:pt>
                <c:pt idx="13239">
                  <c:v>auto specialist of florida llc</c:v>
                </c:pt>
                <c:pt idx="13240">
                  <c:v>autonation dodge ram arapahoe</c:v>
                </c:pt>
                <c:pt idx="13241">
                  <c:v>cars connect group  llc</c:v>
                </c:pt>
                <c:pt idx="13242">
                  <c:v>elite motorsports inc</c:v>
                </c:pt>
                <c:pt idx="13243">
                  <c:v>century trucks &amp; vans</c:v>
                </c:pt>
                <c:pt idx="13244">
                  <c:v>cars galleria llc</c:v>
                </c:pt>
                <c:pt idx="13245">
                  <c:v>good deals on wheels llc</c:v>
                </c:pt>
                <c:pt idx="13246">
                  <c:v>car now acceptance co/greensboro</c:v>
                </c:pt>
                <c:pt idx="13247">
                  <c:v>foley motorsports</c:v>
                </c:pt>
                <c:pt idx="13248">
                  <c:v>cactus jacks autos</c:v>
                </c:pt>
                <c:pt idx="13249">
                  <c:v>coastal motors inc</c:v>
                </c:pt>
                <c:pt idx="13250">
                  <c:v>bill camerons used cars</c:v>
                </c:pt>
                <c:pt idx="13251">
                  <c:v>e z credit autos</c:v>
                </c:pt>
                <c:pt idx="13252">
                  <c:v>little motors</c:v>
                </c:pt>
                <c:pt idx="13253">
                  <c:v>weathers motors</c:v>
                </c:pt>
                <c:pt idx="13254">
                  <c:v>michelles auto sales llc</c:v>
                </c:pt>
                <c:pt idx="13255">
                  <c:v>motor world</c:v>
                </c:pt>
                <c:pt idx="13256">
                  <c:v>rapid remarketing</c:v>
                </c:pt>
                <c:pt idx="13257">
                  <c:v>us 1 automaxx  inc</c:v>
                </c:pt>
                <c:pt idx="13258">
                  <c:v>poor boyz</c:v>
                </c:pt>
                <c:pt idx="13259">
                  <c:v>cars for charity inc</c:v>
                </c:pt>
                <c:pt idx="13260">
                  <c:v>5 star auto</c:v>
                </c:pt>
                <c:pt idx="13261">
                  <c:v>auto ibrahim llc</c:v>
                </c:pt>
                <c:pt idx="13262">
                  <c:v>capital motor financial inc</c:v>
                </c:pt>
                <c:pt idx="13263">
                  <c:v>caa insurance co</c:v>
                </c:pt>
                <c:pt idx="13264">
                  <c:v>cuvelier used cars ltd</c:v>
                </c:pt>
                <c:pt idx="13265">
                  <c:v>fiat of minneapolis</c:v>
                </c:pt>
                <c:pt idx="13266">
                  <c:v>sfim auto sales &amp; services</c:v>
                </c:pt>
                <c:pt idx="13267">
                  <c:v>titlebucks/covington ga1</c:v>
                </c:pt>
                <c:pt idx="13268">
                  <c:v>titlemax/el paso tx14</c:v>
                </c:pt>
                <c:pt idx="13269">
                  <c:v>norfolk fire dept fcu</c:v>
                </c:pt>
                <c:pt idx="13270">
                  <c:v>nissan of st. augustine  inc</c:v>
                </c:pt>
                <c:pt idx="13271">
                  <c:v>major world chevrolet llc</c:v>
                </c:pt>
                <c:pt idx="13272">
                  <c:v>nice cars llc</c:v>
                </c:pt>
                <c:pt idx="13273">
                  <c:v>remarketing by ge/taylor auto sales</c:v>
                </c:pt>
                <c:pt idx="13274">
                  <c:v>murcot auto inc</c:v>
                </c:pt>
                <c:pt idx="13275">
                  <c:v>meridian motor cars llc</c:v>
                </c:pt>
                <c:pt idx="13276">
                  <c:v>team e-z auto  inc.</c:v>
                </c:pt>
                <c:pt idx="13277">
                  <c:v>thrifty motors inc</c:v>
                </c:pt>
                <c:pt idx="13278">
                  <c:v>racine hyundai</c:v>
                </c:pt>
                <c:pt idx="13279">
                  <c:v>storm motors miami llc</c:v>
                </c:pt>
                <c:pt idx="13280">
                  <c:v>primeritus remarketing/green tree servici</c:v>
                </c:pt>
                <c:pt idx="13281">
                  <c:v>kv motorsports</c:v>
                </c:pt>
                <c:pt idx="13282">
                  <c:v>thornhill finance</c:v>
                </c:pt>
                <c:pt idx="13283">
                  <c:v>titlemax/san antonio tx17</c:v>
                </c:pt>
                <c:pt idx="13284">
                  <c:v>tom lynch auto sales</c:v>
                </c:pt>
                <c:pt idx="13285">
                  <c:v>old hickory credit union</c:v>
                </c:pt>
                <c:pt idx="13286">
                  <c:v>club auto prestige inc</c:v>
                </c:pt>
                <c:pt idx="13287">
                  <c:v>infinity funding service inc</c:v>
                </c:pt>
                <c:pt idx="13288">
                  <c:v>ecarhouse</c:v>
                </c:pt>
                <c:pt idx="13289">
                  <c:v>galaxy auto sales</c:v>
                </c:pt>
                <c:pt idx="13290">
                  <c:v>edies cars</c:v>
                </c:pt>
                <c:pt idx="13291">
                  <c:v>dealers first financial llc</c:v>
                </c:pt>
                <c:pt idx="13292">
                  <c:v>blanco auto sales</c:v>
                </c:pt>
                <c:pt idx="13293">
                  <c:v>integrity 1st automotive llc</c:v>
                </c:pt>
                <c:pt idx="13294">
                  <c:v>auto credit</c:v>
                </c:pt>
                <c:pt idx="13295">
                  <c:v>five county credit union</c:v>
                </c:pt>
                <c:pt idx="13296">
                  <c:v>buy smart motors llc</c:v>
                </c:pt>
                <c:pt idx="13297">
                  <c:v>fiserv/capital communications fcu</c:v>
                </c:pt>
                <c:pt idx="13298">
                  <c:v>er auto sales and leasing  llc</c:v>
                </c:pt>
                <c:pt idx="13299">
                  <c:v>budget used car sales</c:v>
                </c:pt>
                <c:pt idx="13300">
                  <c:v>auto world sales and leasing</c:v>
                </c:pt>
                <c:pt idx="13301">
                  <c:v>jj &amp; l automotive inc</c:v>
                </c:pt>
                <c:pt idx="13302">
                  <c:v>jersey auto</c:v>
                </c:pt>
                <c:pt idx="13303">
                  <c:v>atlantic coast remarketing inc/gmc</c:v>
                </c:pt>
                <c:pt idx="13304">
                  <c:v>all about auto sales inc</c:v>
                </c:pt>
                <c:pt idx="13305">
                  <c:v>cal tex imports/leasing</c:v>
                </c:pt>
                <c:pt idx="13306">
                  <c:v>budget autos inc</c:v>
                </c:pt>
                <c:pt idx="13307">
                  <c:v>advantis credit union</c:v>
                </c:pt>
                <c:pt idx="13308">
                  <c:v>d &amp; b auto sales llc</c:v>
                </c:pt>
                <c:pt idx="13309">
                  <c:v>eau claire auto exchange</c:v>
                </c:pt>
                <c:pt idx="13310">
                  <c:v>conroe auto credit</c:v>
                </c:pt>
                <c:pt idx="13311">
                  <c:v>journey rides llc</c:v>
                </c:pt>
                <c:pt idx="13312">
                  <c:v>b&amp;k auto sales</c:v>
                </c:pt>
                <c:pt idx="13313">
                  <c:v>mcdonald automotive group mazda</c:v>
                </c:pt>
                <c:pt idx="13314">
                  <c:v>safe auto sales inc</c:v>
                </c:pt>
                <c:pt idx="13315">
                  <c:v>kkr auto</c:v>
                </c:pt>
                <c:pt idx="13316">
                  <c:v>remarketing by ge/flag credit union</c:v>
                </c:pt>
                <c:pt idx="13317">
                  <c:v>reyes auto sales llc</c:v>
                </c:pt>
                <c:pt idx="13318">
                  <c:v>santa monica motor cars</c:v>
                </c:pt>
                <c:pt idx="13319">
                  <c:v>jefferson county sheriff</c:v>
                </c:pt>
                <c:pt idx="13320">
                  <c:v>chavinda auto sales</c:v>
                </c:pt>
                <c:pt idx="13321">
                  <c:v>cpm motors inc</c:v>
                </c:pt>
                <c:pt idx="13322">
                  <c:v>riehlman shaffer &amp; shaffer</c:v>
                </c:pt>
                <c:pt idx="13323">
                  <c:v>quality finance company</c:v>
                </c:pt>
                <c:pt idx="13324">
                  <c:v>titlemax/cincinnati oh3</c:v>
                </c:pt>
                <c:pt idx="13325">
                  <c:v>will county governmental league</c:v>
                </c:pt>
                <c:pt idx="13326">
                  <c:v>titlemax/marion sc1</c:v>
                </c:pt>
                <c:pt idx="13327">
                  <c:v>real motorcars inc</c:v>
                </c:pt>
                <c:pt idx="13328">
                  <c:v>toy-hon usa</c:v>
                </c:pt>
                <c:pt idx="13329">
                  <c:v>minister of finance</c:v>
                </c:pt>
                <c:pt idx="13330">
                  <c:v>pawn pro athens inc</c:v>
                </c:pt>
                <c:pt idx="13331">
                  <c:v>repo remarketing/safe credit union</c:v>
                </c:pt>
                <c:pt idx="13332">
                  <c:v>tork ltd</c:v>
                </c:pt>
                <c:pt idx="13333">
                  <c:v>tulare county fcu</c:v>
                </c:pt>
                <c:pt idx="13334">
                  <c:v>servco auto leeward</c:v>
                </c:pt>
                <c:pt idx="13335">
                  <c:v>motors east inc.</c:v>
                </c:pt>
                <c:pt idx="13336">
                  <c:v>loe's auto sales</c:v>
                </c:pt>
                <c:pt idx="13337">
                  <c:v>roches garage</c:v>
                </c:pt>
                <c:pt idx="13338">
                  <c:v>val ward cadillac inc</c:v>
                </c:pt>
                <c:pt idx="13339">
                  <c:v>simple auto sales llc</c:v>
                </c:pt>
                <c:pt idx="13340">
                  <c:v>mccarty auto sales</c:v>
                </c:pt>
                <c:pt idx="13341">
                  <c:v>titlemax/albuquerque nm6</c:v>
                </c:pt>
                <c:pt idx="13342">
                  <c:v>families first inc</c:v>
                </c:pt>
                <c:pt idx="13343">
                  <c:v>bush truck sales</c:v>
                </c:pt>
                <c:pt idx="13344">
                  <c:v>crown mitsubishi</c:v>
                </c:pt>
                <c:pt idx="13345">
                  <c:v>big brother big sister foundation inc</c:v>
                </c:pt>
                <c:pt idx="13346">
                  <c:v>alden credit union</c:v>
                </c:pt>
                <c:pt idx="13347">
                  <c:v>iv seasons financial llc</c:v>
                </c:pt>
                <c:pt idx="13348">
                  <c:v>competition motors llc</c:v>
                </c:pt>
                <c:pt idx="13349">
                  <c:v>azusa star</c:v>
                </c:pt>
                <c:pt idx="13350">
                  <c:v>3 d automotive  llc</c:v>
                </c:pt>
                <c:pt idx="13351">
                  <c:v>bargain wheels llc</c:v>
                </c:pt>
                <c:pt idx="13352">
                  <c:v>atlantic finance and credit llc</c:v>
                </c:pt>
                <c:pt idx="13353">
                  <c:v>dealz on wheelz auto sales llc</c:v>
                </c:pt>
                <c:pt idx="13354">
                  <c:v>creative finance inc</c:v>
                </c:pt>
                <c:pt idx="13355">
                  <c:v>action imports llc</c:v>
                </c:pt>
                <c:pt idx="13356">
                  <c:v>affordable auto detln &amp; sls</c:v>
                </c:pt>
                <c:pt idx="13357">
                  <c:v>city of greenacres</c:v>
                </c:pt>
                <c:pt idx="13358">
                  <c:v>jaro auto sales</c:v>
                </c:pt>
                <c:pt idx="13359">
                  <c:v>greencash4cars.com</c:v>
                </c:pt>
                <c:pt idx="13360">
                  <c:v>hudson heritage fcu</c:v>
                </c:pt>
                <c:pt idx="13361">
                  <c:v>empire financial</c:v>
                </c:pt>
                <c:pt idx="13362">
                  <c:v>hawkins chevrolet inc</c:v>
                </c:pt>
                <c:pt idx="13363">
                  <c:v>instaloan/union city ga1</c:v>
                </c:pt>
                <c:pt idx="13364">
                  <c:v>car now acceptance co/marietta</c:v>
                </c:pt>
                <c:pt idx="13365">
                  <c:v>nari enterprises</c:v>
                </c:pt>
                <c:pt idx="13366">
                  <c:v>mira auto sales</c:v>
                </c:pt>
                <c:pt idx="13367">
                  <c:v>klean motors llc</c:v>
                </c:pt>
                <c:pt idx="13368">
                  <c:v>us acceptance</c:v>
                </c:pt>
                <c:pt idx="13369">
                  <c:v>wayne's fine cars</c:v>
                </c:pt>
                <c:pt idx="13370">
                  <c:v>shellaway auto sales llc</c:v>
                </c:pt>
                <c:pt idx="13371">
                  <c:v>titlebucks/riverdale ga1</c:v>
                </c:pt>
                <c:pt idx="13372">
                  <c:v>titlemax/el paso tx2</c:v>
                </c:pt>
                <c:pt idx="13373">
                  <c:v>dixie cars div dixie auto lsng inc</c:v>
                </c:pt>
                <c:pt idx="13374">
                  <c:v>car now acceptance-renig</c:v>
                </c:pt>
                <c:pt idx="13375">
                  <c:v>a &amp; j motors inc</c:v>
                </c:pt>
                <c:pt idx="13376">
                  <c:v>9044 6097 quebec inc</c:v>
                </c:pt>
                <c:pt idx="13377">
                  <c:v>easy money</c:v>
                </c:pt>
                <c:pt idx="13378">
                  <c:v>autonation honda tucson auto mall</c:v>
                </c:pt>
                <c:pt idx="13379">
                  <c:v>belle grove motors</c:v>
                </c:pt>
                <c:pt idx="13380">
                  <c:v>poughkeepsie nissan inc</c:v>
                </c:pt>
                <c:pt idx="13381">
                  <c:v>stadium auto california</c:v>
                </c:pt>
                <c:pt idx="13382">
                  <c:v>sierra classics &amp; imports llc</c:v>
                </c:pt>
                <c:pt idx="13383">
                  <c:v>westlake auto</c:v>
                </c:pt>
                <c:pt idx="13384">
                  <c:v>w a sales</c:v>
                </c:pt>
                <c:pt idx="13385">
                  <c:v>titlemax/hamilton oh1</c:v>
                </c:pt>
                <c:pt idx="13386">
                  <c:v>milton upchurch auto sales</c:v>
                </c:pt>
                <c:pt idx="13387">
                  <c:v>wheels of chicago inc</c:v>
                </c:pt>
                <c:pt idx="13388">
                  <c:v>thrift investments corporation</c:v>
                </c:pt>
                <c:pt idx="13389">
                  <c:v>mission financial services corp/phoenix</c:v>
                </c:pt>
                <c:pt idx="13390">
                  <c:v>kr auto sales</c:v>
                </c:pt>
                <c:pt idx="13391">
                  <c:v>one world motors</c:v>
                </c:pt>
                <c:pt idx="13392">
                  <c:v>p b auto sales</c:v>
                </c:pt>
                <c:pt idx="13393">
                  <c:v>wright cycles &amp; power sports llc</c:v>
                </c:pt>
                <c:pt idx="13394">
                  <c:v>nava motors corp</c:v>
                </c:pt>
                <c:pt idx="13395">
                  <c:v>professional financial services/birmingham</c:v>
                </c:pt>
                <c:pt idx="13396">
                  <c:v>volkswagen of van nuys</c:v>
                </c:pt>
                <c:pt idx="13397">
                  <c:v>titlebucks/conyers ga2</c:v>
                </c:pt>
                <c:pt idx="13398">
                  <c:v>s/j auto</c:v>
                </c:pt>
                <c:pt idx="13399">
                  <c:v>splish splash auto sales inc</c:v>
                </c:pt>
                <c:pt idx="13400">
                  <c:v>monarch auto body</c:v>
                </c:pt>
                <c:pt idx="13401">
                  <c:v>utah first fcu</c:v>
                </c:pt>
                <c:pt idx="13402">
                  <c:v>my community fcu</c:v>
                </c:pt>
                <c:pt idx="13403">
                  <c:v>three some auto sales</c:v>
                </c:pt>
                <c:pt idx="13404">
                  <c:v>lenco credit union</c:v>
                </c:pt>
                <c:pt idx="13405">
                  <c:v>miracle motors inc</c:v>
                </c:pt>
                <c:pt idx="13406">
                  <c:v>twin willows auto sales inc</c:v>
                </c:pt>
                <c:pt idx="13407">
                  <c:v>priority one bank</c:v>
                </c:pt>
                <c:pt idx="13408">
                  <c:v>deals on wheels llc</c:v>
                </c:pt>
                <c:pt idx="13409">
                  <c:v>k &amp; c car sale inc</c:v>
                </c:pt>
                <c:pt idx="13410">
                  <c:v>jo-co plourde autos inc</c:v>
                </c:pt>
                <c:pt idx="13411">
                  <c:v>cleveland springs auto sales</c:v>
                </c:pt>
                <c:pt idx="13412">
                  <c:v>clay cooley isuzu</c:v>
                </c:pt>
                <c:pt idx="13413">
                  <c:v>9219 6484 quebec inc</c:v>
                </c:pt>
                <c:pt idx="13414">
                  <c:v>car credit nation inc.</c:v>
                </c:pt>
                <c:pt idx="13415">
                  <c:v>express auto credit</c:v>
                </c:pt>
                <c:pt idx="13416">
                  <c:v>auto clinic auto service inc</c:v>
                </c:pt>
                <c:pt idx="13417">
                  <c:v>bubba hill auto plaza inc</c:v>
                </c:pt>
                <c:pt idx="13418">
                  <c:v>browns auto sales</c:v>
                </c:pt>
                <c:pt idx="13419">
                  <c:v>divinerstyles automotives llc</c:v>
                </c:pt>
                <c:pt idx="13420">
                  <c:v>cecil atkission ford inc</c:v>
                </c:pt>
                <c:pt idx="13421">
                  <c:v>aastro autos of south florida inc</c:v>
                </c:pt>
                <c:pt idx="13422">
                  <c:v>casalegnos auto sales</c:v>
                </c:pt>
                <c:pt idx="13423">
                  <c:v>fonseca auto sales</c:v>
                </c:pt>
                <c:pt idx="13424">
                  <c:v>9128 8654 quebec inc</c:v>
                </c:pt>
                <c:pt idx="13425">
                  <c:v>c &amp; r magic auto brokers llc</c:v>
                </c:pt>
                <c:pt idx="13426">
                  <c:v>belton ss corporation</c:v>
                </c:pt>
                <c:pt idx="13427">
                  <c:v>drive now acceptance</c:v>
                </c:pt>
                <c:pt idx="13428">
                  <c:v>car now acceptance co</c:v>
                </c:pt>
                <c:pt idx="13429">
                  <c:v>european auto house</c:v>
                </c:pt>
                <c:pt idx="13430">
                  <c:v>dealer direct</c:v>
                </c:pt>
                <c:pt idx="13431">
                  <c:v>jim russ pre-owned outlet</c:v>
                </c:pt>
                <c:pt idx="13432">
                  <c:v>bab's motors inc</c:v>
                </c:pt>
                <c:pt idx="13433">
                  <c:v>coastal credit llc / marietta / marietta</c:v>
                </c:pt>
                <c:pt idx="13434">
                  <c:v>florida avenue cars inc</c:v>
                </c:pt>
                <c:pt idx="13435">
                  <c:v>easy credit auto sales</c:v>
                </c:pt>
                <c:pt idx="13436">
                  <c:v>titlemax/conyers ga1</c:v>
                </c:pt>
                <c:pt idx="13437">
                  <c:v>makenzy auto sales inc</c:v>
                </c:pt>
                <c:pt idx="13438">
                  <c:v>a&amp;a financial</c:v>
                </c:pt>
                <c:pt idx="13439">
                  <c:v>donnie auto sales llc</c:v>
                </c:pt>
                <c:pt idx="13440">
                  <c:v>car mart</c:v>
                </c:pt>
                <c:pt idx="13441">
                  <c:v>accion new mexico</c:v>
                </c:pt>
                <c:pt idx="13442">
                  <c:v>international auto sales &amp; service inc</c:v>
                </c:pt>
                <c:pt idx="13443">
                  <c:v>auto use</c:v>
                </c:pt>
                <c:pt idx="13444">
                  <c:v>titlemax/tysons corner va1</c:v>
                </c:pt>
                <c:pt idx="13445">
                  <c:v>sheik auto</c:v>
                </c:pt>
                <c:pt idx="13446">
                  <c:v>key &amp; v auto sales</c:v>
                </c:pt>
                <c:pt idx="13447">
                  <c:v>vesta group inc</c:v>
                </c:pt>
                <c:pt idx="13448">
                  <c:v>terry putrus</c:v>
                </c:pt>
                <c:pt idx="13449">
                  <c:v>wilson's auto mall inc</c:v>
                </c:pt>
                <c:pt idx="13450">
                  <c:v>m/m auto sales</c:v>
                </c:pt>
                <c:pt idx="13451">
                  <c:v>titlemax/arlington va1</c:v>
                </c:pt>
                <c:pt idx="13452">
                  <c:v>one stop money centers</c:v>
                </c:pt>
                <c:pt idx="13453">
                  <c:v>lucky's auto sales</c:v>
                </c:pt>
                <c:pt idx="13454">
                  <c:v>premium auto group</c:v>
                </c:pt>
                <c:pt idx="13455">
                  <c:v>scotland motors inc</c:v>
                </c:pt>
                <c:pt idx="13456">
                  <c:v>wayne auto world inc</c:v>
                </c:pt>
                <c:pt idx="13457">
                  <c:v>one star auto sales inc</c:v>
                </c:pt>
                <c:pt idx="13458">
                  <c:v>auburn way autos</c:v>
                </c:pt>
                <c:pt idx="13459">
                  <c:v>gary glass auto sales</c:v>
                </c:pt>
                <c:pt idx="13460">
                  <c:v>american electric power</c:v>
                </c:pt>
                <c:pt idx="13461">
                  <c:v>auto integrity  llc</c:v>
                </c:pt>
                <c:pt idx="13462">
                  <c:v>headman auto group inc</c:v>
                </c:pt>
                <c:pt idx="13463">
                  <c:v>charitable auto resources scrap program</c:v>
                </c:pt>
                <c:pt idx="13464">
                  <c:v>centerdale motor sales</c:v>
                </c:pt>
                <c:pt idx="13465">
                  <c:v>auto club sales and service</c:v>
                </c:pt>
                <c:pt idx="13466">
                  <c:v>instant credit auto sales llc</c:v>
                </c:pt>
                <c:pt idx="13467">
                  <c:v>auto city llc</c:v>
                </c:pt>
                <c:pt idx="13468">
                  <c:v>nu-way autos</c:v>
                </c:pt>
                <c:pt idx="13469">
                  <c:v>titlemax/desoto tx1</c:v>
                </c:pt>
                <c:pt idx="13470">
                  <c:v>nortrax inc</c:v>
                </c:pt>
                <c:pt idx="13471">
                  <c:v>mml auto sales llc</c:v>
                </c:pt>
                <c:pt idx="13472">
                  <c:v>gordie boucher lincoln</c:v>
                </c:pt>
                <c:pt idx="13473">
                  <c:v>austin's auto sales llc</c:v>
                </c:pt>
                <c:pt idx="13474">
                  <c:v>a &amp; k auto sales</c:v>
                </c:pt>
                <c:pt idx="13475">
                  <c:v>business brigade</c:v>
                </c:pt>
                <c:pt idx="13476">
                  <c:v>principio auto group inc</c:v>
                </c:pt>
                <c:pt idx="13477">
                  <c:v>rite choice enterprise llc</c:v>
                </c:pt>
                <c:pt idx="13478">
                  <c:v>matteson motors</c:v>
                </c:pt>
                <c:pt idx="13479">
                  <c:v>titlemax/marion va1</c:v>
                </c:pt>
                <c:pt idx="13480">
                  <c:v>superior autos int</c:v>
                </c:pt>
                <c:pt idx="13481">
                  <c:v>london auto sales inc</c:v>
                </c:pt>
                <c:pt idx="13482">
                  <c:v>security auto loans</c:v>
                </c:pt>
                <c:pt idx="13483">
                  <c:v>regency finance co</c:v>
                </c:pt>
                <c:pt idx="13484">
                  <c:v>lh mellon financial inc dba/title loans</c:v>
                </c:pt>
                <c:pt idx="13485">
                  <c:v>titlemax/dallas tx1</c:v>
                </c:pt>
                <c:pt idx="13486">
                  <c:v>repo remarketing/the loan service center</c:v>
                </c:pt>
                <c:pt idx="13487">
                  <c:v>sunshine auto mart of lakeland</c:v>
                </c:pt>
                <c:pt idx="13488">
                  <c:v>tuckers used cars inc</c:v>
                </c:pt>
                <c:pt idx="13489">
                  <c:v>sun raye financial</c:v>
                </c:pt>
                <c:pt idx="13490">
                  <c:v>reliant auto broker</c:v>
                </c:pt>
                <c:pt idx="13491">
                  <c:v>tom dolans reno mazda kia</c:v>
                </c:pt>
                <c:pt idx="13492">
                  <c:v>vision fine cars ltd</c:v>
                </c:pt>
                <c:pt idx="13493">
                  <c:v>s&amp;d auto sales</c:v>
                </c:pt>
                <c:pt idx="13494">
                  <c:v>premium car outlet</c:v>
                </c:pt>
                <c:pt idx="13495">
                  <c:v>m &amp; t motors</c:v>
                </c:pt>
                <c:pt idx="13496">
                  <c:v>lannys autos</c:v>
                </c:pt>
                <c:pt idx="13497">
                  <c:v>unlimited cars &amp; trucks inc</c:v>
                </c:pt>
                <c:pt idx="13498">
                  <c:v>l and m auto inc</c:v>
                </c:pt>
                <c:pt idx="13499">
                  <c:v>lendmark financial services/hiram</c:v>
                </c:pt>
                <c:pt idx="13500">
                  <c:v>remarketing by ge/ic federal credit union</c:v>
                </c:pt>
                <c:pt idx="13501">
                  <c:v>niko motors</c:v>
                </c:pt>
                <c:pt idx="13502">
                  <c:v>parker auto credit</c:v>
                </c:pt>
                <c:pt idx="13503">
                  <c:v>wil-j inc auto sales</c:v>
                </c:pt>
                <c:pt idx="13504">
                  <c:v>main street motorsports</c:v>
                </c:pt>
                <c:pt idx="13505">
                  <c:v>glendale auto source</c:v>
                </c:pt>
                <c:pt idx="13506">
                  <c:v>i squared auto llc</c:v>
                </c:pt>
                <c:pt idx="13507">
                  <c:v>fim auto group llc</c:v>
                </c:pt>
                <c:pt idx="13508">
                  <c:v>car credit inc</c:v>
                </c:pt>
                <c:pt idx="13509">
                  <c:v>eddies auto sales</c:v>
                </c:pt>
                <c:pt idx="13510">
                  <c:v>gallegos auto sales inc</c:v>
                </c:pt>
                <c:pt idx="13511">
                  <c:v>gtl norcross llc</c:v>
                </c:pt>
                <c:pt idx="13512">
                  <c:v>jillran holdings inc</c:v>
                </c:pt>
                <c:pt idx="13513">
                  <c:v>johnny's auto motor</c:v>
                </c:pt>
                <c:pt idx="13514">
                  <c:v>5 star auto sales</c:v>
                </c:pt>
                <c:pt idx="13515">
                  <c:v>apperson enterprises llc</c:v>
                </c:pt>
                <c:pt idx="13516">
                  <c:v>cash 4 clunkers llc</c:v>
                </c:pt>
                <c:pt idx="13517">
                  <c:v>come n get it auto sales inc</c:v>
                </c:pt>
                <c:pt idx="13518">
                  <c:v>jkj auto sales llc</c:v>
                </c:pt>
                <c:pt idx="13519">
                  <c:v>colledona auto sales inc</c:v>
                </c:pt>
                <c:pt idx="13520">
                  <c:v>atlantic finance co</c:v>
                </c:pt>
                <c:pt idx="13521">
                  <c:v>the salvation army arc</c:v>
                </c:pt>
                <c:pt idx="13522">
                  <c:v>titlebucks/nashville tn1</c:v>
                </c:pt>
                <c:pt idx="13523">
                  <c:v>lendmark financial services / cartersville</c:v>
                </c:pt>
                <c:pt idx="13524">
                  <c:v>on call cash</c:v>
                </c:pt>
                <c:pt idx="13525">
                  <c:v>majestic repossession &amp; transportation corp</c:v>
                </c:pt>
                <c:pt idx="13526">
                  <c:v>diamond motors inc</c:v>
                </c:pt>
                <c:pt idx="13527">
                  <c:v>auto plaza mirabel</c:v>
                </c:pt>
                <c:pt idx="13528">
                  <c:v>galante auto sales llc</c:v>
                </c:pt>
                <c:pt idx="13529">
                  <c:v>garceaus auto sales inc</c:v>
                </c:pt>
                <c:pt idx="13530">
                  <c:v>credit acceptance corp/richmond</c:v>
                </c:pt>
                <c:pt idx="13531">
                  <c:v>fiat of gaithersburg</c:v>
                </c:pt>
                <c:pt idx="13532">
                  <c:v>duran auto sales</c:v>
                </c:pt>
                <c:pt idx="13533">
                  <c:v>homeland auto services</c:v>
                </c:pt>
                <c:pt idx="13534">
                  <c:v>riverland chrysler dodge jeep inc</c:v>
                </c:pt>
                <c:pt idx="13535">
                  <c:v>unlimited auto finance group</c:v>
                </c:pt>
                <c:pt idx="13536">
                  <c:v>titlemax/acworth ga2</c:v>
                </c:pt>
                <c:pt idx="13537">
                  <c:v>robinson family auto sales inc</c:v>
                </c:pt>
                <c:pt idx="13538">
                  <c:v>top finance company</c:v>
                </c:pt>
                <c:pt idx="13539">
                  <c:v>truck &amp; car sales</c:v>
                </c:pt>
                <c:pt idx="13540">
                  <c:v>samson motorcars</c:v>
                </c:pt>
                <c:pt idx="13541">
                  <c:v>shogun auto center</c:v>
                </c:pt>
                <c:pt idx="13542">
                  <c:v>startech</c:v>
                </c:pt>
                <c:pt idx="13543">
                  <c:v>the rod shop of central fl</c:v>
                </c:pt>
                <c:pt idx="13544">
                  <c:v>palomino auto llc</c:v>
                </c:pt>
                <c:pt idx="13545">
                  <c:v>woodcrest vehicle remarketing</c:v>
                </c:pt>
                <c:pt idx="13546">
                  <c:v>paul blancos good car company</c:v>
                </c:pt>
                <c:pt idx="13547">
                  <c:v>tamayo and sons auto sales</c:v>
                </c:pt>
                <c:pt idx="13548">
                  <c:v>onemain rem/southern auto credit</c:v>
                </c:pt>
                <c:pt idx="13549">
                  <c:v>markville chevrolet inc</c:v>
                </c:pt>
                <c:pt idx="13550">
                  <c:v>kim auto sales llc</c:v>
                </c:pt>
                <c:pt idx="13551">
                  <c:v>ustoyota</c:v>
                </c:pt>
                <c:pt idx="13552">
                  <c:v>the fifth gear llc</c:v>
                </c:pt>
                <c:pt idx="13553">
                  <c:v>russell smith auto</c:v>
                </c:pt>
                <c:pt idx="13554">
                  <c:v>miranda auto finance corp</c:v>
                </c:pt>
                <c:pt idx="13555">
                  <c:v>republic finance llc/baton rouge</c:v>
                </c:pt>
                <c:pt idx="13556">
                  <c:v>congers bp inc</c:v>
                </c:pt>
                <c:pt idx="13557">
                  <c:v>cincinnati healthcare associates</c:v>
                </c:pt>
                <c:pt idx="13558">
                  <c:v>california auto sales</c:v>
                </c:pt>
                <c:pt idx="13559">
                  <c:v>jbi autos</c:v>
                </c:pt>
                <c:pt idx="13560">
                  <c:v>abilene federal credit union</c:v>
                </c:pt>
                <c:pt idx="13561">
                  <c:v>carlos ricardo landeau</c:v>
                </c:pt>
                <c:pt idx="13562">
                  <c:v>auto nation llc</c:v>
                </c:pt>
                <c:pt idx="13563">
                  <c:v>central bank of st louis</c:v>
                </c:pt>
                <c:pt idx="13564">
                  <c:v>coral springs pre-owned auto sales</c:v>
                </c:pt>
                <c:pt idx="13565">
                  <c:v>i &amp; m shoman auto inc</c:v>
                </c:pt>
                <c:pt idx="13566">
                  <c:v>atlas cars</c:v>
                </c:pt>
                <c:pt idx="13567">
                  <c:v>american recovery service inc</c:v>
                </c:pt>
                <c:pt idx="13568">
                  <c:v>broadspire  a crawford company</c:v>
                </c:pt>
                <c:pt idx="13569">
                  <c:v>granville autos llc</c:v>
                </c:pt>
                <c:pt idx="13570">
                  <c:v>auction direct llc</c:v>
                </c:pt>
                <c:pt idx="13571">
                  <c:v>gravity autos roswell</c:v>
                </c:pt>
                <c:pt idx="13572">
                  <c:v>best auto sales</c:v>
                </c:pt>
                <c:pt idx="13573">
                  <c:v>eddie anderson motors llc</c:v>
                </c:pt>
                <c:pt idx="13574">
                  <c:v>affinity truck &amp; auto sales</c:v>
                </c:pt>
                <c:pt idx="13575">
                  <c:v>easy car financial inc</c:v>
                </c:pt>
                <c:pt idx="13576">
                  <c:v>alberta wholesale motors</c:v>
                </c:pt>
                <c:pt idx="13577">
                  <c:v>south 4 used cars llc</c:v>
                </c:pt>
                <c:pt idx="13578">
                  <c:v>nj auto group llc</c:v>
                </c:pt>
                <c:pt idx="13579">
                  <c:v>korner kars</c:v>
                </c:pt>
                <c:pt idx="13580">
                  <c:v>title max/semmes1-al1</c:v>
                </c:pt>
                <c:pt idx="13581">
                  <c:v>mini of las vegas</c:v>
                </c:pt>
                <c:pt idx="13582">
                  <c:v>sports and imports llc</c:v>
                </c:pt>
                <c:pt idx="13583">
                  <c:v>butler toyota &amp; scion</c:v>
                </c:pt>
                <c:pt idx="13584">
                  <c:v>golden state llc</c:v>
                </c:pt>
                <c:pt idx="13585">
                  <c:v>freeland chevrolet superstore</c:v>
                </c:pt>
                <c:pt idx="13586">
                  <c:v>infiniti of columbus llc</c:v>
                </c:pt>
                <c:pt idx="13587">
                  <c:v>jakes auto mall llc</c:v>
                </c:pt>
                <c:pt idx="13588">
                  <c:v>titlemax/niles il1</c:v>
                </c:pt>
                <c:pt idx="13589">
                  <c:v>mainstreet financial group</c:v>
                </c:pt>
                <c:pt idx="13590">
                  <c:v>south lake minnetonka police dept</c:v>
                </c:pt>
                <c:pt idx="13591">
                  <c:v>worldwide investments</c:v>
                </c:pt>
                <c:pt idx="13592">
                  <c:v>reliable credit association/salem</c:v>
                </c:pt>
                <c:pt idx="13593">
                  <c:v>pfs financial services/kissimmee</c:v>
                </c:pt>
                <c:pt idx="13594">
                  <c:v>new car alternatives of florida inc</c:v>
                </c:pt>
                <c:pt idx="13595">
                  <c:v>primeritus remarketing/safeway motors sales of l</c:v>
                </c:pt>
                <c:pt idx="13596">
                  <c:v>preston hometown auto</c:v>
                </c:pt>
                <c:pt idx="13597">
                  <c:v>peoples financial</c:v>
                </c:pt>
                <c:pt idx="13598">
                  <c:v>sunrise wholesale</c:v>
                </c:pt>
                <c:pt idx="13599">
                  <c:v>love auto group inc</c:v>
                </c:pt>
                <c:pt idx="13600">
                  <c:v>sorola auto sales inc</c:v>
                </c:pt>
                <c:pt idx="13601">
                  <c:v>st. george auto gallery</c:v>
                </c:pt>
                <c:pt idx="13602">
                  <c:v>skyy motors used car dealership corporation</c:v>
                </c:pt>
                <c:pt idx="13603">
                  <c:v>wolff enterprises llc</c:v>
                </c:pt>
                <c:pt idx="13604">
                  <c:v>d patrick inc</c:v>
                </c:pt>
                <c:pt idx="13605">
                  <c:v>illinois title loans/automotive remarketing</c:v>
                </c:pt>
                <c:pt idx="13606">
                  <c:v>edinburg motors inc</c:v>
                </c:pt>
                <c:pt idx="13607">
                  <c:v>express auto sales inc</c:v>
                </c:pt>
                <c:pt idx="13608">
                  <c:v>four seasons motor company llc</c:v>
                </c:pt>
                <c:pt idx="13609">
                  <c:v>adobe auto sales inc</c:v>
                </c:pt>
                <c:pt idx="13610">
                  <c:v>dep fleet services</c:v>
                </c:pt>
                <c:pt idx="13611">
                  <c:v>j &amp; c auto sales</c:v>
                </c:pt>
                <c:pt idx="13612">
                  <c:v>cartrust</c:v>
                </c:pt>
                <c:pt idx="13613">
                  <c:v>absolute auto sales</c:v>
                </c:pt>
                <c:pt idx="13614">
                  <c:v>eagle loan company</c:v>
                </c:pt>
                <c:pt idx="13615">
                  <c:v>gestion m f m international inc</c:v>
                </c:pt>
                <c:pt idx="13616">
                  <c:v>capitol area movers co llc</c:v>
                </c:pt>
                <c:pt idx="13617">
                  <c:v>community service credit union</c:v>
                </c:pt>
                <c:pt idx="13618">
                  <c:v>jim butner auto &amp; rv inc</c:v>
                </c:pt>
                <c:pt idx="13619">
                  <c:v>greater kinston credit union</c:v>
                </c:pt>
                <c:pt idx="13620">
                  <c:v>bill chapman auto sales lp</c:v>
                </c:pt>
                <c:pt idx="13621">
                  <c:v>carafello's auto sales  llc</c:v>
                </c:pt>
                <c:pt idx="13622">
                  <c:v>dyson motors</c:v>
                </c:pt>
                <c:pt idx="13623">
                  <c:v>duncan hyundai</c:v>
                </c:pt>
                <c:pt idx="13624">
                  <c:v>henderson automotive llc</c:v>
                </c:pt>
                <c:pt idx="13625">
                  <c:v>friendly auto group  inc.</c:v>
                </c:pt>
                <c:pt idx="13626">
                  <c:v>instaloan/st pete fl1</c:v>
                </c:pt>
                <c:pt idx="13627">
                  <c:v>knights auto sale inc</c:v>
                </c:pt>
                <c:pt idx="13628">
                  <c:v>florida titles</c:v>
                </c:pt>
                <c:pt idx="13629">
                  <c:v>dynamic auto group</c:v>
                </c:pt>
                <c:pt idx="13630">
                  <c:v>coastal credit corp/augusta</c:v>
                </c:pt>
                <c:pt idx="13631">
                  <c:v>donofrio motors inc</c:v>
                </c:pt>
                <c:pt idx="13632">
                  <c:v>donate a car canada</c:v>
                </c:pt>
                <c:pt idx="13633">
                  <c:v>fifth austin funding llc</c:v>
                </c:pt>
                <c:pt idx="13634">
                  <c:v>bengal auto</c:v>
                </c:pt>
                <c:pt idx="13635">
                  <c:v>azelis fine cars</c:v>
                </c:pt>
                <c:pt idx="13636">
                  <c:v>quantum auto sales inc</c:v>
                </c:pt>
                <c:pt idx="13637">
                  <c:v>miami international autos llc</c:v>
                </c:pt>
                <c:pt idx="13638">
                  <c:v>straight up motors</c:v>
                </c:pt>
                <c:pt idx="13639">
                  <c:v>service one credit union</c:v>
                </c:pt>
                <c:pt idx="13640">
                  <c:v>pls loan store/milwaukee</c:v>
                </c:pt>
                <c:pt idx="13641">
                  <c:v>tye's used auto sales</c:v>
                </c:pt>
                <c:pt idx="13642">
                  <c:v>salem auto sports inc</c:v>
                </c:pt>
                <c:pt idx="13643">
                  <c:v>michael andrews &amp; associates llc</c:v>
                </c:pt>
                <c:pt idx="13644">
                  <c:v>tillage automotive</c:v>
                </c:pt>
                <c:pt idx="13645">
                  <c:v>malsia used car sales</c:v>
                </c:pt>
                <c:pt idx="13646">
                  <c:v>mutual of omaha bank</c:v>
                </c:pt>
                <c:pt idx="13647">
                  <c:v>silver motors</c:v>
                </c:pt>
                <c:pt idx="13648">
                  <c:v>new bedford credit union</c:v>
                </c:pt>
                <c:pt idx="13649">
                  <c:v>veracom ford</c:v>
                </c:pt>
                <c:pt idx="13650">
                  <c:v>lee &amp; mason financial services</c:v>
                </c:pt>
                <c:pt idx="13651">
                  <c:v>titlebucks / carrollton ga</c:v>
                </c:pt>
                <c:pt idx="13652">
                  <c:v>titlebucks/martin luther king ga</c:v>
                </c:pt>
                <c:pt idx="13653">
                  <c:v>republic finance llc/columbia</c:v>
                </c:pt>
                <c:pt idx="13654">
                  <c:v>titlebucks/newnan ga</c:v>
                </c:pt>
                <c:pt idx="13655">
                  <c:v>pierson ford linc merc inc</c:v>
                </c:pt>
                <c:pt idx="13656">
                  <c:v>ride solutions inc</c:v>
                </c:pt>
                <c:pt idx="13657">
                  <c:v>rts auto sales inc</c:v>
                </c:pt>
                <c:pt idx="13658">
                  <c:v>petes auto detailing auto sales llc</c:v>
                </c:pt>
                <c:pt idx="13659">
                  <c:v>rent a wreck</c:v>
                </c:pt>
                <c:pt idx="13660">
                  <c:v>laval auto plus d a</c:v>
                </c:pt>
                <c:pt idx="13661">
                  <c:v>specialty auto sales</c:v>
                </c:pt>
                <c:pt idx="13662">
                  <c:v>us trust motors</c:v>
                </c:pt>
                <c:pt idx="13663">
                  <c:v>people's credit inc</c:v>
                </c:pt>
                <c:pt idx="13664">
                  <c:v>t n m auto sales</c:v>
                </c:pt>
                <c:pt idx="13665">
                  <c:v>toyota of goldsboro</c:v>
                </c:pt>
                <c:pt idx="13666">
                  <c:v>wildfire credit union</c:v>
                </c:pt>
                <c:pt idx="13667">
                  <c:v>lendmark financial services/albany</c:v>
                </c:pt>
                <c:pt idx="13668">
                  <c:v>titlebucks / birmingham al1</c:v>
                </c:pt>
                <c:pt idx="13669">
                  <c:v>republic finance llc/hattiesburg</c:v>
                </c:pt>
                <c:pt idx="13670">
                  <c:v>mb financial bank</c:v>
                </c:pt>
                <c:pt idx="13671">
                  <c:v>mazda pointe aux trembles</c:v>
                </c:pt>
                <c:pt idx="13672">
                  <c:v>american car center</c:v>
                </c:pt>
                <c:pt idx="13673">
                  <c:v>dixie finance co</c:v>
                </c:pt>
                <c:pt idx="13674">
                  <c:v>citizens finance/aurora</c:v>
                </c:pt>
                <c:pt idx="13675">
                  <c:v>credit concept inc</c:v>
                </c:pt>
                <c:pt idx="13676">
                  <c:v>abel auto sale</c:v>
                </c:pt>
                <c:pt idx="13677">
                  <c:v>auto masters of franklin  llc</c:v>
                </c:pt>
                <c:pt idx="13678">
                  <c:v>jim lupient infiniti</c:v>
                </c:pt>
                <c:pt idx="13679">
                  <c:v>first america title lending of georgia llc</c:v>
                </c:pt>
                <c:pt idx="13680">
                  <c:v>a &amp; t auto sales llc</c:v>
                </c:pt>
                <c:pt idx="13681">
                  <c:v>auto autos</c:v>
                </c:pt>
                <c:pt idx="13682">
                  <c:v>autoworld of kansas city llc</c:v>
                </c:pt>
                <c:pt idx="13683">
                  <c:v>281 truck sales</c:v>
                </c:pt>
                <c:pt idx="13684">
                  <c:v>b &amp; c auto brokerage llc</c:v>
                </c:pt>
                <c:pt idx="13685">
                  <c:v>honest abe auto sales iii</c:v>
                </c:pt>
                <c:pt idx="13686">
                  <c:v>automart auctions</c:v>
                </c:pt>
                <c:pt idx="13687">
                  <c:v>honda auto center of bellevue</c:v>
                </c:pt>
                <c:pt idx="13688">
                  <c:v>drivers financial</c:v>
                </c:pt>
                <c:pt idx="13689">
                  <c:v>first mark credit union</c:v>
                </c:pt>
                <c:pt idx="13690">
                  <c:v>dbs financial/debois inc</c:v>
                </c:pt>
                <c:pt idx="13691">
                  <c:v>howorth auto group</c:v>
                </c:pt>
                <c:pt idx="13692">
                  <c:v>carbucks of carolina inc</c:v>
                </c:pt>
                <c:pt idx="13693">
                  <c:v>certified auto sales</c:v>
                </c:pt>
                <c:pt idx="13694">
                  <c:v>delton auto llc</c:v>
                </c:pt>
                <c:pt idx="13695">
                  <c:v>austin auto assistance ltd</c:v>
                </c:pt>
                <c:pt idx="13696">
                  <c:v>bmg auto group inc</c:v>
                </c:pt>
                <c:pt idx="13697">
                  <c:v>a&amp;a enterprise</c:v>
                </c:pt>
                <c:pt idx="13698">
                  <c:v>j d byrider of flint</c:v>
                </c:pt>
                <c:pt idx="13699">
                  <c:v>jack carrolls skagit hyundai</c:v>
                </c:pt>
                <c:pt idx="13700">
                  <c:v>borman autoplex</c:v>
                </c:pt>
                <c:pt idx="13701">
                  <c:v>hayward nissan</c:v>
                </c:pt>
                <c:pt idx="13702">
                  <c:v>gable auto &amp; truck center inc</c:v>
                </c:pt>
                <c:pt idx="13703">
                  <c:v>cheeseman's</c:v>
                </c:pt>
                <c:pt idx="13704">
                  <c:v>desert wholesale</c:v>
                </c:pt>
                <c:pt idx="13705">
                  <c:v>any all wheels sales llc</c:v>
                </c:pt>
                <c:pt idx="13706">
                  <c:v>earls transmission service inc</c:v>
                </c:pt>
                <c:pt idx="13707">
                  <c:v>catholic charities of the diocese albany</c:v>
                </c:pt>
                <c:pt idx="13708">
                  <c:v>drive and go auto sales inc</c:v>
                </c:pt>
                <c:pt idx="13709">
                  <c:v>gta motors</c:v>
                </c:pt>
                <c:pt idx="13710">
                  <c:v>cash auto traders inc.</c:v>
                </c:pt>
                <c:pt idx="13711">
                  <c:v>integrity cycles llc</c:v>
                </c:pt>
                <c:pt idx="13712">
                  <c:v>barrys chevrolet buick inc</c:v>
                </c:pt>
                <c:pt idx="13713">
                  <c:v>platinum motorcars</c:v>
                </c:pt>
                <c:pt idx="13714">
                  <c:v>titlemax/dallas tx11</c:v>
                </c:pt>
                <c:pt idx="13715">
                  <c:v>titlemax/fort worth tx9</c:v>
                </c:pt>
                <c:pt idx="13716">
                  <c:v>river's auto inc</c:v>
                </c:pt>
                <c:pt idx="13717">
                  <c:v>texas auto credit solutions</c:v>
                </c:pt>
                <c:pt idx="13718">
                  <c:v>shorecars llc</c:v>
                </c:pt>
                <c:pt idx="13719">
                  <c:v>unity church</c:v>
                </c:pt>
                <c:pt idx="13720">
                  <c:v>titlemax/skokie il1</c:v>
                </c:pt>
                <c:pt idx="13721">
                  <c:v>lendmark financial services/villa rica</c:v>
                </c:pt>
                <c:pt idx="13722">
                  <c:v>the car doctors</c:v>
                </c:pt>
                <c:pt idx="13723">
                  <c:v>global auto motors llc</c:v>
                </c:pt>
                <c:pt idx="13724">
                  <c:v>inland valley auto</c:v>
                </c:pt>
                <c:pt idx="13725">
                  <c:v>hamdan corp</c:v>
                </c:pt>
                <c:pt idx="13726">
                  <c:v>economy auto wholesale</c:v>
                </c:pt>
                <c:pt idx="13727">
                  <c:v>fremont auto sales inc</c:v>
                </c:pt>
                <c:pt idx="13728">
                  <c:v>central credit union</c:v>
                </c:pt>
                <c:pt idx="13729">
                  <c:v>frequency finance</c:v>
                </c:pt>
                <c:pt idx="13730">
                  <c:v>9076 8326 quebec inc</c:v>
                </c:pt>
                <c:pt idx="13731">
                  <c:v>hallmark motor sales</c:v>
                </c:pt>
                <c:pt idx="13732">
                  <c:v>4 below auto sales &amp; service llc</c:v>
                </c:pt>
                <c:pt idx="13733">
                  <c:v>loyal auto sales</c:v>
                </c:pt>
                <c:pt idx="13734">
                  <c:v>repo remarketing/valley oak credit union</c:v>
                </c:pt>
                <c:pt idx="13735">
                  <c:v>the maryland school for the blind</c:v>
                </c:pt>
                <c:pt idx="13736">
                  <c:v>mcbay auto</c:v>
                </c:pt>
                <c:pt idx="13737">
                  <c:v>national auto plaza</c:v>
                </c:pt>
                <c:pt idx="13738">
                  <c:v>madison avenue assoc for jefferson comm fcu</c:v>
                </c:pt>
                <c:pt idx="13739">
                  <c:v>wynn auto sales</c:v>
                </c:pt>
                <c:pt idx="13740">
                  <c:v>platinum automotive</c:v>
                </c:pt>
                <c:pt idx="13741">
                  <c:v>titlemax/tempe az2</c:v>
                </c:pt>
                <c:pt idx="13742">
                  <c:v>titlemax/newnan ga1</c:v>
                </c:pt>
                <c:pt idx="13743">
                  <c:v>simba auto sales inc</c:v>
                </c:pt>
                <c:pt idx="13744">
                  <c:v>sfm funding</c:v>
                </c:pt>
                <c:pt idx="13745">
                  <c:v>titlemax / phoenix - az44</c:v>
                </c:pt>
                <c:pt idx="13746">
                  <c:v>lgb's sales auto  truck  &amp; motorcycle</c:v>
                </c:pt>
                <c:pt idx="13747">
                  <c:v>sham auto wholesale</c:v>
                </c:pt>
                <c:pt idx="13748">
                  <c:v>top choice auto sales</c:v>
                </c:pt>
                <c:pt idx="13749">
                  <c:v>titlemax/fairfax va2</c:v>
                </c:pt>
                <c:pt idx="13750">
                  <c:v>titlemax/kennesaw ga1</c:v>
                </c:pt>
                <c:pt idx="13751">
                  <c:v>trend auto sales</c:v>
                </c:pt>
                <c:pt idx="13752">
                  <c:v>north hills auto mart inc</c:v>
                </c:pt>
                <c:pt idx="13753">
                  <c:v>security credit corporation</c:v>
                </c:pt>
                <c:pt idx="13754">
                  <c:v>titlemax/mullins sc1</c:v>
                </c:pt>
                <c:pt idx="13755">
                  <c:v>universal motors of orlando inc</c:v>
                </c:pt>
                <c:pt idx="13756">
                  <c:v>roka auto sales inc</c:v>
                </c:pt>
                <c:pt idx="13757">
                  <c:v>mohawk auto sales inc</c:v>
                </c:pt>
                <c:pt idx="13758">
                  <c:v>third auto sales inc</c:v>
                </c:pt>
                <c:pt idx="13759">
                  <c:v>sonnen porsche audi vlksw</c:v>
                </c:pt>
                <c:pt idx="13760">
                  <c:v>tele auto inc preowned vehicle</c:v>
                </c:pt>
                <c:pt idx="13761">
                  <c:v>garage michel savary</c:v>
                </c:pt>
                <c:pt idx="13762">
                  <c:v>bates ford  inc.</c:v>
                </c:pt>
                <c:pt idx="13763">
                  <c:v>edj enterprises llc dba cnac</c:v>
                </c:pt>
                <c:pt idx="13764">
                  <c:v>c &amp; s capital corporation</c:v>
                </c:pt>
                <c:pt idx="13765">
                  <c:v>community loans of america</c:v>
                </c:pt>
                <c:pt idx="13766">
                  <c:v>jims used cars</c:v>
                </c:pt>
                <c:pt idx="13767">
                  <c:v>1st choice money center</c:v>
                </c:pt>
                <c:pt idx="13768">
                  <c:v>beltline re-marketing llc</c:v>
                </c:pt>
                <c:pt idx="13769">
                  <c:v>azza motors</c:v>
                </c:pt>
                <c:pt idx="13770">
                  <c:v>g &amp; s auto brokers of buckhead  inc</c:v>
                </c:pt>
                <c:pt idx="13771">
                  <c:v>empower credit union</c:v>
                </c:pt>
                <c:pt idx="13772">
                  <c:v>turcios car sales</c:v>
                </c:pt>
                <c:pt idx="13773">
                  <c:v>little europe auto</c:v>
                </c:pt>
                <c:pt idx="13774">
                  <c:v>phoenix remarketing llc</c:v>
                </c:pt>
                <c:pt idx="13775">
                  <c:v>your new ride auto sales &amp; service</c:v>
                </c:pt>
                <c:pt idx="13776">
                  <c:v>league motor sports llc</c:v>
                </c:pt>
                <c:pt idx="13777">
                  <c:v>affordable transportion co</c:v>
                </c:pt>
                <c:pt idx="13778">
                  <c:v>credit concepts inc</c:v>
                </c:pt>
                <c:pt idx="13779">
                  <c:v>city auto wholesalers</c:v>
                </c:pt>
                <c:pt idx="13780">
                  <c:v>bebe motors llc</c:v>
                </c:pt>
                <c:pt idx="13781">
                  <c:v>baierl toyota</c:v>
                </c:pt>
                <c:pt idx="13782">
                  <c:v>east providence auto sales inc</c:v>
                </c:pt>
                <c:pt idx="13783">
                  <c:v>eagle one auto sales</c:v>
                </c:pt>
                <c:pt idx="13784">
                  <c:v>gordie boucher nissan</c:v>
                </c:pt>
                <c:pt idx="13785">
                  <c:v>sunny hills auto sales inc</c:v>
                </c:pt>
                <c:pt idx="13786">
                  <c:v>titlemax/san antonio-tx18</c:v>
                </c:pt>
                <c:pt idx="13787">
                  <c:v>m y c motors inc</c:v>
                </c:pt>
                <c:pt idx="13788">
                  <c:v>national motors inc</c:v>
                </c:pt>
                <c:pt idx="13789">
                  <c:v>nw financial</c:v>
                </c:pt>
                <c:pt idx="13790">
                  <c:v>nestor's auto sales</c:v>
                </c:pt>
                <c:pt idx="13791">
                  <c:v>tmx finance of florida inc</c:v>
                </c:pt>
                <c:pt idx="13792">
                  <c:v>star pre owned of bethlehem llc</c:v>
                </c:pt>
                <c:pt idx="13793">
                  <c:v>mid western car sales</c:v>
                </c:pt>
                <c:pt idx="13794">
                  <c:v>nice auto</c:v>
                </c:pt>
                <c:pt idx="13795">
                  <c:v>walker valley auto inc</c:v>
                </c:pt>
                <c:pt idx="13796">
                  <c:v>metrocars miami</c:v>
                </c:pt>
                <c:pt idx="13797">
                  <c:v>metro west auto</c:v>
                </c:pt>
                <c:pt idx="13798">
                  <c:v>rockline auto sales inc</c:v>
                </c:pt>
                <c:pt idx="13799">
                  <c:v>repo remarketing / financial plus credit union</c:v>
                </c:pt>
                <c:pt idx="13800">
                  <c:v>red sail automotive</c:v>
                </c:pt>
                <c:pt idx="13801">
                  <c:v>sarah impex inc</c:v>
                </c:pt>
                <c:pt idx="13802">
                  <c:v>lazy d auto sales</c:v>
                </c:pt>
                <c:pt idx="13803">
                  <c:v>brothers auto sales llc</c:v>
                </c:pt>
                <c:pt idx="13804">
                  <c:v>american lending solutions</c:v>
                </c:pt>
                <c:pt idx="13805">
                  <c:v>bobs motors</c:v>
                </c:pt>
                <c:pt idx="13806">
                  <c:v>animal protective association of missouri</c:v>
                </c:pt>
                <c:pt idx="13807">
                  <c:v>335 corp</c:v>
                </c:pt>
                <c:pt idx="13808">
                  <c:v>d &amp; b cars llc</c:v>
                </c:pt>
                <c:pt idx="13809">
                  <c:v>first quality auto sales inc</c:v>
                </c:pt>
                <c:pt idx="13810">
                  <c:v>flag motors ltd</c:v>
                </c:pt>
                <c:pt idx="13811">
                  <c:v>bond auto sales inc</c:v>
                </c:pt>
                <c:pt idx="13812">
                  <c:v>balaban automotive</c:v>
                </c:pt>
                <c:pt idx="13813">
                  <c:v>eddie mercer automotive</c:v>
                </c:pt>
                <c:pt idx="13814">
                  <c:v>home credit corp inc/goldsboro</c:v>
                </c:pt>
                <c:pt idx="13815">
                  <c:v>garage manas auto inc</c:v>
                </c:pt>
                <c:pt idx="13816">
                  <c:v>car credit center corp</c:v>
                </c:pt>
                <c:pt idx="13817">
                  <c:v>brilliance honda of crystal lake</c:v>
                </c:pt>
                <c:pt idx="13818">
                  <c:v>garrys auto sales</c:v>
                </c:pt>
                <c:pt idx="13819">
                  <c:v>glenns auto exchange</c:v>
                </c:pt>
                <c:pt idx="13820">
                  <c:v>armed forces bank</c:v>
                </c:pt>
                <c:pt idx="13821">
                  <c:v>all 4 u motors llc</c:v>
                </c:pt>
                <c:pt idx="13822">
                  <c:v>auto center</c:v>
                </c:pt>
                <c:pt idx="13823">
                  <c:v>jz exports llc</c:v>
                </c:pt>
                <c:pt idx="13824">
                  <c:v>floyd auto trading llc</c:v>
                </c:pt>
                <c:pt idx="13825">
                  <c:v>bk's auto broker llc</c:v>
                </c:pt>
                <c:pt idx="13826">
                  <c:v>autonation nissan las vegas</c:v>
                </c:pt>
                <c:pt idx="13827">
                  <c:v>harrison motors</c:v>
                </c:pt>
                <c:pt idx="13828">
                  <c:v>chicago auto acceptance corp</c:v>
                </c:pt>
                <c:pt idx="13829">
                  <c:v>l&amp;c auto sales &amp; service llc</c:v>
                </c:pt>
                <c:pt idx="13830">
                  <c:v>instaloan/jonesboro ga1</c:v>
                </c:pt>
                <c:pt idx="13831">
                  <c:v>titlemax / nashville - tn11</c:v>
                </c:pt>
                <c:pt idx="13832">
                  <c:v>koehne chevrolet buick gmc oconto inc</c:v>
                </c:pt>
                <c:pt idx="13833">
                  <c:v>volunteers of america</c:v>
                </c:pt>
                <c:pt idx="13834">
                  <c:v>carz on credit llc</c:v>
                </c:pt>
                <c:pt idx="13835">
                  <c:v>car depot motors inc</c:v>
                </c:pt>
                <c:pt idx="13836">
                  <c:v>frost auto sales llc</c:v>
                </c:pt>
                <c:pt idx="13837">
                  <c:v>central city tires</c:v>
                </c:pt>
                <c:pt idx="13838">
                  <c:v>instaloan/lovejoy ga1</c:v>
                </c:pt>
                <c:pt idx="13839">
                  <c:v>brewery credit union</c:v>
                </c:pt>
                <c:pt idx="13840">
                  <c:v>b and m auto group</c:v>
                </c:pt>
                <c:pt idx="13841">
                  <c:v>community acceptance corporation</c:v>
                </c:pt>
                <c:pt idx="13842">
                  <c:v>24-7 auto sales llc</c:v>
                </c:pt>
                <c:pt idx="13843">
                  <c:v>gwinnett auto sales</c:v>
                </c:pt>
                <c:pt idx="13844">
                  <c:v>hub cap city auto sales</c:v>
                </c:pt>
                <c:pt idx="13845">
                  <c:v>my federal credit union</c:v>
                </c:pt>
                <c:pt idx="13846">
                  <c:v>us postal inspection service/miami</c:v>
                </c:pt>
                <c:pt idx="13847">
                  <c:v>v &amp; l auto sales</c:v>
                </c:pt>
                <c:pt idx="13848">
                  <c:v>onemain rem/autotrade motors inc</c:v>
                </c:pt>
                <c:pt idx="13849">
                  <c:v>logans used cars</c:v>
                </c:pt>
                <c:pt idx="13850">
                  <c:v>value kia</c:v>
                </c:pt>
                <c:pt idx="13851">
                  <c:v>perimeter auto sales</c:v>
                </c:pt>
                <c:pt idx="13852">
                  <c:v>toyota direct</c:v>
                </c:pt>
                <c:pt idx="13853">
                  <c:v>money train title loans</c:v>
                </c:pt>
                <c:pt idx="13854">
                  <c:v>motor car credit inc/dba cnac</c:v>
                </c:pt>
                <c:pt idx="13855">
                  <c:v>super wheels cars &amp; trucks</c:v>
                </c:pt>
                <c:pt idx="13856">
                  <c:v>titlemax/houston tx50</c:v>
                </c:pt>
                <c:pt idx="13857">
                  <c:v>hawker automotive  inc.</c:v>
                </c:pt>
                <c:pt idx="13858">
                  <c:v>columbia motors inc</c:v>
                </c:pt>
                <c:pt idx="13859">
                  <c:v>go go auto sales llc</c:v>
                </c:pt>
                <c:pt idx="13860">
                  <c:v>e-z terms auto finance llc</c:v>
                </c:pt>
                <c:pt idx="13861">
                  <c:v>a &amp; m finance</c:v>
                </c:pt>
                <c:pt idx="13862">
                  <c:v>g &amp; l auto sales</c:v>
                </c:pt>
                <c:pt idx="13863">
                  <c:v>c &amp; c auto imports &amp; repairs</c:v>
                </c:pt>
                <c:pt idx="13864">
                  <c:v>e/v auto</c:v>
                </c:pt>
                <c:pt idx="13865">
                  <c:v>dye enterprises</c:v>
                </c:pt>
                <c:pt idx="13866">
                  <c:v>cash-n-go</c:v>
                </c:pt>
                <c:pt idx="13867">
                  <c:v>euro wheels</c:v>
                </c:pt>
                <c:pt idx="13868">
                  <c:v>excel auto sales</c:v>
                </c:pt>
                <c:pt idx="13869">
                  <c:v>budget auto sales inc</c:v>
                </c:pt>
                <c:pt idx="13870">
                  <c:v>all technology recovery</c:v>
                </c:pt>
                <c:pt idx="13871">
                  <c:v>fred beans ford l/m mitsubishi isuzu</c:v>
                </c:pt>
                <c:pt idx="13872">
                  <c:v>crossroads motors</c:v>
                </c:pt>
                <c:pt idx="13873">
                  <c:v>bell auto group inc</c:v>
                </c:pt>
                <c:pt idx="13874">
                  <c:v>american car systems group inc</c:v>
                </c:pt>
                <c:pt idx="13875">
                  <c:v>cal max fine cars</c:v>
                </c:pt>
                <c:pt idx="13876">
                  <c:v>tower auto sales</c:v>
                </c:pt>
                <c:pt idx="13877">
                  <c:v>united lending group inc</c:v>
                </c:pt>
                <c:pt idx="13878">
                  <c:v>tennessee valley fcu</c:v>
                </c:pt>
                <c:pt idx="13879">
                  <c:v>nours auto sales inc</c:v>
                </c:pt>
                <c:pt idx="13880">
                  <c:v>sochi car sales</c:v>
                </c:pt>
                <c:pt idx="13881">
                  <c:v>overland motors</c:v>
                </c:pt>
                <c:pt idx="13882">
                  <c:v>zaz motors import/export</c:v>
                </c:pt>
                <c:pt idx="13883">
                  <c:v>edge auto imports</c:v>
                </c:pt>
                <c:pt idx="13884">
                  <c:v>e z loan inc</c:v>
                </c:pt>
                <c:pt idx="13885">
                  <c:v>barbour auto sales tr tanios barbour ttee</c:v>
                </c:pt>
                <c:pt idx="13886">
                  <c:v>d/m auto</c:v>
                </c:pt>
                <c:pt idx="13887">
                  <c:v>din auto sales inc</c:v>
                </c:pt>
                <c:pt idx="13888">
                  <c:v>others first</c:v>
                </c:pt>
                <c:pt idx="13889">
                  <c:v>valley auto wholesalers</c:v>
                </c:pt>
                <c:pt idx="13890">
                  <c:v>lloyd's plan inc</c:v>
                </c:pt>
                <c:pt idx="13891">
                  <c:v>loftus auto city inc</c:v>
                </c:pt>
                <c:pt idx="13892">
                  <c:v>us auto title loan</c:v>
                </c:pt>
                <c:pt idx="13893">
                  <c:v>ridgewood auto brokers</c:v>
                </c:pt>
                <c:pt idx="13894">
                  <c:v>lendmark financial services/elizabeth city</c:v>
                </c:pt>
                <c:pt idx="13895">
                  <c:v>stepping stone auto sales</c:v>
                </c:pt>
                <c:pt idx="13896">
                  <c:v>republic finance llc/gramercy</c:v>
                </c:pt>
                <c:pt idx="13897">
                  <c:v>lendmark financial services/hickory</c:v>
                </c:pt>
                <c:pt idx="13898">
                  <c:v>manheim indianapolis</c:v>
                </c:pt>
                <c:pt idx="13899">
                  <c:v>waypoint acceptance</c:v>
                </c:pt>
                <c:pt idx="13900">
                  <c:v>totalnation auto brokers inc</c:v>
                </c:pt>
                <c:pt idx="13901">
                  <c:v>mnm auto</c:v>
                </c:pt>
                <c:pt idx="13902">
                  <c:v>titlemax/lake city sc1</c:v>
                </c:pt>
                <c:pt idx="13903">
                  <c:v>pearl street auto</c:v>
                </c:pt>
                <c:pt idx="13904">
                  <c:v>three brothers auto inc</c:v>
                </c:pt>
                <c:pt idx="13905">
                  <c:v>lbi inc</c:v>
                </c:pt>
                <c:pt idx="13906">
                  <c:v>village financial services llc</c:v>
                </c:pt>
                <c:pt idx="13907">
                  <c:v>hamburg automotive group llc</c:v>
                </c:pt>
                <c:pt idx="13908">
                  <c:v>auto credit of south dakota</c:v>
                </c:pt>
                <c:pt idx="13909">
                  <c:v>a&amp;s1 imports llc</c:v>
                </c:pt>
                <c:pt idx="13910">
                  <c:v>car now acceptance co/burlington</c:v>
                </c:pt>
                <c:pt idx="13911">
                  <c:v>alvand motor inc</c:v>
                </c:pt>
                <c:pt idx="13912">
                  <c:v>chris goodnow auto sales llc</c:v>
                </c:pt>
                <c:pt idx="13913">
                  <c:v>highland park motors inc</c:v>
                </c:pt>
                <c:pt idx="13914">
                  <c:v>g auto sales</c:v>
                </c:pt>
                <c:pt idx="13915">
                  <c:v>301 legacy auto llc</c:v>
                </c:pt>
                <c:pt idx="13916">
                  <c:v>buckaroo auto sales</c:v>
                </c:pt>
                <c:pt idx="13917">
                  <c:v>affordable one stop llc</c:v>
                </c:pt>
                <c:pt idx="13918">
                  <c:v>adobe auto sale</c:v>
                </c:pt>
                <c:pt idx="13919">
                  <c:v>asset motors llc</c:v>
                </c:pt>
                <c:pt idx="13920">
                  <c:v>eagle auto center</c:v>
                </c:pt>
                <c:pt idx="13921">
                  <c:v>haburon investments  llc</c:v>
                </c:pt>
                <c:pt idx="13922">
                  <c:v>jml motors inc</c:v>
                </c:pt>
                <c:pt idx="13923">
                  <c:v>gs auto sales</c:v>
                </c:pt>
                <c:pt idx="13924">
                  <c:v>affordable imports llc</c:v>
                </c:pt>
                <c:pt idx="13925">
                  <c:v>bay rock auto sales llc</c:v>
                </c:pt>
                <c:pt idx="13926">
                  <c:v>especially swedish auto sales inc</c:v>
                </c:pt>
                <c:pt idx="13927">
                  <c:v>ariana motors inc</c:v>
                </c:pt>
                <c:pt idx="13928">
                  <c:v>gulf coast motors</c:v>
                </c:pt>
                <c:pt idx="13929">
                  <c:v>autonation honda east las vegas</c:v>
                </c:pt>
                <c:pt idx="13930">
                  <c:v>grand auto sales</c:v>
                </c:pt>
                <c:pt idx="13931">
                  <c:v>credit union of denver</c:v>
                </c:pt>
                <c:pt idx="13932">
                  <c:v>3 dads auto</c:v>
                </c:pt>
                <c:pt idx="13933">
                  <c:v>millenium &amp; associates inc</c:v>
                </c:pt>
                <c:pt idx="13934">
                  <c:v>la silla auto sales</c:v>
                </c:pt>
                <c:pt idx="13935">
                  <c:v>winn volkswagen</c:v>
                </c:pt>
                <c:pt idx="13936">
                  <c:v>peak motors inc</c:v>
                </c:pt>
                <c:pt idx="13937">
                  <c:v>sal auto</c:v>
                </c:pt>
                <c:pt idx="13938">
                  <c:v>titlemax/san antonio-tx1</c:v>
                </c:pt>
                <c:pt idx="13939">
                  <c:v>speedy automotive inc.</c:v>
                </c:pt>
                <c:pt idx="13940">
                  <c:v>regional finance corp/hoover</c:v>
                </c:pt>
                <c:pt idx="13941">
                  <c:v>orange county auto wholesale</c:v>
                </c:pt>
                <c:pt idx="13942">
                  <c:v>the car shoppe corp</c:v>
                </c:pt>
                <c:pt idx="13943">
                  <c:v>sc telco fcu</c:v>
                </c:pt>
                <c:pt idx="13944">
                  <c:v>financial freedom wholesalers llc</c:v>
                </c:pt>
                <c:pt idx="13945">
                  <c:v>coronado auto repair and sales</c:v>
                </c:pt>
                <c:pt idx="13946">
                  <c:v>citizens financial services</c:v>
                </c:pt>
                <c:pt idx="13947">
                  <c:v>cnac</c:v>
                </c:pt>
                <c:pt idx="13948">
                  <c:v>bowman's auto sales</c:v>
                </c:pt>
                <c:pt idx="13949">
                  <c:v>obrien hyundai</c:v>
                </c:pt>
                <c:pt idx="13950">
                  <c:v>let'em ride autos incorporated</c:v>
                </c:pt>
                <c:pt idx="13951">
                  <c:v>titlemax/el paso tx4</c:v>
                </c:pt>
                <c:pt idx="13952">
                  <c:v>sharefax credit union</c:v>
                </c:pt>
                <c:pt idx="13953">
                  <c:v>seminole title</c:v>
                </c:pt>
                <c:pt idx="13954">
                  <c:v>new dawn auto mall inc</c:v>
                </c:pt>
                <c:pt idx="13955">
                  <c:v>unique used cars</c:v>
                </c:pt>
                <c:pt idx="13956">
                  <c:v>slr auto llc</c:v>
                </c:pt>
                <c:pt idx="13957">
                  <c:v>titlemax/sunnydale tx1</c:v>
                </c:pt>
                <c:pt idx="13958">
                  <c:v>titlebucks/pelham 1</c:v>
                </c:pt>
                <c:pt idx="13959">
                  <c:v>southwest volkswagen of weatherford</c:v>
                </c:pt>
                <c:pt idx="13960">
                  <c:v>titlemax/cincinnati oh2</c:v>
                </c:pt>
                <c:pt idx="13961">
                  <c:v>thomas auto sales inc</c:v>
                </c:pt>
                <c:pt idx="13962">
                  <c:v>woodys</c:v>
                </c:pt>
                <c:pt idx="13963">
                  <c:v>nino quality motors inc</c:v>
                </c:pt>
                <c:pt idx="13964">
                  <c:v>tryba auto sales</c:v>
                </c:pt>
                <c:pt idx="13965">
                  <c:v>tom wood ford inc</c:v>
                </c:pt>
                <c:pt idx="13966">
                  <c:v>9026401 canada corporation</c:v>
                </c:pt>
                <c:pt idx="13967">
                  <c:v>heights finance corporation/mckery</c:v>
                </c:pt>
                <c:pt idx="13968">
                  <c:v>ideal cars guaranteed auto loans inc</c:v>
                </c:pt>
                <c:pt idx="13969">
                  <c:v>all one motors llc</c:v>
                </c:pt>
                <c:pt idx="13970">
                  <c:v>citizen financial</c:v>
                </c:pt>
                <c:pt idx="13971">
                  <c:v>g j auto sales</c:v>
                </c:pt>
                <c:pt idx="13972">
                  <c:v>great american auto sales</c:v>
                </c:pt>
                <c:pt idx="13973">
                  <c:v>bahena car sales inc</c:v>
                </c:pt>
                <c:pt idx="13974">
                  <c:v>autohaus usa</c:v>
                </c:pt>
                <c:pt idx="13975">
                  <c:v>des auto sales</c:v>
                </c:pt>
                <c:pt idx="13976">
                  <c:v>e &amp; m garage</c:v>
                </c:pt>
                <c:pt idx="13977">
                  <c:v>antwerpen hyundai</c:v>
                </c:pt>
                <c:pt idx="13978">
                  <c:v>america's car-mart</c:v>
                </c:pt>
                <c:pt idx="13979">
                  <c:v>fast wheels inc</c:v>
                </c:pt>
                <c:pt idx="13980">
                  <c:v>ana car sale</c:v>
                </c:pt>
                <c:pt idx="13981">
                  <c:v>auto image idaho falls auto sales llc</c:v>
                </c:pt>
                <c:pt idx="13982">
                  <c:v>inpuse auto sales</c:v>
                </c:pt>
                <c:pt idx="13983">
                  <c:v>car zone motors llc</c:v>
                </c:pt>
                <c:pt idx="13984">
                  <c:v>joe rizza buick inc</c:v>
                </c:pt>
                <c:pt idx="13985">
                  <c:v>atm auto sales inc</c:v>
                </c:pt>
                <c:pt idx="13986">
                  <c:v>auto express credit inc</c:v>
                </c:pt>
                <c:pt idx="13987">
                  <c:v>4jg stars auto sales llc</c:v>
                </c:pt>
                <c:pt idx="13988">
                  <c:v>heights finance corporation / greenfield</c:v>
                </c:pt>
                <c:pt idx="13989">
                  <c:v>corefirst bank &amp; trust</c:v>
                </c:pt>
                <c:pt idx="13990">
                  <c:v>titlebucks/nashville tn3</c:v>
                </c:pt>
                <c:pt idx="13991">
                  <c:v>roberts auto services llc</c:v>
                </c:pt>
                <c:pt idx="13992">
                  <c:v>titlemax/kingstree sc1</c:v>
                </c:pt>
                <c:pt idx="13993">
                  <c:v>xpress auto service</c:v>
                </c:pt>
                <c:pt idx="13994">
                  <c:v>southwest florida motors llc</c:v>
                </c:pt>
                <c:pt idx="13995">
                  <c:v>titlemax/college park ga1</c:v>
                </c:pt>
                <c:pt idx="13996">
                  <c:v>perception motorsport inc</c:v>
                </c:pt>
                <c:pt idx="13997">
                  <c:v>chanti auto sales</c:v>
                </c:pt>
                <c:pt idx="13998">
                  <c:v>arapahoe hyundai llc</c:v>
                </c:pt>
                <c:pt idx="13999">
                  <c:v>clz for less</c:v>
                </c:pt>
                <c:pt idx="14000">
                  <c:v>dependable car's</c:v>
                </c:pt>
                <c:pt idx="14001">
                  <c:v>f t motors</c:v>
                </c:pt>
                <c:pt idx="14002">
                  <c:v>makarios auto sales llc</c:v>
                </c:pt>
                <c:pt idx="14003">
                  <c:v>upgrade auto sales inc</c:v>
                </c:pt>
                <c:pt idx="14004">
                  <c:v>titlemax/mobile al 1</c:v>
                </c:pt>
                <c:pt idx="14005">
                  <c:v>titlemax/phoenix az21</c:v>
                </c:pt>
                <c:pt idx="14006">
                  <c:v>titlemax/albuquerque nm7</c:v>
                </c:pt>
                <c:pt idx="14007">
                  <c:v>titlebucks/college park ga1</c:v>
                </c:pt>
                <c:pt idx="14008">
                  <c:v>posetive auto sales inc</c:v>
                </c:pt>
                <c:pt idx="14009">
                  <c:v>lap of luxury motors inc</c:v>
                </c:pt>
                <c:pt idx="14010">
                  <c:v>troop 161 family account inc</c:v>
                </c:pt>
                <c:pt idx="14011">
                  <c:v>mid ohio auto sales llc</c:v>
                </c:pt>
                <c:pt idx="14012">
                  <c:v>titlebucks of lebanon</c:v>
                </c:pt>
                <c:pt idx="14013">
                  <c:v>sugg motor car co</c:v>
                </c:pt>
                <c:pt idx="14014">
                  <c:v>titlemax/rio rancho</c:v>
                </c:pt>
                <c:pt idx="14015">
                  <c:v>titlemax/salt lake city ut2</c:v>
                </c:pt>
                <c:pt idx="14016">
                  <c:v>marvelous motors</c:v>
                </c:pt>
                <c:pt idx="14017">
                  <c:v>mendocino auto sales/repair center inc</c:v>
                </c:pt>
                <c:pt idx="14018">
                  <c:v>titlemax/tucson az8</c:v>
                </c:pt>
                <c:pt idx="14019">
                  <c:v>mott enterprises llc</c:v>
                </c:pt>
                <c:pt idx="14020">
                  <c:v>simon chevrolet-buick  ltd.</c:v>
                </c:pt>
                <c:pt idx="14021">
                  <c:v>titlemax/crystal city mo1</c:v>
                </c:pt>
                <c:pt idx="14022">
                  <c:v>premier auto imports llc</c:v>
                </c:pt>
                <c:pt idx="14023">
                  <c:v>wyatt johnson auto credit</c:v>
                </c:pt>
                <c:pt idx="14024">
                  <c:v>titlemax/los lunes nm1</c:v>
                </c:pt>
                <c:pt idx="14025">
                  <c:v>newport auto sports</c:v>
                </c:pt>
                <c:pt idx="14026">
                  <c:v>anthony auto care inc</c:v>
                </c:pt>
                <c:pt idx="14027">
                  <c:v>cowles nissan</c:v>
                </c:pt>
                <c:pt idx="14028">
                  <c:v>esquivel auto depot</c:v>
                </c:pt>
                <c:pt idx="14029">
                  <c:v>a plus auto sales &amp; detailing llc</c:v>
                </c:pt>
                <c:pt idx="14030">
                  <c:v>global auto leasing llc</c:v>
                </c:pt>
                <c:pt idx="14031">
                  <c:v>god is good (gig) motors</c:v>
                </c:pt>
                <c:pt idx="14032">
                  <c:v>1st capital finance</c:v>
                </c:pt>
                <c:pt idx="14033">
                  <c:v>buyers choice</c:v>
                </c:pt>
                <c:pt idx="14034">
                  <c:v>carxchange llc</c:v>
                </c:pt>
                <c:pt idx="14035">
                  <c:v>instaloan/newnan ga1</c:v>
                </c:pt>
                <c:pt idx="14036">
                  <c:v>hamzah auto sales</c:v>
                </c:pt>
                <c:pt idx="14037">
                  <c:v>dekalb auto sales</c:v>
                </c:pt>
                <c:pt idx="14038">
                  <c:v>autogate of nashville llc</c:v>
                </c:pt>
                <c:pt idx="14039">
                  <c:v>baja auto sales</c:v>
                </c:pt>
                <c:pt idx="14040">
                  <c:v>a k r auto sales</c:v>
                </c:pt>
                <c:pt idx="14041">
                  <c:v>complete auto sales llc</c:v>
                </c:pt>
                <c:pt idx="14042">
                  <c:v>a&amp;r service center inc</c:v>
                </c:pt>
                <c:pt idx="14043">
                  <c:v>hub hyundai west</c:v>
                </c:pt>
                <c:pt idx="14044">
                  <c:v>best used tires and auto sales inc</c:v>
                </c:pt>
                <c:pt idx="14045">
                  <c:v>chris cars</c:v>
                </c:pt>
                <c:pt idx="14046">
                  <c:v>primeritus remarketing/otg holding llc</c:v>
                </c:pt>
                <c:pt idx="14047">
                  <c:v>titlemax/titlebuck inventory</c:v>
                </c:pt>
                <c:pt idx="14048">
                  <c:v>titlemax/atlanta ga3</c:v>
                </c:pt>
                <c:pt idx="14049">
                  <c:v>whitmoyer buick chevrolet inc</c:v>
                </c:pt>
                <c:pt idx="14050">
                  <c:v>instaloan/riverdale ga1</c:v>
                </c:pt>
                <c:pt idx="14051">
                  <c:v>rowe's garage</c:v>
                </c:pt>
                <c:pt idx="14052">
                  <c:v>v p auto sales</c:v>
                </c:pt>
                <c:pt idx="14053">
                  <c:v>m j m auto sales</c:v>
                </c:pt>
                <c:pt idx="14054">
                  <c:v>mega motorwerks incorporated</c:v>
                </c:pt>
                <c:pt idx="14055">
                  <c:v>titlemax/tooele ut1</c:v>
                </c:pt>
                <c:pt idx="14056">
                  <c:v>titlemaxcookeville tn1</c:v>
                </c:pt>
                <c:pt idx="14057">
                  <c:v>peak autosports llc</c:v>
                </c:pt>
                <c:pt idx="14058">
                  <c:v>vandivort motor cars</c:v>
                </c:pt>
                <c:pt idx="14059">
                  <c:v>noor auto sales  inc.</c:v>
                </c:pt>
                <c:pt idx="14060">
                  <c:v>titlemax/salt lake city ut3</c:v>
                </c:pt>
                <c:pt idx="14061">
                  <c:v>titlemax/alexandria va4</c:v>
                </c:pt>
                <c:pt idx="14062">
                  <c:v>anthony motor cars llc</c:v>
                </c:pt>
                <c:pt idx="14063">
                  <c:v>citizens finance/loves park</c:v>
                </c:pt>
                <c:pt idx="14064">
                  <c:v>frontline service-oaa employee</c:v>
                </c:pt>
                <c:pt idx="14065">
                  <c:v>owings auto llc</c:v>
                </c:pt>
                <c:pt idx="14066">
                  <c:v>the car shop of sf llc</c:v>
                </c:pt>
                <c:pt idx="14067">
                  <c:v>instant auto sales</c:v>
                </c:pt>
                <c:pt idx="14068">
                  <c:v>heights finance corporation/racine</c:v>
                </c:pt>
                <c:pt idx="14069">
                  <c:v>titlemax/georgetown 1</c:v>
                </c:pt>
                <c:pt idx="14070">
                  <c:v>titlemax/ogden ut1</c:v>
                </c:pt>
                <c:pt idx="14071">
                  <c:v>titlemax/manning sc1</c:v>
                </c:pt>
                <c:pt idx="14072">
                  <c:v>national kidney foundation</c:v>
                </c:pt>
                <c:pt idx="14073">
                  <c:v>plaza toyota</c:v>
                </c:pt>
                <c:pt idx="14074">
                  <c:v>northland auto brokers &amp; leasing</c:v>
                </c:pt>
                <c:pt idx="14075">
                  <c:v>m&amp;m certified serv corp</c:v>
                </c:pt>
                <c:pt idx="14076">
                  <c:v>win win auto sales inc</c:v>
                </c:pt>
                <c:pt idx="14077">
                  <c:v>showcase automotives</c:v>
                </c:pt>
                <c:pt idx="14078">
                  <c:v>titlemax/albuquerque nm8</c:v>
                </c:pt>
                <c:pt idx="14079">
                  <c:v>smog king</c:v>
                </c:pt>
                <c:pt idx="14080">
                  <c:v>omh auto sales inc</c:v>
                </c:pt>
                <c:pt idx="14081">
                  <c:v>titlemax of conway</c:v>
                </c:pt>
                <c:pt idx="14082">
                  <c:v>autonation ford mobile</c:v>
                </c:pt>
                <c:pt idx="14083">
                  <c:v>barstow auto sales</c:v>
                </c:pt>
                <c:pt idx="14084">
                  <c:v>car donation headquarters auction llc</c:v>
                </c:pt>
                <c:pt idx="14085">
                  <c:v>big state discount</c:v>
                </c:pt>
                <c:pt idx="14086">
                  <c:v>critchlow car care center</c:v>
                </c:pt>
                <c:pt idx="14087">
                  <c:v>best choice auto</c:v>
                </c:pt>
                <c:pt idx="14088">
                  <c:v>carline auto sales</c:v>
                </c:pt>
                <c:pt idx="14089">
                  <c:v>antwerpen auto world llc</c:v>
                </c:pt>
                <c:pt idx="14090">
                  <c:v>galaxy autoplex</c:v>
                </c:pt>
                <c:pt idx="14091">
                  <c:v>don herring irving mitsubishi</c:v>
                </c:pt>
                <c:pt idx="14092">
                  <c:v>ace auto group inc.</c:v>
                </c:pt>
                <c:pt idx="14093">
                  <c:v>best deal motors</c:v>
                </c:pt>
                <c:pt idx="14094">
                  <c:v>cobalt financial inc</c:v>
                </c:pt>
                <c:pt idx="14095">
                  <c:v>calidad auto sales corp</c:v>
                </c:pt>
                <c:pt idx="14096">
                  <c:v>car now acceptance co/joliet</c:v>
                </c:pt>
                <c:pt idx="14097">
                  <c:v>gillman chrysler jeep dodge</c:v>
                </c:pt>
                <c:pt idx="14098">
                  <c:v>cars cars cars</c:v>
                </c:pt>
                <c:pt idx="14099">
                  <c:v>acadian credit plan inc</c:v>
                </c:pt>
                <c:pt idx="14100">
                  <c:v>della mitsubishi</c:v>
                </c:pt>
                <c:pt idx="14101">
                  <c:v>republic finance llc/gonzales</c:v>
                </c:pt>
                <c:pt idx="14102">
                  <c:v>american credit acceptance llc</c:v>
                </c:pt>
                <c:pt idx="14103">
                  <c:v>the car store  inc.</c:v>
                </c:pt>
                <c:pt idx="14104">
                  <c:v>titlemax/murray ut1</c:v>
                </c:pt>
                <c:pt idx="14105">
                  <c:v>sunny side auto llc</c:v>
                </c:pt>
                <c:pt idx="14106">
                  <c:v>new york auto sales inc</c:v>
                </c:pt>
                <c:pt idx="14107">
                  <c:v>mid city motors</c:v>
                </c:pt>
                <c:pt idx="14108">
                  <c:v>reina international auto west</c:v>
                </c:pt>
                <c:pt idx="14109">
                  <c:v>titlemax/austin tx19</c:v>
                </c:pt>
                <c:pt idx="14110">
                  <c:v>auto deall</c:v>
                </c:pt>
                <c:pt idx="14111">
                  <c:v>jbrooks motors</c:v>
                </c:pt>
                <c:pt idx="14112">
                  <c:v>heiser chevrolet cadillac of west bend inc</c:v>
                </c:pt>
                <c:pt idx="14113">
                  <c:v>elite auto trade</c:v>
                </c:pt>
                <c:pt idx="14114">
                  <c:v>easter seals of wisconsin</c:v>
                </c:pt>
                <c:pt idx="14115">
                  <c:v>regional finance corp/conway</c:v>
                </c:pt>
                <c:pt idx="14116">
                  <c:v>napletons elgin kia</c:v>
                </c:pt>
                <c:pt idx="14117">
                  <c:v>rayz auto center</c:v>
                </c:pt>
                <c:pt idx="14118">
                  <c:v>village of bolingbrook</c:v>
                </c:pt>
                <c:pt idx="14119">
                  <c:v>renn kirby mitsubishi</c:v>
                </c:pt>
                <c:pt idx="14120">
                  <c:v>chicago car city inc</c:v>
                </c:pt>
                <c:pt idx="14121">
                  <c:v>preston ford inc</c:v>
                </c:pt>
                <c:pt idx="14122">
                  <c:v>touchstone financial / bountiful / davis</c:v>
                </c:pt>
                <c:pt idx="14123">
                  <c:v>sindibad auto sale llc</c:v>
                </c:pt>
                <c:pt idx="14124">
                  <c:v>republic finance llc/pearl</c:v>
                </c:pt>
                <c:pt idx="14125">
                  <c:v>alberta truck &amp; auto liquidators</c:v>
                </c:pt>
                <c:pt idx="14126">
                  <c:v>bell auto sales</c:v>
                </c:pt>
                <c:pt idx="14127">
                  <c:v>district 24c lions charity</c:v>
                </c:pt>
                <c:pt idx="14128">
                  <c:v>american red cross/lehigh valley</c:v>
                </c:pt>
                <c:pt idx="14129">
                  <c:v>bcaa/company cars</c:v>
                </c:pt>
                <c:pt idx="14130">
                  <c:v>beaverton honda</c:v>
                </c:pt>
                <c:pt idx="14131">
                  <c:v>(blank)</c:v>
                </c:pt>
                <c:pt idx="14132">
                  <c:v>kfl llc</c:v>
                </c:pt>
              </c:strCache>
            </c:strRef>
          </c:cat>
          <c:val>
            <c:numRef>
              <c:f>'Pivot results'!$B$399:$B$14532</c:f>
              <c:numCache>
                <c:formatCode>General</c:formatCode>
                <c:ptCount val="14133"/>
                <c:pt idx="0">
                  <c:v>338459525</c:v>
                </c:pt>
                <c:pt idx="1">
                  <c:v>270729420</c:v>
                </c:pt>
                <c:pt idx="2">
                  <c:v>248789952</c:v>
                </c:pt>
                <c:pt idx="3">
                  <c:v>214897171</c:v>
                </c:pt>
                <c:pt idx="4">
                  <c:v>202486530</c:v>
                </c:pt>
                <c:pt idx="5">
                  <c:v>173713800</c:v>
                </c:pt>
                <c:pt idx="6">
                  <c:v>151939750</c:v>
                </c:pt>
                <c:pt idx="7">
                  <c:v>125340336</c:v>
                </c:pt>
                <c:pt idx="8">
                  <c:v>120018965</c:v>
                </c:pt>
                <c:pt idx="9">
                  <c:v>111632250</c:v>
                </c:pt>
                <c:pt idx="10">
                  <c:v>99488800</c:v>
                </c:pt>
                <c:pt idx="11">
                  <c:v>93512450</c:v>
                </c:pt>
                <c:pt idx="12">
                  <c:v>87404150</c:v>
                </c:pt>
                <c:pt idx="13">
                  <c:v>85866700</c:v>
                </c:pt>
                <c:pt idx="14">
                  <c:v>85119375</c:v>
                </c:pt>
                <c:pt idx="15">
                  <c:v>80337650</c:v>
                </c:pt>
                <c:pt idx="16">
                  <c:v>78572725</c:v>
                </c:pt>
                <c:pt idx="17">
                  <c:v>78053475</c:v>
                </c:pt>
                <c:pt idx="18">
                  <c:v>76703346</c:v>
                </c:pt>
                <c:pt idx="19">
                  <c:v>75203875</c:v>
                </c:pt>
                <c:pt idx="20">
                  <c:v>74661350</c:v>
                </c:pt>
                <c:pt idx="21">
                  <c:v>71736200</c:v>
                </c:pt>
                <c:pt idx="22">
                  <c:v>62202400</c:v>
                </c:pt>
                <c:pt idx="23">
                  <c:v>60335100</c:v>
                </c:pt>
                <c:pt idx="24">
                  <c:v>57708560</c:v>
                </c:pt>
                <c:pt idx="25">
                  <c:v>56375960</c:v>
                </c:pt>
                <c:pt idx="26">
                  <c:v>54707978</c:v>
                </c:pt>
                <c:pt idx="27">
                  <c:v>54080200</c:v>
                </c:pt>
                <c:pt idx="28">
                  <c:v>49894825</c:v>
                </c:pt>
                <c:pt idx="29">
                  <c:v>49588325</c:v>
                </c:pt>
                <c:pt idx="30">
                  <c:v>45751005</c:v>
                </c:pt>
                <c:pt idx="31">
                  <c:v>44182150</c:v>
                </c:pt>
                <c:pt idx="32">
                  <c:v>42922451</c:v>
                </c:pt>
                <c:pt idx="33">
                  <c:v>41884300</c:v>
                </c:pt>
                <c:pt idx="34">
                  <c:v>41631750</c:v>
                </c:pt>
                <c:pt idx="35">
                  <c:v>40235050</c:v>
                </c:pt>
                <c:pt idx="36">
                  <c:v>39990200</c:v>
                </c:pt>
                <c:pt idx="37">
                  <c:v>39872220</c:v>
                </c:pt>
                <c:pt idx="38">
                  <c:v>37183250</c:v>
                </c:pt>
                <c:pt idx="39">
                  <c:v>35192850</c:v>
                </c:pt>
                <c:pt idx="40">
                  <c:v>34081690</c:v>
                </c:pt>
                <c:pt idx="41">
                  <c:v>32666600</c:v>
                </c:pt>
                <c:pt idx="42">
                  <c:v>32240750</c:v>
                </c:pt>
                <c:pt idx="43">
                  <c:v>32204334</c:v>
                </c:pt>
                <c:pt idx="44">
                  <c:v>30654200</c:v>
                </c:pt>
                <c:pt idx="45">
                  <c:v>29509500</c:v>
                </c:pt>
                <c:pt idx="46">
                  <c:v>29508850</c:v>
                </c:pt>
                <c:pt idx="47">
                  <c:v>28091250</c:v>
                </c:pt>
                <c:pt idx="48">
                  <c:v>27950300</c:v>
                </c:pt>
                <c:pt idx="49">
                  <c:v>24175450</c:v>
                </c:pt>
                <c:pt idx="50">
                  <c:v>24018250</c:v>
                </c:pt>
                <c:pt idx="51">
                  <c:v>23410200</c:v>
                </c:pt>
                <c:pt idx="52">
                  <c:v>22422100</c:v>
                </c:pt>
                <c:pt idx="53">
                  <c:v>22294750</c:v>
                </c:pt>
                <c:pt idx="54">
                  <c:v>22245400</c:v>
                </c:pt>
                <c:pt idx="55">
                  <c:v>21895500</c:v>
                </c:pt>
                <c:pt idx="56">
                  <c:v>21760400</c:v>
                </c:pt>
                <c:pt idx="57">
                  <c:v>21077800</c:v>
                </c:pt>
                <c:pt idx="58">
                  <c:v>21020300</c:v>
                </c:pt>
                <c:pt idx="59">
                  <c:v>20434950</c:v>
                </c:pt>
                <c:pt idx="60">
                  <c:v>20378674</c:v>
                </c:pt>
                <c:pt idx="61">
                  <c:v>20285925</c:v>
                </c:pt>
                <c:pt idx="62">
                  <c:v>20125695</c:v>
                </c:pt>
                <c:pt idx="63">
                  <c:v>18810350</c:v>
                </c:pt>
                <c:pt idx="64">
                  <c:v>17771350</c:v>
                </c:pt>
                <c:pt idx="65">
                  <c:v>17756075</c:v>
                </c:pt>
                <c:pt idx="66">
                  <c:v>17496150</c:v>
                </c:pt>
                <c:pt idx="67">
                  <c:v>17038681</c:v>
                </c:pt>
                <c:pt idx="68">
                  <c:v>15792900</c:v>
                </c:pt>
                <c:pt idx="69">
                  <c:v>15040150</c:v>
                </c:pt>
                <c:pt idx="70">
                  <c:v>14656485</c:v>
                </c:pt>
                <c:pt idx="71">
                  <c:v>14579250</c:v>
                </c:pt>
                <c:pt idx="72">
                  <c:v>14041300</c:v>
                </c:pt>
                <c:pt idx="73">
                  <c:v>13893350</c:v>
                </c:pt>
                <c:pt idx="74">
                  <c:v>13521950</c:v>
                </c:pt>
                <c:pt idx="75">
                  <c:v>13171750</c:v>
                </c:pt>
                <c:pt idx="76">
                  <c:v>12915100</c:v>
                </c:pt>
                <c:pt idx="77">
                  <c:v>12900700</c:v>
                </c:pt>
                <c:pt idx="78">
                  <c:v>12074600</c:v>
                </c:pt>
                <c:pt idx="79">
                  <c:v>11770300</c:v>
                </c:pt>
                <c:pt idx="80">
                  <c:v>11499950</c:v>
                </c:pt>
                <c:pt idx="81">
                  <c:v>11231570</c:v>
                </c:pt>
                <c:pt idx="82">
                  <c:v>11184600</c:v>
                </c:pt>
                <c:pt idx="83">
                  <c:v>11086800</c:v>
                </c:pt>
                <c:pt idx="84">
                  <c:v>10985350</c:v>
                </c:pt>
                <c:pt idx="85">
                  <c:v>10911300</c:v>
                </c:pt>
                <c:pt idx="86">
                  <c:v>10837750</c:v>
                </c:pt>
                <c:pt idx="87">
                  <c:v>10692200</c:v>
                </c:pt>
                <c:pt idx="88">
                  <c:v>10237850</c:v>
                </c:pt>
                <c:pt idx="89">
                  <c:v>10106300</c:v>
                </c:pt>
                <c:pt idx="90">
                  <c:v>9966650</c:v>
                </c:pt>
                <c:pt idx="91">
                  <c:v>9891350</c:v>
                </c:pt>
                <c:pt idx="92">
                  <c:v>9838700</c:v>
                </c:pt>
                <c:pt idx="93">
                  <c:v>9613200</c:v>
                </c:pt>
                <c:pt idx="94">
                  <c:v>9433300</c:v>
                </c:pt>
                <c:pt idx="95">
                  <c:v>9234175</c:v>
                </c:pt>
                <c:pt idx="96">
                  <c:v>9041950</c:v>
                </c:pt>
                <c:pt idx="97">
                  <c:v>9030475</c:v>
                </c:pt>
                <c:pt idx="98">
                  <c:v>8960150</c:v>
                </c:pt>
                <c:pt idx="99">
                  <c:v>8866900</c:v>
                </c:pt>
                <c:pt idx="100">
                  <c:v>8804095</c:v>
                </c:pt>
                <c:pt idx="101">
                  <c:v>8701775</c:v>
                </c:pt>
                <c:pt idx="102">
                  <c:v>8570350</c:v>
                </c:pt>
                <c:pt idx="103">
                  <c:v>8424500</c:v>
                </c:pt>
                <c:pt idx="104">
                  <c:v>8283660</c:v>
                </c:pt>
                <c:pt idx="105">
                  <c:v>8218050</c:v>
                </c:pt>
                <c:pt idx="106">
                  <c:v>8217000</c:v>
                </c:pt>
                <c:pt idx="107">
                  <c:v>8087051</c:v>
                </c:pt>
                <c:pt idx="108">
                  <c:v>7984925</c:v>
                </c:pt>
                <c:pt idx="109">
                  <c:v>7946350</c:v>
                </c:pt>
                <c:pt idx="110">
                  <c:v>7798750</c:v>
                </c:pt>
                <c:pt idx="111">
                  <c:v>7525550</c:v>
                </c:pt>
                <c:pt idx="112">
                  <c:v>7437150</c:v>
                </c:pt>
                <c:pt idx="113">
                  <c:v>7354000</c:v>
                </c:pt>
                <c:pt idx="114">
                  <c:v>7129800</c:v>
                </c:pt>
                <c:pt idx="115">
                  <c:v>7129600</c:v>
                </c:pt>
                <c:pt idx="116">
                  <c:v>7089950</c:v>
                </c:pt>
                <c:pt idx="117">
                  <c:v>7076400</c:v>
                </c:pt>
                <c:pt idx="118">
                  <c:v>7003950</c:v>
                </c:pt>
                <c:pt idx="119">
                  <c:v>6937455</c:v>
                </c:pt>
                <c:pt idx="120">
                  <c:v>6808400</c:v>
                </c:pt>
                <c:pt idx="121">
                  <c:v>6654550</c:v>
                </c:pt>
                <c:pt idx="122">
                  <c:v>6570500</c:v>
                </c:pt>
                <c:pt idx="123">
                  <c:v>6528000</c:v>
                </c:pt>
                <c:pt idx="124">
                  <c:v>6518800</c:v>
                </c:pt>
                <c:pt idx="125">
                  <c:v>6497550</c:v>
                </c:pt>
                <c:pt idx="126">
                  <c:v>6432499</c:v>
                </c:pt>
                <c:pt idx="127">
                  <c:v>6414950</c:v>
                </c:pt>
                <c:pt idx="128">
                  <c:v>6356600</c:v>
                </c:pt>
                <c:pt idx="129">
                  <c:v>6346900</c:v>
                </c:pt>
                <c:pt idx="130">
                  <c:v>6167400</c:v>
                </c:pt>
                <c:pt idx="131">
                  <c:v>6134125</c:v>
                </c:pt>
                <c:pt idx="132">
                  <c:v>6132700</c:v>
                </c:pt>
                <c:pt idx="133">
                  <c:v>6057650</c:v>
                </c:pt>
                <c:pt idx="134">
                  <c:v>6035877</c:v>
                </c:pt>
                <c:pt idx="135">
                  <c:v>5867030</c:v>
                </c:pt>
                <c:pt idx="136">
                  <c:v>5864950</c:v>
                </c:pt>
                <c:pt idx="137">
                  <c:v>5859500</c:v>
                </c:pt>
                <c:pt idx="138">
                  <c:v>5775451</c:v>
                </c:pt>
                <c:pt idx="139">
                  <c:v>5661400</c:v>
                </c:pt>
                <c:pt idx="140">
                  <c:v>5653650</c:v>
                </c:pt>
                <c:pt idx="141">
                  <c:v>5605000</c:v>
                </c:pt>
                <c:pt idx="142">
                  <c:v>5568000</c:v>
                </c:pt>
                <c:pt idx="143">
                  <c:v>5508100</c:v>
                </c:pt>
                <c:pt idx="144">
                  <c:v>5489700</c:v>
                </c:pt>
                <c:pt idx="145">
                  <c:v>5472700</c:v>
                </c:pt>
                <c:pt idx="146">
                  <c:v>5310200</c:v>
                </c:pt>
                <c:pt idx="147">
                  <c:v>5308550</c:v>
                </c:pt>
                <c:pt idx="148">
                  <c:v>5275650</c:v>
                </c:pt>
                <c:pt idx="149">
                  <c:v>5272428</c:v>
                </c:pt>
                <c:pt idx="150">
                  <c:v>5269950</c:v>
                </c:pt>
                <c:pt idx="151">
                  <c:v>5246750</c:v>
                </c:pt>
                <c:pt idx="152">
                  <c:v>5202350</c:v>
                </c:pt>
                <c:pt idx="153">
                  <c:v>5163950</c:v>
                </c:pt>
                <c:pt idx="154">
                  <c:v>5151950</c:v>
                </c:pt>
                <c:pt idx="155">
                  <c:v>5151500</c:v>
                </c:pt>
                <c:pt idx="156">
                  <c:v>5129450</c:v>
                </c:pt>
                <c:pt idx="157">
                  <c:v>5100700</c:v>
                </c:pt>
                <c:pt idx="158">
                  <c:v>5076424</c:v>
                </c:pt>
                <c:pt idx="159">
                  <c:v>5056300</c:v>
                </c:pt>
                <c:pt idx="160">
                  <c:v>5025950</c:v>
                </c:pt>
                <c:pt idx="161">
                  <c:v>5025350</c:v>
                </c:pt>
                <c:pt idx="162">
                  <c:v>5016850</c:v>
                </c:pt>
                <c:pt idx="163">
                  <c:v>4891200</c:v>
                </c:pt>
                <c:pt idx="164">
                  <c:v>4868850</c:v>
                </c:pt>
                <c:pt idx="165">
                  <c:v>4841775</c:v>
                </c:pt>
                <c:pt idx="166">
                  <c:v>4826600</c:v>
                </c:pt>
                <c:pt idx="167">
                  <c:v>4787100</c:v>
                </c:pt>
                <c:pt idx="168">
                  <c:v>4734900</c:v>
                </c:pt>
                <c:pt idx="169">
                  <c:v>4679475</c:v>
                </c:pt>
                <c:pt idx="170">
                  <c:v>4679450</c:v>
                </c:pt>
                <c:pt idx="171">
                  <c:v>4603850</c:v>
                </c:pt>
                <c:pt idx="172">
                  <c:v>4601400</c:v>
                </c:pt>
                <c:pt idx="173">
                  <c:v>4592975</c:v>
                </c:pt>
                <c:pt idx="174">
                  <c:v>4592550</c:v>
                </c:pt>
                <c:pt idx="175">
                  <c:v>4591650</c:v>
                </c:pt>
                <c:pt idx="176">
                  <c:v>4528075</c:v>
                </c:pt>
                <c:pt idx="177">
                  <c:v>4515475</c:v>
                </c:pt>
                <c:pt idx="178">
                  <c:v>4507450</c:v>
                </c:pt>
                <c:pt idx="179">
                  <c:v>4459000</c:v>
                </c:pt>
                <c:pt idx="180">
                  <c:v>4447100</c:v>
                </c:pt>
                <c:pt idx="181">
                  <c:v>4443825</c:v>
                </c:pt>
                <c:pt idx="182">
                  <c:v>4397059</c:v>
                </c:pt>
                <c:pt idx="183">
                  <c:v>4343550</c:v>
                </c:pt>
                <c:pt idx="184">
                  <c:v>4336528</c:v>
                </c:pt>
                <c:pt idx="185">
                  <c:v>4321700</c:v>
                </c:pt>
                <c:pt idx="186">
                  <c:v>4289800</c:v>
                </c:pt>
                <c:pt idx="187">
                  <c:v>4269325</c:v>
                </c:pt>
                <c:pt idx="188">
                  <c:v>4206150</c:v>
                </c:pt>
                <c:pt idx="189">
                  <c:v>4183750</c:v>
                </c:pt>
                <c:pt idx="190">
                  <c:v>4151700</c:v>
                </c:pt>
                <c:pt idx="191">
                  <c:v>4145950</c:v>
                </c:pt>
                <c:pt idx="192">
                  <c:v>4132150</c:v>
                </c:pt>
                <c:pt idx="193">
                  <c:v>4099250</c:v>
                </c:pt>
                <c:pt idx="194">
                  <c:v>4085500</c:v>
                </c:pt>
                <c:pt idx="195">
                  <c:v>4076800</c:v>
                </c:pt>
                <c:pt idx="196">
                  <c:v>4053500</c:v>
                </c:pt>
                <c:pt idx="197">
                  <c:v>4037450</c:v>
                </c:pt>
                <c:pt idx="198">
                  <c:v>4029150</c:v>
                </c:pt>
                <c:pt idx="199">
                  <c:v>4026600</c:v>
                </c:pt>
                <c:pt idx="200">
                  <c:v>4026300</c:v>
                </c:pt>
                <c:pt idx="201">
                  <c:v>4026250</c:v>
                </c:pt>
                <c:pt idx="202">
                  <c:v>4022800</c:v>
                </c:pt>
                <c:pt idx="203">
                  <c:v>3976670</c:v>
                </c:pt>
                <c:pt idx="204">
                  <c:v>3972950</c:v>
                </c:pt>
                <c:pt idx="205">
                  <c:v>3971505</c:v>
                </c:pt>
                <c:pt idx="206">
                  <c:v>3932100</c:v>
                </c:pt>
                <c:pt idx="207">
                  <c:v>3931750</c:v>
                </c:pt>
                <c:pt idx="208">
                  <c:v>3914525</c:v>
                </c:pt>
                <c:pt idx="209">
                  <c:v>3903150</c:v>
                </c:pt>
                <c:pt idx="210">
                  <c:v>3893500</c:v>
                </c:pt>
                <c:pt idx="211">
                  <c:v>3867950</c:v>
                </c:pt>
                <c:pt idx="212">
                  <c:v>3837850</c:v>
                </c:pt>
                <c:pt idx="213">
                  <c:v>3826600</c:v>
                </c:pt>
                <c:pt idx="214">
                  <c:v>3821600</c:v>
                </c:pt>
                <c:pt idx="215">
                  <c:v>3779200</c:v>
                </c:pt>
                <c:pt idx="216">
                  <c:v>3774800</c:v>
                </c:pt>
                <c:pt idx="217">
                  <c:v>3769750</c:v>
                </c:pt>
                <c:pt idx="218">
                  <c:v>3762650</c:v>
                </c:pt>
                <c:pt idx="219">
                  <c:v>3760200</c:v>
                </c:pt>
                <c:pt idx="220">
                  <c:v>3676275</c:v>
                </c:pt>
                <c:pt idx="221">
                  <c:v>3674950</c:v>
                </c:pt>
                <c:pt idx="222">
                  <c:v>3665550</c:v>
                </c:pt>
                <c:pt idx="223">
                  <c:v>3651100</c:v>
                </c:pt>
                <c:pt idx="224">
                  <c:v>3555350</c:v>
                </c:pt>
                <c:pt idx="225">
                  <c:v>3475050</c:v>
                </c:pt>
                <c:pt idx="226">
                  <c:v>3466050</c:v>
                </c:pt>
                <c:pt idx="227">
                  <c:v>3457350</c:v>
                </c:pt>
                <c:pt idx="228">
                  <c:v>3436150</c:v>
                </c:pt>
                <c:pt idx="229">
                  <c:v>3399305</c:v>
                </c:pt>
                <c:pt idx="230">
                  <c:v>3375650</c:v>
                </c:pt>
                <c:pt idx="231">
                  <c:v>3365700</c:v>
                </c:pt>
                <c:pt idx="232">
                  <c:v>3351201</c:v>
                </c:pt>
                <c:pt idx="233">
                  <c:v>3324550</c:v>
                </c:pt>
                <c:pt idx="234">
                  <c:v>3316100</c:v>
                </c:pt>
                <c:pt idx="235">
                  <c:v>3314000</c:v>
                </c:pt>
                <c:pt idx="236">
                  <c:v>3306600</c:v>
                </c:pt>
                <c:pt idx="237">
                  <c:v>3284750</c:v>
                </c:pt>
                <c:pt idx="238">
                  <c:v>3262950</c:v>
                </c:pt>
                <c:pt idx="239">
                  <c:v>3255500</c:v>
                </c:pt>
                <c:pt idx="240">
                  <c:v>3251150</c:v>
                </c:pt>
                <c:pt idx="241">
                  <c:v>3239300</c:v>
                </c:pt>
                <c:pt idx="242">
                  <c:v>3169100</c:v>
                </c:pt>
                <c:pt idx="243">
                  <c:v>3148150</c:v>
                </c:pt>
                <c:pt idx="244">
                  <c:v>3116700</c:v>
                </c:pt>
                <c:pt idx="245">
                  <c:v>3087800</c:v>
                </c:pt>
                <c:pt idx="246">
                  <c:v>3070050</c:v>
                </c:pt>
                <c:pt idx="247">
                  <c:v>3065700</c:v>
                </c:pt>
                <c:pt idx="248">
                  <c:v>3058250</c:v>
                </c:pt>
                <c:pt idx="249">
                  <c:v>3013900</c:v>
                </c:pt>
                <c:pt idx="250">
                  <c:v>2981450</c:v>
                </c:pt>
                <c:pt idx="251">
                  <c:v>2980700</c:v>
                </c:pt>
                <c:pt idx="252">
                  <c:v>2971685</c:v>
                </c:pt>
                <c:pt idx="253">
                  <c:v>2958850</c:v>
                </c:pt>
                <c:pt idx="254">
                  <c:v>2957350</c:v>
                </c:pt>
                <c:pt idx="255">
                  <c:v>2922550</c:v>
                </c:pt>
                <c:pt idx="256">
                  <c:v>2919050</c:v>
                </c:pt>
                <c:pt idx="257">
                  <c:v>2918950</c:v>
                </c:pt>
                <c:pt idx="258">
                  <c:v>2917650</c:v>
                </c:pt>
                <c:pt idx="259">
                  <c:v>2908000</c:v>
                </c:pt>
                <c:pt idx="260">
                  <c:v>2902100</c:v>
                </c:pt>
                <c:pt idx="261">
                  <c:v>2883600</c:v>
                </c:pt>
                <c:pt idx="262">
                  <c:v>2881325</c:v>
                </c:pt>
                <c:pt idx="263">
                  <c:v>2879750</c:v>
                </c:pt>
                <c:pt idx="264">
                  <c:v>2874700</c:v>
                </c:pt>
                <c:pt idx="265">
                  <c:v>2872750</c:v>
                </c:pt>
                <c:pt idx="266">
                  <c:v>2843650</c:v>
                </c:pt>
                <c:pt idx="267">
                  <c:v>2805200</c:v>
                </c:pt>
                <c:pt idx="268">
                  <c:v>2797850</c:v>
                </c:pt>
                <c:pt idx="269">
                  <c:v>2793100</c:v>
                </c:pt>
                <c:pt idx="270">
                  <c:v>2789250</c:v>
                </c:pt>
                <c:pt idx="271">
                  <c:v>2780550</c:v>
                </c:pt>
                <c:pt idx="272">
                  <c:v>2745600</c:v>
                </c:pt>
                <c:pt idx="273">
                  <c:v>2741750</c:v>
                </c:pt>
                <c:pt idx="274">
                  <c:v>2738050</c:v>
                </c:pt>
                <c:pt idx="275">
                  <c:v>2734300</c:v>
                </c:pt>
                <c:pt idx="276">
                  <c:v>2722600</c:v>
                </c:pt>
                <c:pt idx="277">
                  <c:v>2722500</c:v>
                </c:pt>
                <c:pt idx="278">
                  <c:v>2714200</c:v>
                </c:pt>
                <c:pt idx="279">
                  <c:v>2699050</c:v>
                </c:pt>
                <c:pt idx="280">
                  <c:v>2696250</c:v>
                </c:pt>
                <c:pt idx="281">
                  <c:v>2687680</c:v>
                </c:pt>
                <c:pt idx="282">
                  <c:v>2675100</c:v>
                </c:pt>
                <c:pt idx="283">
                  <c:v>2665000</c:v>
                </c:pt>
                <c:pt idx="284">
                  <c:v>2651500</c:v>
                </c:pt>
                <c:pt idx="285">
                  <c:v>2616100</c:v>
                </c:pt>
                <c:pt idx="286">
                  <c:v>2611000</c:v>
                </c:pt>
                <c:pt idx="287">
                  <c:v>2608350</c:v>
                </c:pt>
                <c:pt idx="288">
                  <c:v>2606400</c:v>
                </c:pt>
                <c:pt idx="289">
                  <c:v>2600300</c:v>
                </c:pt>
                <c:pt idx="290">
                  <c:v>2592200</c:v>
                </c:pt>
                <c:pt idx="291">
                  <c:v>2580600</c:v>
                </c:pt>
                <c:pt idx="292">
                  <c:v>2576450</c:v>
                </c:pt>
                <c:pt idx="293">
                  <c:v>2573050</c:v>
                </c:pt>
                <c:pt idx="294">
                  <c:v>2559500</c:v>
                </c:pt>
                <c:pt idx="295">
                  <c:v>2557750</c:v>
                </c:pt>
                <c:pt idx="296">
                  <c:v>2552300</c:v>
                </c:pt>
                <c:pt idx="297">
                  <c:v>2542400</c:v>
                </c:pt>
                <c:pt idx="298">
                  <c:v>2541600</c:v>
                </c:pt>
                <c:pt idx="299">
                  <c:v>2538650</c:v>
                </c:pt>
                <c:pt idx="300">
                  <c:v>2535400</c:v>
                </c:pt>
                <c:pt idx="301">
                  <c:v>2510850</c:v>
                </c:pt>
                <c:pt idx="302">
                  <c:v>2508750</c:v>
                </c:pt>
                <c:pt idx="303">
                  <c:v>2480600</c:v>
                </c:pt>
                <c:pt idx="304">
                  <c:v>2474550</c:v>
                </c:pt>
                <c:pt idx="305">
                  <c:v>2471250</c:v>
                </c:pt>
                <c:pt idx="306">
                  <c:v>2465425</c:v>
                </c:pt>
                <c:pt idx="307">
                  <c:v>2433800</c:v>
                </c:pt>
                <c:pt idx="308">
                  <c:v>2428650</c:v>
                </c:pt>
                <c:pt idx="309">
                  <c:v>2422950</c:v>
                </c:pt>
                <c:pt idx="310">
                  <c:v>2401500</c:v>
                </c:pt>
                <c:pt idx="311">
                  <c:v>2364450</c:v>
                </c:pt>
                <c:pt idx="312">
                  <c:v>2358750</c:v>
                </c:pt>
                <c:pt idx="313">
                  <c:v>2351500</c:v>
                </c:pt>
                <c:pt idx="314">
                  <c:v>2349600</c:v>
                </c:pt>
                <c:pt idx="315">
                  <c:v>2348250</c:v>
                </c:pt>
                <c:pt idx="316">
                  <c:v>2323250</c:v>
                </c:pt>
                <c:pt idx="317">
                  <c:v>2315650</c:v>
                </c:pt>
                <c:pt idx="318">
                  <c:v>2314250</c:v>
                </c:pt>
                <c:pt idx="319">
                  <c:v>2302000</c:v>
                </c:pt>
                <c:pt idx="320">
                  <c:v>2299100</c:v>
                </c:pt>
                <c:pt idx="321">
                  <c:v>2291650</c:v>
                </c:pt>
                <c:pt idx="322">
                  <c:v>2287600</c:v>
                </c:pt>
                <c:pt idx="323">
                  <c:v>2283575</c:v>
                </c:pt>
                <c:pt idx="324">
                  <c:v>2277825</c:v>
                </c:pt>
                <c:pt idx="325">
                  <c:v>2266750</c:v>
                </c:pt>
                <c:pt idx="326">
                  <c:v>2255700</c:v>
                </c:pt>
                <c:pt idx="327">
                  <c:v>2248550</c:v>
                </c:pt>
                <c:pt idx="328">
                  <c:v>2239450</c:v>
                </c:pt>
                <c:pt idx="329">
                  <c:v>2235400</c:v>
                </c:pt>
                <c:pt idx="330">
                  <c:v>2231500</c:v>
                </c:pt>
                <c:pt idx="331">
                  <c:v>2226100</c:v>
                </c:pt>
                <c:pt idx="332">
                  <c:v>2222050</c:v>
                </c:pt>
                <c:pt idx="333">
                  <c:v>2220450</c:v>
                </c:pt>
                <c:pt idx="334">
                  <c:v>2212650</c:v>
                </c:pt>
                <c:pt idx="335">
                  <c:v>2167650</c:v>
                </c:pt>
                <c:pt idx="336">
                  <c:v>2160500</c:v>
                </c:pt>
                <c:pt idx="337">
                  <c:v>2159800</c:v>
                </c:pt>
                <c:pt idx="338">
                  <c:v>2145800</c:v>
                </c:pt>
                <c:pt idx="339">
                  <c:v>2134200</c:v>
                </c:pt>
                <c:pt idx="340">
                  <c:v>2110100</c:v>
                </c:pt>
                <c:pt idx="341">
                  <c:v>2101350</c:v>
                </c:pt>
                <c:pt idx="342">
                  <c:v>2099450</c:v>
                </c:pt>
                <c:pt idx="343">
                  <c:v>2080250</c:v>
                </c:pt>
                <c:pt idx="344">
                  <c:v>2068775</c:v>
                </c:pt>
                <c:pt idx="345">
                  <c:v>2064550</c:v>
                </c:pt>
                <c:pt idx="346">
                  <c:v>2063000</c:v>
                </c:pt>
                <c:pt idx="347">
                  <c:v>2060700</c:v>
                </c:pt>
                <c:pt idx="348">
                  <c:v>2053150</c:v>
                </c:pt>
                <c:pt idx="349">
                  <c:v>2052150</c:v>
                </c:pt>
                <c:pt idx="350">
                  <c:v>2043200</c:v>
                </c:pt>
                <c:pt idx="351">
                  <c:v>2038000</c:v>
                </c:pt>
                <c:pt idx="352">
                  <c:v>2018750</c:v>
                </c:pt>
                <c:pt idx="353">
                  <c:v>2013625</c:v>
                </c:pt>
                <c:pt idx="354">
                  <c:v>2005200</c:v>
                </c:pt>
                <c:pt idx="355">
                  <c:v>2003950</c:v>
                </c:pt>
                <c:pt idx="356">
                  <c:v>1993150</c:v>
                </c:pt>
                <c:pt idx="357">
                  <c:v>1984250</c:v>
                </c:pt>
                <c:pt idx="358">
                  <c:v>1971200</c:v>
                </c:pt>
                <c:pt idx="359">
                  <c:v>1970000</c:v>
                </c:pt>
                <c:pt idx="360">
                  <c:v>1963900</c:v>
                </c:pt>
                <c:pt idx="361">
                  <c:v>1963100</c:v>
                </c:pt>
                <c:pt idx="362">
                  <c:v>1961075</c:v>
                </c:pt>
                <c:pt idx="363">
                  <c:v>1956475</c:v>
                </c:pt>
                <c:pt idx="364">
                  <c:v>1951075</c:v>
                </c:pt>
                <c:pt idx="365">
                  <c:v>1947900</c:v>
                </c:pt>
                <c:pt idx="366">
                  <c:v>1929750</c:v>
                </c:pt>
                <c:pt idx="367">
                  <c:v>1927000</c:v>
                </c:pt>
                <c:pt idx="368">
                  <c:v>1917200</c:v>
                </c:pt>
                <c:pt idx="369">
                  <c:v>1916725</c:v>
                </c:pt>
                <c:pt idx="370">
                  <c:v>1913000</c:v>
                </c:pt>
                <c:pt idx="371">
                  <c:v>1904200</c:v>
                </c:pt>
                <c:pt idx="372">
                  <c:v>1900830</c:v>
                </c:pt>
                <c:pt idx="373">
                  <c:v>1898000</c:v>
                </c:pt>
                <c:pt idx="374">
                  <c:v>1892500</c:v>
                </c:pt>
                <c:pt idx="375">
                  <c:v>1890075</c:v>
                </c:pt>
                <c:pt idx="376">
                  <c:v>1888700</c:v>
                </c:pt>
                <c:pt idx="377">
                  <c:v>1885700</c:v>
                </c:pt>
                <c:pt idx="378">
                  <c:v>1885200</c:v>
                </c:pt>
                <c:pt idx="379">
                  <c:v>1882150</c:v>
                </c:pt>
                <c:pt idx="380">
                  <c:v>1876350</c:v>
                </c:pt>
                <c:pt idx="381">
                  <c:v>1875100</c:v>
                </c:pt>
                <c:pt idx="382">
                  <c:v>1873350</c:v>
                </c:pt>
                <c:pt idx="383">
                  <c:v>1867425</c:v>
                </c:pt>
                <c:pt idx="384">
                  <c:v>1865500</c:v>
                </c:pt>
                <c:pt idx="385">
                  <c:v>1848275</c:v>
                </c:pt>
                <c:pt idx="386">
                  <c:v>1844950</c:v>
                </c:pt>
                <c:pt idx="387">
                  <c:v>1844700</c:v>
                </c:pt>
                <c:pt idx="388">
                  <c:v>1841550</c:v>
                </c:pt>
                <c:pt idx="389">
                  <c:v>1840700</c:v>
                </c:pt>
                <c:pt idx="390">
                  <c:v>1819700</c:v>
                </c:pt>
                <c:pt idx="391">
                  <c:v>1819700</c:v>
                </c:pt>
                <c:pt idx="392">
                  <c:v>1813600</c:v>
                </c:pt>
                <c:pt idx="393">
                  <c:v>1809363</c:v>
                </c:pt>
                <c:pt idx="394">
                  <c:v>1808950</c:v>
                </c:pt>
                <c:pt idx="395">
                  <c:v>1799000</c:v>
                </c:pt>
                <c:pt idx="396">
                  <c:v>1795550</c:v>
                </c:pt>
                <c:pt idx="397">
                  <c:v>1792000</c:v>
                </c:pt>
                <c:pt idx="398">
                  <c:v>1770700</c:v>
                </c:pt>
                <c:pt idx="399">
                  <c:v>1769600</c:v>
                </c:pt>
                <c:pt idx="400">
                  <c:v>1766500</c:v>
                </c:pt>
                <c:pt idx="401">
                  <c:v>1765900</c:v>
                </c:pt>
                <c:pt idx="402">
                  <c:v>1755450</c:v>
                </c:pt>
                <c:pt idx="403">
                  <c:v>1736250</c:v>
                </c:pt>
                <c:pt idx="404">
                  <c:v>1735600</c:v>
                </c:pt>
                <c:pt idx="405">
                  <c:v>1723500</c:v>
                </c:pt>
                <c:pt idx="406">
                  <c:v>1720700</c:v>
                </c:pt>
                <c:pt idx="407">
                  <c:v>1718325</c:v>
                </c:pt>
                <c:pt idx="408">
                  <c:v>1717700</c:v>
                </c:pt>
                <c:pt idx="409">
                  <c:v>1710950</c:v>
                </c:pt>
                <c:pt idx="410">
                  <c:v>1709650</c:v>
                </c:pt>
                <c:pt idx="411">
                  <c:v>1706300</c:v>
                </c:pt>
                <c:pt idx="412">
                  <c:v>1704750</c:v>
                </c:pt>
                <c:pt idx="413">
                  <c:v>1701850</c:v>
                </c:pt>
                <c:pt idx="414">
                  <c:v>1694625</c:v>
                </c:pt>
                <c:pt idx="415">
                  <c:v>1689300</c:v>
                </c:pt>
                <c:pt idx="416">
                  <c:v>1685250</c:v>
                </c:pt>
                <c:pt idx="417">
                  <c:v>1671200</c:v>
                </c:pt>
                <c:pt idx="418">
                  <c:v>1658300</c:v>
                </c:pt>
                <c:pt idx="419">
                  <c:v>1658250</c:v>
                </c:pt>
                <c:pt idx="420">
                  <c:v>1657450</c:v>
                </c:pt>
                <c:pt idx="421">
                  <c:v>1651750</c:v>
                </c:pt>
                <c:pt idx="422">
                  <c:v>1650050</c:v>
                </c:pt>
                <c:pt idx="423">
                  <c:v>1649550</c:v>
                </c:pt>
                <c:pt idx="424">
                  <c:v>1649100</c:v>
                </c:pt>
                <c:pt idx="425">
                  <c:v>1646000</c:v>
                </c:pt>
                <c:pt idx="426">
                  <c:v>1640000</c:v>
                </c:pt>
                <c:pt idx="427">
                  <c:v>1624400</c:v>
                </c:pt>
                <c:pt idx="428">
                  <c:v>1623100</c:v>
                </c:pt>
                <c:pt idx="429">
                  <c:v>1615975</c:v>
                </c:pt>
                <c:pt idx="430">
                  <c:v>1614500</c:v>
                </c:pt>
                <c:pt idx="431">
                  <c:v>1613650</c:v>
                </c:pt>
                <c:pt idx="432">
                  <c:v>1611000</c:v>
                </c:pt>
                <c:pt idx="433">
                  <c:v>1592300</c:v>
                </c:pt>
                <c:pt idx="434">
                  <c:v>1582800</c:v>
                </c:pt>
                <c:pt idx="435">
                  <c:v>1580650</c:v>
                </c:pt>
                <c:pt idx="436">
                  <c:v>1577900</c:v>
                </c:pt>
                <c:pt idx="437">
                  <c:v>1575350</c:v>
                </c:pt>
                <c:pt idx="438">
                  <c:v>1572100</c:v>
                </c:pt>
                <c:pt idx="439">
                  <c:v>1569200</c:v>
                </c:pt>
                <c:pt idx="440">
                  <c:v>1567050</c:v>
                </c:pt>
                <c:pt idx="441">
                  <c:v>1564200</c:v>
                </c:pt>
                <c:pt idx="442">
                  <c:v>1562100</c:v>
                </c:pt>
                <c:pt idx="443">
                  <c:v>1558100</c:v>
                </c:pt>
                <c:pt idx="444">
                  <c:v>1556800</c:v>
                </c:pt>
                <c:pt idx="445">
                  <c:v>1545350</c:v>
                </c:pt>
                <c:pt idx="446">
                  <c:v>1541100</c:v>
                </c:pt>
                <c:pt idx="447">
                  <c:v>1531400</c:v>
                </c:pt>
                <c:pt idx="448">
                  <c:v>1528250</c:v>
                </c:pt>
                <c:pt idx="449">
                  <c:v>1526600</c:v>
                </c:pt>
                <c:pt idx="450">
                  <c:v>1523350</c:v>
                </c:pt>
                <c:pt idx="451">
                  <c:v>1518800</c:v>
                </c:pt>
                <c:pt idx="452">
                  <c:v>1518700</c:v>
                </c:pt>
                <c:pt idx="453">
                  <c:v>1516050</c:v>
                </c:pt>
                <c:pt idx="454">
                  <c:v>1513850</c:v>
                </c:pt>
                <c:pt idx="455">
                  <c:v>1510150</c:v>
                </c:pt>
                <c:pt idx="456">
                  <c:v>1502955</c:v>
                </c:pt>
                <c:pt idx="457">
                  <c:v>1500900</c:v>
                </c:pt>
                <c:pt idx="458">
                  <c:v>1500400</c:v>
                </c:pt>
                <c:pt idx="459">
                  <c:v>1498775</c:v>
                </c:pt>
                <c:pt idx="460">
                  <c:v>1496800</c:v>
                </c:pt>
                <c:pt idx="461">
                  <c:v>1496250</c:v>
                </c:pt>
                <c:pt idx="462">
                  <c:v>1491650</c:v>
                </c:pt>
                <c:pt idx="463">
                  <c:v>1490700</c:v>
                </c:pt>
                <c:pt idx="464">
                  <c:v>1478300</c:v>
                </c:pt>
                <c:pt idx="465">
                  <c:v>1476800</c:v>
                </c:pt>
                <c:pt idx="466">
                  <c:v>1476150</c:v>
                </c:pt>
                <c:pt idx="467">
                  <c:v>1462150</c:v>
                </c:pt>
                <c:pt idx="468">
                  <c:v>1460200</c:v>
                </c:pt>
                <c:pt idx="469">
                  <c:v>1459250</c:v>
                </c:pt>
                <c:pt idx="470">
                  <c:v>1449175</c:v>
                </c:pt>
                <c:pt idx="471">
                  <c:v>1448850</c:v>
                </c:pt>
                <c:pt idx="472">
                  <c:v>1447450</c:v>
                </c:pt>
                <c:pt idx="473">
                  <c:v>1441950</c:v>
                </c:pt>
                <c:pt idx="474">
                  <c:v>1441150</c:v>
                </c:pt>
                <c:pt idx="475">
                  <c:v>1438300</c:v>
                </c:pt>
                <c:pt idx="476">
                  <c:v>1430050</c:v>
                </c:pt>
                <c:pt idx="477">
                  <c:v>1429900</c:v>
                </c:pt>
                <c:pt idx="478">
                  <c:v>1428000</c:v>
                </c:pt>
                <c:pt idx="479">
                  <c:v>1424700</c:v>
                </c:pt>
                <c:pt idx="480">
                  <c:v>1423350</c:v>
                </c:pt>
                <c:pt idx="481">
                  <c:v>1423200</c:v>
                </c:pt>
                <c:pt idx="482">
                  <c:v>1420000</c:v>
                </c:pt>
                <c:pt idx="483">
                  <c:v>1416800</c:v>
                </c:pt>
                <c:pt idx="484">
                  <c:v>1416250</c:v>
                </c:pt>
                <c:pt idx="485">
                  <c:v>1407600</c:v>
                </c:pt>
                <c:pt idx="486">
                  <c:v>1407200</c:v>
                </c:pt>
                <c:pt idx="487">
                  <c:v>1407188</c:v>
                </c:pt>
                <c:pt idx="488">
                  <c:v>1407000</c:v>
                </c:pt>
                <c:pt idx="489">
                  <c:v>1397850</c:v>
                </c:pt>
                <c:pt idx="490">
                  <c:v>1396325</c:v>
                </c:pt>
                <c:pt idx="491">
                  <c:v>1392850</c:v>
                </c:pt>
                <c:pt idx="492">
                  <c:v>1391850</c:v>
                </c:pt>
                <c:pt idx="493">
                  <c:v>1389050</c:v>
                </c:pt>
                <c:pt idx="494">
                  <c:v>1388150</c:v>
                </c:pt>
                <c:pt idx="495">
                  <c:v>1380400</c:v>
                </c:pt>
                <c:pt idx="496">
                  <c:v>1379000</c:v>
                </c:pt>
                <c:pt idx="497">
                  <c:v>1378950</c:v>
                </c:pt>
                <c:pt idx="498">
                  <c:v>1376900</c:v>
                </c:pt>
                <c:pt idx="499">
                  <c:v>1370100</c:v>
                </c:pt>
                <c:pt idx="500">
                  <c:v>1368550</c:v>
                </c:pt>
                <c:pt idx="501">
                  <c:v>1362850</c:v>
                </c:pt>
                <c:pt idx="502">
                  <c:v>1358600</c:v>
                </c:pt>
                <c:pt idx="503">
                  <c:v>1356200</c:v>
                </c:pt>
                <c:pt idx="504">
                  <c:v>1355100</c:v>
                </c:pt>
                <c:pt idx="505">
                  <c:v>1353600</c:v>
                </c:pt>
                <c:pt idx="506">
                  <c:v>1352500</c:v>
                </c:pt>
                <c:pt idx="507">
                  <c:v>1352300</c:v>
                </c:pt>
                <c:pt idx="508">
                  <c:v>1351950</c:v>
                </c:pt>
                <c:pt idx="509">
                  <c:v>1351150</c:v>
                </c:pt>
                <c:pt idx="510">
                  <c:v>1347500</c:v>
                </c:pt>
                <c:pt idx="511">
                  <c:v>1346700</c:v>
                </c:pt>
                <c:pt idx="512">
                  <c:v>1344750</c:v>
                </c:pt>
                <c:pt idx="513">
                  <c:v>1344750</c:v>
                </c:pt>
                <c:pt idx="514">
                  <c:v>1337400</c:v>
                </c:pt>
                <c:pt idx="515">
                  <c:v>1337250</c:v>
                </c:pt>
                <c:pt idx="516">
                  <c:v>1337150</c:v>
                </c:pt>
                <c:pt idx="517">
                  <c:v>1333600</c:v>
                </c:pt>
                <c:pt idx="518">
                  <c:v>1326100</c:v>
                </c:pt>
                <c:pt idx="519">
                  <c:v>1323900</c:v>
                </c:pt>
                <c:pt idx="520">
                  <c:v>1322200</c:v>
                </c:pt>
                <c:pt idx="521">
                  <c:v>1318600</c:v>
                </c:pt>
                <c:pt idx="522">
                  <c:v>1313700</c:v>
                </c:pt>
                <c:pt idx="523">
                  <c:v>1309500</c:v>
                </c:pt>
                <c:pt idx="524">
                  <c:v>1306100</c:v>
                </c:pt>
                <c:pt idx="525">
                  <c:v>1299300</c:v>
                </c:pt>
                <c:pt idx="526">
                  <c:v>1294250</c:v>
                </c:pt>
                <c:pt idx="527">
                  <c:v>1290650</c:v>
                </c:pt>
                <c:pt idx="528">
                  <c:v>1288814</c:v>
                </c:pt>
                <c:pt idx="529">
                  <c:v>1284850</c:v>
                </c:pt>
                <c:pt idx="530">
                  <c:v>1282750</c:v>
                </c:pt>
                <c:pt idx="531">
                  <c:v>1277900</c:v>
                </c:pt>
                <c:pt idx="532">
                  <c:v>1276850</c:v>
                </c:pt>
                <c:pt idx="533">
                  <c:v>1272450</c:v>
                </c:pt>
                <c:pt idx="534">
                  <c:v>1266550</c:v>
                </c:pt>
                <c:pt idx="535">
                  <c:v>1263300</c:v>
                </c:pt>
                <c:pt idx="536">
                  <c:v>1259900</c:v>
                </c:pt>
                <c:pt idx="537">
                  <c:v>1258950</c:v>
                </c:pt>
                <c:pt idx="538">
                  <c:v>1258900</c:v>
                </c:pt>
                <c:pt idx="539">
                  <c:v>1256550</c:v>
                </c:pt>
                <c:pt idx="540">
                  <c:v>1255775</c:v>
                </c:pt>
                <c:pt idx="541">
                  <c:v>1250500</c:v>
                </c:pt>
                <c:pt idx="542">
                  <c:v>1249600</c:v>
                </c:pt>
                <c:pt idx="543">
                  <c:v>1248850</c:v>
                </c:pt>
                <c:pt idx="544">
                  <c:v>1247200</c:v>
                </c:pt>
                <c:pt idx="545">
                  <c:v>1247000</c:v>
                </c:pt>
                <c:pt idx="546">
                  <c:v>1243500</c:v>
                </c:pt>
                <c:pt idx="547">
                  <c:v>1241500</c:v>
                </c:pt>
                <c:pt idx="548">
                  <c:v>1241250</c:v>
                </c:pt>
                <c:pt idx="549">
                  <c:v>1234150</c:v>
                </c:pt>
                <c:pt idx="550">
                  <c:v>1229400</c:v>
                </c:pt>
                <c:pt idx="551">
                  <c:v>1226400</c:v>
                </c:pt>
                <c:pt idx="552">
                  <c:v>1216600</c:v>
                </c:pt>
                <c:pt idx="553">
                  <c:v>1215000</c:v>
                </c:pt>
                <c:pt idx="554">
                  <c:v>1214300</c:v>
                </c:pt>
                <c:pt idx="555">
                  <c:v>1214250</c:v>
                </c:pt>
                <c:pt idx="556">
                  <c:v>1212300</c:v>
                </c:pt>
                <c:pt idx="557">
                  <c:v>1211250</c:v>
                </c:pt>
                <c:pt idx="558">
                  <c:v>1208600</c:v>
                </c:pt>
                <c:pt idx="559">
                  <c:v>1208250</c:v>
                </c:pt>
                <c:pt idx="560">
                  <c:v>1207200</c:v>
                </c:pt>
                <c:pt idx="561">
                  <c:v>1194500</c:v>
                </c:pt>
                <c:pt idx="562">
                  <c:v>1191350</c:v>
                </c:pt>
                <c:pt idx="563">
                  <c:v>1191300</c:v>
                </c:pt>
                <c:pt idx="564">
                  <c:v>1189400</c:v>
                </c:pt>
                <c:pt idx="565">
                  <c:v>1186050</c:v>
                </c:pt>
                <c:pt idx="566">
                  <c:v>1179400</c:v>
                </c:pt>
                <c:pt idx="567">
                  <c:v>1179350</c:v>
                </c:pt>
                <c:pt idx="568">
                  <c:v>1178675</c:v>
                </c:pt>
                <c:pt idx="569">
                  <c:v>1177450</c:v>
                </c:pt>
                <c:pt idx="570">
                  <c:v>1177050</c:v>
                </c:pt>
                <c:pt idx="571">
                  <c:v>1170950</c:v>
                </c:pt>
                <c:pt idx="572">
                  <c:v>1170040</c:v>
                </c:pt>
                <c:pt idx="573">
                  <c:v>1163650</c:v>
                </c:pt>
                <c:pt idx="574">
                  <c:v>1162850</c:v>
                </c:pt>
                <c:pt idx="575">
                  <c:v>1158600</c:v>
                </c:pt>
                <c:pt idx="576">
                  <c:v>1157350</c:v>
                </c:pt>
                <c:pt idx="577">
                  <c:v>1155000</c:v>
                </c:pt>
                <c:pt idx="578">
                  <c:v>1154100</c:v>
                </c:pt>
                <c:pt idx="579">
                  <c:v>1153350</c:v>
                </c:pt>
                <c:pt idx="580">
                  <c:v>1149376</c:v>
                </c:pt>
                <c:pt idx="581">
                  <c:v>1146300</c:v>
                </c:pt>
                <c:pt idx="582">
                  <c:v>1145800</c:v>
                </c:pt>
                <c:pt idx="583">
                  <c:v>1136200</c:v>
                </c:pt>
                <c:pt idx="584">
                  <c:v>1132600</c:v>
                </c:pt>
                <c:pt idx="585">
                  <c:v>1129700</c:v>
                </c:pt>
                <c:pt idx="586">
                  <c:v>1128950</c:v>
                </c:pt>
                <c:pt idx="587">
                  <c:v>1127450</c:v>
                </c:pt>
                <c:pt idx="588">
                  <c:v>1127000</c:v>
                </c:pt>
                <c:pt idx="589">
                  <c:v>1125450</c:v>
                </c:pt>
                <c:pt idx="590">
                  <c:v>1124750</c:v>
                </c:pt>
                <c:pt idx="591">
                  <c:v>1119475</c:v>
                </c:pt>
                <c:pt idx="592">
                  <c:v>1118550</c:v>
                </c:pt>
                <c:pt idx="593">
                  <c:v>1118100</c:v>
                </c:pt>
                <c:pt idx="594">
                  <c:v>1113200</c:v>
                </c:pt>
                <c:pt idx="595">
                  <c:v>1112650</c:v>
                </c:pt>
                <c:pt idx="596">
                  <c:v>1104250</c:v>
                </c:pt>
                <c:pt idx="597">
                  <c:v>1103000</c:v>
                </c:pt>
                <c:pt idx="598">
                  <c:v>1102350</c:v>
                </c:pt>
                <c:pt idx="599">
                  <c:v>1100745</c:v>
                </c:pt>
                <c:pt idx="600">
                  <c:v>1091550</c:v>
                </c:pt>
                <c:pt idx="601">
                  <c:v>1090500</c:v>
                </c:pt>
                <c:pt idx="602">
                  <c:v>1085750</c:v>
                </c:pt>
                <c:pt idx="603">
                  <c:v>1085100</c:v>
                </c:pt>
                <c:pt idx="604">
                  <c:v>1083100</c:v>
                </c:pt>
                <c:pt idx="605">
                  <c:v>1081225</c:v>
                </c:pt>
                <c:pt idx="606">
                  <c:v>1076250</c:v>
                </c:pt>
                <c:pt idx="607">
                  <c:v>1075950</c:v>
                </c:pt>
                <c:pt idx="608">
                  <c:v>1075450</c:v>
                </c:pt>
                <c:pt idx="609">
                  <c:v>1073300</c:v>
                </c:pt>
                <c:pt idx="610">
                  <c:v>1071050</c:v>
                </c:pt>
                <c:pt idx="611">
                  <c:v>1067350</c:v>
                </c:pt>
                <c:pt idx="612">
                  <c:v>1066050</c:v>
                </c:pt>
                <c:pt idx="613">
                  <c:v>1065900</c:v>
                </c:pt>
                <c:pt idx="614">
                  <c:v>1065401</c:v>
                </c:pt>
                <c:pt idx="615">
                  <c:v>1065200</c:v>
                </c:pt>
                <c:pt idx="616">
                  <c:v>1063750</c:v>
                </c:pt>
                <c:pt idx="617">
                  <c:v>1062600</c:v>
                </c:pt>
                <c:pt idx="618">
                  <c:v>1060900</c:v>
                </c:pt>
                <c:pt idx="619">
                  <c:v>1058600</c:v>
                </c:pt>
                <c:pt idx="620">
                  <c:v>1055000</c:v>
                </c:pt>
                <c:pt idx="621">
                  <c:v>1049750</c:v>
                </c:pt>
                <c:pt idx="622">
                  <c:v>1046200</c:v>
                </c:pt>
                <c:pt idx="623">
                  <c:v>1045300</c:v>
                </c:pt>
                <c:pt idx="624">
                  <c:v>1044650</c:v>
                </c:pt>
                <c:pt idx="625">
                  <c:v>1044500</c:v>
                </c:pt>
                <c:pt idx="626">
                  <c:v>1041500</c:v>
                </c:pt>
                <c:pt idx="627">
                  <c:v>1036500</c:v>
                </c:pt>
                <c:pt idx="628">
                  <c:v>1036300</c:v>
                </c:pt>
                <c:pt idx="629">
                  <c:v>1036050</c:v>
                </c:pt>
                <c:pt idx="630">
                  <c:v>1035100</c:v>
                </c:pt>
                <c:pt idx="631">
                  <c:v>1034100</c:v>
                </c:pt>
                <c:pt idx="632">
                  <c:v>1033450</c:v>
                </c:pt>
                <c:pt idx="633">
                  <c:v>1028450</c:v>
                </c:pt>
                <c:pt idx="634">
                  <c:v>1027750</c:v>
                </c:pt>
                <c:pt idx="635">
                  <c:v>1021899</c:v>
                </c:pt>
                <c:pt idx="636">
                  <c:v>1020750</c:v>
                </c:pt>
                <c:pt idx="637">
                  <c:v>1020350</c:v>
                </c:pt>
                <c:pt idx="638">
                  <c:v>1020350</c:v>
                </c:pt>
                <c:pt idx="639">
                  <c:v>1020085</c:v>
                </c:pt>
                <c:pt idx="640">
                  <c:v>1017000</c:v>
                </c:pt>
                <c:pt idx="641">
                  <c:v>1016200</c:v>
                </c:pt>
                <c:pt idx="642">
                  <c:v>1015800</c:v>
                </c:pt>
                <c:pt idx="643">
                  <c:v>1015750</c:v>
                </c:pt>
                <c:pt idx="644">
                  <c:v>1014100</c:v>
                </c:pt>
                <c:pt idx="645">
                  <c:v>1013600</c:v>
                </c:pt>
                <c:pt idx="646">
                  <c:v>1012850</c:v>
                </c:pt>
                <c:pt idx="647">
                  <c:v>1009400</c:v>
                </c:pt>
                <c:pt idx="648">
                  <c:v>1007050</c:v>
                </c:pt>
                <c:pt idx="649">
                  <c:v>1006850</c:v>
                </c:pt>
                <c:pt idx="650">
                  <c:v>1005650</c:v>
                </c:pt>
                <c:pt idx="651">
                  <c:v>1005550</c:v>
                </c:pt>
                <c:pt idx="652">
                  <c:v>1003250</c:v>
                </c:pt>
                <c:pt idx="653">
                  <c:v>1001700</c:v>
                </c:pt>
                <c:pt idx="654">
                  <c:v>1001050</c:v>
                </c:pt>
                <c:pt idx="655">
                  <c:v>998800</c:v>
                </c:pt>
                <c:pt idx="656">
                  <c:v>997550</c:v>
                </c:pt>
                <c:pt idx="657">
                  <c:v>993400</c:v>
                </c:pt>
                <c:pt idx="658">
                  <c:v>992300</c:v>
                </c:pt>
                <c:pt idx="659">
                  <c:v>991300</c:v>
                </c:pt>
                <c:pt idx="660">
                  <c:v>987349</c:v>
                </c:pt>
                <c:pt idx="661">
                  <c:v>982750</c:v>
                </c:pt>
                <c:pt idx="662">
                  <c:v>981850</c:v>
                </c:pt>
                <c:pt idx="663">
                  <c:v>980500</c:v>
                </c:pt>
                <c:pt idx="664">
                  <c:v>980500</c:v>
                </c:pt>
                <c:pt idx="665">
                  <c:v>979200</c:v>
                </c:pt>
                <c:pt idx="666">
                  <c:v>975500</c:v>
                </c:pt>
                <c:pt idx="667">
                  <c:v>975500</c:v>
                </c:pt>
                <c:pt idx="668">
                  <c:v>975350</c:v>
                </c:pt>
                <c:pt idx="669">
                  <c:v>974700</c:v>
                </c:pt>
                <c:pt idx="670">
                  <c:v>974000</c:v>
                </c:pt>
                <c:pt idx="671">
                  <c:v>973100</c:v>
                </c:pt>
                <c:pt idx="672">
                  <c:v>971600</c:v>
                </c:pt>
                <c:pt idx="673">
                  <c:v>969750</c:v>
                </c:pt>
                <c:pt idx="674">
                  <c:v>969600</c:v>
                </c:pt>
                <c:pt idx="675">
                  <c:v>969500</c:v>
                </c:pt>
                <c:pt idx="676">
                  <c:v>966600</c:v>
                </c:pt>
                <c:pt idx="677">
                  <c:v>964300</c:v>
                </c:pt>
                <c:pt idx="678">
                  <c:v>964200</c:v>
                </c:pt>
                <c:pt idx="679">
                  <c:v>963550</c:v>
                </c:pt>
                <c:pt idx="680">
                  <c:v>958500</c:v>
                </c:pt>
                <c:pt idx="681">
                  <c:v>956450</c:v>
                </c:pt>
                <c:pt idx="682">
                  <c:v>956200</c:v>
                </c:pt>
                <c:pt idx="683">
                  <c:v>955650</c:v>
                </c:pt>
                <c:pt idx="684">
                  <c:v>954700</c:v>
                </c:pt>
                <c:pt idx="685">
                  <c:v>952000</c:v>
                </c:pt>
                <c:pt idx="686">
                  <c:v>951375</c:v>
                </c:pt>
                <c:pt idx="687">
                  <c:v>950450</c:v>
                </c:pt>
                <c:pt idx="688">
                  <c:v>949300</c:v>
                </c:pt>
                <c:pt idx="689">
                  <c:v>948900</c:v>
                </c:pt>
                <c:pt idx="690">
                  <c:v>947800</c:v>
                </c:pt>
                <c:pt idx="691">
                  <c:v>946400</c:v>
                </c:pt>
                <c:pt idx="692">
                  <c:v>944100</c:v>
                </c:pt>
                <c:pt idx="693">
                  <c:v>943600</c:v>
                </c:pt>
                <c:pt idx="694">
                  <c:v>942450</c:v>
                </c:pt>
                <c:pt idx="695">
                  <c:v>939700</c:v>
                </c:pt>
                <c:pt idx="696">
                  <c:v>939400</c:v>
                </c:pt>
                <c:pt idx="697">
                  <c:v>937500</c:v>
                </c:pt>
                <c:pt idx="698">
                  <c:v>937450</c:v>
                </c:pt>
                <c:pt idx="699">
                  <c:v>937000</c:v>
                </c:pt>
                <c:pt idx="700">
                  <c:v>935950</c:v>
                </c:pt>
                <c:pt idx="701">
                  <c:v>935500</c:v>
                </c:pt>
                <c:pt idx="702">
                  <c:v>935350</c:v>
                </c:pt>
                <c:pt idx="703">
                  <c:v>931450</c:v>
                </c:pt>
                <c:pt idx="704">
                  <c:v>926650</c:v>
                </c:pt>
                <c:pt idx="705">
                  <c:v>916950</c:v>
                </c:pt>
                <c:pt idx="706">
                  <c:v>916000</c:v>
                </c:pt>
                <c:pt idx="707">
                  <c:v>915550</c:v>
                </c:pt>
                <c:pt idx="708">
                  <c:v>914625</c:v>
                </c:pt>
                <c:pt idx="709">
                  <c:v>914300</c:v>
                </c:pt>
                <c:pt idx="710">
                  <c:v>913600</c:v>
                </c:pt>
                <c:pt idx="711">
                  <c:v>912700</c:v>
                </c:pt>
                <c:pt idx="712">
                  <c:v>909400</c:v>
                </c:pt>
                <c:pt idx="713">
                  <c:v>908100</c:v>
                </c:pt>
                <c:pt idx="714">
                  <c:v>908000</c:v>
                </c:pt>
                <c:pt idx="715">
                  <c:v>906650</c:v>
                </c:pt>
                <c:pt idx="716">
                  <c:v>905550</c:v>
                </c:pt>
                <c:pt idx="717">
                  <c:v>904450</c:v>
                </c:pt>
                <c:pt idx="718">
                  <c:v>904000</c:v>
                </c:pt>
                <c:pt idx="719">
                  <c:v>903550</c:v>
                </c:pt>
                <c:pt idx="720">
                  <c:v>902900</c:v>
                </c:pt>
                <c:pt idx="721">
                  <c:v>902150</c:v>
                </c:pt>
                <c:pt idx="722">
                  <c:v>897750</c:v>
                </c:pt>
                <c:pt idx="723">
                  <c:v>897400</c:v>
                </c:pt>
                <c:pt idx="724">
                  <c:v>896750</c:v>
                </c:pt>
                <c:pt idx="725">
                  <c:v>895800</c:v>
                </c:pt>
                <c:pt idx="726">
                  <c:v>894900</c:v>
                </c:pt>
                <c:pt idx="727">
                  <c:v>894875</c:v>
                </c:pt>
                <c:pt idx="728">
                  <c:v>894700</c:v>
                </c:pt>
                <c:pt idx="729">
                  <c:v>891400</c:v>
                </c:pt>
                <c:pt idx="730">
                  <c:v>890700</c:v>
                </c:pt>
                <c:pt idx="731">
                  <c:v>890150</c:v>
                </c:pt>
                <c:pt idx="732">
                  <c:v>889700</c:v>
                </c:pt>
                <c:pt idx="733">
                  <c:v>888800</c:v>
                </c:pt>
                <c:pt idx="734">
                  <c:v>888100</c:v>
                </c:pt>
                <c:pt idx="735">
                  <c:v>885650</c:v>
                </c:pt>
                <c:pt idx="736">
                  <c:v>885550</c:v>
                </c:pt>
                <c:pt idx="737">
                  <c:v>881900</c:v>
                </c:pt>
                <c:pt idx="738">
                  <c:v>880870</c:v>
                </c:pt>
                <c:pt idx="739">
                  <c:v>879750</c:v>
                </c:pt>
                <c:pt idx="740">
                  <c:v>879400</c:v>
                </c:pt>
                <c:pt idx="741">
                  <c:v>876400</c:v>
                </c:pt>
                <c:pt idx="742">
                  <c:v>876100</c:v>
                </c:pt>
                <c:pt idx="743">
                  <c:v>875500</c:v>
                </c:pt>
                <c:pt idx="744">
                  <c:v>874050</c:v>
                </c:pt>
                <c:pt idx="745">
                  <c:v>873650</c:v>
                </c:pt>
                <c:pt idx="746">
                  <c:v>872900</c:v>
                </c:pt>
                <c:pt idx="747">
                  <c:v>872000</c:v>
                </c:pt>
                <c:pt idx="748">
                  <c:v>871900</c:v>
                </c:pt>
                <c:pt idx="749">
                  <c:v>871900</c:v>
                </c:pt>
                <c:pt idx="750">
                  <c:v>870300</c:v>
                </c:pt>
                <c:pt idx="751">
                  <c:v>866850</c:v>
                </c:pt>
                <c:pt idx="752">
                  <c:v>865825</c:v>
                </c:pt>
                <c:pt idx="753">
                  <c:v>865100</c:v>
                </c:pt>
                <c:pt idx="754">
                  <c:v>864400</c:v>
                </c:pt>
                <c:pt idx="755">
                  <c:v>862000</c:v>
                </c:pt>
                <c:pt idx="756">
                  <c:v>859300</c:v>
                </c:pt>
                <c:pt idx="757">
                  <c:v>858950</c:v>
                </c:pt>
                <c:pt idx="758">
                  <c:v>858650</c:v>
                </c:pt>
                <c:pt idx="759">
                  <c:v>858200</c:v>
                </c:pt>
                <c:pt idx="760">
                  <c:v>857500</c:v>
                </c:pt>
                <c:pt idx="761">
                  <c:v>856550</c:v>
                </c:pt>
                <c:pt idx="762">
                  <c:v>855300</c:v>
                </c:pt>
                <c:pt idx="763">
                  <c:v>853000</c:v>
                </c:pt>
                <c:pt idx="764">
                  <c:v>850850</c:v>
                </c:pt>
                <c:pt idx="765">
                  <c:v>850200</c:v>
                </c:pt>
                <c:pt idx="766">
                  <c:v>849050</c:v>
                </c:pt>
                <c:pt idx="767">
                  <c:v>846900</c:v>
                </c:pt>
                <c:pt idx="768">
                  <c:v>844800</c:v>
                </c:pt>
                <c:pt idx="769">
                  <c:v>843250</c:v>
                </c:pt>
                <c:pt idx="770">
                  <c:v>841050</c:v>
                </c:pt>
                <c:pt idx="771">
                  <c:v>840900</c:v>
                </c:pt>
                <c:pt idx="772">
                  <c:v>840250</c:v>
                </c:pt>
                <c:pt idx="773">
                  <c:v>839700</c:v>
                </c:pt>
                <c:pt idx="774">
                  <c:v>839600</c:v>
                </c:pt>
                <c:pt idx="775">
                  <c:v>839000</c:v>
                </c:pt>
                <c:pt idx="776">
                  <c:v>838650</c:v>
                </c:pt>
                <c:pt idx="777">
                  <c:v>838200</c:v>
                </c:pt>
                <c:pt idx="778">
                  <c:v>837200</c:v>
                </c:pt>
                <c:pt idx="779">
                  <c:v>836100</c:v>
                </c:pt>
                <c:pt idx="780">
                  <c:v>833850</c:v>
                </c:pt>
                <c:pt idx="781">
                  <c:v>833300</c:v>
                </c:pt>
                <c:pt idx="782">
                  <c:v>830475</c:v>
                </c:pt>
                <c:pt idx="783">
                  <c:v>829750</c:v>
                </c:pt>
                <c:pt idx="784">
                  <c:v>828900</c:v>
                </c:pt>
                <c:pt idx="785">
                  <c:v>828500</c:v>
                </c:pt>
                <c:pt idx="786">
                  <c:v>828150</c:v>
                </c:pt>
                <c:pt idx="787">
                  <c:v>825800</c:v>
                </c:pt>
                <c:pt idx="788">
                  <c:v>825700</c:v>
                </c:pt>
                <c:pt idx="789">
                  <c:v>825100</c:v>
                </c:pt>
                <c:pt idx="790">
                  <c:v>823650</c:v>
                </c:pt>
                <c:pt idx="791">
                  <c:v>823000</c:v>
                </c:pt>
                <c:pt idx="792">
                  <c:v>819450</c:v>
                </c:pt>
                <c:pt idx="793">
                  <c:v>817400</c:v>
                </c:pt>
                <c:pt idx="794">
                  <c:v>817250</c:v>
                </c:pt>
                <c:pt idx="795">
                  <c:v>817200</c:v>
                </c:pt>
                <c:pt idx="796">
                  <c:v>816750</c:v>
                </c:pt>
                <c:pt idx="797">
                  <c:v>815500</c:v>
                </c:pt>
                <c:pt idx="798">
                  <c:v>814750</c:v>
                </c:pt>
                <c:pt idx="799">
                  <c:v>812950</c:v>
                </c:pt>
                <c:pt idx="800">
                  <c:v>810950</c:v>
                </c:pt>
                <c:pt idx="801">
                  <c:v>810050</c:v>
                </c:pt>
                <c:pt idx="802">
                  <c:v>809400</c:v>
                </c:pt>
                <c:pt idx="803">
                  <c:v>808900</c:v>
                </c:pt>
                <c:pt idx="804">
                  <c:v>808000</c:v>
                </c:pt>
                <c:pt idx="805">
                  <c:v>807400</c:v>
                </c:pt>
                <c:pt idx="806">
                  <c:v>805800</c:v>
                </c:pt>
                <c:pt idx="807">
                  <c:v>804900</c:v>
                </c:pt>
                <c:pt idx="808">
                  <c:v>802050</c:v>
                </c:pt>
                <c:pt idx="809">
                  <c:v>800100</c:v>
                </c:pt>
                <c:pt idx="810">
                  <c:v>799650</c:v>
                </c:pt>
                <c:pt idx="811">
                  <c:v>799500</c:v>
                </c:pt>
                <c:pt idx="812">
                  <c:v>799000</c:v>
                </c:pt>
                <c:pt idx="813">
                  <c:v>798400</c:v>
                </c:pt>
                <c:pt idx="814">
                  <c:v>796550</c:v>
                </c:pt>
                <c:pt idx="815">
                  <c:v>795400</c:v>
                </c:pt>
                <c:pt idx="816">
                  <c:v>794850</c:v>
                </c:pt>
                <c:pt idx="817">
                  <c:v>794825</c:v>
                </c:pt>
                <c:pt idx="818">
                  <c:v>794800</c:v>
                </c:pt>
                <c:pt idx="819">
                  <c:v>792725</c:v>
                </c:pt>
                <c:pt idx="820">
                  <c:v>792650</c:v>
                </c:pt>
                <c:pt idx="821">
                  <c:v>792075</c:v>
                </c:pt>
                <c:pt idx="822">
                  <c:v>791250</c:v>
                </c:pt>
                <c:pt idx="823">
                  <c:v>790950</c:v>
                </c:pt>
                <c:pt idx="824">
                  <c:v>787347</c:v>
                </c:pt>
                <c:pt idx="825">
                  <c:v>783900</c:v>
                </c:pt>
                <c:pt idx="826">
                  <c:v>782300</c:v>
                </c:pt>
                <c:pt idx="827">
                  <c:v>782200</c:v>
                </c:pt>
                <c:pt idx="828">
                  <c:v>781100</c:v>
                </c:pt>
                <c:pt idx="829">
                  <c:v>780500</c:v>
                </c:pt>
                <c:pt idx="830">
                  <c:v>780250</c:v>
                </c:pt>
                <c:pt idx="831">
                  <c:v>779050</c:v>
                </c:pt>
                <c:pt idx="832">
                  <c:v>778350</c:v>
                </c:pt>
                <c:pt idx="833">
                  <c:v>778200</c:v>
                </c:pt>
                <c:pt idx="834">
                  <c:v>777200</c:v>
                </c:pt>
                <c:pt idx="835">
                  <c:v>776900</c:v>
                </c:pt>
                <c:pt idx="836">
                  <c:v>775700</c:v>
                </c:pt>
                <c:pt idx="837">
                  <c:v>774850</c:v>
                </c:pt>
                <c:pt idx="838">
                  <c:v>771720</c:v>
                </c:pt>
                <c:pt idx="839">
                  <c:v>771400</c:v>
                </c:pt>
                <c:pt idx="840">
                  <c:v>771275</c:v>
                </c:pt>
                <c:pt idx="841">
                  <c:v>771200</c:v>
                </c:pt>
                <c:pt idx="842">
                  <c:v>771000</c:v>
                </c:pt>
                <c:pt idx="843">
                  <c:v>770400</c:v>
                </c:pt>
                <c:pt idx="844">
                  <c:v>768000</c:v>
                </c:pt>
                <c:pt idx="845">
                  <c:v>767900</c:v>
                </c:pt>
                <c:pt idx="846">
                  <c:v>766300</c:v>
                </c:pt>
                <c:pt idx="847">
                  <c:v>764900</c:v>
                </c:pt>
                <c:pt idx="848">
                  <c:v>764300</c:v>
                </c:pt>
                <c:pt idx="849">
                  <c:v>763900</c:v>
                </c:pt>
                <c:pt idx="850">
                  <c:v>762850</c:v>
                </c:pt>
                <c:pt idx="851">
                  <c:v>762050</c:v>
                </c:pt>
                <c:pt idx="852">
                  <c:v>761400</c:v>
                </c:pt>
                <c:pt idx="853">
                  <c:v>760850</c:v>
                </c:pt>
                <c:pt idx="854">
                  <c:v>759700</c:v>
                </c:pt>
                <c:pt idx="855">
                  <c:v>759300</c:v>
                </c:pt>
                <c:pt idx="856">
                  <c:v>759200</c:v>
                </c:pt>
                <c:pt idx="857">
                  <c:v>758150</c:v>
                </c:pt>
                <c:pt idx="858">
                  <c:v>758005</c:v>
                </c:pt>
                <c:pt idx="859">
                  <c:v>755300</c:v>
                </c:pt>
                <c:pt idx="860">
                  <c:v>754250</c:v>
                </c:pt>
                <c:pt idx="861">
                  <c:v>753650</c:v>
                </c:pt>
                <c:pt idx="862">
                  <c:v>752550</c:v>
                </c:pt>
                <c:pt idx="863">
                  <c:v>751350</c:v>
                </c:pt>
                <c:pt idx="864">
                  <c:v>750400</c:v>
                </c:pt>
                <c:pt idx="865">
                  <c:v>748750</c:v>
                </c:pt>
                <c:pt idx="866">
                  <c:v>744100</c:v>
                </c:pt>
                <c:pt idx="867">
                  <c:v>743450</c:v>
                </c:pt>
                <c:pt idx="868">
                  <c:v>742800</c:v>
                </c:pt>
                <c:pt idx="869">
                  <c:v>742350</c:v>
                </c:pt>
                <c:pt idx="870">
                  <c:v>741400</c:v>
                </c:pt>
                <c:pt idx="871">
                  <c:v>741375</c:v>
                </c:pt>
                <c:pt idx="872">
                  <c:v>736550</c:v>
                </c:pt>
                <c:pt idx="873">
                  <c:v>736550</c:v>
                </c:pt>
                <c:pt idx="874">
                  <c:v>734200</c:v>
                </c:pt>
                <c:pt idx="875">
                  <c:v>733200</c:v>
                </c:pt>
                <c:pt idx="876">
                  <c:v>730650</c:v>
                </c:pt>
                <c:pt idx="877">
                  <c:v>728150</c:v>
                </c:pt>
                <c:pt idx="878">
                  <c:v>727450</c:v>
                </c:pt>
                <c:pt idx="879">
                  <c:v>727400</c:v>
                </c:pt>
                <c:pt idx="880">
                  <c:v>727100</c:v>
                </c:pt>
                <c:pt idx="881">
                  <c:v>726050</c:v>
                </c:pt>
                <c:pt idx="882">
                  <c:v>724350</c:v>
                </c:pt>
                <c:pt idx="883">
                  <c:v>724050</c:v>
                </c:pt>
                <c:pt idx="884">
                  <c:v>724000</c:v>
                </c:pt>
                <c:pt idx="885">
                  <c:v>720750</c:v>
                </c:pt>
                <c:pt idx="886">
                  <c:v>719050</c:v>
                </c:pt>
                <c:pt idx="887">
                  <c:v>718725</c:v>
                </c:pt>
                <c:pt idx="888">
                  <c:v>716500</c:v>
                </c:pt>
                <c:pt idx="889">
                  <c:v>716450</c:v>
                </c:pt>
                <c:pt idx="890">
                  <c:v>715250</c:v>
                </c:pt>
                <c:pt idx="891">
                  <c:v>713850</c:v>
                </c:pt>
                <c:pt idx="892">
                  <c:v>713500</c:v>
                </c:pt>
                <c:pt idx="893">
                  <c:v>712740</c:v>
                </c:pt>
                <c:pt idx="894">
                  <c:v>712100</c:v>
                </c:pt>
                <c:pt idx="895">
                  <c:v>711950</c:v>
                </c:pt>
                <c:pt idx="896">
                  <c:v>711900</c:v>
                </c:pt>
                <c:pt idx="897">
                  <c:v>711800</c:v>
                </c:pt>
                <c:pt idx="898">
                  <c:v>709900</c:v>
                </c:pt>
                <c:pt idx="899">
                  <c:v>709000</c:v>
                </c:pt>
                <c:pt idx="900">
                  <c:v>708500</c:v>
                </c:pt>
                <c:pt idx="901">
                  <c:v>707200</c:v>
                </c:pt>
                <c:pt idx="902">
                  <c:v>706900</c:v>
                </c:pt>
                <c:pt idx="903">
                  <c:v>703900</c:v>
                </c:pt>
                <c:pt idx="904">
                  <c:v>703125</c:v>
                </c:pt>
                <c:pt idx="905">
                  <c:v>702400</c:v>
                </c:pt>
                <c:pt idx="906">
                  <c:v>702200</c:v>
                </c:pt>
                <c:pt idx="907">
                  <c:v>700650</c:v>
                </c:pt>
                <c:pt idx="908">
                  <c:v>699750</c:v>
                </c:pt>
                <c:pt idx="909">
                  <c:v>699750</c:v>
                </c:pt>
                <c:pt idx="910">
                  <c:v>699050</c:v>
                </c:pt>
                <c:pt idx="911">
                  <c:v>698500</c:v>
                </c:pt>
                <c:pt idx="912">
                  <c:v>698300</c:v>
                </c:pt>
                <c:pt idx="913">
                  <c:v>698200</c:v>
                </c:pt>
                <c:pt idx="914">
                  <c:v>696450</c:v>
                </c:pt>
                <c:pt idx="915">
                  <c:v>696400</c:v>
                </c:pt>
                <c:pt idx="916">
                  <c:v>695650</c:v>
                </c:pt>
                <c:pt idx="917">
                  <c:v>695500</c:v>
                </c:pt>
                <c:pt idx="918">
                  <c:v>695200</c:v>
                </c:pt>
                <c:pt idx="919">
                  <c:v>694800</c:v>
                </c:pt>
                <c:pt idx="920">
                  <c:v>694000</c:v>
                </c:pt>
                <c:pt idx="921">
                  <c:v>691600</c:v>
                </c:pt>
                <c:pt idx="922">
                  <c:v>690700</c:v>
                </c:pt>
                <c:pt idx="923">
                  <c:v>689750</c:v>
                </c:pt>
                <c:pt idx="924">
                  <c:v>689450</c:v>
                </c:pt>
                <c:pt idx="925">
                  <c:v>688100</c:v>
                </c:pt>
                <c:pt idx="926">
                  <c:v>686850</c:v>
                </c:pt>
                <c:pt idx="927">
                  <c:v>686500</c:v>
                </c:pt>
                <c:pt idx="928">
                  <c:v>686050</c:v>
                </c:pt>
                <c:pt idx="929">
                  <c:v>683800</c:v>
                </c:pt>
                <c:pt idx="930">
                  <c:v>683700</c:v>
                </c:pt>
                <c:pt idx="931">
                  <c:v>682500</c:v>
                </c:pt>
                <c:pt idx="932">
                  <c:v>681550</c:v>
                </c:pt>
                <c:pt idx="933">
                  <c:v>681150</c:v>
                </c:pt>
                <c:pt idx="934">
                  <c:v>680800</c:v>
                </c:pt>
                <c:pt idx="935">
                  <c:v>678850</c:v>
                </c:pt>
                <c:pt idx="936">
                  <c:v>678650</c:v>
                </c:pt>
                <c:pt idx="937">
                  <c:v>678350</c:v>
                </c:pt>
                <c:pt idx="938">
                  <c:v>677400</c:v>
                </c:pt>
                <c:pt idx="939">
                  <c:v>676710</c:v>
                </c:pt>
                <c:pt idx="940">
                  <c:v>673850</c:v>
                </c:pt>
                <c:pt idx="941">
                  <c:v>672150</c:v>
                </c:pt>
                <c:pt idx="942">
                  <c:v>671950</c:v>
                </c:pt>
                <c:pt idx="943">
                  <c:v>671400</c:v>
                </c:pt>
                <c:pt idx="944">
                  <c:v>670800</c:v>
                </c:pt>
                <c:pt idx="945">
                  <c:v>670650</c:v>
                </c:pt>
                <c:pt idx="946">
                  <c:v>668650</c:v>
                </c:pt>
                <c:pt idx="947">
                  <c:v>667150</c:v>
                </c:pt>
                <c:pt idx="948">
                  <c:v>665400</c:v>
                </c:pt>
                <c:pt idx="949">
                  <c:v>665250</c:v>
                </c:pt>
                <c:pt idx="950">
                  <c:v>663600</c:v>
                </c:pt>
                <c:pt idx="951">
                  <c:v>662700</c:v>
                </c:pt>
                <c:pt idx="952">
                  <c:v>661850</c:v>
                </c:pt>
                <c:pt idx="953">
                  <c:v>660800</c:v>
                </c:pt>
                <c:pt idx="954">
                  <c:v>659300</c:v>
                </c:pt>
                <c:pt idx="955">
                  <c:v>658000</c:v>
                </c:pt>
                <c:pt idx="956">
                  <c:v>657950</c:v>
                </c:pt>
                <c:pt idx="957">
                  <c:v>657850</c:v>
                </c:pt>
                <c:pt idx="958">
                  <c:v>657400</c:v>
                </c:pt>
                <c:pt idx="959">
                  <c:v>657250</c:v>
                </c:pt>
                <c:pt idx="960">
                  <c:v>656200</c:v>
                </c:pt>
                <c:pt idx="961">
                  <c:v>655500</c:v>
                </c:pt>
                <c:pt idx="962">
                  <c:v>654900</c:v>
                </c:pt>
                <c:pt idx="963">
                  <c:v>654600</c:v>
                </c:pt>
                <c:pt idx="964">
                  <c:v>654600</c:v>
                </c:pt>
                <c:pt idx="965">
                  <c:v>653700</c:v>
                </c:pt>
                <c:pt idx="966">
                  <c:v>653050</c:v>
                </c:pt>
                <c:pt idx="967">
                  <c:v>652600</c:v>
                </c:pt>
                <c:pt idx="968">
                  <c:v>652450</c:v>
                </c:pt>
                <c:pt idx="969">
                  <c:v>652300</c:v>
                </c:pt>
                <c:pt idx="970">
                  <c:v>650400</c:v>
                </c:pt>
                <c:pt idx="971">
                  <c:v>650250</c:v>
                </c:pt>
                <c:pt idx="972">
                  <c:v>649900</c:v>
                </c:pt>
                <c:pt idx="973">
                  <c:v>649500</c:v>
                </c:pt>
                <c:pt idx="974">
                  <c:v>649250</c:v>
                </c:pt>
                <c:pt idx="975">
                  <c:v>649150</c:v>
                </c:pt>
                <c:pt idx="976">
                  <c:v>648700</c:v>
                </c:pt>
                <c:pt idx="977">
                  <c:v>648570</c:v>
                </c:pt>
                <c:pt idx="978">
                  <c:v>646250</c:v>
                </c:pt>
                <c:pt idx="979">
                  <c:v>643250</c:v>
                </c:pt>
                <c:pt idx="980">
                  <c:v>643100</c:v>
                </c:pt>
                <c:pt idx="981">
                  <c:v>641300</c:v>
                </c:pt>
                <c:pt idx="982">
                  <c:v>640850</c:v>
                </c:pt>
                <c:pt idx="983">
                  <c:v>640500</c:v>
                </c:pt>
                <c:pt idx="984">
                  <c:v>638100</c:v>
                </c:pt>
                <c:pt idx="985">
                  <c:v>637750</c:v>
                </c:pt>
                <c:pt idx="986">
                  <c:v>637275</c:v>
                </c:pt>
                <c:pt idx="987">
                  <c:v>635700</c:v>
                </c:pt>
                <c:pt idx="988">
                  <c:v>635200</c:v>
                </c:pt>
                <c:pt idx="989">
                  <c:v>635075</c:v>
                </c:pt>
                <c:pt idx="990">
                  <c:v>634850</c:v>
                </c:pt>
                <c:pt idx="991">
                  <c:v>634700</c:v>
                </c:pt>
                <c:pt idx="992">
                  <c:v>634700</c:v>
                </c:pt>
                <c:pt idx="993">
                  <c:v>634650</c:v>
                </c:pt>
                <c:pt idx="994">
                  <c:v>634550</c:v>
                </c:pt>
                <c:pt idx="995">
                  <c:v>633750</c:v>
                </c:pt>
                <c:pt idx="996">
                  <c:v>633350</c:v>
                </c:pt>
                <c:pt idx="997">
                  <c:v>633150</c:v>
                </c:pt>
                <c:pt idx="998">
                  <c:v>633000</c:v>
                </c:pt>
                <c:pt idx="999">
                  <c:v>632850</c:v>
                </c:pt>
                <c:pt idx="1000">
                  <c:v>632300</c:v>
                </c:pt>
                <c:pt idx="1001">
                  <c:v>631800</c:v>
                </c:pt>
                <c:pt idx="1002">
                  <c:v>631200</c:v>
                </c:pt>
                <c:pt idx="1003">
                  <c:v>630800</c:v>
                </c:pt>
                <c:pt idx="1004">
                  <c:v>630550</c:v>
                </c:pt>
                <c:pt idx="1005">
                  <c:v>630400</c:v>
                </c:pt>
                <c:pt idx="1006">
                  <c:v>630300</c:v>
                </c:pt>
                <c:pt idx="1007">
                  <c:v>630200</c:v>
                </c:pt>
                <c:pt idx="1008">
                  <c:v>630150</c:v>
                </c:pt>
                <c:pt idx="1009">
                  <c:v>629100</c:v>
                </c:pt>
                <c:pt idx="1010">
                  <c:v>628100</c:v>
                </c:pt>
                <c:pt idx="1011">
                  <c:v>627700</c:v>
                </c:pt>
                <c:pt idx="1012">
                  <c:v>627700</c:v>
                </c:pt>
                <c:pt idx="1013">
                  <c:v>627250</c:v>
                </c:pt>
                <c:pt idx="1014">
                  <c:v>627225</c:v>
                </c:pt>
                <c:pt idx="1015">
                  <c:v>625100</c:v>
                </c:pt>
                <c:pt idx="1016">
                  <c:v>625000</c:v>
                </c:pt>
                <c:pt idx="1017">
                  <c:v>624000</c:v>
                </c:pt>
                <c:pt idx="1018">
                  <c:v>623500</c:v>
                </c:pt>
                <c:pt idx="1019">
                  <c:v>621600</c:v>
                </c:pt>
                <c:pt idx="1020">
                  <c:v>621500</c:v>
                </c:pt>
                <c:pt idx="1021">
                  <c:v>621100</c:v>
                </c:pt>
                <c:pt idx="1022">
                  <c:v>620975</c:v>
                </c:pt>
                <c:pt idx="1023">
                  <c:v>620900</c:v>
                </c:pt>
                <c:pt idx="1024">
                  <c:v>620000</c:v>
                </c:pt>
                <c:pt idx="1025">
                  <c:v>619450</c:v>
                </c:pt>
                <c:pt idx="1026">
                  <c:v>619200</c:v>
                </c:pt>
                <c:pt idx="1027">
                  <c:v>619200</c:v>
                </c:pt>
                <c:pt idx="1028">
                  <c:v>618575</c:v>
                </c:pt>
                <c:pt idx="1029">
                  <c:v>618425</c:v>
                </c:pt>
                <c:pt idx="1030">
                  <c:v>618250</c:v>
                </c:pt>
                <c:pt idx="1031">
                  <c:v>617850</c:v>
                </c:pt>
                <c:pt idx="1032">
                  <c:v>617600</c:v>
                </c:pt>
                <c:pt idx="1033">
                  <c:v>617300</c:v>
                </c:pt>
                <c:pt idx="1034">
                  <c:v>617100</c:v>
                </c:pt>
                <c:pt idx="1035">
                  <c:v>616950</c:v>
                </c:pt>
                <c:pt idx="1036">
                  <c:v>616675</c:v>
                </c:pt>
                <c:pt idx="1037">
                  <c:v>616550</c:v>
                </c:pt>
                <c:pt idx="1038">
                  <c:v>616450</c:v>
                </c:pt>
                <c:pt idx="1039">
                  <c:v>616100</c:v>
                </c:pt>
                <c:pt idx="1040">
                  <c:v>614300</c:v>
                </c:pt>
                <c:pt idx="1041">
                  <c:v>614250</c:v>
                </c:pt>
                <c:pt idx="1042">
                  <c:v>614075</c:v>
                </c:pt>
                <c:pt idx="1043">
                  <c:v>614000</c:v>
                </c:pt>
                <c:pt idx="1044">
                  <c:v>613775</c:v>
                </c:pt>
                <c:pt idx="1045">
                  <c:v>613750</c:v>
                </c:pt>
                <c:pt idx="1046">
                  <c:v>612850</c:v>
                </c:pt>
                <c:pt idx="1047">
                  <c:v>611400</c:v>
                </c:pt>
                <c:pt idx="1048">
                  <c:v>610900</c:v>
                </c:pt>
                <c:pt idx="1049">
                  <c:v>610050</c:v>
                </c:pt>
                <c:pt idx="1050">
                  <c:v>609850</c:v>
                </c:pt>
                <c:pt idx="1051">
                  <c:v>609450</c:v>
                </c:pt>
                <c:pt idx="1052">
                  <c:v>609200</c:v>
                </c:pt>
                <c:pt idx="1053">
                  <c:v>609000</c:v>
                </c:pt>
                <c:pt idx="1054">
                  <c:v>608100</c:v>
                </c:pt>
                <c:pt idx="1055">
                  <c:v>607510</c:v>
                </c:pt>
                <c:pt idx="1056">
                  <c:v>607150</c:v>
                </c:pt>
                <c:pt idx="1057">
                  <c:v>606703</c:v>
                </c:pt>
                <c:pt idx="1058">
                  <c:v>605125</c:v>
                </c:pt>
                <c:pt idx="1059">
                  <c:v>604600</c:v>
                </c:pt>
                <c:pt idx="1060">
                  <c:v>603700</c:v>
                </c:pt>
                <c:pt idx="1061">
                  <c:v>599950</c:v>
                </c:pt>
                <c:pt idx="1062">
                  <c:v>599900</c:v>
                </c:pt>
                <c:pt idx="1063">
                  <c:v>599700</c:v>
                </c:pt>
                <c:pt idx="1064">
                  <c:v>599700</c:v>
                </c:pt>
                <c:pt idx="1065">
                  <c:v>599150</c:v>
                </c:pt>
                <c:pt idx="1066">
                  <c:v>599050</c:v>
                </c:pt>
                <c:pt idx="1067">
                  <c:v>598800</c:v>
                </c:pt>
                <c:pt idx="1068">
                  <c:v>597500</c:v>
                </c:pt>
                <c:pt idx="1069">
                  <c:v>596300</c:v>
                </c:pt>
                <c:pt idx="1070">
                  <c:v>595900</c:v>
                </c:pt>
                <c:pt idx="1071">
                  <c:v>595800</c:v>
                </c:pt>
                <c:pt idx="1072">
                  <c:v>594950</c:v>
                </c:pt>
                <c:pt idx="1073">
                  <c:v>594450</c:v>
                </c:pt>
                <c:pt idx="1074">
                  <c:v>594250</c:v>
                </c:pt>
                <c:pt idx="1075">
                  <c:v>593650</c:v>
                </c:pt>
                <c:pt idx="1076">
                  <c:v>592500</c:v>
                </c:pt>
                <c:pt idx="1077">
                  <c:v>591950</c:v>
                </c:pt>
                <c:pt idx="1078">
                  <c:v>591650</c:v>
                </c:pt>
                <c:pt idx="1079">
                  <c:v>591000</c:v>
                </c:pt>
                <c:pt idx="1080">
                  <c:v>590800</c:v>
                </c:pt>
                <c:pt idx="1081">
                  <c:v>588500</c:v>
                </c:pt>
                <c:pt idx="1082">
                  <c:v>588500</c:v>
                </c:pt>
                <c:pt idx="1083">
                  <c:v>587950</c:v>
                </c:pt>
                <c:pt idx="1084">
                  <c:v>587625</c:v>
                </c:pt>
                <c:pt idx="1085">
                  <c:v>587450</c:v>
                </c:pt>
                <c:pt idx="1086">
                  <c:v>587050</c:v>
                </c:pt>
                <c:pt idx="1087">
                  <c:v>587050</c:v>
                </c:pt>
                <c:pt idx="1088">
                  <c:v>586700</c:v>
                </c:pt>
                <c:pt idx="1089">
                  <c:v>584200</c:v>
                </c:pt>
                <c:pt idx="1090">
                  <c:v>583300</c:v>
                </c:pt>
                <c:pt idx="1091">
                  <c:v>583100</c:v>
                </c:pt>
                <c:pt idx="1092">
                  <c:v>581890</c:v>
                </c:pt>
                <c:pt idx="1093">
                  <c:v>581350</c:v>
                </c:pt>
                <c:pt idx="1094">
                  <c:v>580100</c:v>
                </c:pt>
                <c:pt idx="1095">
                  <c:v>579900</c:v>
                </c:pt>
                <c:pt idx="1096">
                  <c:v>579800</c:v>
                </c:pt>
                <c:pt idx="1097">
                  <c:v>579200</c:v>
                </c:pt>
                <c:pt idx="1098">
                  <c:v>578750</c:v>
                </c:pt>
                <c:pt idx="1099">
                  <c:v>578650</c:v>
                </c:pt>
                <c:pt idx="1100">
                  <c:v>578350</c:v>
                </c:pt>
                <c:pt idx="1101">
                  <c:v>578000</c:v>
                </c:pt>
                <c:pt idx="1102">
                  <c:v>578000</c:v>
                </c:pt>
                <c:pt idx="1103">
                  <c:v>577800</c:v>
                </c:pt>
                <c:pt idx="1104">
                  <c:v>577550</c:v>
                </c:pt>
                <c:pt idx="1105">
                  <c:v>577350</c:v>
                </c:pt>
                <c:pt idx="1106">
                  <c:v>576550</c:v>
                </c:pt>
                <c:pt idx="1107">
                  <c:v>575600</c:v>
                </c:pt>
                <c:pt idx="1108">
                  <c:v>575150</c:v>
                </c:pt>
                <c:pt idx="1109">
                  <c:v>574400</c:v>
                </c:pt>
                <c:pt idx="1110">
                  <c:v>572900</c:v>
                </c:pt>
                <c:pt idx="1111">
                  <c:v>569950</c:v>
                </c:pt>
                <c:pt idx="1112">
                  <c:v>568600</c:v>
                </c:pt>
                <c:pt idx="1113">
                  <c:v>568150</c:v>
                </c:pt>
                <c:pt idx="1114">
                  <c:v>568050</c:v>
                </c:pt>
                <c:pt idx="1115">
                  <c:v>567975</c:v>
                </c:pt>
                <c:pt idx="1116">
                  <c:v>566900</c:v>
                </c:pt>
                <c:pt idx="1117">
                  <c:v>566550</c:v>
                </c:pt>
                <c:pt idx="1118">
                  <c:v>566050</c:v>
                </c:pt>
                <c:pt idx="1119">
                  <c:v>565600</c:v>
                </c:pt>
                <c:pt idx="1120">
                  <c:v>565150</c:v>
                </c:pt>
                <c:pt idx="1121">
                  <c:v>565000</c:v>
                </c:pt>
                <c:pt idx="1122">
                  <c:v>564550</c:v>
                </c:pt>
                <c:pt idx="1123">
                  <c:v>563400</c:v>
                </c:pt>
                <c:pt idx="1124">
                  <c:v>562650</c:v>
                </c:pt>
                <c:pt idx="1125">
                  <c:v>560650</c:v>
                </c:pt>
                <c:pt idx="1126">
                  <c:v>560250</c:v>
                </c:pt>
                <c:pt idx="1127">
                  <c:v>559550</c:v>
                </c:pt>
                <c:pt idx="1128">
                  <c:v>558900</c:v>
                </c:pt>
                <c:pt idx="1129">
                  <c:v>558850</c:v>
                </c:pt>
                <c:pt idx="1130">
                  <c:v>558750</c:v>
                </c:pt>
                <c:pt idx="1131">
                  <c:v>557200</c:v>
                </c:pt>
                <c:pt idx="1132">
                  <c:v>556950</c:v>
                </c:pt>
                <c:pt idx="1133">
                  <c:v>555700</c:v>
                </c:pt>
                <c:pt idx="1134">
                  <c:v>555350</c:v>
                </c:pt>
                <c:pt idx="1135">
                  <c:v>555100</c:v>
                </c:pt>
                <c:pt idx="1136">
                  <c:v>554900</c:v>
                </c:pt>
                <c:pt idx="1137">
                  <c:v>554800</c:v>
                </c:pt>
                <c:pt idx="1138">
                  <c:v>554050</c:v>
                </c:pt>
                <c:pt idx="1139">
                  <c:v>553500</c:v>
                </c:pt>
                <c:pt idx="1140">
                  <c:v>553400</c:v>
                </c:pt>
                <c:pt idx="1141">
                  <c:v>553150</c:v>
                </c:pt>
                <c:pt idx="1142">
                  <c:v>552400</c:v>
                </c:pt>
                <c:pt idx="1143">
                  <c:v>552225</c:v>
                </c:pt>
                <c:pt idx="1144">
                  <c:v>551000</c:v>
                </c:pt>
                <c:pt idx="1145">
                  <c:v>549700</c:v>
                </c:pt>
                <c:pt idx="1146">
                  <c:v>548700</c:v>
                </c:pt>
                <c:pt idx="1147">
                  <c:v>548600</c:v>
                </c:pt>
                <c:pt idx="1148">
                  <c:v>548250</c:v>
                </c:pt>
                <c:pt idx="1149">
                  <c:v>546700</c:v>
                </c:pt>
                <c:pt idx="1150">
                  <c:v>546400</c:v>
                </c:pt>
                <c:pt idx="1151">
                  <c:v>545300</c:v>
                </c:pt>
                <c:pt idx="1152">
                  <c:v>544800</c:v>
                </c:pt>
                <c:pt idx="1153">
                  <c:v>544750</c:v>
                </c:pt>
                <c:pt idx="1154">
                  <c:v>544000</c:v>
                </c:pt>
                <c:pt idx="1155">
                  <c:v>543650</c:v>
                </c:pt>
                <c:pt idx="1156">
                  <c:v>543600</c:v>
                </c:pt>
                <c:pt idx="1157">
                  <c:v>541600</c:v>
                </c:pt>
                <c:pt idx="1158">
                  <c:v>541300</c:v>
                </c:pt>
                <c:pt idx="1159">
                  <c:v>541100</c:v>
                </c:pt>
                <c:pt idx="1160">
                  <c:v>540500</c:v>
                </c:pt>
                <c:pt idx="1161">
                  <c:v>538500</c:v>
                </c:pt>
                <c:pt idx="1162">
                  <c:v>537550</c:v>
                </c:pt>
                <c:pt idx="1163">
                  <c:v>536400</c:v>
                </c:pt>
                <c:pt idx="1164">
                  <c:v>536100</c:v>
                </c:pt>
                <c:pt idx="1165">
                  <c:v>535200</c:v>
                </c:pt>
                <c:pt idx="1166">
                  <c:v>534400</c:v>
                </c:pt>
                <c:pt idx="1167">
                  <c:v>533800</c:v>
                </c:pt>
                <c:pt idx="1168">
                  <c:v>533750</c:v>
                </c:pt>
                <c:pt idx="1169">
                  <c:v>532900</c:v>
                </c:pt>
                <c:pt idx="1170">
                  <c:v>532450</c:v>
                </c:pt>
                <c:pt idx="1171">
                  <c:v>532400</c:v>
                </c:pt>
                <c:pt idx="1172">
                  <c:v>532350</c:v>
                </c:pt>
                <c:pt idx="1173">
                  <c:v>531300</c:v>
                </c:pt>
                <c:pt idx="1174">
                  <c:v>530450</c:v>
                </c:pt>
                <c:pt idx="1175">
                  <c:v>530200</c:v>
                </c:pt>
                <c:pt idx="1176">
                  <c:v>529800</c:v>
                </c:pt>
                <c:pt idx="1177">
                  <c:v>529500</c:v>
                </c:pt>
                <c:pt idx="1178">
                  <c:v>529000</c:v>
                </c:pt>
                <c:pt idx="1179">
                  <c:v>529000</c:v>
                </c:pt>
                <c:pt idx="1180">
                  <c:v>528750</c:v>
                </c:pt>
                <c:pt idx="1181">
                  <c:v>528650</c:v>
                </c:pt>
                <c:pt idx="1182">
                  <c:v>527900</c:v>
                </c:pt>
                <c:pt idx="1183">
                  <c:v>527800</c:v>
                </c:pt>
                <c:pt idx="1184">
                  <c:v>527550</c:v>
                </c:pt>
                <c:pt idx="1185">
                  <c:v>527000</c:v>
                </c:pt>
                <c:pt idx="1186">
                  <c:v>527000</c:v>
                </c:pt>
                <c:pt idx="1187">
                  <c:v>526900</c:v>
                </c:pt>
                <c:pt idx="1188">
                  <c:v>526350</c:v>
                </c:pt>
                <c:pt idx="1189">
                  <c:v>526175</c:v>
                </c:pt>
                <c:pt idx="1190">
                  <c:v>525600</c:v>
                </c:pt>
                <c:pt idx="1191">
                  <c:v>525500</c:v>
                </c:pt>
                <c:pt idx="1192">
                  <c:v>525200</c:v>
                </c:pt>
                <c:pt idx="1193">
                  <c:v>524950</c:v>
                </c:pt>
                <c:pt idx="1194">
                  <c:v>524850</c:v>
                </c:pt>
                <c:pt idx="1195">
                  <c:v>524800</c:v>
                </c:pt>
                <c:pt idx="1196">
                  <c:v>524250</c:v>
                </c:pt>
                <c:pt idx="1197">
                  <c:v>523500</c:v>
                </c:pt>
                <c:pt idx="1198">
                  <c:v>522800</c:v>
                </c:pt>
                <c:pt idx="1199">
                  <c:v>522125</c:v>
                </c:pt>
                <c:pt idx="1200">
                  <c:v>521900</c:v>
                </c:pt>
                <c:pt idx="1201">
                  <c:v>520300</c:v>
                </c:pt>
                <c:pt idx="1202">
                  <c:v>519700</c:v>
                </c:pt>
                <c:pt idx="1203">
                  <c:v>518650</c:v>
                </c:pt>
                <c:pt idx="1204">
                  <c:v>518200</c:v>
                </c:pt>
                <c:pt idx="1205">
                  <c:v>517850</c:v>
                </c:pt>
                <c:pt idx="1206">
                  <c:v>517450</c:v>
                </c:pt>
                <c:pt idx="1207">
                  <c:v>516300</c:v>
                </c:pt>
                <c:pt idx="1208">
                  <c:v>516250</c:v>
                </c:pt>
                <c:pt idx="1209">
                  <c:v>515000</c:v>
                </c:pt>
                <c:pt idx="1210">
                  <c:v>514550</c:v>
                </c:pt>
                <c:pt idx="1211">
                  <c:v>513800</c:v>
                </c:pt>
                <c:pt idx="1212">
                  <c:v>513700</c:v>
                </c:pt>
                <c:pt idx="1213">
                  <c:v>513450</c:v>
                </c:pt>
                <c:pt idx="1214">
                  <c:v>513100</c:v>
                </c:pt>
                <c:pt idx="1215">
                  <c:v>512650</c:v>
                </c:pt>
                <c:pt idx="1216">
                  <c:v>512000</c:v>
                </c:pt>
                <c:pt idx="1217">
                  <c:v>511650</c:v>
                </c:pt>
                <c:pt idx="1218">
                  <c:v>511300</c:v>
                </c:pt>
                <c:pt idx="1219">
                  <c:v>510850</c:v>
                </c:pt>
                <c:pt idx="1220">
                  <c:v>510700</c:v>
                </c:pt>
                <c:pt idx="1221">
                  <c:v>509800</c:v>
                </c:pt>
                <c:pt idx="1222">
                  <c:v>507700</c:v>
                </c:pt>
                <c:pt idx="1223">
                  <c:v>507450</c:v>
                </c:pt>
                <c:pt idx="1224">
                  <c:v>507350</c:v>
                </c:pt>
                <c:pt idx="1225">
                  <c:v>506150</c:v>
                </c:pt>
                <c:pt idx="1226">
                  <c:v>506000</c:v>
                </c:pt>
                <c:pt idx="1227">
                  <c:v>506000</c:v>
                </c:pt>
                <c:pt idx="1228">
                  <c:v>505900</c:v>
                </c:pt>
                <c:pt idx="1229">
                  <c:v>505350</c:v>
                </c:pt>
                <c:pt idx="1230">
                  <c:v>503950</c:v>
                </c:pt>
                <c:pt idx="1231">
                  <c:v>502900</c:v>
                </c:pt>
                <c:pt idx="1232">
                  <c:v>501400</c:v>
                </c:pt>
                <c:pt idx="1233">
                  <c:v>500550</c:v>
                </c:pt>
                <c:pt idx="1234">
                  <c:v>500500</c:v>
                </c:pt>
                <c:pt idx="1235">
                  <c:v>500450</c:v>
                </c:pt>
                <c:pt idx="1236">
                  <c:v>500400</c:v>
                </c:pt>
                <c:pt idx="1237">
                  <c:v>500200</c:v>
                </c:pt>
                <c:pt idx="1238">
                  <c:v>499900</c:v>
                </c:pt>
                <c:pt idx="1239">
                  <c:v>499800</c:v>
                </c:pt>
                <c:pt idx="1240">
                  <c:v>499800</c:v>
                </c:pt>
                <c:pt idx="1241">
                  <c:v>499400</c:v>
                </c:pt>
                <c:pt idx="1242">
                  <c:v>498950</c:v>
                </c:pt>
                <c:pt idx="1243">
                  <c:v>498900</c:v>
                </c:pt>
                <c:pt idx="1244">
                  <c:v>498800</c:v>
                </c:pt>
                <c:pt idx="1245">
                  <c:v>498550</c:v>
                </c:pt>
                <c:pt idx="1246">
                  <c:v>498325</c:v>
                </c:pt>
                <c:pt idx="1247">
                  <c:v>498100</c:v>
                </c:pt>
                <c:pt idx="1248">
                  <c:v>497275</c:v>
                </c:pt>
                <c:pt idx="1249">
                  <c:v>497050</c:v>
                </c:pt>
                <c:pt idx="1250">
                  <c:v>496450</c:v>
                </c:pt>
                <c:pt idx="1251">
                  <c:v>496150</c:v>
                </c:pt>
                <c:pt idx="1252">
                  <c:v>495750</c:v>
                </c:pt>
                <c:pt idx="1253">
                  <c:v>495600</c:v>
                </c:pt>
                <c:pt idx="1254">
                  <c:v>495250</c:v>
                </c:pt>
                <c:pt idx="1255">
                  <c:v>495100</c:v>
                </c:pt>
                <c:pt idx="1256">
                  <c:v>495000</c:v>
                </c:pt>
                <c:pt idx="1257">
                  <c:v>494300</c:v>
                </c:pt>
                <c:pt idx="1258">
                  <c:v>494000</c:v>
                </c:pt>
                <c:pt idx="1259">
                  <c:v>493050</c:v>
                </c:pt>
                <c:pt idx="1260">
                  <c:v>493050</c:v>
                </c:pt>
                <c:pt idx="1261">
                  <c:v>492950</c:v>
                </c:pt>
                <c:pt idx="1262">
                  <c:v>492750</c:v>
                </c:pt>
                <c:pt idx="1263">
                  <c:v>492150</c:v>
                </c:pt>
                <c:pt idx="1264">
                  <c:v>492050</c:v>
                </c:pt>
                <c:pt idx="1265">
                  <c:v>491600</c:v>
                </c:pt>
                <c:pt idx="1266">
                  <c:v>491250</c:v>
                </c:pt>
                <c:pt idx="1267">
                  <c:v>491250</c:v>
                </c:pt>
                <c:pt idx="1268">
                  <c:v>490800</c:v>
                </c:pt>
                <c:pt idx="1269">
                  <c:v>489850</c:v>
                </c:pt>
                <c:pt idx="1270">
                  <c:v>489700</c:v>
                </c:pt>
                <c:pt idx="1271">
                  <c:v>488750</c:v>
                </c:pt>
                <c:pt idx="1272">
                  <c:v>486625</c:v>
                </c:pt>
                <c:pt idx="1273">
                  <c:v>486600</c:v>
                </c:pt>
                <c:pt idx="1274">
                  <c:v>486400</c:v>
                </c:pt>
                <c:pt idx="1275">
                  <c:v>486300</c:v>
                </c:pt>
                <c:pt idx="1276">
                  <c:v>485275</c:v>
                </c:pt>
                <c:pt idx="1277">
                  <c:v>484500</c:v>
                </c:pt>
                <c:pt idx="1278">
                  <c:v>483900</c:v>
                </c:pt>
                <c:pt idx="1279">
                  <c:v>483100</c:v>
                </c:pt>
                <c:pt idx="1280">
                  <c:v>482900</c:v>
                </c:pt>
                <c:pt idx="1281">
                  <c:v>482650</c:v>
                </c:pt>
                <c:pt idx="1282">
                  <c:v>482250</c:v>
                </c:pt>
                <c:pt idx="1283">
                  <c:v>481700</c:v>
                </c:pt>
                <c:pt idx="1284">
                  <c:v>481300</c:v>
                </c:pt>
                <c:pt idx="1285">
                  <c:v>480550</c:v>
                </c:pt>
                <c:pt idx="1286">
                  <c:v>480500</c:v>
                </c:pt>
                <c:pt idx="1287">
                  <c:v>480500</c:v>
                </c:pt>
                <c:pt idx="1288">
                  <c:v>480100</c:v>
                </c:pt>
                <c:pt idx="1289">
                  <c:v>480000</c:v>
                </c:pt>
                <c:pt idx="1290">
                  <c:v>479400</c:v>
                </c:pt>
                <c:pt idx="1291">
                  <c:v>479050</c:v>
                </c:pt>
                <c:pt idx="1292">
                  <c:v>479000</c:v>
                </c:pt>
                <c:pt idx="1293">
                  <c:v>478650</c:v>
                </c:pt>
                <c:pt idx="1294">
                  <c:v>478150</c:v>
                </c:pt>
                <c:pt idx="1295">
                  <c:v>477700</c:v>
                </c:pt>
                <c:pt idx="1296">
                  <c:v>477700</c:v>
                </c:pt>
                <c:pt idx="1297">
                  <c:v>477525</c:v>
                </c:pt>
                <c:pt idx="1298">
                  <c:v>477350</c:v>
                </c:pt>
                <c:pt idx="1299">
                  <c:v>477050</c:v>
                </c:pt>
                <c:pt idx="1300">
                  <c:v>476950</c:v>
                </c:pt>
                <c:pt idx="1301">
                  <c:v>476900</c:v>
                </c:pt>
                <c:pt idx="1302">
                  <c:v>476850</c:v>
                </c:pt>
                <c:pt idx="1303">
                  <c:v>476700</c:v>
                </c:pt>
                <c:pt idx="1304">
                  <c:v>476650</c:v>
                </c:pt>
                <c:pt idx="1305">
                  <c:v>476350</c:v>
                </c:pt>
                <c:pt idx="1306">
                  <c:v>476125</c:v>
                </c:pt>
                <c:pt idx="1307">
                  <c:v>475950</c:v>
                </c:pt>
                <c:pt idx="1308">
                  <c:v>475650</c:v>
                </c:pt>
                <c:pt idx="1309">
                  <c:v>475200</c:v>
                </c:pt>
                <c:pt idx="1310">
                  <c:v>475190</c:v>
                </c:pt>
                <c:pt idx="1311">
                  <c:v>475100</c:v>
                </c:pt>
                <c:pt idx="1312">
                  <c:v>474800</c:v>
                </c:pt>
                <c:pt idx="1313">
                  <c:v>474775</c:v>
                </c:pt>
                <c:pt idx="1314">
                  <c:v>474400</c:v>
                </c:pt>
                <c:pt idx="1315">
                  <c:v>474200</c:v>
                </c:pt>
                <c:pt idx="1316">
                  <c:v>474150</c:v>
                </c:pt>
                <c:pt idx="1317">
                  <c:v>474000</c:v>
                </c:pt>
                <c:pt idx="1318">
                  <c:v>473250</c:v>
                </c:pt>
                <c:pt idx="1319">
                  <c:v>473100</c:v>
                </c:pt>
                <c:pt idx="1320">
                  <c:v>472850</c:v>
                </c:pt>
                <c:pt idx="1321">
                  <c:v>471750</c:v>
                </c:pt>
                <c:pt idx="1322">
                  <c:v>471250</c:v>
                </c:pt>
                <c:pt idx="1323">
                  <c:v>471125</c:v>
                </c:pt>
                <c:pt idx="1324">
                  <c:v>469850</c:v>
                </c:pt>
                <c:pt idx="1325">
                  <c:v>469600</c:v>
                </c:pt>
                <c:pt idx="1326">
                  <c:v>469550</c:v>
                </c:pt>
                <c:pt idx="1327">
                  <c:v>468950</c:v>
                </c:pt>
                <c:pt idx="1328">
                  <c:v>468750</c:v>
                </c:pt>
                <c:pt idx="1329">
                  <c:v>468700</c:v>
                </c:pt>
                <c:pt idx="1330">
                  <c:v>468400</c:v>
                </c:pt>
                <c:pt idx="1331">
                  <c:v>468400</c:v>
                </c:pt>
                <c:pt idx="1332">
                  <c:v>468400</c:v>
                </c:pt>
                <c:pt idx="1333">
                  <c:v>468200</c:v>
                </c:pt>
                <c:pt idx="1334">
                  <c:v>467750</c:v>
                </c:pt>
                <c:pt idx="1335">
                  <c:v>467675</c:v>
                </c:pt>
                <c:pt idx="1336">
                  <c:v>467350</c:v>
                </c:pt>
                <c:pt idx="1337">
                  <c:v>467250</c:v>
                </c:pt>
                <c:pt idx="1338">
                  <c:v>462900</c:v>
                </c:pt>
                <c:pt idx="1339">
                  <c:v>462350</c:v>
                </c:pt>
                <c:pt idx="1340">
                  <c:v>462300</c:v>
                </c:pt>
                <c:pt idx="1341">
                  <c:v>461350</c:v>
                </c:pt>
                <c:pt idx="1342">
                  <c:v>460550</c:v>
                </c:pt>
                <c:pt idx="1343">
                  <c:v>460400</c:v>
                </c:pt>
                <c:pt idx="1344">
                  <c:v>460250</c:v>
                </c:pt>
                <c:pt idx="1345">
                  <c:v>459350</c:v>
                </c:pt>
                <c:pt idx="1346">
                  <c:v>459000</c:v>
                </c:pt>
                <c:pt idx="1347">
                  <c:v>458750</c:v>
                </c:pt>
                <c:pt idx="1348">
                  <c:v>458100</c:v>
                </c:pt>
                <c:pt idx="1349">
                  <c:v>458000</c:v>
                </c:pt>
                <c:pt idx="1350">
                  <c:v>457650</c:v>
                </c:pt>
                <c:pt idx="1351">
                  <c:v>457550</c:v>
                </c:pt>
                <c:pt idx="1352">
                  <c:v>457450</c:v>
                </c:pt>
                <c:pt idx="1353">
                  <c:v>456950</c:v>
                </c:pt>
                <c:pt idx="1354">
                  <c:v>456900</c:v>
                </c:pt>
                <c:pt idx="1355">
                  <c:v>456550</c:v>
                </c:pt>
                <c:pt idx="1356">
                  <c:v>456400</c:v>
                </c:pt>
                <c:pt idx="1357">
                  <c:v>455550</c:v>
                </c:pt>
                <c:pt idx="1358">
                  <c:v>454650</c:v>
                </c:pt>
                <c:pt idx="1359">
                  <c:v>454400</c:v>
                </c:pt>
                <c:pt idx="1360">
                  <c:v>453900</c:v>
                </c:pt>
                <c:pt idx="1361">
                  <c:v>453500</c:v>
                </c:pt>
                <c:pt idx="1362">
                  <c:v>453450</c:v>
                </c:pt>
                <c:pt idx="1363">
                  <c:v>453450</c:v>
                </c:pt>
                <c:pt idx="1364">
                  <c:v>453100</c:v>
                </c:pt>
                <c:pt idx="1365">
                  <c:v>452975</c:v>
                </c:pt>
                <c:pt idx="1366">
                  <c:v>452900</c:v>
                </c:pt>
                <c:pt idx="1367">
                  <c:v>451900</c:v>
                </c:pt>
                <c:pt idx="1368">
                  <c:v>451450</c:v>
                </c:pt>
                <c:pt idx="1369">
                  <c:v>450800</c:v>
                </c:pt>
                <c:pt idx="1370">
                  <c:v>450350</c:v>
                </c:pt>
                <c:pt idx="1371">
                  <c:v>449900</c:v>
                </c:pt>
                <c:pt idx="1372">
                  <c:v>449150</c:v>
                </c:pt>
                <c:pt idx="1373">
                  <c:v>448900</c:v>
                </c:pt>
                <c:pt idx="1374">
                  <c:v>448700</c:v>
                </c:pt>
                <c:pt idx="1375">
                  <c:v>448350</c:v>
                </c:pt>
                <c:pt idx="1376">
                  <c:v>448250</c:v>
                </c:pt>
                <c:pt idx="1377">
                  <c:v>447600</c:v>
                </c:pt>
                <c:pt idx="1378">
                  <c:v>447550</c:v>
                </c:pt>
                <c:pt idx="1379">
                  <c:v>446900</c:v>
                </c:pt>
                <c:pt idx="1380">
                  <c:v>446700</c:v>
                </c:pt>
                <c:pt idx="1381">
                  <c:v>445175</c:v>
                </c:pt>
                <c:pt idx="1382">
                  <c:v>445050</c:v>
                </c:pt>
                <c:pt idx="1383">
                  <c:v>444700</c:v>
                </c:pt>
                <c:pt idx="1384">
                  <c:v>444700</c:v>
                </c:pt>
                <c:pt idx="1385">
                  <c:v>444550</c:v>
                </c:pt>
                <c:pt idx="1386">
                  <c:v>444140</c:v>
                </c:pt>
                <c:pt idx="1387">
                  <c:v>443550</c:v>
                </c:pt>
                <c:pt idx="1388">
                  <c:v>442400</c:v>
                </c:pt>
                <c:pt idx="1389">
                  <c:v>441950</c:v>
                </c:pt>
                <c:pt idx="1390">
                  <c:v>441650</c:v>
                </c:pt>
                <c:pt idx="1391">
                  <c:v>441600</c:v>
                </c:pt>
                <c:pt idx="1392">
                  <c:v>441500</c:v>
                </c:pt>
                <c:pt idx="1393">
                  <c:v>441500</c:v>
                </c:pt>
                <c:pt idx="1394">
                  <c:v>440800</c:v>
                </c:pt>
                <c:pt idx="1395">
                  <c:v>440500</c:v>
                </c:pt>
                <c:pt idx="1396">
                  <c:v>440500</c:v>
                </c:pt>
                <c:pt idx="1397">
                  <c:v>440200</c:v>
                </c:pt>
                <c:pt idx="1398">
                  <c:v>440100</c:v>
                </c:pt>
                <c:pt idx="1399">
                  <c:v>439400</c:v>
                </c:pt>
                <c:pt idx="1400">
                  <c:v>439350</c:v>
                </c:pt>
                <c:pt idx="1401">
                  <c:v>439150</c:v>
                </c:pt>
                <c:pt idx="1402">
                  <c:v>438625</c:v>
                </c:pt>
                <c:pt idx="1403">
                  <c:v>438500</c:v>
                </c:pt>
                <c:pt idx="1404">
                  <c:v>438450</c:v>
                </c:pt>
                <c:pt idx="1405">
                  <c:v>438300</c:v>
                </c:pt>
                <c:pt idx="1406">
                  <c:v>438200</c:v>
                </c:pt>
                <c:pt idx="1407">
                  <c:v>437400</c:v>
                </c:pt>
                <c:pt idx="1408">
                  <c:v>437250</c:v>
                </c:pt>
                <c:pt idx="1409">
                  <c:v>436950</c:v>
                </c:pt>
                <c:pt idx="1410">
                  <c:v>436700</c:v>
                </c:pt>
                <c:pt idx="1411">
                  <c:v>436450</c:v>
                </c:pt>
                <c:pt idx="1412">
                  <c:v>435800</c:v>
                </c:pt>
                <c:pt idx="1413">
                  <c:v>435600</c:v>
                </c:pt>
                <c:pt idx="1414">
                  <c:v>435050</c:v>
                </c:pt>
                <c:pt idx="1415">
                  <c:v>434600</c:v>
                </c:pt>
                <c:pt idx="1416">
                  <c:v>434550</c:v>
                </c:pt>
                <c:pt idx="1417">
                  <c:v>433800</c:v>
                </c:pt>
                <c:pt idx="1418">
                  <c:v>432400</c:v>
                </c:pt>
                <c:pt idx="1419">
                  <c:v>432350</c:v>
                </c:pt>
                <c:pt idx="1420">
                  <c:v>432300</c:v>
                </c:pt>
                <c:pt idx="1421">
                  <c:v>431850</c:v>
                </c:pt>
                <c:pt idx="1422">
                  <c:v>431450</c:v>
                </c:pt>
                <c:pt idx="1423">
                  <c:v>430850</c:v>
                </c:pt>
                <c:pt idx="1424">
                  <c:v>430700</c:v>
                </c:pt>
                <c:pt idx="1425">
                  <c:v>430600</c:v>
                </c:pt>
                <c:pt idx="1426">
                  <c:v>430550</c:v>
                </c:pt>
                <c:pt idx="1427">
                  <c:v>430400</c:v>
                </c:pt>
                <c:pt idx="1428">
                  <c:v>430000</c:v>
                </c:pt>
                <c:pt idx="1429">
                  <c:v>429900</c:v>
                </c:pt>
                <c:pt idx="1430">
                  <c:v>428900</c:v>
                </c:pt>
                <c:pt idx="1431">
                  <c:v>428200</c:v>
                </c:pt>
                <c:pt idx="1432">
                  <c:v>427901</c:v>
                </c:pt>
                <c:pt idx="1433">
                  <c:v>427700</c:v>
                </c:pt>
                <c:pt idx="1434">
                  <c:v>426725</c:v>
                </c:pt>
                <c:pt idx="1435">
                  <c:v>426650</c:v>
                </c:pt>
                <c:pt idx="1436">
                  <c:v>426600</c:v>
                </c:pt>
                <c:pt idx="1437">
                  <c:v>426000</c:v>
                </c:pt>
                <c:pt idx="1438">
                  <c:v>425750</c:v>
                </c:pt>
                <c:pt idx="1439">
                  <c:v>425600</c:v>
                </c:pt>
                <c:pt idx="1440">
                  <c:v>425600</c:v>
                </c:pt>
                <c:pt idx="1441">
                  <c:v>425300</c:v>
                </c:pt>
                <c:pt idx="1442">
                  <c:v>425150</c:v>
                </c:pt>
                <c:pt idx="1443">
                  <c:v>424725</c:v>
                </c:pt>
                <c:pt idx="1444">
                  <c:v>423800</c:v>
                </c:pt>
                <c:pt idx="1445">
                  <c:v>423700</c:v>
                </c:pt>
                <c:pt idx="1446">
                  <c:v>423400</c:v>
                </c:pt>
                <c:pt idx="1447">
                  <c:v>422800</c:v>
                </c:pt>
                <c:pt idx="1448">
                  <c:v>422650</c:v>
                </c:pt>
                <c:pt idx="1449">
                  <c:v>421650</c:v>
                </c:pt>
                <c:pt idx="1450">
                  <c:v>420900</c:v>
                </c:pt>
                <c:pt idx="1451">
                  <c:v>420350</c:v>
                </c:pt>
                <c:pt idx="1452">
                  <c:v>420350</c:v>
                </c:pt>
                <c:pt idx="1453">
                  <c:v>420300</c:v>
                </c:pt>
                <c:pt idx="1454">
                  <c:v>419700</c:v>
                </c:pt>
                <c:pt idx="1455">
                  <c:v>418050</c:v>
                </c:pt>
                <c:pt idx="1456">
                  <c:v>418000</c:v>
                </c:pt>
                <c:pt idx="1457">
                  <c:v>417850</c:v>
                </c:pt>
                <c:pt idx="1458">
                  <c:v>417650</c:v>
                </c:pt>
                <c:pt idx="1459">
                  <c:v>417200</c:v>
                </c:pt>
                <c:pt idx="1460">
                  <c:v>416500</c:v>
                </c:pt>
                <c:pt idx="1461">
                  <c:v>416050</c:v>
                </c:pt>
                <c:pt idx="1462">
                  <c:v>414950</c:v>
                </c:pt>
                <c:pt idx="1463">
                  <c:v>414800</c:v>
                </c:pt>
                <c:pt idx="1464">
                  <c:v>414750</c:v>
                </c:pt>
                <c:pt idx="1465">
                  <c:v>414000</c:v>
                </c:pt>
                <c:pt idx="1466">
                  <c:v>413400</c:v>
                </c:pt>
                <c:pt idx="1467">
                  <c:v>412850</c:v>
                </c:pt>
                <c:pt idx="1468">
                  <c:v>412350</c:v>
                </c:pt>
                <c:pt idx="1469">
                  <c:v>411400</c:v>
                </c:pt>
                <c:pt idx="1470">
                  <c:v>410900</c:v>
                </c:pt>
                <c:pt idx="1471">
                  <c:v>410900</c:v>
                </c:pt>
                <c:pt idx="1472">
                  <c:v>410750</c:v>
                </c:pt>
                <c:pt idx="1473">
                  <c:v>409600</c:v>
                </c:pt>
                <c:pt idx="1474">
                  <c:v>407900</c:v>
                </c:pt>
                <c:pt idx="1475">
                  <c:v>407850</c:v>
                </c:pt>
                <c:pt idx="1476">
                  <c:v>407700</c:v>
                </c:pt>
                <c:pt idx="1477">
                  <c:v>405600</c:v>
                </c:pt>
                <c:pt idx="1478">
                  <c:v>405250</c:v>
                </c:pt>
                <c:pt idx="1479">
                  <c:v>405050</c:v>
                </c:pt>
                <c:pt idx="1480">
                  <c:v>404750</c:v>
                </c:pt>
                <c:pt idx="1481">
                  <c:v>404650</c:v>
                </c:pt>
                <c:pt idx="1482">
                  <c:v>404550</c:v>
                </c:pt>
                <c:pt idx="1483">
                  <c:v>404500</c:v>
                </c:pt>
                <c:pt idx="1484">
                  <c:v>404350</c:v>
                </c:pt>
                <c:pt idx="1485">
                  <c:v>404000</c:v>
                </c:pt>
                <c:pt idx="1486">
                  <c:v>403450</c:v>
                </c:pt>
                <c:pt idx="1487">
                  <c:v>403400</c:v>
                </c:pt>
                <c:pt idx="1488">
                  <c:v>401875</c:v>
                </c:pt>
                <c:pt idx="1489">
                  <c:v>401250</c:v>
                </c:pt>
                <c:pt idx="1490">
                  <c:v>400600</c:v>
                </c:pt>
                <c:pt idx="1491">
                  <c:v>400100</c:v>
                </c:pt>
                <c:pt idx="1492">
                  <c:v>399250</c:v>
                </c:pt>
                <c:pt idx="1493">
                  <c:v>398350</c:v>
                </c:pt>
                <c:pt idx="1494">
                  <c:v>397950</c:v>
                </c:pt>
                <c:pt idx="1495">
                  <c:v>397900</c:v>
                </c:pt>
                <c:pt idx="1496">
                  <c:v>397325</c:v>
                </c:pt>
                <c:pt idx="1497">
                  <c:v>396800</c:v>
                </c:pt>
                <c:pt idx="1498">
                  <c:v>396700</c:v>
                </c:pt>
                <c:pt idx="1499">
                  <c:v>396650</c:v>
                </c:pt>
                <c:pt idx="1500">
                  <c:v>396450</c:v>
                </c:pt>
                <c:pt idx="1501">
                  <c:v>396350</c:v>
                </c:pt>
                <c:pt idx="1502">
                  <c:v>396038</c:v>
                </c:pt>
                <c:pt idx="1503">
                  <c:v>394850</c:v>
                </c:pt>
                <c:pt idx="1504">
                  <c:v>394800</c:v>
                </c:pt>
                <c:pt idx="1505">
                  <c:v>394600</c:v>
                </c:pt>
                <c:pt idx="1506">
                  <c:v>392850</c:v>
                </c:pt>
                <c:pt idx="1507">
                  <c:v>392850</c:v>
                </c:pt>
                <c:pt idx="1508">
                  <c:v>392750</c:v>
                </c:pt>
                <c:pt idx="1509">
                  <c:v>392300</c:v>
                </c:pt>
                <c:pt idx="1510">
                  <c:v>392100</c:v>
                </c:pt>
                <c:pt idx="1511">
                  <c:v>391700</c:v>
                </c:pt>
                <c:pt idx="1512">
                  <c:v>391200</c:v>
                </c:pt>
                <c:pt idx="1513">
                  <c:v>390600</c:v>
                </c:pt>
                <c:pt idx="1514">
                  <c:v>390500</c:v>
                </c:pt>
                <c:pt idx="1515">
                  <c:v>390500</c:v>
                </c:pt>
                <c:pt idx="1516">
                  <c:v>389350</c:v>
                </c:pt>
                <c:pt idx="1517">
                  <c:v>389350</c:v>
                </c:pt>
                <c:pt idx="1518">
                  <c:v>388700</c:v>
                </c:pt>
                <c:pt idx="1519">
                  <c:v>388050</c:v>
                </c:pt>
                <c:pt idx="1520">
                  <c:v>387500</c:v>
                </c:pt>
                <c:pt idx="1521">
                  <c:v>387500</c:v>
                </c:pt>
                <c:pt idx="1522">
                  <c:v>387500</c:v>
                </c:pt>
                <c:pt idx="1523">
                  <c:v>387300</c:v>
                </c:pt>
                <c:pt idx="1524">
                  <c:v>387200</c:v>
                </c:pt>
                <c:pt idx="1525">
                  <c:v>387200</c:v>
                </c:pt>
                <c:pt idx="1526">
                  <c:v>387200</c:v>
                </c:pt>
                <c:pt idx="1527">
                  <c:v>387150</c:v>
                </c:pt>
                <c:pt idx="1528">
                  <c:v>386900</c:v>
                </c:pt>
                <c:pt idx="1529">
                  <c:v>386600</c:v>
                </c:pt>
                <c:pt idx="1530">
                  <c:v>386550</c:v>
                </c:pt>
                <c:pt idx="1531">
                  <c:v>386500</c:v>
                </c:pt>
                <c:pt idx="1532">
                  <c:v>385400</c:v>
                </c:pt>
                <c:pt idx="1533">
                  <c:v>384950</c:v>
                </c:pt>
                <c:pt idx="1534">
                  <c:v>384800</c:v>
                </c:pt>
                <c:pt idx="1535">
                  <c:v>383800</c:v>
                </c:pt>
                <c:pt idx="1536">
                  <c:v>383750</c:v>
                </c:pt>
                <c:pt idx="1537">
                  <c:v>383650</c:v>
                </c:pt>
                <c:pt idx="1538">
                  <c:v>383350</c:v>
                </c:pt>
                <c:pt idx="1539">
                  <c:v>383200</c:v>
                </c:pt>
                <c:pt idx="1540">
                  <c:v>382775</c:v>
                </c:pt>
                <c:pt idx="1541">
                  <c:v>382750</c:v>
                </c:pt>
                <c:pt idx="1542">
                  <c:v>382700</c:v>
                </c:pt>
                <c:pt idx="1543">
                  <c:v>382000</c:v>
                </c:pt>
                <c:pt idx="1544">
                  <c:v>381400</c:v>
                </c:pt>
                <c:pt idx="1545">
                  <c:v>381100</c:v>
                </c:pt>
                <c:pt idx="1546">
                  <c:v>380800</c:v>
                </c:pt>
                <c:pt idx="1547">
                  <c:v>380300</c:v>
                </c:pt>
                <c:pt idx="1548">
                  <c:v>380250</c:v>
                </c:pt>
                <c:pt idx="1549">
                  <c:v>380100</c:v>
                </c:pt>
                <c:pt idx="1550">
                  <c:v>380050</c:v>
                </c:pt>
                <c:pt idx="1551">
                  <c:v>379800</c:v>
                </c:pt>
                <c:pt idx="1552">
                  <c:v>379000</c:v>
                </c:pt>
                <c:pt idx="1553">
                  <c:v>378900</c:v>
                </c:pt>
                <c:pt idx="1554">
                  <c:v>378350</c:v>
                </c:pt>
                <c:pt idx="1555">
                  <c:v>378300</c:v>
                </c:pt>
                <c:pt idx="1556">
                  <c:v>378200</c:v>
                </c:pt>
                <c:pt idx="1557">
                  <c:v>377950</c:v>
                </c:pt>
                <c:pt idx="1558">
                  <c:v>377600</c:v>
                </c:pt>
                <c:pt idx="1559">
                  <c:v>377500</c:v>
                </c:pt>
                <c:pt idx="1560">
                  <c:v>377500</c:v>
                </c:pt>
                <c:pt idx="1561">
                  <c:v>377450</c:v>
                </c:pt>
                <c:pt idx="1562">
                  <c:v>377100</c:v>
                </c:pt>
                <c:pt idx="1563">
                  <c:v>376950</c:v>
                </c:pt>
                <c:pt idx="1564">
                  <c:v>376350</c:v>
                </c:pt>
                <c:pt idx="1565">
                  <c:v>376075</c:v>
                </c:pt>
                <c:pt idx="1566">
                  <c:v>375600</c:v>
                </c:pt>
                <c:pt idx="1567">
                  <c:v>374900</c:v>
                </c:pt>
                <c:pt idx="1568">
                  <c:v>374800</c:v>
                </c:pt>
                <c:pt idx="1569">
                  <c:v>374600</c:v>
                </c:pt>
                <c:pt idx="1570">
                  <c:v>374450</c:v>
                </c:pt>
                <c:pt idx="1571">
                  <c:v>374400</c:v>
                </c:pt>
                <c:pt idx="1572">
                  <c:v>374200</c:v>
                </c:pt>
                <c:pt idx="1573">
                  <c:v>374200</c:v>
                </c:pt>
                <c:pt idx="1574">
                  <c:v>374100</c:v>
                </c:pt>
                <c:pt idx="1575">
                  <c:v>374075</c:v>
                </c:pt>
                <c:pt idx="1576">
                  <c:v>373950</c:v>
                </c:pt>
                <c:pt idx="1577">
                  <c:v>373700</c:v>
                </c:pt>
                <c:pt idx="1578">
                  <c:v>373500</c:v>
                </c:pt>
                <c:pt idx="1579">
                  <c:v>373500</c:v>
                </c:pt>
                <c:pt idx="1580">
                  <c:v>373450</c:v>
                </c:pt>
                <c:pt idx="1581">
                  <c:v>372650</c:v>
                </c:pt>
                <c:pt idx="1582">
                  <c:v>372600</c:v>
                </c:pt>
                <c:pt idx="1583">
                  <c:v>372550</c:v>
                </c:pt>
                <c:pt idx="1584">
                  <c:v>372500</c:v>
                </c:pt>
                <c:pt idx="1585">
                  <c:v>372000</c:v>
                </c:pt>
                <c:pt idx="1586">
                  <c:v>371900</c:v>
                </c:pt>
                <c:pt idx="1587">
                  <c:v>371800</c:v>
                </c:pt>
                <c:pt idx="1588">
                  <c:v>371200</c:v>
                </c:pt>
                <c:pt idx="1589">
                  <c:v>371100</c:v>
                </c:pt>
                <c:pt idx="1590">
                  <c:v>371050</c:v>
                </c:pt>
                <c:pt idx="1591">
                  <c:v>370700</c:v>
                </c:pt>
                <c:pt idx="1592">
                  <c:v>370600</c:v>
                </c:pt>
                <c:pt idx="1593">
                  <c:v>370550</c:v>
                </c:pt>
                <c:pt idx="1594">
                  <c:v>370050</c:v>
                </c:pt>
                <c:pt idx="1595">
                  <c:v>369500</c:v>
                </c:pt>
                <c:pt idx="1596">
                  <c:v>369000</c:v>
                </c:pt>
                <c:pt idx="1597">
                  <c:v>368700</c:v>
                </c:pt>
                <c:pt idx="1598">
                  <c:v>368350</c:v>
                </c:pt>
                <c:pt idx="1599">
                  <c:v>366750</c:v>
                </c:pt>
                <c:pt idx="1600">
                  <c:v>366250</c:v>
                </c:pt>
                <c:pt idx="1601">
                  <c:v>365800</c:v>
                </c:pt>
                <c:pt idx="1602">
                  <c:v>365450</c:v>
                </c:pt>
                <c:pt idx="1603">
                  <c:v>365300</c:v>
                </c:pt>
                <c:pt idx="1604">
                  <c:v>365000</c:v>
                </c:pt>
                <c:pt idx="1605">
                  <c:v>362800</c:v>
                </c:pt>
                <c:pt idx="1606">
                  <c:v>362450</c:v>
                </c:pt>
                <c:pt idx="1607">
                  <c:v>362450</c:v>
                </c:pt>
                <c:pt idx="1608">
                  <c:v>362400</c:v>
                </c:pt>
                <c:pt idx="1609">
                  <c:v>362400</c:v>
                </c:pt>
                <c:pt idx="1610">
                  <c:v>361550</c:v>
                </c:pt>
                <c:pt idx="1611">
                  <c:v>361100</c:v>
                </c:pt>
                <c:pt idx="1612">
                  <c:v>361050</c:v>
                </c:pt>
                <c:pt idx="1613">
                  <c:v>361000</c:v>
                </c:pt>
                <c:pt idx="1614">
                  <c:v>361000</c:v>
                </c:pt>
                <c:pt idx="1615">
                  <c:v>360700</c:v>
                </c:pt>
                <c:pt idx="1616">
                  <c:v>359800</c:v>
                </c:pt>
                <c:pt idx="1617">
                  <c:v>359750</c:v>
                </c:pt>
                <c:pt idx="1618">
                  <c:v>359600</c:v>
                </c:pt>
                <c:pt idx="1619">
                  <c:v>359300</c:v>
                </c:pt>
                <c:pt idx="1620">
                  <c:v>359200</c:v>
                </c:pt>
                <c:pt idx="1621">
                  <c:v>359200</c:v>
                </c:pt>
                <c:pt idx="1622">
                  <c:v>358850</c:v>
                </c:pt>
                <c:pt idx="1623">
                  <c:v>358800</c:v>
                </c:pt>
                <c:pt idx="1624">
                  <c:v>358600</c:v>
                </c:pt>
                <c:pt idx="1625">
                  <c:v>357850</c:v>
                </c:pt>
                <c:pt idx="1626">
                  <c:v>357800</c:v>
                </c:pt>
                <c:pt idx="1627">
                  <c:v>357450</c:v>
                </c:pt>
                <c:pt idx="1628">
                  <c:v>357300</c:v>
                </c:pt>
                <c:pt idx="1629">
                  <c:v>357000</c:v>
                </c:pt>
                <c:pt idx="1630">
                  <c:v>356450</c:v>
                </c:pt>
                <c:pt idx="1631">
                  <c:v>356300</c:v>
                </c:pt>
                <c:pt idx="1632">
                  <c:v>355900</c:v>
                </c:pt>
                <c:pt idx="1633">
                  <c:v>355600</c:v>
                </c:pt>
                <c:pt idx="1634">
                  <c:v>355450</c:v>
                </c:pt>
                <c:pt idx="1635">
                  <c:v>355100</c:v>
                </c:pt>
                <c:pt idx="1636">
                  <c:v>354900</c:v>
                </c:pt>
                <c:pt idx="1637">
                  <c:v>354825</c:v>
                </c:pt>
                <c:pt idx="1638">
                  <c:v>354800</c:v>
                </c:pt>
                <c:pt idx="1639">
                  <c:v>354500</c:v>
                </c:pt>
                <c:pt idx="1640">
                  <c:v>354200</c:v>
                </c:pt>
                <c:pt idx="1641">
                  <c:v>354100</c:v>
                </c:pt>
                <c:pt idx="1642">
                  <c:v>354075</c:v>
                </c:pt>
                <c:pt idx="1643">
                  <c:v>354050</c:v>
                </c:pt>
                <c:pt idx="1644">
                  <c:v>354000</c:v>
                </c:pt>
                <c:pt idx="1645">
                  <c:v>353650</c:v>
                </c:pt>
                <c:pt idx="1646">
                  <c:v>353400</c:v>
                </c:pt>
                <c:pt idx="1647">
                  <c:v>352500</c:v>
                </c:pt>
                <c:pt idx="1648">
                  <c:v>352150</c:v>
                </c:pt>
                <c:pt idx="1649">
                  <c:v>351950</c:v>
                </c:pt>
                <c:pt idx="1650">
                  <c:v>351800</c:v>
                </c:pt>
                <c:pt idx="1651">
                  <c:v>351200</c:v>
                </c:pt>
                <c:pt idx="1652">
                  <c:v>351100</c:v>
                </c:pt>
                <c:pt idx="1653">
                  <c:v>350650</c:v>
                </c:pt>
                <c:pt idx="1654">
                  <c:v>350300</c:v>
                </c:pt>
                <c:pt idx="1655">
                  <c:v>350250</c:v>
                </c:pt>
                <c:pt idx="1656">
                  <c:v>350150</c:v>
                </c:pt>
                <c:pt idx="1657">
                  <c:v>350100</c:v>
                </c:pt>
                <c:pt idx="1658">
                  <c:v>349900</c:v>
                </c:pt>
                <c:pt idx="1659">
                  <c:v>349800</c:v>
                </c:pt>
                <c:pt idx="1660">
                  <c:v>349550</c:v>
                </c:pt>
                <c:pt idx="1661">
                  <c:v>349300</c:v>
                </c:pt>
                <c:pt idx="1662">
                  <c:v>348900</c:v>
                </c:pt>
                <c:pt idx="1663">
                  <c:v>348100</c:v>
                </c:pt>
                <c:pt idx="1664">
                  <c:v>348050</c:v>
                </c:pt>
                <c:pt idx="1665">
                  <c:v>347900</c:v>
                </c:pt>
                <c:pt idx="1666">
                  <c:v>347500</c:v>
                </c:pt>
                <c:pt idx="1667">
                  <c:v>347150</c:v>
                </c:pt>
                <c:pt idx="1668">
                  <c:v>346800</c:v>
                </c:pt>
                <c:pt idx="1669">
                  <c:v>346250</c:v>
                </c:pt>
                <c:pt idx="1670">
                  <c:v>346250</c:v>
                </c:pt>
                <c:pt idx="1671">
                  <c:v>345950</c:v>
                </c:pt>
                <c:pt idx="1672">
                  <c:v>345800</c:v>
                </c:pt>
                <c:pt idx="1673">
                  <c:v>345500</c:v>
                </c:pt>
                <c:pt idx="1674">
                  <c:v>345200</c:v>
                </c:pt>
                <c:pt idx="1675">
                  <c:v>345100</c:v>
                </c:pt>
                <c:pt idx="1676">
                  <c:v>344800</c:v>
                </c:pt>
                <c:pt idx="1677">
                  <c:v>344300</c:v>
                </c:pt>
                <c:pt idx="1678">
                  <c:v>344100</c:v>
                </c:pt>
                <c:pt idx="1679">
                  <c:v>344000</c:v>
                </c:pt>
                <c:pt idx="1680">
                  <c:v>343700</c:v>
                </c:pt>
                <c:pt idx="1681">
                  <c:v>343700</c:v>
                </c:pt>
                <c:pt idx="1682">
                  <c:v>342900</c:v>
                </c:pt>
                <c:pt idx="1683">
                  <c:v>342900</c:v>
                </c:pt>
                <c:pt idx="1684">
                  <c:v>342500</c:v>
                </c:pt>
                <c:pt idx="1685">
                  <c:v>342250</c:v>
                </c:pt>
                <c:pt idx="1686">
                  <c:v>341900</c:v>
                </c:pt>
                <c:pt idx="1687">
                  <c:v>341850</c:v>
                </c:pt>
                <c:pt idx="1688">
                  <c:v>341300</c:v>
                </c:pt>
                <c:pt idx="1689">
                  <c:v>341250</c:v>
                </c:pt>
                <c:pt idx="1690">
                  <c:v>341250</c:v>
                </c:pt>
                <c:pt idx="1691">
                  <c:v>341100</c:v>
                </c:pt>
                <c:pt idx="1692">
                  <c:v>340700</c:v>
                </c:pt>
                <c:pt idx="1693">
                  <c:v>340250</c:v>
                </c:pt>
                <c:pt idx="1694">
                  <c:v>340100</c:v>
                </c:pt>
                <c:pt idx="1695">
                  <c:v>339850</c:v>
                </c:pt>
                <c:pt idx="1696">
                  <c:v>339800</c:v>
                </c:pt>
                <c:pt idx="1697">
                  <c:v>339750</c:v>
                </c:pt>
                <c:pt idx="1698">
                  <c:v>339325</c:v>
                </c:pt>
                <c:pt idx="1699">
                  <c:v>339250</c:v>
                </c:pt>
                <c:pt idx="1700">
                  <c:v>339100</c:v>
                </c:pt>
                <c:pt idx="1701">
                  <c:v>339000</c:v>
                </c:pt>
                <c:pt idx="1702">
                  <c:v>339000</c:v>
                </c:pt>
                <c:pt idx="1703">
                  <c:v>338850</c:v>
                </c:pt>
                <c:pt idx="1704">
                  <c:v>338450</c:v>
                </c:pt>
                <c:pt idx="1705">
                  <c:v>338050</c:v>
                </c:pt>
                <c:pt idx="1706">
                  <c:v>337850</c:v>
                </c:pt>
                <c:pt idx="1707">
                  <c:v>337750</c:v>
                </c:pt>
                <c:pt idx="1708">
                  <c:v>336950</c:v>
                </c:pt>
                <c:pt idx="1709">
                  <c:v>336950</c:v>
                </c:pt>
                <c:pt idx="1710">
                  <c:v>336750</c:v>
                </c:pt>
                <c:pt idx="1711">
                  <c:v>336600</c:v>
                </c:pt>
                <c:pt idx="1712">
                  <c:v>336200</c:v>
                </c:pt>
                <c:pt idx="1713">
                  <c:v>336200</c:v>
                </c:pt>
                <c:pt idx="1714">
                  <c:v>335500</c:v>
                </c:pt>
                <c:pt idx="1715">
                  <c:v>335450</c:v>
                </c:pt>
                <c:pt idx="1716">
                  <c:v>334300</c:v>
                </c:pt>
                <c:pt idx="1717">
                  <c:v>334050</c:v>
                </c:pt>
                <c:pt idx="1718">
                  <c:v>334000</c:v>
                </c:pt>
                <c:pt idx="1719">
                  <c:v>333850</c:v>
                </c:pt>
                <c:pt idx="1720">
                  <c:v>333400</c:v>
                </c:pt>
                <c:pt idx="1721">
                  <c:v>333150</c:v>
                </c:pt>
                <c:pt idx="1722">
                  <c:v>333000</c:v>
                </c:pt>
                <c:pt idx="1723">
                  <c:v>332550</c:v>
                </c:pt>
                <c:pt idx="1724">
                  <c:v>332400</c:v>
                </c:pt>
                <c:pt idx="1725">
                  <c:v>332350</c:v>
                </c:pt>
                <c:pt idx="1726">
                  <c:v>331700</c:v>
                </c:pt>
                <c:pt idx="1727">
                  <c:v>331650</c:v>
                </c:pt>
                <c:pt idx="1728">
                  <c:v>331500</c:v>
                </c:pt>
                <c:pt idx="1729">
                  <c:v>329900</c:v>
                </c:pt>
                <c:pt idx="1730">
                  <c:v>329500</c:v>
                </c:pt>
                <c:pt idx="1731">
                  <c:v>329300</c:v>
                </c:pt>
                <c:pt idx="1732">
                  <c:v>328750</c:v>
                </c:pt>
                <c:pt idx="1733">
                  <c:v>328500</c:v>
                </c:pt>
                <c:pt idx="1734">
                  <c:v>327800</c:v>
                </c:pt>
                <c:pt idx="1735">
                  <c:v>327750</c:v>
                </c:pt>
                <c:pt idx="1736">
                  <c:v>327600</c:v>
                </c:pt>
                <c:pt idx="1737">
                  <c:v>327100</c:v>
                </c:pt>
                <c:pt idx="1738">
                  <c:v>325600</c:v>
                </c:pt>
                <c:pt idx="1739">
                  <c:v>324500</c:v>
                </c:pt>
                <c:pt idx="1740">
                  <c:v>324300</c:v>
                </c:pt>
                <c:pt idx="1741">
                  <c:v>324000</c:v>
                </c:pt>
                <c:pt idx="1742">
                  <c:v>323900</c:v>
                </c:pt>
                <c:pt idx="1743">
                  <c:v>323800</c:v>
                </c:pt>
                <c:pt idx="1744">
                  <c:v>323775</c:v>
                </c:pt>
                <c:pt idx="1745">
                  <c:v>323550</c:v>
                </c:pt>
                <c:pt idx="1746">
                  <c:v>323400</c:v>
                </c:pt>
                <c:pt idx="1747">
                  <c:v>323300</c:v>
                </c:pt>
                <c:pt idx="1748">
                  <c:v>323200</c:v>
                </c:pt>
                <c:pt idx="1749">
                  <c:v>323200</c:v>
                </c:pt>
                <c:pt idx="1750">
                  <c:v>323100</c:v>
                </c:pt>
                <c:pt idx="1751">
                  <c:v>322700</c:v>
                </c:pt>
                <c:pt idx="1752">
                  <c:v>322450</c:v>
                </c:pt>
                <c:pt idx="1753">
                  <c:v>322300</c:v>
                </c:pt>
                <c:pt idx="1754">
                  <c:v>322150</c:v>
                </c:pt>
                <c:pt idx="1755">
                  <c:v>321750</c:v>
                </c:pt>
                <c:pt idx="1756">
                  <c:v>321500</c:v>
                </c:pt>
                <c:pt idx="1757">
                  <c:v>321400</c:v>
                </c:pt>
                <c:pt idx="1758">
                  <c:v>321350</c:v>
                </c:pt>
                <c:pt idx="1759">
                  <c:v>321300</c:v>
                </c:pt>
                <c:pt idx="1760">
                  <c:v>321300</c:v>
                </c:pt>
                <c:pt idx="1761">
                  <c:v>320975</c:v>
                </c:pt>
                <c:pt idx="1762">
                  <c:v>320750</c:v>
                </c:pt>
                <c:pt idx="1763">
                  <c:v>320750</c:v>
                </c:pt>
                <c:pt idx="1764">
                  <c:v>320600</c:v>
                </c:pt>
                <c:pt idx="1765">
                  <c:v>320500</c:v>
                </c:pt>
                <c:pt idx="1766">
                  <c:v>320300</c:v>
                </c:pt>
                <c:pt idx="1767">
                  <c:v>320000</c:v>
                </c:pt>
                <c:pt idx="1768">
                  <c:v>319800</c:v>
                </c:pt>
                <c:pt idx="1769">
                  <c:v>319700</c:v>
                </c:pt>
                <c:pt idx="1770">
                  <c:v>319350</c:v>
                </c:pt>
                <c:pt idx="1771">
                  <c:v>319200</c:v>
                </c:pt>
                <c:pt idx="1772">
                  <c:v>318900</c:v>
                </c:pt>
                <c:pt idx="1773">
                  <c:v>318850</c:v>
                </c:pt>
                <c:pt idx="1774">
                  <c:v>318700</c:v>
                </c:pt>
                <c:pt idx="1775">
                  <c:v>317650</c:v>
                </c:pt>
                <c:pt idx="1776">
                  <c:v>317350</c:v>
                </c:pt>
                <c:pt idx="1777">
                  <c:v>317300</c:v>
                </c:pt>
                <c:pt idx="1778">
                  <c:v>317150</c:v>
                </c:pt>
                <c:pt idx="1779">
                  <c:v>317100</c:v>
                </c:pt>
                <c:pt idx="1780">
                  <c:v>316100</c:v>
                </c:pt>
                <c:pt idx="1781">
                  <c:v>315650</c:v>
                </c:pt>
                <c:pt idx="1782">
                  <c:v>315600</c:v>
                </c:pt>
                <c:pt idx="1783">
                  <c:v>315600</c:v>
                </c:pt>
                <c:pt idx="1784">
                  <c:v>314900</c:v>
                </c:pt>
                <c:pt idx="1785">
                  <c:v>314800</c:v>
                </c:pt>
                <c:pt idx="1786">
                  <c:v>314600</c:v>
                </c:pt>
                <c:pt idx="1787">
                  <c:v>314250</c:v>
                </c:pt>
                <c:pt idx="1788">
                  <c:v>314200</c:v>
                </c:pt>
                <c:pt idx="1789">
                  <c:v>314100</c:v>
                </c:pt>
                <c:pt idx="1790">
                  <c:v>314100</c:v>
                </c:pt>
                <c:pt idx="1791">
                  <c:v>313700</c:v>
                </c:pt>
                <c:pt idx="1792">
                  <c:v>313400</c:v>
                </c:pt>
                <c:pt idx="1793">
                  <c:v>312850</c:v>
                </c:pt>
                <c:pt idx="1794">
                  <c:v>312750</c:v>
                </c:pt>
                <c:pt idx="1795">
                  <c:v>312550</c:v>
                </c:pt>
                <c:pt idx="1796">
                  <c:v>312250</c:v>
                </c:pt>
                <c:pt idx="1797">
                  <c:v>312200</c:v>
                </c:pt>
                <c:pt idx="1798">
                  <c:v>312100</c:v>
                </c:pt>
                <c:pt idx="1799">
                  <c:v>311900</c:v>
                </c:pt>
                <c:pt idx="1800">
                  <c:v>311900</c:v>
                </c:pt>
                <c:pt idx="1801">
                  <c:v>311900</c:v>
                </c:pt>
                <c:pt idx="1802">
                  <c:v>311800</c:v>
                </c:pt>
                <c:pt idx="1803">
                  <c:v>311700</c:v>
                </c:pt>
                <c:pt idx="1804">
                  <c:v>311500</c:v>
                </c:pt>
                <c:pt idx="1805">
                  <c:v>311400</c:v>
                </c:pt>
                <c:pt idx="1806">
                  <c:v>311200</c:v>
                </c:pt>
                <c:pt idx="1807">
                  <c:v>310900</c:v>
                </c:pt>
                <c:pt idx="1808">
                  <c:v>310850</c:v>
                </c:pt>
                <c:pt idx="1809">
                  <c:v>310200</c:v>
                </c:pt>
                <c:pt idx="1810">
                  <c:v>309900</c:v>
                </c:pt>
                <c:pt idx="1811">
                  <c:v>309150</c:v>
                </c:pt>
                <c:pt idx="1812">
                  <c:v>309100</c:v>
                </c:pt>
                <c:pt idx="1813">
                  <c:v>309100</c:v>
                </c:pt>
                <c:pt idx="1814">
                  <c:v>309000</c:v>
                </c:pt>
                <c:pt idx="1815">
                  <c:v>308400</c:v>
                </c:pt>
                <c:pt idx="1816">
                  <c:v>308350</c:v>
                </c:pt>
                <c:pt idx="1817">
                  <c:v>308200</c:v>
                </c:pt>
                <c:pt idx="1818">
                  <c:v>308050</c:v>
                </c:pt>
                <c:pt idx="1819">
                  <c:v>307750</c:v>
                </c:pt>
                <c:pt idx="1820">
                  <c:v>307400</c:v>
                </c:pt>
                <c:pt idx="1821">
                  <c:v>307350</c:v>
                </c:pt>
                <c:pt idx="1822">
                  <c:v>307250</c:v>
                </c:pt>
                <c:pt idx="1823">
                  <c:v>307000</c:v>
                </c:pt>
                <c:pt idx="1824">
                  <c:v>306900</c:v>
                </c:pt>
                <c:pt idx="1825">
                  <c:v>306800</c:v>
                </c:pt>
                <c:pt idx="1826">
                  <c:v>306450</c:v>
                </c:pt>
                <c:pt idx="1827">
                  <c:v>305700</c:v>
                </c:pt>
                <c:pt idx="1828">
                  <c:v>305600</c:v>
                </c:pt>
                <c:pt idx="1829">
                  <c:v>304825</c:v>
                </c:pt>
                <c:pt idx="1830">
                  <c:v>304750</c:v>
                </c:pt>
                <c:pt idx="1831">
                  <c:v>304550</c:v>
                </c:pt>
                <c:pt idx="1832">
                  <c:v>304500</c:v>
                </c:pt>
                <c:pt idx="1833">
                  <c:v>304100</c:v>
                </c:pt>
                <c:pt idx="1834">
                  <c:v>304000</c:v>
                </c:pt>
                <c:pt idx="1835">
                  <c:v>303800</c:v>
                </c:pt>
                <c:pt idx="1836">
                  <c:v>303750</c:v>
                </c:pt>
                <c:pt idx="1837">
                  <c:v>303450</c:v>
                </c:pt>
                <c:pt idx="1838">
                  <c:v>303050</c:v>
                </c:pt>
                <c:pt idx="1839">
                  <c:v>302250</c:v>
                </c:pt>
                <c:pt idx="1840">
                  <c:v>302150</c:v>
                </c:pt>
                <c:pt idx="1841">
                  <c:v>302000</c:v>
                </c:pt>
                <c:pt idx="1842">
                  <c:v>301650</c:v>
                </c:pt>
                <c:pt idx="1843">
                  <c:v>301600</c:v>
                </c:pt>
                <c:pt idx="1844">
                  <c:v>301550</c:v>
                </c:pt>
                <c:pt idx="1845">
                  <c:v>300800</c:v>
                </c:pt>
                <c:pt idx="1846">
                  <c:v>300700</c:v>
                </c:pt>
                <c:pt idx="1847">
                  <c:v>300600</c:v>
                </c:pt>
                <c:pt idx="1848">
                  <c:v>300300</c:v>
                </c:pt>
                <c:pt idx="1849">
                  <c:v>300300</c:v>
                </c:pt>
                <c:pt idx="1850">
                  <c:v>299400</c:v>
                </c:pt>
                <c:pt idx="1851">
                  <c:v>298900</c:v>
                </c:pt>
                <c:pt idx="1852">
                  <c:v>298900</c:v>
                </c:pt>
                <c:pt idx="1853">
                  <c:v>298200</c:v>
                </c:pt>
                <c:pt idx="1854">
                  <c:v>297925</c:v>
                </c:pt>
                <c:pt idx="1855">
                  <c:v>297600</c:v>
                </c:pt>
                <c:pt idx="1856">
                  <c:v>297600</c:v>
                </c:pt>
                <c:pt idx="1857">
                  <c:v>297300</c:v>
                </c:pt>
                <c:pt idx="1858">
                  <c:v>297200</c:v>
                </c:pt>
                <c:pt idx="1859">
                  <c:v>297000</c:v>
                </c:pt>
                <c:pt idx="1860">
                  <c:v>296950</c:v>
                </c:pt>
                <c:pt idx="1861">
                  <c:v>296850</c:v>
                </c:pt>
                <c:pt idx="1862">
                  <c:v>296750</c:v>
                </c:pt>
                <c:pt idx="1863">
                  <c:v>296550</c:v>
                </c:pt>
                <c:pt idx="1864">
                  <c:v>296450</c:v>
                </c:pt>
                <c:pt idx="1865">
                  <c:v>296250</c:v>
                </c:pt>
                <c:pt idx="1866">
                  <c:v>296200</c:v>
                </c:pt>
                <c:pt idx="1867">
                  <c:v>295950</c:v>
                </c:pt>
                <c:pt idx="1868">
                  <c:v>295900</c:v>
                </c:pt>
                <c:pt idx="1869">
                  <c:v>295600</c:v>
                </c:pt>
                <c:pt idx="1870">
                  <c:v>295250</c:v>
                </c:pt>
                <c:pt idx="1871">
                  <c:v>295100</c:v>
                </c:pt>
                <c:pt idx="1872">
                  <c:v>294700</c:v>
                </c:pt>
                <c:pt idx="1873">
                  <c:v>294500</c:v>
                </c:pt>
                <c:pt idx="1874">
                  <c:v>294450</c:v>
                </c:pt>
                <c:pt idx="1875">
                  <c:v>294300</c:v>
                </c:pt>
                <c:pt idx="1876">
                  <c:v>294250</c:v>
                </c:pt>
                <c:pt idx="1877">
                  <c:v>294000</c:v>
                </c:pt>
                <c:pt idx="1878">
                  <c:v>293800</c:v>
                </c:pt>
                <c:pt idx="1879">
                  <c:v>293250</c:v>
                </c:pt>
                <c:pt idx="1880">
                  <c:v>292600</c:v>
                </c:pt>
                <c:pt idx="1881">
                  <c:v>292500</c:v>
                </c:pt>
                <c:pt idx="1882">
                  <c:v>292400</c:v>
                </c:pt>
                <c:pt idx="1883">
                  <c:v>292300</c:v>
                </c:pt>
                <c:pt idx="1884">
                  <c:v>292100</c:v>
                </c:pt>
                <c:pt idx="1885">
                  <c:v>292100</c:v>
                </c:pt>
                <c:pt idx="1886">
                  <c:v>292000</c:v>
                </c:pt>
                <c:pt idx="1887">
                  <c:v>291800</c:v>
                </c:pt>
                <c:pt idx="1888">
                  <c:v>291800</c:v>
                </c:pt>
                <c:pt idx="1889">
                  <c:v>291750</c:v>
                </c:pt>
                <c:pt idx="1890">
                  <c:v>291600</c:v>
                </c:pt>
                <c:pt idx="1891">
                  <c:v>291600</c:v>
                </c:pt>
                <c:pt idx="1892">
                  <c:v>291550</c:v>
                </c:pt>
                <c:pt idx="1893">
                  <c:v>291250</c:v>
                </c:pt>
                <c:pt idx="1894">
                  <c:v>291250</c:v>
                </c:pt>
                <c:pt idx="1895">
                  <c:v>291200</c:v>
                </c:pt>
                <c:pt idx="1896">
                  <c:v>291150</c:v>
                </c:pt>
                <c:pt idx="1897">
                  <c:v>291100</c:v>
                </c:pt>
                <c:pt idx="1898">
                  <c:v>291050</c:v>
                </c:pt>
                <c:pt idx="1899">
                  <c:v>290875</c:v>
                </c:pt>
                <c:pt idx="1900">
                  <c:v>290850</c:v>
                </c:pt>
                <c:pt idx="1901">
                  <c:v>290850</c:v>
                </c:pt>
                <c:pt idx="1902">
                  <c:v>290400</c:v>
                </c:pt>
                <c:pt idx="1903">
                  <c:v>290300</c:v>
                </c:pt>
                <c:pt idx="1904">
                  <c:v>290150</c:v>
                </c:pt>
                <c:pt idx="1905">
                  <c:v>290100</c:v>
                </c:pt>
                <c:pt idx="1906">
                  <c:v>290050</c:v>
                </c:pt>
                <c:pt idx="1907">
                  <c:v>289475</c:v>
                </c:pt>
                <c:pt idx="1908">
                  <c:v>289400</c:v>
                </c:pt>
                <c:pt idx="1909">
                  <c:v>289400</c:v>
                </c:pt>
                <c:pt idx="1910">
                  <c:v>289100</c:v>
                </c:pt>
                <c:pt idx="1911">
                  <c:v>288800</c:v>
                </c:pt>
                <c:pt idx="1912">
                  <c:v>288700</c:v>
                </c:pt>
                <c:pt idx="1913">
                  <c:v>288000</c:v>
                </c:pt>
                <c:pt idx="1914">
                  <c:v>287800</c:v>
                </c:pt>
                <c:pt idx="1915">
                  <c:v>287700</c:v>
                </c:pt>
                <c:pt idx="1916">
                  <c:v>287200</c:v>
                </c:pt>
                <c:pt idx="1917">
                  <c:v>287125</c:v>
                </c:pt>
                <c:pt idx="1918">
                  <c:v>286950</c:v>
                </c:pt>
                <c:pt idx="1919">
                  <c:v>286125</c:v>
                </c:pt>
                <c:pt idx="1920">
                  <c:v>285900</c:v>
                </c:pt>
                <c:pt idx="1921">
                  <c:v>285900</c:v>
                </c:pt>
                <c:pt idx="1922">
                  <c:v>285850</c:v>
                </c:pt>
                <c:pt idx="1923">
                  <c:v>285650</c:v>
                </c:pt>
                <c:pt idx="1924">
                  <c:v>285450</c:v>
                </c:pt>
                <c:pt idx="1925">
                  <c:v>285400</c:v>
                </c:pt>
                <c:pt idx="1926">
                  <c:v>285300</c:v>
                </c:pt>
                <c:pt idx="1927">
                  <c:v>284900</c:v>
                </c:pt>
                <c:pt idx="1928">
                  <c:v>284700</c:v>
                </c:pt>
                <c:pt idx="1929">
                  <c:v>284700</c:v>
                </c:pt>
                <c:pt idx="1930">
                  <c:v>284600</c:v>
                </c:pt>
                <c:pt idx="1931">
                  <c:v>284600</c:v>
                </c:pt>
                <c:pt idx="1932">
                  <c:v>284350</c:v>
                </c:pt>
                <c:pt idx="1933">
                  <c:v>284200</c:v>
                </c:pt>
                <c:pt idx="1934">
                  <c:v>283700</c:v>
                </c:pt>
                <c:pt idx="1935">
                  <c:v>283600</c:v>
                </c:pt>
                <c:pt idx="1936">
                  <c:v>283500</c:v>
                </c:pt>
                <c:pt idx="1937">
                  <c:v>283500</c:v>
                </c:pt>
                <c:pt idx="1938">
                  <c:v>283300</c:v>
                </c:pt>
                <c:pt idx="1939">
                  <c:v>283200</c:v>
                </c:pt>
                <c:pt idx="1940">
                  <c:v>283100</c:v>
                </c:pt>
                <c:pt idx="1941">
                  <c:v>282750</c:v>
                </c:pt>
                <c:pt idx="1942">
                  <c:v>282650</c:v>
                </c:pt>
                <c:pt idx="1943">
                  <c:v>282600</c:v>
                </c:pt>
                <c:pt idx="1944">
                  <c:v>282200</c:v>
                </c:pt>
                <c:pt idx="1945">
                  <c:v>282000</c:v>
                </c:pt>
                <c:pt idx="1946">
                  <c:v>281850</c:v>
                </c:pt>
                <c:pt idx="1947">
                  <c:v>281700</c:v>
                </c:pt>
                <c:pt idx="1948">
                  <c:v>280900</c:v>
                </c:pt>
                <c:pt idx="1949">
                  <c:v>280650</c:v>
                </c:pt>
                <c:pt idx="1950">
                  <c:v>280650</c:v>
                </c:pt>
                <c:pt idx="1951">
                  <c:v>280550</c:v>
                </c:pt>
                <c:pt idx="1952">
                  <c:v>280400</c:v>
                </c:pt>
                <c:pt idx="1953">
                  <c:v>280400</c:v>
                </c:pt>
                <c:pt idx="1954">
                  <c:v>280350</c:v>
                </c:pt>
                <c:pt idx="1955">
                  <c:v>280300</c:v>
                </c:pt>
                <c:pt idx="1956">
                  <c:v>280250</c:v>
                </c:pt>
                <c:pt idx="1957">
                  <c:v>280150</c:v>
                </c:pt>
                <c:pt idx="1958">
                  <c:v>280100</c:v>
                </c:pt>
                <c:pt idx="1959">
                  <c:v>280050</c:v>
                </c:pt>
                <c:pt idx="1960">
                  <c:v>280000</c:v>
                </c:pt>
                <c:pt idx="1961">
                  <c:v>279500</c:v>
                </c:pt>
                <c:pt idx="1962">
                  <c:v>279300</c:v>
                </c:pt>
                <c:pt idx="1963">
                  <c:v>278800</c:v>
                </c:pt>
                <c:pt idx="1964">
                  <c:v>278800</c:v>
                </c:pt>
                <c:pt idx="1965">
                  <c:v>278600</c:v>
                </c:pt>
                <c:pt idx="1966">
                  <c:v>278500</c:v>
                </c:pt>
                <c:pt idx="1967">
                  <c:v>278500</c:v>
                </c:pt>
                <c:pt idx="1968">
                  <c:v>278250</c:v>
                </c:pt>
                <c:pt idx="1969">
                  <c:v>277150</c:v>
                </c:pt>
                <c:pt idx="1970">
                  <c:v>277150</c:v>
                </c:pt>
                <c:pt idx="1971">
                  <c:v>277150</c:v>
                </c:pt>
                <c:pt idx="1972">
                  <c:v>277000</c:v>
                </c:pt>
                <c:pt idx="1973">
                  <c:v>276150</c:v>
                </c:pt>
                <c:pt idx="1974">
                  <c:v>275800</c:v>
                </c:pt>
                <c:pt idx="1975">
                  <c:v>275600</c:v>
                </c:pt>
                <c:pt idx="1976">
                  <c:v>275500</c:v>
                </c:pt>
                <c:pt idx="1977">
                  <c:v>275300</c:v>
                </c:pt>
                <c:pt idx="1978">
                  <c:v>275100</c:v>
                </c:pt>
                <c:pt idx="1979">
                  <c:v>274700</c:v>
                </c:pt>
                <c:pt idx="1980">
                  <c:v>274550</c:v>
                </c:pt>
                <c:pt idx="1981">
                  <c:v>273900</c:v>
                </c:pt>
                <c:pt idx="1982">
                  <c:v>273300</c:v>
                </c:pt>
                <c:pt idx="1983">
                  <c:v>273300</c:v>
                </c:pt>
                <c:pt idx="1984">
                  <c:v>273225</c:v>
                </c:pt>
                <c:pt idx="1985">
                  <c:v>273050</c:v>
                </c:pt>
                <c:pt idx="1986">
                  <c:v>273000</c:v>
                </c:pt>
                <c:pt idx="1987">
                  <c:v>272800</c:v>
                </c:pt>
                <c:pt idx="1988">
                  <c:v>272800</c:v>
                </c:pt>
                <c:pt idx="1989">
                  <c:v>272750</c:v>
                </c:pt>
                <c:pt idx="1990">
                  <c:v>272625</c:v>
                </c:pt>
                <c:pt idx="1991">
                  <c:v>272500</c:v>
                </c:pt>
                <c:pt idx="1992">
                  <c:v>272175</c:v>
                </c:pt>
                <c:pt idx="1993">
                  <c:v>272050</c:v>
                </c:pt>
                <c:pt idx="1994">
                  <c:v>272000</c:v>
                </c:pt>
                <c:pt idx="1995">
                  <c:v>272000</c:v>
                </c:pt>
                <c:pt idx="1996">
                  <c:v>271750</c:v>
                </c:pt>
                <c:pt idx="1997">
                  <c:v>271600</c:v>
                </c:pt>
                <c:pt idx="1998">
                  <c:v>271400</c:v>
                </c:pt>
                <c:pt idx="1999">
                  <c:v>271100</c:v>
                </c:pt>
                <c:pt idx="2000">
                  <c:v>270500</c:v>
                </c:pt>
                <c:pt idx="2001">
                  <c:v>270450</c:v>
                </c:pt>
                <c:pt idx="2002">
                  <c:v>270400</c:v>
                </c:pt>
                <c:pt idx="2003">
                  <c:v>270300</c:v>
                </c:pt>
                <c:pt idx="2004">
                  <c:v>270000</c:v>
                </c:pt>
                <c:pt idx="2005">
                  <c:v>269900</c:v>
                </c:pt>
                <c:pt idx="2006">
                  <c:v>269850</c:v>
                </c:pt>
                <c:pt idx="2007">
                  <c:v>269150</c:v>
                </c:pt>
                <c:pt idx="2008">
                  <c:v>269125</c:v>
                </c:pt>
                <c:pt idx="2009">
                  <c:v>269100</c:v>
                </c:pt>
                <c:pt idx="2010">
                  <c:v>268800</c:v>
                </c:pt>
                <c:pt idx="2011">
                  <c:v>268725</c:v>
                </c:pt>
                <c:pt idx="2012">
                  <c:v>268700</c:v>
                </c:pt>
                <c:pt idx="2013">
                  <c:v>268350</c:v>
                </c:pt>
                <c:pt idx="2014">
                  <c:v>268300</c:v>
                </c:pt>
                <c:pt idx="2015">
                  <c:v>268000</c:v>
                </c:pt>
                <c:pt idx="2016">
                  <c:v>267800</c:v>
                </c:pt>
                <c:pt idx="2017">
                  <c:v>267000</c:v>
                </c:pt>
                <c:pt idx="2018">
                  <c:v>266600</c:v>
                </c:pt>
                <c:pt idx="2019">
                  <c:v>266600</c:v>
                </c:pt>
                <c:pt idx="2020">
                  <c:v>266500</c:v>
                </c:pt>
                <c:pt idx="2021">
                  <c:v>266200</c:v>
                </c:pt>
                <c:pt idx="2022">
                  <c:v>266100</c:v>
                </c:pt>
                <c:pt idx="2023">
                  <c:v>266000</c:v>
                </c:pt>
                <c:pt idx="2024">
                  <c:v>265800</c:v>
                </c:pt>
                <c:pt idx="2025">
                  <c:v>265650</c:v>
                </c:pt>
                <c:pt idx="2026">
                  <c:v>265350</c:v>
                </c:pt>
                <c:pt idx="2027">
                  <c:v>265300</c:v>
                </c:pt>
                <c:pt idx="2028">
                  <c:v>265100</c:v>
                </c:pt>
                <c:pt idx="2029">
                  <c:v>265000</c:v>
                </c:pt>
                <c:pt idx="2030">
                  <c:v>264800</c:v>
                </c:pt>
                <c:pt idx="2031">
                  <c:v>264800</c:v>
                </c:pt>
                <c:pt idx="2032">
                  <c:v>264750</c:v>
                </c:pt>
                <c:pt idx="2033">
                  <c:v>264000</c:v>
                </c:pt>
                <c:pt idx="2034">
                  <c:v>263700</c:v>
                </c:pt>
                <c:pt idx="2035">
                  <c:v>263475</c:v>
                </c:pt>
                <c:pt idx="2036">
                  <c:v>263300</c:v>
                </c:pt>
                <c:pt idx="2037">
                  <c:v>263300</c:v>
                </c:pt>
                <c:pt idx="2038">
                  <c:v>263150</c:v>
                </c:pt>
                <c:pt idx="2039">
                  <c:v>262950</c:v>
                </c:pt>
                <c:pt idx="2040">
                  <c:v>262900</c:v>
                </c:pt>
                <c:pt idx="2041">
                  <c:v>262850</c:v>
                </c:pt>
                <c:pt idx="2042">
                  <c:v>262800</c:v>
                </c:pt>
                <c:pt idx="2043">
                  <c:v>262700</c:v>
                </c:pt>
                <c:pt idx="2044">
                  <c:v>262550</c:v>
                </c:pt>
                <c:pt idx="2045">
                  <c:v>262450</c:v>
                </c:pt>
                <c:pt idx="2046">
                  <c:v>262400</c:v>
                </c:pt>
                <c:pt idx="2047">
                  <c:v>262400</c:v>
                </c:pt>
                <c:pt idx="2048">
                  <c:v>262000</c:v>
                </c:pt>
                <c:pt idx="2049">
                  <c:v>262000</c:v>
                </c:pt>
                <c:pt idx="2050">
                  <c:v>261800</c:v>
                </c:pt>
                <c:pt idx="2051">
                  <c:v>261800</c:v>
                </c:pt>
                <c:pt idx="2052">
                  <c:v>261650</c:v>
                </c:pt>
                <c:pt idx="2053">
                  <c:v>261300</c:v>
                </c:pt>
                <c:pt idx="2054">
                  <c:v>261200</c:v>
                </c:pt>
                <c:pt idx="2055">
                  <c:v>261000</c:v>
                </c:pt>
                <c:pt idx="2056">
                  <c:v>260850</c:v>
                </c:pt>
                <c:pt idx="2057">
                  <c:v>260750</c:v>
                </c:pt>
                <c:pt idx="2058">
                  <c:v>260500</c:v>
                </c:pt>
                <c:pt idx="2059">
                  <c:v>260400</c:v>
                </c:pt>
                <c:pt idx="2060">
                  <c:v>260200</c:v>
                </c:pt>
                <c:pt idx="2061">
                  <c:v>260200</c:v>
                </c:pt>
                <c:pt idx="2062">
                  <c:v>259800</c:v>
                </c:pt>
                <c:pt idx="2063">
                  <c:v>259600</c:v>
                </c:pt>
                <c:pt idx="2064">
                  <c:v>259550</c:v>
                </c:pt>
                <c:pt idx="2065">
                  <c:v>259500</c:v>
                </c:pt>
                <c:pt idx="2066">
                  <c:v>259350</c:v>
                </c:pt>
                <c:pt idx="2067">
                  <c:v>259250</c:v>
                </c:pt>
                <c:pt idx="2068">
                  <c:v>258900</c:v>
                </c:pt>
                <c:pt idx="2069">
                  <c:v>258700</c:v>
                </c:pt>
                <c:pt idx="2070">
                  <c:v>258700</c:v>
                </c:pt>
                <c:pt idx="2071">
                  <c:v>258650</c:v>
                </c:pt>
                <c:pt idx="2072">
                  <c:v>258600</c:v>
                </c:pt>
                <c:pt idx="2073">
                  <c:v>258500</c:v>
                </c:pt>
                <c:pt idx="2074">
                  <c:v>258400</c:v>
                </c:pt>
                <c:pt idx="2075">
                  <c:v>258050</c:v>
                </c:pt>
                <c:pt idx="2076">
                  <c:v>258000</c:v>
                </c:pt>
                <c:pt idx="2077">
                  <c:v>257450</c:v>
                </c:pt>
                <c:pt idx="2078">
                  <c:v>257450</c:v>
                </c:pt>
                <c:pt idx="2079">
                  <c:v>257400</c:v>
                </c:pt>
                <c:pt idx="2080">
                  <c:v>257175</c:v>
                </c:pt>
                <c:pt idx="2081">
                  <c:v>257150</c:v>
                </c:pt>
                <c:pt idx="2082">
                  <c:v>256850</c:v>
                </c:pt>
                <c:pt idx="2083">
                  <c:v>256725</c:v>
                </c:pt>
                <c:pt idx="2084">
                  <c:v>256700</c:v>
                </c:pt>
                <c:pt idx="2085">
                  <c:v>256550</c:v>
                </c:pt>
                <c:pt idx="2086">
                  <c:v>256500</c:v>
                </c:pt>
                <c:pt idx="2087">
                  <c:v>256400</c:v>
                </c:pt>
                <c:pt idx="2088">
                  <c:v>256275</c:v>
                </c:pt>
                <c:pt idx="2089">
                  <c:v>256000</c:v>
                </c:pt>
                <c:pt idx="2090">
                  <c:v>255700</c:v>
                </c:pt>
                <c:pt idx="2091">
                  <c:v>255600</c:v>
                </c:pt>
                <c:pt idx="2092">
                  <c:v>255500</c:v>
                </c:pt>
                <c:pt idx="2093">
                  <c:v>255450</c:v>
                </c:pt>
                <c:pt idx="2094">
                  <c:v>255400</c:v>
                </c:pt>
                <c:pt idx="2095">
                  <c:v>255250</c:v>
                </c:pt>
                <c:pt idx="2096">
                  <c:v>255200</c:v>
                </c:pt>
                <c:pt idx="2097">
                  <c:v>255050</c:v>
                </c:pt>
                <c:pt idx="2098">
                  <c:v>255050</c:v>
                </c:pt>
                <c:pt idx="2099">
                  <c:v>254950</c:v>
                </c:pt>
                <c:pt idx="2100">
                  <c:v>254800</c:v>
                </c:pt>
                <c:pt idx="2101">
                  <c:v>254400</c:v>
                </c:pt>
                <c:pt idx="2102">
                  <c:v>254300</c:v>
                </c:pt>
                <c:pt idx="2103">
                  <c:v>254200</c:v>
                </c:pt>
                <c:pt idx="2104">
                  <c:v>253925</c:v>
                </c:pt>
                <c:pt idx="2105">
                  <c:v>253850</c:v>
                </c:pt>
                <c:pt idx="2106">
                  <c:v>253450</c:v>
                </c:pt>
                <c:pt idx="2107">
                  <c:v>253300</c:v>
                </c:pt>
                <c:pt idx="2108">
                  <c:v>253250</c:v>
                </c:pt>
                <c:pt idx="2109">
                  <c:v>252950</c:v>
                </c:pt>
                <c:pt idx="2110">
                  <c:v>252900</c:v>
                </c:pt>
                <c:pt idx="2111">
                  <c:v>252200</c:v>
                </c:pt>
                <c:pt idx="2112">
                  <c:v>252000</c:v>
                </c:pt>
                <c:pt idx="2113">
                  <c:v>251700</c:v>
                </c:pt>
                <c:pt idx="2114">
                  <c:v>251600</c:v>
                </c:pt>
                <c:pt idx="2115">
                  <c:v>251500</c:v>
                </c:pt>
                <c:pt idx="2116">
                  <c:v>251500</c:v>
                </c:pt>
                <c:pt idx="2117">
                  <c:v>251000</c:v>
                </c:pt>
                <c:pt idx="2118">
                  <c:v>250900</c:v>
                </c:pt>
                <c:pt idx="2119">
                  <c:v>250800</c:v>
                </c:pt>
                <c:pt idx="2120">
                  <c:v>250250</c:v>
                </c:pt>
                <c:pt idx="2121">
                  <c:v>250000</c:v>
                </c:pt>
                <c:pt idx="2122">
                  <c:v>249700</c:v>
                </c:pt>
                <c:pt idx="2123">
                  <c:v>249650</c:v>
                </c:pt>
                <c:pt idx="2124">
                  <c:v>249500</c:v>
                </c:pt>
                <c:pt idx="2125">
                  <c:v>249450</c:v>
                </c:pt>
                <c:pt idx="2126">
                  <c:v>249250</c:v>
                </c:pt>
                <c:pt idx="2127">
                  <c:v>249100</c:v>
                </c:pt>
                <c:pt idx="2128">
                  <c:v>249000</c:v>
                </c:pt>
                <c:pt idx="2129">
                  <c:v>248550</c:v>
                </c:pt>
                <c:pt idx="2130">
                  <c:v>248300</c:v>
                </c:pt>
                <c:pt idx="2131">
                  <c:v>248300</c:v>
                </c:pt>
                <c:pt idx="2132">
                  <c:v>247900</c:v>
                </c:pt>
                <c:pt idx="2133">
                  <c:v>247500</c:v>
                </c:pt>
                <c:pt idx="2134">
                  <c:v>247400</c:v>
                </c:pt>
                <c:pt idx="2135">
                  <c:v>247275</c:v>
                </c:pt>
                <c:pt idx="2136">
                  <c:v>247200</c:v>
                </c:pt>
                <c:pt idx="2137">
                  <c:v>247150</c:v>
                </c:pt>
                <c:pt idx="2138">
                  <c:v>247000</c:v>
                </c:pt>
                <c:pt idx="2139">
                  <c:v>247000</c:v>
                </c:pt>
                <c:pt idx="2140">
                  <c:v>247000</c:v>
                </c:pt>
                <c:pt idx="2141">
                  <c:v>246600</c:v>
                </c:pt>
                <c:pt idx="2142">
                  <c:v>246500</c:v>
                </c:pt>
                <c:pt idx="2143">
                  <c:v>246400</c:v>
                </c:pt>
                <c:pt idx="2144">
                  <c:v>246200</c:v>
                </c:pt>
                <c:pt idx="2145">
                  <c:v>245550</c:v>
                </c:pt>
                <c:pt idx="2146">
                  <c:v>245500</c:v>
                </c:pt>
                <c:pt idx="2147">
                  <c:v>245200</c:v>
                </c:pt>
                <c:pt idx="2148">
                  <c:v>244900</c:v>
                </c:pt>
                <c:pt idx="2149">
                  <c:v>244800</c:v>
                </c:pt>
                <c:pt idx="2150">
                  <c:v>244750</c:v>
                </c:pt>
                <c:pt idx="2151">
                  <c:v>244700</c:v>
                </c:pt>
                <c:pt idx="2152">
                  <c:v>244350</c:v>
                </c:pt>
                <c:pt idx="2153">
                  <c:v>244300</c:v>
                </c:pt>
                <c:pt idx="2154">
                  <c:v>244250</c:v>
                </c:pt>
                <c:pt idx="2155">
                  <c:v>244150</c:v>
                </c:pt>
                <c:pt idx="2156">
                  <c:v>243525</c:v>
                </c:pt>
                <c:pt idx="2157">
                  <c:v>243000</c:v>
                </c:pt>
                <c:pt idx="2158">
                  <c:v>242450</c:v>
                </c:pt>
                <c:pt idx="2159">
                  <c:v>242350</c:v>
                </c:pt>
                <c:pt idx="2160">
                  <c:v>242300</c:v>
                </c:pt>
                <c:pt idx="2161">
                  <c:v>242300</c:v>
                </c:pt>
                <c:pt idx="2162">
                  <c:v>241500</c:v>
                </c:pt>
                <c:pt idx="2163">
                  <c:v>241250</c:v>
                </c:pt>
                <c:pt idx="2164">
                  <c:v>241050</c:v>
                </c:pt>
                <c:pt idx="2165">
                  <c:v>240950</c:v>
                </c:pt>
                <c:pt idx="2166">
                  <c:v>240900</c:v>
                </c:pt>
                <c:pt idx="2167">
                  <c:v>240600</c:v>
                </c:pt>
                <c:pt idx="2168">
                  <c:v>240500</c:v>
                </c:pt>
                <c:pt idx="2169">
                  <c:v>240450</c:v>
                </c:pt>
                <c:pt idx="2170">
                  <c:v>240100</c:v>
                </c:pt>
                <c:pt idx="2171">
                  <c:v>239850</c:v>
                </c:pt>
                <c:pt idx="2172">
                  <c:v>239800</c:v>
                </c:pt>
                <c:pt idx="2173">
                  <c:v>239800</c:v>
                </c:pt>
                <c:pt idx="2174">
                  <c:v>238300</c:v>
                </c:pt>
                <c:pt idx="2175">
                  <c:v>238250</c:v>
                </c:pt>
                <c:pt idx="2176">
                  <c:v>238100</c:v>
                </c:pt>
                <c:pt idx="2177">
                  <c:v>238000</c:v>
                </c:pt>
                <c:pt idx="2178">
                  <c:v>237900</c:v>
                </c:pt>
                <c:pt idx="2179">
                  <c:v>237850</c:v>
                </c:pt>
                <c:pt idx="2180">
                  <c:v>237750</c:v>
                </c:pt>
                <c:pt idx="2181">
                  <c:v>237650</c:v>
                </c:pt>
                <c:pt idx="2182">
                  <c:v>237400</c:v>
                </c:pt>
                <c:pt idx="2183">
                  <c:v>237350</c:v>
                </c:pt>
                <c:pt idx="2184">
                  <c:v>237350</c:v>
                </c:pt>
                <c:pt idx="2185">
                  <c:v>237300</c:v>
                </c:pt>
                <c:pt idx="2186">
                  <c:v>236950</c:v>
                </c:pt>
                <c:pt idx="2187">
                  <c:v>236750</c:v>
                </c:pt>
                <c:pt idx="2188">
                  <c:v>236500</c:v>
                </c:pt>
                <c:pt idx="2189">
                  <c:v>236300</c:v>
                </c:pt>
                <c:pt idx="2190">
                  <c:v>236200</c:v>
                </c:pt>
                <c:pt idx="2191">
                  <c:v>236150</c:v>
                </c:pt>
                <c:pt idx="2192">
                  <c:v>236000</c:v>
                </c:pt>
                <c:pt idx="2193">
                  <c:v>235900</c:v>
                </c:pt>
                <c:pt idx="2194">
                  <c:v>235700</c:v>
                </c:pt>
                <c:pt idx="2195">
                  <c:v>235400</c:v>
                </c:pt>
                <c:pt idx="2196">
                  <c:v>235300</c:v>
                </c:pt>
                <c:pt idx="2197">
                  <c:v>235100</c:v>
                </c:pt>
                <c:pt idx="2198">
                  <c:v>234900</c:v>
                </c:pt>
                <c:pt idx="2199">
                  <c:v>234900</c:v>
                </c:pt>
                <c:pt idx="2200">
                  <c:v>234700</c:v>
                </c:pt>
                <c:pt idx="2201">
                  <c:v>234700</c:v>
                </c:pt>
                <c:pt idx="2202">
                  <c:v>234650</c:v>
                </c:pt>
                <c:pt idx="2203">
                  <c:v>234000</c:v>
                </c:pt>
                <c:pt idx="2204">
                  <c:v>233900</c:v>
                </c:pt>
                <c:pt idx="2205">
                  <c:v>233750</c:v>
                </c:pt>
                <c:pt idx="2206">
                  <c:v>233650</c:v>
                </c:pt>
                <c:pt idx="2207">
                  <c:v>233600</c:v>
                </c:pt>
                <c:pt idx="2208">
                  <c:v>233550</c:v>
                </c:pt>
                <c:pt idx="2209">
                  <c:v>233550</c:v>
                </c:pt>
                <c:pt idx="2210">
                  <c:v>233500</c:v>
                </c:pt>
                <c:pt idx="2211">
                  <c:v>233500</c:v>
                </c:pt>
                <c:pt idx="2212">
                  <c:v>233300</c:v>
                </c:pt>
                <c:pt idx="2213">
                  <c:v>233200</c:v>
                </c:pt>
                <c:pt idx="2214">
                  <c:v>233200</c:v>
                </c:pt>
                <c:pt idx="2215">
                  <c:v>232700</c:v>
                </c:pt>
                <c:pt idx="2216">
                  <c:v>232600</c:v>
                </c:pt>
                <c:pt idx="2217">
                  <c:v>232550</c:v>
                </c:pt>
                <c:pt idx="2218">
                  <c:v>232300</c:v>
                </c:pt>
                <c:pt idx="2219">
                  <c:v>232300</c:v>
                </c:pt>
                <c:pt idx="2220">
                  <c:v>232300</c:v>
                </c:pt>
                <c:pt idx="2221">
                  <c:v>231600</c:v>
                </c:pt>
                <c:pt idx="2222">
                  <c:v>231300</c:v>
                </c:pt>
                <c:pt idx="2223">
                  <c:v>231250</c:v>
                </c:pt>
                <c:pt idx="2224">
                  <c:v>231000</c:v>
                </c:pt>
                <c:pt idx="2225">
                  <c:v>230950</c:v>
                </c:pt>
                <c:pt idx="2226">
                  <c:v>230700</c:v>
                </c:pt>
                <c:pt idx="2227">
                  <c:v>230450</c:v>
                </c:pt>
                <c:pt idx="2228">
                  <c:v>230400</c:v>
                </c:pt>
                <c:pt idx="2229">
                  <c:v>230250</c:v>
                </c:pt>
                <c:pt idx="2230">
                  <c:v>230100</c:v>
                </c:pt>
                <c:pt idx="2231">
                  <c:v>230000</c:v>
                </c:pt>
                <c:pt idx="2232">
                  <c:v>229950</c:v>
                </c:pt>
                <c:pt idx="2233">
                  <c:v>229900</c:v>
                </c:pt>
                <c:pt idx="2234">
                  <c:v>229850</c:v>
                </c:pt>
                <c:pt idx="2235">
                  <c:v>229800</c:v>
                </c:pt>
                <c:pt idx="2236">
                  <c:v>229700</c:v>
                </c:pt>
                <c:pt idx="2237">
                  <c:v>229600</c:v>
                </c:pt>
                <c:pt idx="2238">
                  <c:v>229600</c:v>
                </c:pt>
                <c:pt idx="2239">
                  <c:v>229500</c:v>
                </c:pt>
                <c:pt idx="2240">
                  <c:v>228800</c:v>
                </c:pt>
                <c:pt idx="2241">
                  <c:v>228800</c:v>
                </c:pt>
                <c:pt idx="2242">
                  <c:v>228550</c:v>
                </c:pt>
                <c:pt idx="2243">
                  <c:v>228400</c:v>
                </c:pt>
                <c:pt idx="2244">
                  <c:v>228250</c:v>
                </c:pt>
                <c:pt idx="2245">
                  <c:v>228150</c:v>
                </c:pt>
                <c:pt idx="2246">
                  <c:v>228000</c:v>
                </c:pt>
                <c:pt idx="2247">
                  <c:v>227800</c:v>
                </c:pt>
                <c:pt idx="2248">
                  <c:v>227525</c:v>
                </c:pt>
                <c:pt idx="2249">
                  <c:v>227500</c:v>
                </c:pt>
                <c:pt idx="2250">
                  <c:v>227400</c:v>
                </c:pt>
                <c:pt idx="2251">
                  <c:v>227300</c:v>
                </c:pt>
                <c:pt idx="2252">
                  <c:v>226900</c:v>
                </c:pt>
                <c:pt idx="2253">
                  <c:v>226850</c:v>
                </c:pt>
                <c:pt idx="2254">
                  <c:v>226850</c:v>
                </c:pt>
                <c:pt idx="2255">
                  <c:v>226800</c:v>
                </c:pt>
                <c:pt idx="2256">
                  <c:v>226600</c:v>
                </c:pt>
                <c:pt idx="2257">
                  <c:v>226600</c:v>
                </c:pt>
                <c:pt idx="2258">
                  <c:v>226450</c:v>
                </c:pt>
                <c:pt idx="2259">
                  <c:v>226350</c:v>
                </c:pt>
                <c:pt idx="2260">
                  <c:v>226300</c:v>
                </c:pt>
                <c:pt idx="2261">
                  <c:v>226300</c:v>
                </c:pt>
                <c:pt idx="2262">
                  <c:v>226200</c:v>
                </c:pt>
                <c:pt idx="2263">
                  <c:v>226100</c:v>
                </c:pt>
                <c:pt idx="2264">
                  <c:v>226050</c:v>
                </c:pt>
                <c:pt idx="2265">
                  <c:v>226000</c:v>
                </c:pt>
                <c:pt idx="2266">
                  <c:v>226000</c:v>
                </c:pt>
                <c:pt idx="2267">
                  <c:v>225950</c:v>
                </c:pt>
                <c:pt idx="2268">
                  <c:v>225850</c:v>
                </c:pt>
                <c:pt idx="2269">
                  <c:v>225800</c:v>
                </c:pt>
                <c:pt idx="2270">
                  <c:v>225700</c:v>
                </c:pt>
                <c:pt idx="2271">
                  <c:v>225600</c:v>
                </c:pt>
                <c:pt idx="2272">
                  <c:v>225500</c:v>
                </c:pt>
                <c:pt idx="2273">
                  <c:v>225300</c:v>
                </c:pt>
                <c:pt idx="2274">
                  <c:v>225250</c:v>
                </c:pt>
                <c:pt idx="2275">
                  <c:v>225050</c:v>
                </c:pt>
                <c:pt idx="2276">
                  <c:v>224900</c:v>
                </c:pt>
                <c:pt idx="2277">
                  <c:v>224800</c:v>
                </c:pt>
                <c:pt idx="2278">
                  <c:v>224800</c:v>
                </c:pt>
                <c:pt idx="2279">
                  <c:v>224600</c:v>
                </c:pt>
                <c:pt idx="2280">
                  <c:v>224400</c:v>
                </c:pt>
                <c:pt idx="2281">
                  <c:v>224350</c:v>
                </c:pt>
                <c:pt idx="2282">
                  <c:v>224000</c:v>
                </c:pt>
                <c:pt idx="2283">
                  <c:v>223800</c:v>
                </c:pt>
                <c:pt idx="2284">
                  <c:v>223800</c:v>
                </c:pt>
                <c:pt idx="2285">
                  <c:v>223500</c:v>
                </c:pt>
                <c:pt idx="2286">
                  <c:v>223200</c:v>
                </c:pt>
                <c:pt idx="2287">
                  <c:v>222900</c:v>
                </c:pt>
                <c:pt idx="2288">
                  <c:v>222600</c:v>
                </c:pt>
                <c:pt idx="2289">
                  <c:v>222400</c:v>
                </c:pt>
                <c:pt idx="2290">
                  <c:v>222300</c:v>
                </c:pt>
                <c:pt idx="2291">
                  <c:v>222200</c:v>
                </c:pt>
                <c:pt idx="2292">
                  <c:v>221950</c:v>
                </c:pt>
                <c:pt idx="2293">
                  <c:v>221550</c:v>
                </c:pt>
                <c:pt idx="2294">
                  <c:v>220775</c:v>
                </c:pt>
                <c:pt idx="2295">
                  <c:v>220550</c:v>
                </c:pt>
                <c:pt idx="2296">
                  <c:v>220450</c:v>
                </c:pt>
                <c:pt idx="2297">
                  <c:v>220400</c:v>
                </c:pt>
                <c:pt idx="2298">
                  <c:v>220400</c:v>
                </c:pt>
                <c:pt idx="2299">
                  <c:v>220375</c:v>
                </c:pt>
                <c:pt idx="2300">
                  <c:v>220200</c:v>
                </c:pt>
                <c:pt idx="2301">
                  <c:v>219950</c:v>
                </c:pt>
                <c:pt idx="2302">
                  <c:v>219700</c:v>
                </c:pt>
                <c:pt idx="2303">
                  <c:v>219700</c:v>
                </c:pt>
                <c:pt idx="2304">
                  <c:v>219500</c:v>
                </c:pt>
                <c:pt idx="2305">
                  <c:v>219250</c:v>
                </c:pt>
                <c:pt idx="2306">
                  <c:v>218700</c:v>
                </c:pt>
                <c:pt idx="2307">
                  <c:v>218600</c:v>
                </c:pt>
                <c:pt idx="2308">
                  <c:v>218600</c:v>
                </c:pt>
                <c:pt idx="2309">
                  <c:v>218550</c:v>
                </c:pt>
                <c:pt idx="2310">
                  <c:v>218150</c:v>
                </c:pt>
                <c:pt idx="2311">
                  <c:v>218000</c:v>
                </c:pt>
                <c:pt idx="2312">
                  <c:v>217800</c:v>
                </c:pt>
                <c:pt idx="2313">
                  <c:v>217750</c:v>
                </c:pt>
                <c:pt idx="2314">
                  <c:v>217650</c:v>
                </c:pt>
                <c:pt idx="2315">
                  <c:v>217650</c:v>
                </c:pt>
                <c:pt idx="2316">
                  <c:v>217500</c:v>
                </c:pt>
                <c:pt idx="2317">
                  <c:v>217400</c:v>
                </c:pt>
                <c:pt idx="2318">
                  <c:v>217300</c:v>
                </c:pt>
                <c:pt idx="2319">
                  <c:v>217200</c:v>
                </c:pt>
                <c:pt idx="2320">
                  <c:v>217000</c:v>
                </c:pt>
                <c:pt idx="2321">
                  <c:v>216985</c:v>
                </c:pt>
                <c:pt idx="2322">
                  <c:v>216950</c:v>
                </c:pt>
                <c:pt idx="2323">
                  <c:v>216800</c:v>
                </c:pt>
                <c:pt idx="2324">
                  <c:v>216650</c:v>
                </c:pt>
                <c:pt idx="2325">
                  <c:v>216500</c:v>
                </c:pt>
                <c:pt idx="2326">
                  <c:v>216400</c:v>
                </c:pt>
                <c:pt idx="2327">
                  <c:v>216400</c:v>
                </c:pt>
                <c:pt idx="2328">
                  <c:v>216400</c:v>
                </c:pt>
                <c:pt idx="2329">
                  <c:v>216375</c:v>
                </c:pt>
                <c:pt idx="2330">
                  <c:v>216300</c:v>
                </c:pt>
                <c:pt idx="2331">
                  <c:v>216250</c:v>
                </c:pt>
                <c:pt idx="2332">
                  <c:v>216225</c:v>
                </c:pt>
                <c:pt idx="2333">
                  <c:v>216050</c:v>
                </c:pt>
                <c:pt idx="2334">
                  <c:v>215950</c:v>
                </c:pt>
                <c:pt idx="2335">
                  <c:v>215900</c:v>
                </c:pt>
                <c:pt idx="2336">
                  <c:v>215600</c:v>
                </c:pt>
                <c:pt idx="2337">
                  <c:v>215460</c:v>
                </c:pt>
                <c:pt idx="2338">
                  <c:v>215450</c:v>
                </c:pt>
                <c:pt idx="2339">
                  <c:v>215300</c:v>
                </c:pt>
                <c:pt idx="2340">
                  <c:v>215150</c:v>
                </c:pt>
                <c:pt idx="2341">
                  <c:v>214800</c:v>
                </c:pt>
                <c:pt idx="2342">
                  <c:v>214700</c:v>
                </c:pt>
                <c:pt idx="2343">
                  <c:v>214650</c:v>
                </c:pt>
                <c:pt idx="2344">
                  <c:v>214450</c:v>
                </c:pt>
                <c:pt idx="2345">
                  <c:v>214450</c:v>
                </c:pt>
                <c:pt idx="2346">
                  <c:v>214200</c:v>
                </c:pt>
                <c:pt idx="2347">
                  <c:v>214000</c:v>
                </c:pt>
                <c:pt idx="2348">
                  <c:v>213950</c:v>
                </c:pt>
                <c:pt idx="2349">
                  <c:v>213800</c:v>
                </c:pt>
                <c:pt idx="2350">
                  <c:v>213750</c:v>
                </c:pt>
                <c:pt idx="2351">
                  <c:v>213700</c:v>
                </c:pt>
                <c:pt idx="2352">
                  <c:v>213600</c:v>
                </c:pt>
                <c:pt idx="2353">
                  <c:v>213500</c:v>
                </c:pt>
                <c:pt idx="2354">
                  <c:v>213500</c:v>
                </c:pt>
                <c:pt idx="2355">
                  <c:v>213100</c:v>
                </c:pt>
                <c:pt idx="2356">
                  <c:v>213000</c:v>
                </c:pt>
                <c:pt idx="2357">
                  <c:v>212800</c:v>
                </c:pt>
                <c:pt idx="2358">
                  <c:v>212800</c:v>
                </c:pt>
                <c:pt idx="2359">
                  <c:v>212400</c:v>
                </c:pt>
                <c:pt idx="2360">
                  <c:v>212350</c:v>
                </c:pt>
                <c:pt idx="2361">
                  <c:v>212325</c:v>
                </c:pt>
                <c:pt idx="2362">
                  <c:v>212250</c:v>
                </c:pt>
                <c:pt idx="2363">
                  <c:v>212200</c:v>
                </c:pt>
                <c:pt idx="2364">
                  <c:v>212050</c:v>
                </c:pt>
                <c:pt idx="2365">
                  <c:v>212000</c:v>
                </c:pt>
                <c:pt idx="2366">
                  <c:v>211800</c:v>
                </c:pt>
                <c:pt idx="2367">
                  <c:v>211300</c:v>
                </c:pt>
                <c:pt idx="2368">
                  <c:v>211200</c:v>
                </c:pt>
                <c:pt idx="2369">
                  <c:v>211100</c:v>
                </c:pt>
                <c:pt idx="2370">
                  <c:v>211000</c:v>
                </c:pt>
                <c:pt idx="2371">
                  <c:v>210850</c:v>
                </c:pt>
                <c:pt idx="2372">
                  <c:v>210800</c:v>
                </c:pt>
                <c:pt idx="2373">
                  <c:v>210350</c:v>
                </c:pt>
                <c:pt idx="2374">
                  <c:v>210100</c:v>
                </c:pt>
                <c:pt idx="2375">
                  <c:v>210100</c:v>
                </c:pt>
                <c:pt idx="2376">
                  <c:v>210100</c:v>
                </c:pt>
                <c:pt idx="2377">
                  <c:v>209900</c:v>
                </c:pt>
                <c:pt idx="2378">
                  <c:v>209880</c:v>
                </c:pt>
                <c:pt idx="2379">
                  <c:v>209500</c:v>
                </c:pt>
                <c:pt idx="2380">
                  <c:v>209500</c:v>
                </c:pt>
                <c:pt idx="2381">
                  <c:v>209300</c:v>
                </c:pt>
                <c:pt idx="2382">
                  <c:v>208500</c:v>
                </c:pt>
                <c:pt idx="2383">
                  <c:v>208500</c:v>
                </c:pt>
                <c:pt idx="2384">
                  <c:v>208300</c:v>
                </c:pt>
                <c:pt idx="2385">
                  <c:v>208300</c:v>
                </c:pt>
                <c:pt idx="2386">
                  <c:v>208300</c:v>
                </c:pt>
                <c:pt idx="2387">
                  <c:v>208250</c:v>
                </c:pt>
                <c:pt idx="2388">
                  <c:v>208100</c:v>
                </c:pt>
                <c:pt idx="2389">
                  <c:v>208100</c:v>
                </c:pt>
                <c:pt idx="2390">
                  <c:v>207700</c:v>
                </c:pt>
                <c:pt idx="2391">
                  <c:v>207200</c:v>
                </c:pt>
                <c:pt idx="2392">
                  <c:v>207200</c:v>
                </c:pt>
                <c:pt idx="2393">
                  <c:v>207000</c:v>
                </c:pt>
                <c:pt idx="2394">
                  <c:v>206850</c:v>
                </c:pt>
                <c:pt idx="2395">
                  <c:v>206750</c:v>
                </c:pt>
                <c:pt idx="2396">
                  <c:v>206450</c:v>
                </c:pt>
                <c:pt idx="2397">
                  <c:v>206400</c:v>
                </c:pt>
                <c:pt idx="2398">
                  <c:v>206300</c:v>
                </c:pt>
                <c:pt idx="2399">
                  <c:v>206250</c:v>
                </c:pt>
                <c:pt idx="2400">
                  <c:v>206200</c:v>
                </c:pt>
                <c:pt idx="2401">
                  <c:v>206150</c:v>
                </c:pt>
                <c:pt idx="2402">
                  <c:v>205850</c:v>
                </c:pt>
                <c:pt idx="2403">
                  <c:v>205400</c:v>
                </c:pt>
                <c:pt idx="2404">
                  <c:v>205300</c:v>
                </c:pt>
                <c:pt idx="2405">
                  <c:v>205300</c:v>
                </c:pt>
                <c:pt idx="2406">
                  <c:v>205250</c:v>
                </c:pt>
                <c:pt idx="2407">
                  <c:v>204900</c:v>
                </c:pt>
                <c:pt idx="2408">
                  <c:v>204550</c:v>
                </c:pt>
                <c:pt idx="2409">
                  <c:v>204100</c:v>
                </c:pt>
                <c:pt idx="2410">
                  <c:v>203700</c:v>
                </c:pt>
                <c:pt idx="2411">
                  <c:v>203200</c:v>
                </c:pt>
                <c:pt idx="2412">
                  <c:v>203100</c:v>
                </c:pt>
                <c:pt idx="2413">
                  <c:v>203100</c:v>
                </c:pt>
                <c:pt idx="2414">
                  <c:v>203050</c:v>
                </c:pt>
                <c:pt idx="2415">
                  <c:v>202975</c:v>
                </c:pt>
                <c:pt idx="2416">
                  <c:v>202950</c:v>
                </c:pt>
                <c:pt idx="2417">
                  <c:v>202750</c:v>
                </c:pt>
                <c:pt idx="2418">
                  <c:v>202500</c:v>
                </c:pt>
                <c:pt idx="2419">
                  <c:v>202450</c:v>
                </c:pt>
                <c:pt idx="2420">
                  <c:v>202450</c:v>
                </c:pt>
                <c:pt idx="2421">
                  <c:v>202450</c:v>
                </c:pt>
                <c:pt idx="2422">
                  <c:v>202250</c:v>
                </c:pt>
                <c:pt idx="2423">
                  <c:v>202100</c:v>
                </c:pt>
                <c:pt idx="2424">
                  <c:v>201800</c:v>
                </c:pt>
                <c:pt idx="2425">
                  <c:v>201800</c:v>
                </c:pt>
                <c:pt idx="2426">
                  <c:v>201650</c:v>
                </c:pt>
                <c:pt idx="2427">
                  <c:v>201500</c:v>
                </c:pt>
                <c:pt idx="2428">
                  <c:v>201500</c:v>
                </c:pt>
                <c:pt idx="2429">
                  <c:v>201200</c:v>
                </c:pt>
                <c:pt idx="2430">
                  <c:v>200800</c:v>
                </c:pt>
                <c:pt idx="2431">
                  <c:v>200750</c:v>
                </c:pt>
                <c:pt idx="2432">
                  <c:v>200700</c:v>
                </c:pt>
                <c:pt idx="2433">
                  <c:v>200700</c:v>
                </c:pt>
                <c:pt idx="2434">
                  <c:v>200500</c:v>
                </c:pt>
                <c:pt idx="2435">
                  <c:v>200450</c:v>
                </c:pt>
                <c:pt idx="2436">
                  <c:v>200400</c:v>
                </c:pt>
                <c:pt idx="2437">
                  <c:v>200200</c:v>
                </c:pt>
                <c:pt idx="2438">
                  <c:v>200100</c:v>
                </c:pt>
                <c:pt idx="2439">
                  <c:v>199550</c:v>
                </c:pt>
                <c:pt idx="2440">
                  <c:v>199300</c:v>
                </c:pt>
                <c:pt idx="2441">
                  <c:v>199200</c:v>
                </c:pt>
                <c:pt idx="2442">
                  <c:v>199100</c:v>
                </c:pt>
                <c:pt idx="2443">
                  <c:v>198900</c:v>
                </c:pt>
                <c:pt idx="2444">
                  <c:v>198700</c:v>
                </c:pt>
                <c:pt idx="2445">
                  <c:v>198625</c:v>
                </c:pt>
                <c:pt idx="2446">
                  <c:v>198600</c:v>
                </c:pt>
                <c:pt idx="2447">
                  <c:v>198550</c:v>
                </c:pt>
                <c:pt idx="2448">
                  <c:v>198550</c:v>
                </c:pt>
                <c:pt idx="2449">
                  <c:v>198500</c:v>
                </c:pt>
                <c:pt idx="2450">
                  <c:v>198400</c:v>
                </c:pt>
                <c:pt idx="2451">
                  <c:v>198350</c:v>
                </c:pt>
                <c:pt idx="2452">
                  <c:v>198150</c:v>
                </c:pt>
                <c:pt idx="2453">
                  <c:v>198100</c:v>
                </c:pt>
                <c:pt idx="2454">
                  <c:v>198000</c:v>
                </c:pt>
                <c:pt idx="2455">
                  <c:v>197700</c:v>
                </c:pt>
                <c:pt idx="2456">
                  <c:v>197700</c:v>
                </c:pt>
                <c:pt idx="2457">
                  <c:v>197650</c:v>
                </c:pt>
                <c:pt idx="2458">
                  <c:v>197400</c:v>
                </c:pt>
                <c:pt idx="2459">
                  <c:v>197400</c:v>
                </c:pt>
                <c:pt idx="2460">
                  <c:v>197275</c:v>
                </c:pt>
                <c:pt idx="2461">
                  <c:v>196900</c:v>
                </c:pt>
                <c:pt idx="2462">
                  <c:v>196830</c:v>
                </c:pt>
                <c:pt idx="2463">
                  <c:v>196650</c:v>
                </c:pt>
                <c:pt idx="2464">
                  <c:v>196550</c:v>
                </c:pt>
                <c:pt idx="2465">
                  <c:v>196400</c:v>
                </c:pt>
                <c:pt idx="2466">
                  <c:v>196150</c:v>
                </c:pt>
                <c:pt idx="2467">
                  <c:v>196100</c:v>
                </c:pt>
                <c:pt idx="2468">
                  <c:v>196100</c:v>
                </c:pt>
                <c:pt idx="2469">
                  <c:v>196050</c:v>
                </c:pt>
                <c:pt idx="2470">
                  <c:v>196000</c:v>
                </c:pt>
                <c:pt idx="2471">
                  <c:v>195900</c:v>
                </c:pt>
                <c:pt idx="2472">
                  <c:v>195850</c:v>
                </c:pt>
                <c:pt idx="2473">
                  <c:v>195600</c:v>
                </c:pt>
                <c:pt idx="2474">
                  <c:v>195350</c:v>
                </c:pt>
                <c:pt idx="2475">
                  <c:v>194900</c:v>
                </c:pt>
                <c:pt idx="2476">
                  <c:v>194750</c:v>
                </c:pt>
                <c:pt idx="2477">
                  <c:v>194700</c:v>
                </c:pt>
                <c:pt idx="2478">
                  <c:v>194700</c:v>
                </c:pt>
                <c:pt idx="2479">
                  <c:v>194650</c:v>
                </c:pt>
                <c:pt idx="2480">
                  <c:v>194400</c:v>
                </c:pt>
                <c:pt idx="2481">
                  <c:v>194350</c:v>
                </c:pt>
                <c:pt idx="2482">
                  <c:v>194100</c:v>
                </c:pt>
                <c:pt idx="2483">
                  <c:v>194100</c:v>
                </c:pt>
                <c:pt idx="2484">
                  <c:v>194050</c:v>
                </c:pt>
                <c:pt idx="2485">
                  <c:v>194000</c:v>
                </c:pt>
                <c:pt idx="2486">
                  <c:v>193600</c:v>
                </c:pt>
                <c:pt idx="2487">
                  <c:v>193550</c:v>
                </c:pt>
                <c:pt idx="2488">
                  <c:v>193400</c:v>
                </c:pt>
                <c:pt idx="2489">
                  <c:v>193300</c:v>
                </c:pt>
                <c:pt idx="2490">
                  <c:v>193300</c:v>
                </c:pt>
                <c:pt idx="2491">
                  <c:v>193100</c:v>
                </c:pt>
                <c:pt idx="2492">
                  <c:v>193000</c:v>
                </c:pt>
                <c:pt idx="2493">
                  <c:v>193000</c:v>
                </c:pt>
                <c:pt idx="2494">
                  <c:v>192350</c:v>
                </c:pt>
                <c:pt idx="2495">
                  <c:v>192200</c:v>
                </c:pt>
                <c:pt idx="2496">
                  <c:v>192100</c:v>
                </c:pt>
                <c:pt idx="2497">
                  <c:v>192100</c:v>
                </c:pt>
                <c:pt idx="2498">
                  <c:v>192050</c:v>
                </c:pt>
                <c:pt idx="2499">
                  <c:v>191850</c:v>
                </c:pt>
                <c:pt idx="2500">
                  <c:v>191700</c:v>
                </c:pt>
                <c:pt idx="2501">
                  <c:v>191600</c:v>
                </c:pt>
                <c:pt idx="2502">
                  <c:v>191500</c:v>
                </c:pt>
                <c:pt idx="2503">
                  <c:v>191375</c:v>
                </c:pt>
                <c:pt idx="2504">
                  <c:v>191250</c:v>
                </c:pt>
                <c:pt idx="2505">
                  <c:v>191000</c:v>
                </c:pt>
                <c:pt idx="2506">
                  <c:v>191000</c:v>
                </c:pt>
                <c:pt idx="2507">
                  <c:v>190950</c:v>
                </c:pt>
                <c:pt idx="2508">
                  <c:v>190850</c:v>
                </c:pt>
                <c:pt idx="2509">
                  <c:v>190800</c:v>
                </c:pt>
                <c:pt idx="2510">
                  <c:v>190750</c:v>
                </c:pt>
                <c:pt idx="2511">
                  <c:v>190700</c:v>
                </c:pt>
                <c:pt idx="2512">
                  <c:v>190700</c:v>
                </c:pt>
                <c:pt idx="2513">
                  <c:v>190700</c:v>
                </c:pt>
                <c:pt idx="2514">
                  <c:v>190600</c:v>
                </c:pt>
                <c:pt idx="2515">
                  <c:v>190600</c:v>
                </c:pt>
                <c:pt idx="2516">
                  <c:v>190550</c:v>
                </c:pt>
                <c:pt idx="2517">
                  <c:v>190450</c:v>
                </c:pt>
                <c:pt idx="2518">
                  <c:v>190250</c:v>
                </c:pt>
                <c:pt idx="2519">
                  <c:v>190200</c:v>
                </c:pt>
                <c:pt idx="2520">
                  <c:v>190200</c:v>
                </c:pt>
                <c:pt idx="2521">
                  <c:v>190150</c:v>
                </c:pt>
                <c:pt idx="2522">
                  <c:v>190000</c:v>
                </c:pt>
                <c:pt idx="2523">
                  <c:v>189900</c:v>
                </c:pt>
                <c:pt idx="2524">
                  <c:v>189500</c:v>
                </c:pt>
                <c:pt idx="2525">
                  <c:v>189400</c:v>
                </c:pt>
                <c:pt idx="2526">
                  <c:v>189250</c:v>
                </c:pt>
                <c:pt idx="2527">
                  <c:v>189200</c:v>
                </c:pt>
                <c:pt idx="2528">
                  <c:v>189200</c:v>
                </c:pt>
                <c:pt idx="2529">
                  <c:v>189100</c:v>
                </c:pt>
                <c:pt idx="2530">
                  <c:v>188900</c:v>
                </c:pt>
                <c:pt idx="2531">
                  <c:v>188900</c:v>
                </c:pt>
                <c:pt idx="2532">
                  <c:v>188700</c:v>
                </c:pt>
                <c:pt idx="2533">
                  <c:v>188500</c:v>
                </c:pt>
                <c:pt idx="2534">
                  <c:v>188500</c:v>
                </c:pt>
                <c:pt idx="2535">
                  <c:v>188500</c:v>
                </c:pt>
                <c:pt idx="2536">
                  <c:v>188400</c:v>
                </c:pt>
                <c:pt idx="2537">
                  <c:v>188300</c:v>
                </c:pt>
                <c:pt idx="2538">
                  <c:v>188250</c:v>
                </c:pt>
                <c:pt idx="2539">
                  <c:v>188000</c:v>
                </c:pt>
                <c:pt idx="2540">
                  <c:v>187750</c:v>
                </c:pt>
                <c:pt idx="2541">
                  <c:v>187600</c:v>
                </c:pt>
                <c:pt idx="2542">
                  <c:v>187550</c:v>
                </c:pt>
                <c:pt idx="2543">
                  <c:v>187525</c:v>
                </c:pt>
                <c:pt idx="2544">
                  <c:v>187400</c:v>
                </c:pt>
                <c:pt idx="2545">
                  <c:v>187400</c:v>
                </c:pt>
                <c:pt idx="2546">
                  <c:v>187400</c:v>
                </c:pt>
                <c:pt idx="2547">
                  <c:v>187000</c:v>
                </c:pt>
                <c:pt idx="2548">
                  <c:v>186900</c:v>
                </c:pt>
                <c:pt idx="2549">
                  <c:v>186750</c:v>
                </c:pt>
                <c:pt idx="2550">
                  <c:v>186500</c:v>
                </c:pt>
                <c:pt idx="2551">
                  <c:v>186500</c:v>
                </c:pt>
                <c:pt idx="2552">
                  <c:v>186400</c:v>
                </c:pt>
                <c:pt idx="2553">
                  <c:v>186350</c:v>
                </c:pt>
                <c:pt idx="2554">
                  <c:v>186200</c:v>
                </c:pt>
                <c:pt idx="2555">
                  <c:v>185875</c:v>
                </c:pt>
                <c:pt idx="2556">
                  <c:v>185700</c:v>
                </c:pt>
                <c:pt idx="2557">
                  <c:v>185600</c:v>
                </c:pt>
                <c:pt idx="2558">
                  <c:v>185550</c:v>
                </c:pt>
                <c:pt idx="2559">
                  <c:v>185500</c:v>
                </c:pt>
                <c:pt idx="2560">
                  <c:v>185100</c:v>
                </c:pt>
                <c:pt idx="2561">
                  <c:v>185100</c:v>
                </c:pt>
                <c:pt idx="2562">
                  <c:v>185100</c:v>
                </c:pt>
                <c:pt idx="2563">
                  <c:v>185000</c:v>
                </c:pt>
                <c:pt idx="2564">
                  <c:v>185000</c:v>
                </c:pt>
                <c:pt idx="2565">
                  <c:v>185000</c:v>
                </c:pt>
                <c:pt idx="2566">
                  <c:v>184850</c:v>
                </c:pt>
                <c:pt idx="2567">
                  <c:v>184650</c:v>
                </c:pt>
                <c:pt idx="2568">
                  <c:v>184600</c:v>
                </c:pt>
                <c:pt idx="2569">
                  <c:v>184400</c:v>
                </c:pt>
                <c:pt idx="2570">
                  <c:v>184300</c:v>
                </c:pt>
                <c:pt idx="2571">
                  <c:v>184100</c:v>
                </c:pt>
                <c:pt idx="2572">
                  <c:v>184100</c:v>
                </c:pt>
                <c:pt idx="2573">
                  <c:v>184050</c:v>
                </c:pt>
                <c:pt idx="2574">
                  <c:v>184050</c:v>
                </c:pt>
                <c:pt idx="2575">
                  <c:v>184000</c:v>
                </c:pt>
                <c:pt idx="2576">
                  <c:v>183750</c:v>
                </c:pt>
                <c:pt idx="2577">
                  <c:v>183350</c:v>
                </c:pt>
                <c:pt idx="2578">
                  <c:v>183300</c:v>
                </c:pt>
                <c:pt idx="2579">
                  <c:v>182950</c:v>
                </c:pt>
                <c:pt idx="2580">
                  <c:v>182900</c:v>
                </c:pt>
                <c:pt idx="2581">
                  <c:v>182900</c:v>
                </c:pt>
                <c:pt idx="2582">
                  <c:v>182850</c:v>
                </c:pt>
                <c:pt idx="2583">
                  <c:v>182699</c:v>
                </c:pt>
                <c:pt idx="2584">
                  <c:v>182650</c:v>
                </c:pt>
                <c:pt idx="2585">
                  <c:v>182300</c:v>
                </c:pt>
                <c:pt idx="2586">
                  <c:v>182200</c:v>
                </c:pt>
                <c:pt idx="2587">
                  <c:v>182100</c:v>
                </c:pt>
                <c:pt idx="2588">
                  <c:v>182000</c:v>
                </c:pt>
                <c:pt idx="2589">
                  <c:v>182000</c:v>
                </c:pt>
                <c:pt idx="2590">
                  <c:v>181700</c:v>
                </c:pt>
                <c:pt idx="2591">
                  <c:v>181600</c:v>
                </c:pt>
                <c:pt idx="2592">
                  <c:v>181600</c:v>
                </c:pt>
                <c:pt idx="2593">
                  <c:v>181500</c:v>
                </c:pt>
                <c:pt idx="2594">
                  <c:v>181500</c:v>
                </c:pt>
                <c:pt idx="2595">
                  <c:v>181400</c:v>
                </c:pt>
                <c:pt idx="2596">
                  <c:v>181400</c:v>
                </c:pt>
                <c:pt idx="2597">
                  <c:v>181375</c:v>
                </c:pt>
                <c:pt idx="2598">
                  <c:v>181250</c:v>
                </c:pt>
                <c:pt idx="2599">
                  <c:v>181200</c:v>
                </c:pt>
                <c:pt idx="2600">
                  <c:v>181200</c:v>
                </c:pt>
                <c:pt idx="2601">
                  <c:v>181000</c:v>
                </c:pt>
                <c:pt idx="2602">
                  <c:v>181000</c:v>
                </c:pt>
                <c:pt idx="2603">
                  <c:v>181000</c:v>
                </c:pt>
                <c:pt idx="2604">
                  <c:v>180500</c:v>
                </c:pt>
                <c:pt idx="2605">
                  <c:v>180500</c:v>
                </c:pt>
                <c:pt idx="2606">
                  <c:v>180400</c:v>
                </c:pt>
                <c:pt idx="2607">
                  <c:v>180300</c:v>
                </c:pt>
                <c:pt idx="2608">
                  <c:v>179800</c:v>
                </c:pt>
                <c:pt idx="2609">
                  <c:v>179750</c:v>
                </c:pt>
                <c:pt idx="2610">
                  <c:v>179750</c:v>
                </c:pt>
                <c:pt idx="2611">
                  <c:v>179600</c:v>
                </c:pt>
                <c:pt idx="2612">
                  <c:v>179500</c:v>
                </c:pt>
                <c:pt idx="2613">
                  <c:v>179500</c:v>
                </c:pt>
                <c:pt idx="2614">
                  <c:v>179350</c:v>
                </c:pt>
                <c:pt idx="2615">
                  <c:v>179350</c:v>
                </c:pt>
                <c:pt idx="2616">
                  <c:v>179250</c:v>
                </c:pt>
                <c:pt idx="2617">
                  <c:v>179150</c:v>
                </c:pt>
                <c:pt idx="2618">
                  <c:v>178950</c:v>
                </c:pt>
                <c:pt idx="2619">
                  <c:v>178900</c:v>
                </c:pt>
                <c:pt idx="2620">
                  <c:v>178900</c:v>
                </c:pt>
                <c:pt idx="2621">
                  <c:v>178800</c:v>
                </c:pt>
                <c:pt idx="2622">
                  <c:v>178600</c:v>
                </c:pt>
                <c:pt idx="2623">
                  <c:v>178400</c:v>
                </c:pt>
                <c:pt idx="2624">
                  <c:v>178400</c:v>
                </c:pt>
                <c:pt idx="2625">
                  <c:v>178350</c:v>
                </c:pt>
                <c:pt idx="2626">
                  <c:v>178150</c:v>
                </c:pt>
                <c:pt idx="2627">
                  <c:v>177900</c:v>
                </c:pt>
                <c:pt idx="2628">
                  <c:v>177900</c:v>
                </c:pt>
                <c:pt idx="2629">
                  <c:v>177750</c:v>
                </c:pt>
                <c:pt idx="2630">
                  <c:v>177700</c:v>
                </c:pt>
                <c:pt idx="2631">
                  <c:v>177700</c:v>
                </c:pt>
                <c:pt idx="2632">
                  <c:v>177650</c:v>
                </c:pt>
                <c:pt idx="2633">
                  <c:v>177650</c:v>
                </c:pt>
                <c:pt idx="2634">
                  <c:v>177450</c:v>
                </c:pt>
                <c:pt idx="2635">
                  <c:v>177400</c:v>
                </c:pt>
                <c:pt idx="2636">
                  <c:v>177350</c:v>
                </c:pt>
                <c:pt idx="2637">
                  <c:v>177300</c:v>
                </c:pt>
                <c:pt idx="2638">
                  <c:v>177250</c:v>
                </c:pt>
                <c:pt idx="2639">
                  <c:v>177150</c:v>
                </c:pt>
                <c:pt idx="2640">
                  <c:v>177000</c:v>
                </c:pt>
                <c:pt idx="2641">
                  <c:v>176900</c:v>
                </c:pt>
                <c:pt idx="2642">
                  <c:v>176875</c:v>
                </c:pt>
                <c:pt idx="2643">
                  <c:v>176750</c:v>
                </c:pt>
                <c:pt idx="2644">
                  <c:v>176700</c:v>
                </c:pt>
                <c:pt idx="2645">
                  <c:v>176600</c:v>
                </c:pt>
                <c:pt idx="2646">
                  <c:v>176500</c:v>
                </c:pt>
                <c:pt idx="2647">
                  <c:v>176500</c:v>
                </c:pt>
                <c:pt idx="2648">
                  <c:v>176500</c:v>
                </c:pt>
                <c:pt idx="2649">
                  <c:v>176495</c:v>
                </c:pt>
                <c:pt idx="2650">
                  <c:v>176300</c:v>
                </c:pt>
                <c:pt idx="2651">
                  <c:v>176300</c:v>
                </c:pt>
                <c:pt idx="2652">
                  <c:v>176250</c:v>
                </c:pt>
                <c:pt idx="2653">
                  <c:v>176200</c:v>
                </c:pt>
                <c:pt idx="2654">
                  <c:v>176100</c:v>
                </c:pt>
                <c:pt idx="2655">
                  <c:v>176000</c:v>
                </c:pt>
                <c:pt idx="2656">
                  <c:v>175800</c:v>
                </c:pt>
                <c:pt idx="2657">
                  <c:v>175800</c:v>
                </c:pt>
                <c:pt idx="2658">
                  <c:v>175800</c:v>
                </c:pt>
                <c:pt idx="2659">
                  <c:v>175600</c:v>
                </c:pt>
                <c:pt idx="2660">
                  <c:v>175600</c:v>
                </c:pt>
                <c:pt idx="2661">
                  <c:v>175550</c:v>
                </c:pt>
                <c:pt idx="2662">
                  <c:v>175050</c:v>
                </c:pt>
                <c:pt idx="2663">
                  <c:v>175000</c:v>
                </c:pt>
                <c:pt idx="2664">
                  <c:v>175000</c:v>
                </c:pt>
                <c:pt idx="2665">
                  <c:v>175000</c:v>
                </c:pt>
                <c:pt idx="2666">
                  <c:v>175000</c:v>
                </c:pt>
                <c:pt idx="2667">
                  <c:v>174900</c:v>
                </c:pt>
                <c:pt idx="2668">
                  <c:v>174900</c:v>
                </c:pt>
                <c:pt idx="2669">
                  <c:v>174900</c:v>
                </c:pt>
                <c:pt idx="2670">
                  <c:v>174800</c:v>
                </c:pt>
                <c:pt idx="2671">
                  <c:v>174700</c:v>
                </c:pt>
                <c:pt idx="2672">
                  <c:v>174600</c:v>
                </c:pt>
                <c:pt idx="2673">
                  <c:v>174600</c:v>
                </c:pt>
                <c:pt idx="2674">
                  <c:v>174500</c:v>
                </c:pt>
                <c:pt idx="2675">
                  <c:v>174100</c:v>
                </c:pt>
                <c:pt idx="2676">
                  <c:v>174075</c:v>
                </c:pt>
                <c:pt idx="2677">
                  <c:v>174000</c:v>
                </c:pt>
                <c:pt idx="2678">
                  <c:v>173950</c:v>
                </c:pt>
                <c:pt idx="2679">
                  <c:v>173900</c:v>
                </c:pt>
                <c:pt idx="2680">
                  <c:v>173800</c:v>
                </c:pt>
                <c:pt idx="2681">
                  <c:v>173500</c:v>
                </c:pt>
                <c:pt idx="2682">
                  <c:v>173400</c:v>
                </c:pt>
                <c:pt idx="2683">
                  <c:v>173400</c:v>
                </c:pt>
                <c:pt idx="2684">
                  <c:v>173350</c:v>
                </c:pt>
                <c:pt idx="2685">
                  <c:v>173250</c:v>
                </c:pt>
                <c:pt idx="2686">
                  <c:v>173100</c:v>
                </c:pt>
                <c:pt idx="2687">
                  <c:v>173000</c:v>
                </c:pt>
                <c:pt idx="2688">
                  <c:v>172900</c:v>
                </c:pt>
                <c:pt idx="2689">
                  <c:v>172900</c:v>
                </c:pt>
                <c:pt idx="2690">
                  <c:v>172850</c:v>
                </c:pt>
                <c:pt idx="2691">
                  <c:v>172600</c:v>
                </c:pt>
                <c:pt idx="2692">
                  <c:v>172600</c:v>
                </c:pt>
                <c:pt idx="2693">
                  <c:v>172500</c:v>
                </c:pt>
                <c:pt idx="2694">
                  <c:v>172500</c:v>
                </c:pt>
                <c:pt idx="2695">
                  <c:v>172400</c:v>
                </c:pt>
                <c:pt idx="2696">
                  <c:v>172300</c:v>
                </c:pt>
                <c:pt idx="2697">
                  <c:v>172100</c:v>
                </c:pt>
                <c:pt idx="2698">
                  <c:v>171925</c:v>
                </c:pt>
                <c:pt idx="2699">
                  <c:v>171800</c:v>
                </c:pt>
                <c:pt idx="2700">
                  <c:v>171800</c:v>
                </c:pt>
                <c:pt idx="2701">
                  <c:v>171750</c:v>
                </c:pt>
                <c:pt idx="2702">
                  <c:v>171700</c:v>
                </c:pt>
                <c:pt idx="2703">
                  <c:v>171550</c:v>
                </c:pt>
                <c:pt idx="2704">
                  <c:v>171525</c:v>
                </c:pt>
                <c:pt idx="2705">
                  <c:v>171500</c:v>
                </c:pt>
                <c:pt idx="2706">
                  <c:v>171400</c:v>
                </c:pt>
                <c:pt idx="2707">
                  <c:v>171400</c:v>
                </c:pt>
                <c:pt idx="2708">
                  <c:v>171400</c:v>
                </c:pt>
                <c:pt idx="2709">
                  <c:v>171350</c:v>
                </c:pt>
                <c:pt idx="2710">
                  <c:v>171250</c:v>
                </c:pt>
                <c:pt idx="2711">
                  <c:v>171200</c:v>
                </c:pt>
                <c:pt idx="2712">
                  <c:v>171100</c:v>
                </c:pt>
                <c:pt idx="2713">
                  <c:v>171000</c:v>
                </c:pt>
                <c:pt idx="2714">
                  <c:v>171000</c:v>
                </c:pt>
                <c:pt idx="2715">
                  <c:v>170850</c:v>
                </c:pt>
                <c:pt idx="2716">
                  <c:v>170800</c:v>
                </c:pt>
                <c:pt idx="2717">
                  <c:v>170800</c:v>
                </c:pt>
                <c:pt idx="2718">
                  <c:v>170700</c:v>
                </c:pt>
                <c:pt idx="2719">
                  <c:v>170650</c:v>
                </c:pt>
                <c:pt idx="2720">
                  <c:v>170400</c:v>
                </c:pt>
                <c:pt idx="2721">
                  <c:v>170300</c:v>
                </c:pt>
                <c:pt idx="2722">
                  <c:v>170225</c:v>
                </c:pt>
                <c:pt idx="2723">
                  <c:v>170150</c:v>
                </c:pt>
                <c:pt idx="2724">
                  <c:v>170150</c:v>
                </c:pt>
                <c:pt idx="2725">
                  <c:v>170100</c:v>
                </c:pt>
                <c:pt idx="2726">
                  <c:v>170100</c:v>
                </c:pt>
                <c:pt idx="2727">
                  <c:v>170050</c:v>
                </c:pt>
                <c:pt idx="2728">
                  <c:v>170000</c:v>
                </c:pt>
                <c:pt idx="2729">
                  <c:v>169800</c:v>
                </c:pt>
                <c:pt idx="2730">
                  <c:v>169750</c:v>
                </c:pt>
                <c:pt idx="2731">
                  <c:v>169700</c:v>
                </c:pt>
                <c:pt idx="2732">
                  <c:v>169650</c:v>
                </c:pt>
                <c:pt idx="2733">
                  <c:v>169500</c:v>
                </c:pt>
                <c:pt idx="2734">
                  <c:v>169500</c:v>
                </c:pt>
                <c:pt idx="2735">
                  <c:v>169500</c:v>
                </c:pt>
                <c:pt idx="2736">
                  <c:v>169400</c:v>
                </c:pt>
                <c:pt idx="2737">
                  <c:v>169350</c:v>
                </c:pt>
                <c:pt idx="2738">
                  <c:v>169300</c:v>
                </c:pt>
                <c:pt idx="2739">
                  <c:v>169200</c:v>
                </c:pt>
                <c:pt idx="2740">
                  <c:v>169200</c:v>
                </c:pt>
                <c:pt idx="2741">
                  <c:v>169150</c:v>
                </c:pt>
                <c:pt idx="2742">
                  <c:v>169000</c:v>
                </c:pt>
                <c:pt idx="2743">
                  <c:v>169000</c:v>
                </c:pt>
                <c:pt idx="2744">
                  <c:v>168900</c:v>
                </c:pt>
                <c:pt idx="2745">
                  <c:v>168900</c:v>
                </c:pt>
                <c:pt idx="2746">
                  <c:v>168600</c:v>
                </c:pt>
                <c:pt idx="2747">
                  <c:v>168600</c:v>
                </c:pt>
                <c:pt idx="2748">
                  <c:v>168450</c:v>
                </c:pt>
                <c:pt idx="2749">
                  <c:v>168400</c:v>
                </c:pt>
                <c:pt idx="2750">
                  <c:v>168200</c:v>
                </c:pt>
                <c:pt idx="2751">
                  <c:v>167950</c:v>
                </c:pt>
                <c:pt idx="2752">
                  <c:v>167950</c:v>
                </c:pt>
                <c:pt idx="2753">
                  <c:v>167450</c:v>
                </c:pt>
                <c:pt idx="2754">
                  <c:v>167400</c:v>
                </c:pt>
                <c:pt idx="2755">
                  <c:v>167400</c:v>
                </c:pt>
                <c:pt idx="2756">
                  <c:v>167300</c:v>
                </c:pt>
                <c:pt idx="2757">
                  <c:v>167200</c:v>
                </c:pt>
                <c:pt idx="2758">
                  <c:v>167200</c:v>
                </c:pt>
                <c:pt idx="2759">
                  <c:v>167150</c:v>
                </c:pt>
                <c:pt idx="2760">
                  <c:v>167100</c:v>
                </c:pt>
                <c:pt idx="2761">
                  <c:v>167100</c:v>
                </c:pt>
                <c:pt idx="2762">
                  <c:v>166950</c:v>
                </c:pt>
                <c:pt idx="2763">
                  <c:v>166800</c:v>
                </c:pt>
                <c:pt idx="2764">
                  <c:v>166700</c:v>
                </c:pt>
                <c:pt idx="2765">
                  <c:v>166700</c:v>
                </c:pt>
                <c:pt idx="2766">
                  <c:v>166650</c:v>
                </c:pt>
                <c:pt idx="2767">
                  <c:v>166600</c:v>
                </c:pt>
                <c:pt idx="2768">
                  <c:v>166600</c:v>
                </c:pt>
                <c:pt idx="2769">
                  <c:v>166500</c:v>
                </c:pt>
                <c:pt idx="2770">
                  <c:v>166450</c:v>
                </c:pt>
                <c:pt idx="2771">
                  <c:v>166350</c:v>
                </c:pt>
                <c:pt idx="2772">
                  <c:v>166300</c:v>
                </c:pt>
                <c:pt idx="2773">
                  <c:v>166100</c:v>
                </c:pt>
                <c:pt idx="2774">
                  <c:v>166000</c:v>
                </c:pt>
                <c:pt idx="2775">
                  <c:v>166000</c:v>
                </c:pt>
                <c:pt idx="2776">
                  <c:v>166000</c:v>
                </c:pt>
                <c:pt idx="2777">
                  <c:v>165850</c:v>
                </c:pt>
                <c:pt idx="2778">
                  <c:v>165700</c:v>
                </c:pt>
                <c:pt idx="2779">
                  <c:v>165550</c:v>
                </c:pt>
                <c:pt idx="2780">
                  <c:v>165525</c:v>
                </c:pt>
                <c:pt idx="2781">
                  <c:v>165500</c:v>
                </c:pt>
                <c:pt idx="2782">
                  <c:v>165100</c:v>
                </c:pt>
                <c:pt idx="2783">
                  <c:v>165050</c:v>
                </c:pt>
                <c:pt idx="2784">
                  <c:v>165000</c:v>
                </c:pt>
                <c:pt idx="2785">
                  <c:v>164750</c:v>
                </c:pt>
                <c:pt idx="2786">
                  <c:v>164550</c:v>
                </c:pt>
                <c:pt idx="2787">
                  <c:v>164500</c:v>
                </c:pt>
                <c:pt idx="2788">
                  <c:v>164300</c:v>
                </c:pt>
                <c:pt idx="2789">
                  <c:v>164300</c:v>
                </c:pt>
                <c:pt idx="2790">
                  <c:v>164300</c:v>
                </c:pt>
                <c:pt idx="2791">
                  <c:v>164300</c:v>
                </c:pt>
                <c:pt idx="2792">
                  <c:v>164100</c:v>
                </c:pt>
                <c:pt idx="2793">
                  <c:v>164100</c:v>
                </c:pt>
                <c:pt idx="2794">
                  <c:v>164000</c:v>
                </c:pt>
                <c:pt idx="2795">
                  <c:v>163700</c:v>
                </c:pt>
                <c:pt idx="2796">
                  <c:v>163700</c:v>
                </c:pt>
                <c:pt idx="2797">
                  <c:v>163550</c:v>
                </c:pt>
                <c:pt idx="2798">
                  <c:v>163450</c:v>
                </c:pt>
                <c:pt idx="2799">
                  <c:v>163300</c:v>
                </c:pt>
                <c:pt idx="2800">
                  <c:v>163250</c:v>
                </c:pt>
                <c:pt idx="2801">
                  <c:v>163200</c:v>
                </c:pt>
                <c:pt idx="2802">
                  <c:v>163050</c:v>
                </c:pt>
                <c:pt idx="2803">
                  <c:v>163000</c:v>
                </c:pt>
                <c:pt idx="2804">
                  <c:v>162700</c:v>
                </c:pt>
                <c:pt idx="2805">
                  <c:v>162600</c:v>
                </c:pt>
                <c:pt idx="2806">
                  <c:v>162550</c:v>
                </c:pt>
                <c:pt idx="2807">
                  <c:v>162450</c:v>
                </c:pt>
                <c:pt idx="2808">
                  <c:v>162400</c:v>
                </c:pt>
                <c:pt idx="2809">
                  <c:v>162300</c:v>
                </c:pt>
                <c:pt idx="2810">
                  <c:v>162200</c:v>
                </c:pt>
                <c:pt idx="2811">
                  <c:v>162200</c:v>
                </c:pt>
                <c:pt idx="2812">
                  <c:v>162200</c:v>
                </c:pt>
                <c:pt idx="2813">
                  <c:v>161850</c:v>
                </c:pt>
                <c:pt idx="2814">
                  <c:v>161800</c:v>
                </c:pt>
                <c:pt idx="2815">
                  <c:v>161800</c:v>
                </c:pt>
                <c:pt idx="2816">
                  <c:v>161700</c:v>
                </c:pt>
                <c:pt idx="2817">
                  <c:v>161700</c:v>
                </c:pt>
                <c:pt idx="2818">
                  <c:v>161550</c:v>
                </c:pt>
                <c:pt idx="2819">
                  <c:v>161500</c:v>
                </c:pt>
                <c:pt idx="2820">
                  <c:v>161500</c:v>
                </c:pt>
                <c:pt idx="2821">
                  <c:v>161400</c:v>
                </c:pt>
                <c:pt idx="2822">
                  <c:v>161400</c:v>
                </c:pt>
                <c:pt idx="2823">
                  <c:v>161100</c:v>
                </c:pt>
                <c:pt idx="2824">
                  <c:v>161100</c:v>
                </c:pt>
                <c:pt idx="2825">
                  <c:v>161050</c:v>
                </c:pt>
                <c:pt idx="2826">
                  <c:v>161050</c:v>
                </c:pt>
                <c:pt idx="2827">
                  <c:v>161000</c:v>
                </c:pt>
                <c:pt idx="2828">
                  <c:v>160950</c:v>
                </c:pt>
                <c:pt idx="2829">
                  <c:v>160950</c:v>
                </c:pt>
                <c:pt idx="2830">
                  <c:v>160750</c:v>
                </c:pt>
                <c:pt idx="2831">
                  <c:v>160750</c:v>
                </c:pt>
                <c:pt idx="2832">
                  <c:v>160650</c:v>
                </c:pt>
                <c:pt idx="2833">
                  <c:v>160500</c:v>
                </c:pt>
                <c:pt idx="2834">
                  <c:v>160200</c:v>
                </c:pt>
                <c:pt idx="2835">
                  <c:v>160150</c:v>
                </c:pt>
                <c:pt idx="2836">
                  <c:v>160100</c:v>
                </c:pt>
                <c:pt idx="2837">
                  <c:v>160050</c:v>
                </c:pt>
                <c:pt idx="2838">
                  <c:v>160000</c:v>
                </c:pt>
                <c:pt idx="2839">
                  <c:v>159900</c:v>
                </c:pt>
                <c:pt idx="2840">
                  <c:v>159900</c:v>
                </c:pt>
                <c:pt idx="2841">
                  <c:v>159850</c:v>
                </c:pt>
                <c:pt idx="2842">
                  <c:v>159700</c:v>
                </c:pt>
                <c:pt idx="2843">
                  <c:v>159650</c:v>
                </c:pt>
                <c:pt idx="2844">
                  <c:v>159650</c:v>
                </c:pt>
                <c:pt idx="2845">
                  <c:v>159600</c:v>
                </c:pt>
                <c:pt idx="2846">
                  <c:v>159300</c:v>
                </c:pt>
                <c:pt idx="2847">
                  <c:v>159300</c:v>
                </c:pt>
                <c:pt idx="2848">
                  <c:v>159200</c:v>
                </c:pt>
                <c:pt idx="2849">
                  <c:v>159100</c:v>
                </c:pt>
                <c:pt idx="2850">
                  <c:v>159050</c:v>
                </c:pt>
                <c:pt idx="2851">
                  <c:v>159025</c:v>
                </c:pt>
                <c:pt idx="2852">
                  <c:v>159000</c:v>
                </c:pt>
                <c:pt idx="2853">
                  <c:v>158950</c:v>
                </c:pt>
                <c:pt idx="2854">
                  <c:v>158800</c:v>
                </c:pt>
                <c:pt idx="2855">
                  <c:v>158700</c:v>
                </c:pt>
                <c:pt idx="2856">
                  <c:v>158550</c:v>
                </c:pt>
                <c:pt idx="2857">
                  <c:v>158500</c:v>
                </c:pt>
                <c:pt idx="2858">
                  <c:v>158400</c:v>
                </c:pt>
                <c:pt idx="2859">
                  <c:v>158400</c:v>
                </c:pt>
                <c:pt idx="2860">
                  <c:v>158350</c:v>
                </c:pt>
                <c:pt idx="2861">
                  <c:v>158325</c:v>
                </c:pt>
                <c:pt idx="2862">
                  <c:v>158325</c:v>
                </c:pt>
                <c:pt idx="2863">
                  <c:v>158300</c:v>
                </c:pt>
                <c:pt idx="2864">
                  <c:v>158200</c:v>
                </c:pt>
                <c:pt idx="2865">
                  <c:v>158050</c:v>
                </c:pt>
                <c:pt idx="2866">
                  <c:v>157900</c:v>
                </c:pt>
                <c:pt idx="2867">
                  <c:v>157900</c:v>
                </c:pt>
                <c:pt idx="2868">
                  <c:v>157750</c:v>
                </c:pt>
                <c:pt idx="2869">
                  <c:v>157550</c:v>
                </c:pt>
                <c:pt idx="2870">
                  <c:v>157300</c:v>
                </c:pt>
                <c:pt idx="2871">
                  <c:v>157250</c:v>
                </c:pt>
                <c:pt idx="2872">
                  <c:v>157200</c:v>
                </c:pt>
                <c:pt idx="2873">
                  <c:v>157100</c:v>
                </c:pt>
                <c:pt idx="2874">
                  <c:v>156800</c:v>
                </c:pt>
                <c:pt idx="2875">
                  <c:v>156400</c:v>
                </c:pt>
                <c:pt idx="2876">
                  <c:v>156300</c:v>
                </c:pt>
                <c:pt idx="2877">
                  <c:v>156250</c:v>
                </c:pt>
                <c:pt idx="2878">
                  <c:v>156200</c:v>
                </c:pt>
                <c:pt idx="2879">
                  <c:v>156200</c:v>
                </c:pt>
                <c:pt idx="2880">
                  <c:v>156125</c:v>
                </c:pt>
                <c:pt idx="2881">
                  <c:v>156100</c:v>
                </c:pt>
                <c:pt idx="2882">
                  <c:v>156000</c:v>
                </c:pt>
                <c:pt idx="2883">
                  <c:v>155850</c:v>
                </c:pt>
                <c:pt idx="2884">
                  <c:v>155725</c:v>
                </c:pt>
                <c:pt idx="2885">
                  <c:v>155650</c:v>
                </c:pt>
                <c:pt idx="2886">
                  <c:v>155450</c:v>
                </c:pt>
                <c:pt idx="2887">
                  <c:v>155300</c:v>
                </c:pt>
                <c:pt idx="2888">
                  <c:v>155300</c:v>
                </c:pt>
                <c:pt idx="2889">
                  <c:v>155200</c:v>
                </c:pt>
                <c:pt idx="2890">
                  <c:v>155100</c:v>
                </c:pt>
                <c:pt idx="2891">
                  <c:v>155100</c:v>
                </c:pt>
                <c:pt idx="2892">
                  <c:v>155100</c:v>
                </c:pt>
                <c:pt idx="2893">
                  <c:v>155000</c:v>
                </c:pt>
                <c:pt idx="2894">
                  <c:v>154850</c:v>
                </c:pt>
                <c:pt idx="2895">
                  <c:v>154775</c:v>
                </c:pt>
                <c:pt idx="2896">
                  <c:v>154750</c:v>
                </c:pt>
                <c:pt idx="2897">
                  <c:v>154500</c:v>
                </c:pt>
                <c:pt idx="2898">
                  <c:v>154400</c:v>
                </c:pt>
                <c:pt idx="2899">
                  <c:v>154200</c:v>
                </c:pt>
                <c:pt idx="2900">
                  <c:v>154000</c:v>
                </c:pt>
                <c:pt idx="2901">
                  <c:v>154000</c:v>
                </c:pt>
                <c:pt idx="2902">
                  <c:v>153900</c:v>
                </c:pt>
                <c:pt idx="2903">
                  <c:v>153700</c:v>
                </c:pt>
                <c:pt idx="2904">
                  <c:v>153700</c:v>
                </c:pt>
                <c:pt idx="2905">
                  <c:v>153650</c:v>
                </c:pt>
                <c:pt idx="2906">
                  <c:v>153600</c:v>
                </c:pt>
                <c:pt idx="2907">
                  <c:v>153550</c:v>
                </c:pt>
                <c:pt idx="2908">
                  <c:v>153500</c:v>
                </c:pt>
                <c:pt idx="2909">
                  <c:v>153300</c:v>
                </c:pt>
                <c:pt idx="2910">
                  <c:v>153250</c:v>
                </c:pt>
                <c:pt idx="2911">
                  <c:v>153200</c:v>
                </c:pt>
                <c:pt idx="2912">
                  <c:v>153150</c:v>
                </c:pt>
                <c:pt idx="2913">
                  <c:v>153100</c:v>
                </c:pt>
                <c:pt idx="2914">
                  <c:v>153050</c:v>
                </c:pt>
                <c:pt idx="2915">
                  <c:v>153000</c:v>
                </c:pt>
                <c:pt idx="2916">
                  <c:v>153000</c:v>
                </c:pt>
                <c:pt idx="2917">
                  <c:v>153000</c:v>
                </c:pt>
                <c:pt idx="2918">
                  <c:v>152900</c:v>
                </c:pt>
                <c:pt idx="2919">
                  <c:v>152850</c:v>
                </c:pt>
                <c:pt idx="2920">
                  <c:v>152550</c:v>
                </c:pt>
                <c:pt idx="2921">
                  <c:v>152400</c:v>
                </c:pt>
                <c:pt idx="2922">
                  <c:v>152350</c:v>
                </c:pt>
                <c:pt idx="2923">
                  <c:v>152300</c:v>
                </c:pt>
                <c:pt idx="2924">
                  <c:v>152300</c:v>
                </c:pt>
                <c:pt idx="2925">
                  <c:v>152250</c:v>
                </c:pt>
                <c:pt idx="2926">
                  <c:v>152200</c:v>
                </c:pt>
                <c:pt idx="2927">
                  <c:v>152050</c:v>
                </c:pt>
                <c:pt idx="2928">
                  <c:v>152050</c:v>
                </c:pt>
                <c:pt idx="2929">
                  <c:v>152000</c:v>
                </c:pt>
                <c:pt idx="2930">
                  <c:v>152000</c:v>
                </c:pt>
                <c:pt idx="2931">
                  <c:v>151950</c:v>
                </c:pt>
                <c:pt idx="2932">
                  <c:v>151800</c:v>
                </c:pt>
                <c:pt idx="2933">
                  <c:v>151750</c:v>
                </c:pt>
                <c:pt idx="2934">
                  <c:v>151600</c:v>
                </c:pt>
                <c:pt idx="2935">
                  <c:v>151550</c:v>
                </c:pt>
                <c:pt idx="2936">
                  <c:v>151400</c:v>
                </c:pt>
                <c:pt idx="2937">
                  <c:v>151200</c:v>
                </c:pt>
                <c:pt idx="2938">
                  <c:v>151050</c:v>
                </c:pt>
                <c:pt idx="2939">
                  <c:v>151050</c:v>
                </c:pt>
                <c:pt idx="2940">
                  <c:v>150900</c:v>
                </c:pt>
                <c:pt idx="2941">
                  <c:v>150700</c:v>
                </c:pt>
                <c:pt idx="2942">
                  <c:v>150600</c:v>
                </c:pt>
                <c:pt idx="2943">
                  <c:v>150400</c:v>
                </c:pt>
                <c:pt idx="2944">
                  <c:v>150350</c:v>
                </c:pt>
                <c:pt idx="2945">
                  <c:v>150350</c:v>
                </c:pt>
                <c:pt idx="2946">
                  <c:v>150300</c:v>
                </c:pt>
                <c:pt idx="2947">
                  <c:v>150300</c:v>
                </c:pt>
                <c:pt idx="2948">
                  <c:v>150300</c:v>
                </c:pt>
                <c:pt idx="2949">
                  <c:v>150300</c:v>
                </c:pt>
                <c:pt idx="2950">
                  <c:v>150100</c:v>
                </c:pt>
                <c:pt idx="2951">
                  <c:v>150000</c:v>
                </c:pt>
                <c:pt idx="2952">
                  <c:v>149900</c:v>
                </c:pt>
                <c:pt idx="2953">
                  <c:v>149900</c:v>
                </c:pt>
                <c:pt idx="2954">
                  <c:v>149550</c:v>
                </c:pt>
                <c:pt idx="2955">
                  <c:v>149550</c:v>
                </c:pt>
                <c:pt idx="2956">
                  <c:v>149500</c:v>
                </c:pt>
                <c:pt idx="2957">
                  <c:v>149450</c:v>
                </c:pt>
                <c:pt idx="2958">
                  <c:v>149250</c:v>
                </c:pt>
                <c:pt idx="2959">
                  <c:v>149200</c:v>
                </c:pt>
                <c:pt idx="2960">
                  <c:v>149050</c:v>
                </c:pt>
                <c:pt idx="2961">
                  <c:v>148900</c:v>
                </c:pt>
                <c:pt idx="2962">
                  <c:v>148850</c:v>
                </c:pt>
                <c:pt idx="2963">
                  <c:v>148750</c:v>
                </c:pt>
                <c:pt idx="2964">
                  <c:v>148700</c:v>
                </c:pt>
                <c:pt idx="2965">
                  <c:v>148650</c:v>
                </c:pt>
                <c:pt idx="2966">
                  <c:v>148550</c:v>
                </c:pt>
                <c:pt idx="2967">
                  <c:v>148550</c:v>
                </c:pt>
                <c:pt idx="2968">
                  <c:v>148550</c:v>
                </c:pt>
                <c:pt idx="2969">
                  <c:v>148550</c:v>
                </c:pt>
                <c:pt idx="2970">
                  <c:v>148400</c:v>
                </c:pt>
                <c:pt idx="2971">
                  <c:v>148400</c:v>
                </c:pt>
                <c:pt idx="2972">
                  <c:v>148350</c:v>
                </c:pt>
                <c:pt idx="2973">
                  <c:v>148200</c:v>
                </c:pt>
                <c:pt idx="2974">
                  <c:v>148200</c:v>
                </c:pt>
                <c:pt idx="2975">
                  <c:v>148200</c:v>
                </c:pt>
                <c:pt idx="2976">
                  <c:v>148150</c:v>
                </c:pt>
                <c:pt idx="2977">
                  <c:v>148100</c:v>
                </c:pt>
                <c:pt idx="2978">
                  <c:v>147750</c:v>
                </c:pt>
                <c:pt idx="2979">
                  <c:v>147700</c:v>
                </c:pt>
                <c:pt idx="2980">
                  <c:v>147700</c:v>
                </c:pt>
                <c:pt idx="2981">
                  <c:v>147550</c:v>
                </c:pt>
                <c:pt idx="2982">
                  <c:v>147550</c:v>
                </c:pt>
                <c:pt idx="2983">
                  <c:v>147450</c:v>
                </c:pt>
                <c:pt idx="2984">
                  <c:v>147400</c:v>
                </c:pt>
                <c:pt idx="2985">
                  <c:v>147350</c:v>
                </c:pt>
                <c:pt idx="2986">
                  <c:v>147300</c:v>
                </c:pt>
                <c:pt idx="2987">
                  <c:v>147100</c:v>
                </c:pt>
                <c:pt idx="2988">
                  <c:v>147000</c:v>
                </c:pt>
                <c:pt idx="2989">
                  <c:v>146900</c:v>
                </c:pt>
                <c:pt idx="2990">
                  <c:v>146700</c:v>
                </c:pt>
                <c:pt idx="2991">
                  <c:v>146600</c:v>
                </c:pt>
                <c:pt idx="2992">
                  <c:v>146600</c:v>
                </c:pt>
                <c:pt idx="2993">
                  <c:v>146550</c:v>
                </c:pt>
                <c:pt idx="2994">
                  <c:v>146550</c:v>
                </c:pt>
                <c:pt idx="2995">
                  <c:v>146500</c:v>
                </c:pt>
                <c:pt idx="2996">
                  <c:v>146500</c:v>
                </c:pt>
                <c:pt idx="2997">
                  <c:v>146300</c:v>
                </c:pt>
                <c:pt idx="2998">
                  <c:v>146200</c:v>
                </c:pt>
                <c:pt idx="2999">
                  <c:v>146200</c:v>
                </c:pt>
                <c:pt idx="3000">
                  <c:v>146200</c:v>
                </c:pt>
                <c:pt idx="3001">
                  <c:v>146100</c:v>
                </c:pt>
                <c:pt idx="3002">
                  <c:v>146050</c:v>
                </c:pt>
                <c:pt idx="3003">
                  <c:v>146000</c:v>
                </c:pt>
                <c:pt idx="3004">
                  <c:v>146000</c:v>
                </c:pt>
                <c:pt idx="3005">
                  <c:v>145900</c:v>
                </c:pt>
                <c:pt idx="3006">
                  <c:v>145600</c:v>
                </c:pt>
                <c:pt idx="3007">
                  <c:v>145600</c:v>
                </c:pt>
                <c:pt idx="3008">
                  <c:v>145500</c:v>
                </c:pt>
                <c:pt idx="3009">
                  <c:v>145300</c:v>
                </c:pt>
                <c:pt idx="3010">
                  <c:v>145200</c:v>
                </c:pt>
                <c:pt idx="3011">
                  <c:v>145025</c:v>
                </c:pt>
                <c:pt idx="3012">
                  <c:v>145000</c:v>
                </c:pt>
                <c:pt idx="3013">
                  <c:v>144950</c:v>
                </c:pt>
                <c:pt idx="3014">
                  <c:v>144850</c:v>
                </c:pt>
                <c:pt idx="3015">
                  <c:v>144750</c:v>
                </c:pt>
                <c:pt idx="3016">
                  <c:v>144700</c:v>
                </c:pt>
                <c:pt idx="3017">
                  <c:v>144650</c:v>
                </c:pt>
                <c:pt idx="3018">
                  <c:v>144550</c:v>
                </c:pt>
                <c:pt idx="3019">
                  <c:v>144500</c:v>
                </c:pt>
                <c:pt idx="3020">
                  <c:v>144300</c:v>
                </c:pt>
                <c:pt idx="3021">
                  <c:v>144250</c:v>
                </c:pt>
                <c:pt idx="3022">
                  <c:v>144200</c:v>
                </c:pt>
                <c:pt idx="3023">
                  <c:v>144150</c:v>
                </c:pt>
                <c:pt idx="3024">
                  <c:v>144000</c:v>
                </c:pt>
                <c:pt idx="3025">
                  <c:v>143750</c:v>
                </c:pt>
                <c:pt idx="3026">
                  <c:v>143750</c:v>
                </c:pt>
                <c:pt idx="3027">
                  <c:v>143550</c:v>
                </c:pt>
                <c:pt idx="3028">
                  <c:v>143300</c:v>
                </c:pt>
                <c:pt idx="3029">
                  <c:v>143000</c:v>
                </c:pt>
                <c:pt idx="3030">
                  <c:v>142925</c:v>
                </c:pt>
                <c:pt idx="3031">
                  <c:v>142900</c:v>
                </c:pt>
                <c:pt idx="3032">
                  <c:v>142850</c:v>
                </c:pt>
                <c:pt idx="3033">
                  <c:v>142800</c:v>
                </c:pt>
                <c:pt idx="3034">
                  <c:v>142700</c:v>
                </c:pt>
                <c:pt idx="3035">
                  <c:v>142700</c:v>
                </c:pt>
                <c:pt idx="3036">
                  <c:v>142700</c:v>
                </c:pt>
                <c:pt idx="3037">
                  <c:v>142670</c:v>
                </c:pt>
                <c:pt idx="3038">
                  <c:v>142400</c:v>
                </c:pt>
                <c:pt idx="3039">
                  <c:v>142400</c:v>
                </c:pt>
                <c:pt idx="3040">
                  <c:v>142300</c:v>
                </c:pt>
                <c:pt idx="3041">
                  <c:v>142250</c:v>
                </c:pt>
                <c:pt idx="3042">
                  <c:v>142100</c:v>
                </c:pt>
                <c:pt idx="3043">
                  <c:v>142025</c:v>
                </c:pt>
                <c:pt idx="3044">
                  <c:v>142000</c:v>
                </c:pt>
                <c:pt idx="3045">
                  <c:v>142000</c:v>
                </c:pt>
                <c:pt idx="3046">
                  <c:v>142000</c:v>
                </c:pt>
                <c:pt idx="3047">
                  <c:v>141900</c:v>
                </c:pt>
                <c:pt idx="3048">
                  <c:v>141850</c:v>
                </c:pt>
                <c:pt idx="3049">
                  <c:v>141800</c:v>
                </c:pt>
                <c:pt idx="3050">
                  <c:v>141700</c:v>
                </c:pt>
                <c:pt idx="3051">
                  <c:v>141600</c:v>
                </c:pt>
                <c:pt idx="3052">
                  <c:v>141450</c:v>
                </c:pt>
                <c:pt idx="3053">
                  <c:v>141250</c:v>
                </c:pt>
                <c:pt idx="3054">
                  <c:v>141200</c:v>
                </c:pt>
                <c:pt idx="3055">
                  <c:v>141200</c:v>
                </c:pt>
                <c:pt idx="3056">
                  <c:v>140900</c:v>
                </c:pt>
                <c:pt idx="3057">
                  <c:v>140900</c:v>
                </c:pt>
                <c:pt idx="3058">
                  <c:v>140900</c:v>
                </c:pt>
                <c:pt idx="3059">
                  <c:v>140800</c:v>
                </c:pt>
                <c:pt idx="3060">
                  <c:v>140800</c:v>
                </c:pt>
                <c:pt idx="3061">
                  <c:v>140700</c:v>
                </c:pt>
                <c:pt idx="3062">
                  <c:v>140650</c:v>
                </c:pt>
                <c:pt idx="3063">
                  <c:v>140600</c:v>
                </c:pt>
                <c:pt idx="3064">
                  <c:v>140500</c:v>
                </c:pt>
                <c:pt idx="3065">
                  <c:v>140350</c:v>
                </c:pt>
                <c:pt idx="3066">
                  <c:v>140000</c:v>
                </c:pt>
                <c:pt idx="3067">
                  <c:v>139800</c:v>
                </c:pt>
                <c:pt idx="3068">
                  <c:v>139750</c:v>
                </c:pt>
                <c:pt idx="3069">
                  <c:v>139650</c:v>
                </c:pt>
                <c:pt idx="3070">
                  <c:v>139600</c:v>
                </c:pt>
                <c:pt idx="3071">
                  <c:v>139600</c:v>
                </c:pt>
                <c:pt idx="3072">
                  <c:v>139400</c:v>
                </c:pt>
                <c:pt idx="3073">
                  <c:v>139300</c:v>
                </c:pt>
                <c:pt idx="3074">
                  <c:v>139000</c:v>
                </c:pt>
                <c:pt idx="3075">
                  <c:v>138900</c:v>
                </c:pt>
                <c:pt idx="3076">
                  <c:v>138900</c:v>
                </c:pt>
                <c:pt idx="3077">
                  <c:v>138700</c:v>
                </c:pt>
                <c:pt idx="3078">
                  <c:v>138400</c:v>
                </c:pt>
                <c:pt idx="3079">
                  <c:v>138300</c:v>
                </c:pt>
                <c:pt idx="3080">
                  <c:v>138300</c:v>
                </c:pt>
                <c:pt idx="3081">
                  <c:v>138200</c:v>
                </c:pt>
                <c:pt idx="3082">
                  <c:v>138200</c:v>
                </c:pt>
                <c:pt idx="3083">
                  <c:v>138100</c:v>
                </c:pt>
                <c:pt idx="3084">
                  <c:v>138050</c:v>
                </c:pt>
                <c:pt idx="3085">
                  <c:v>137950</c:v>
                </c:pt>
                <c:pt idx="3086">
                  <c:v>137850</c:v>
                </c:pt>
                <c:pt idx="3087">
                  <c:v>137800</c:v>
                </c:pt>
                <c:pt idx="3088">
                  <c:v>137800</c:v>
                </c:pt>
                <c:pt idx="3089">
                  <c:v>137600</c:v>
                </c:pt>
                <c:pt idx="3090">
                  <c:v>137575</c:v>
                </c:pt>
                <c:pt idx="3091">
                  <c:v>137550</c:v>
                </c:pt>
                <c:pt idx="3092">
                  <c:v>137450</c:v>
                </c:pt>
                <c:pt idx="3093">
                  <c:v>137300</c:v>
                </c:pt>
                <c:pt idx="3094">
                  <c:v>137300</c:v>
                </c:pt>
                <c:pt idx="3095">
                  <c:v>137250</c:v>
                </c:pt>
                <c:pt idx="3096">
                  <c:v>137200</c:v>
                </c:pt>
                <c:pt idx="3097">
                  <c:v>137050</c:v>
                </c:pt>
                <c:pt idx="3098">
                  <c:v>137050</c:v>
                </c:pt>
                <c:pt idx="3099">
                  <c:v>136925</c:v>
                </c:pt>
                <c:pt idx="3100">
                  <c:v>136900</c:v>
                </c:pt>
                <c:pt idx="3101">
                  <c:v>136900</c:v>
                </c:pt>
                <c:pt idx="3102">
                  <c:v>136850</c:v>
                </c:pt>
                <c:pt idx="3103">
                  <c:v>136850</c:v>
                </c:pt>
                <c:pt idx="3104">
                  <c:v>136800</c:v>
                </c:pt>
                <c:pt idx="3105">
                  <c:v>136800</c:v>
                </c:pt>
                <c:pt idx="3106">
                  <c:v>136750</c:v>
                </c:pt>
                <c:pt idx="3107">
                  <c:v>136250</c:v>
                </c:pt>
                <c:pt idx="3108">
                  <c:v>136100</c:v>
                </c:pt>
                <c:pt idx="3109">
                  <c:v>136000</c:v>
                </c:pt>
                <c:pt idx="3110">
                  <c:v>135800</c:v>
                </c:pt>
                <c:pt idx="3111">
                  <c:v>135700</c:v>
                </c:pt>
                <c:pt idx="3112">
                  <c:v>135650</c:v>
                </c:pt>
                <c:pt idx="3113">
                  <c:v>135500</c:v>
                </c:pt>
                <c:pt idx="3114">
                  <c:v>135500</c:v>
                </c:pt>
                <c:pt idx="3115">
                  <c:v>135400</c:v>
                </c:pt>
                <c:pt idx="3116">
                  <c:v>135400</c:v>
                </c:pt>
                <c:pt idx="3117">
                  <c:v>135250</c:v>
                </c:pt>
                <c:pt idx="3118">
                  <c:v>134900</c:v>
                </c:pt>
                <c:pt idx="3119">
                  <c:v>134800</c:v>
                </c:pt>
                <c:pt idx="3120">
                  <c:v>134750</c:v>
                </c:pt>
                <c:pt idx="3121">
                  <c:v>134750</c:v>
                </c:pt>
                <c:pt idx="3122">
                  <c:v>134750</c:v>
                </c:pt>
                <c:pt idx="3123">
                  <c:v>134700</c:v>
                </c:pt>
                <c:pt idx="3124">
                  <c:v>134700</c:v>
                </c:pt>
                <c:pt idx="3125">
                  <c:v>134600</c:v>
                </c:pt>
                <c:pt idx="3126">
                  <c:v>134600</c:v>
                </c:pt>
                <c:pt idx="3127">
                  <c:v>134500</c:v>
                </c:pt>
                <c:pt idx="3128">
                  <c:v>134500</c:v>
                </c:pt>
                <c:pt idx="3129">
                  <c:v>134500</c:v>
                </c:pt>
                <c:pt idx="3130">
                  <c:v>134400</c:v>
                </c:pt>
                <c:pt idx="3131">
                  <c:v>134300</c:v>
                </c:pt>
                <c:pt idx="3132">
                  <c:v>134200</c:v>
                </c:pt>
                <c:pt idx="3133">
                  <c:v>134150</c:v>
                </c:pt>
                <c:pt idx="3134">
                  <c:v>134150</c:v>
                </c:pt>
                <c:pt idx="3135">
                  <c:v>134000</c:v>
                </c:pt>
                <c:pt idx="3136">
                  <c:v>133950</c:v>
                </c:pt>
                <c:pt idx="3137">
                  <c:v>133900</c:v>
                </c:pt>
                <c:pt idx="3138">
                  <c:v>133700</c:v>
                </c:pt>
                <c:pt idx="3139">
                  <c:v>133650</c:v>
                </c:pt>
                <c:pt idx="3140">
                  <c:v>133650</c:v>
                </c:pt>
                <c:pt idx="3141">
                  <c:v>133500</c:v>
                </c:pt>
                <c:pt idx="3142">
                  <c:v>133400</c:v>
                </c:pt>
                <c:pt idx="3143">
                  <c:v>133400</c:v>
                </c:pt>
                <c:pt idx="3144">
                  <c:v>133300</c:v>
                </c:pt>
                <c:pt idx="3145">
                  <c:v>133300</c:v>
                </c:pt>
                <c:pt idx="3146">
                  <c:v>133050</c:v>
                </c:pt>
                <c:pt idx="3147">
                  <c:v>133000</c:v>
                </c:pt>
                <c:pt idx="3148">
                  <c:v>133000</c:v>
                </c:pt>
                <c:pt idx="3149">
                  <c:v>132975</c:v>
                </c:pt>
                <c:pt idx="3150">
                  <c:v>132900</c:v>
                </c:pt>
                <c:pt idx="3151">
                  <c:v>132900</c:v>
                </c:pt>
                <c:pt idx="3152">
                  <c:v>132900</c:v>
                </c:pt>
                <c:pt idx="3153">
                  <c:v>132800</c:v>
                </c:pt>
                <c:pt idx="3154">
                  <c:v>132800</c:v>
                </c:pt>
                <c:pt idx="3155">
                  <c:v>132700</c:v>
                </c:pt>
                <c:pt idx="3156">
                  <c:v>132700</c:v>
                </c:pt>
                <c:pt idx="3157">
                  <c:v>132600</c:v>
                </c:pt>
                <c:pt idx="3158">
                  <c:v>132400</c:v>
                </c:pt>
                <c:pt idx="3159">
                  <c:v>132300</c:v>
                </c:pt>
                <c:pt idx="3160">
                  <c:v>132300</c:v>
                </c:pt>
                <c:pt idx="3161">
                  <c:v>132100</c:v>
                </c:pt>
                <c:pt idx="3162">
                  <c:v>131900</c:v>
                </c:pt>
                <c:pt idx="3163">
                  <c:v>131800</c:v>
                </c:pt>
                <c:pt idx="3164">
                  <c:v>131750</c:v>
                </c:pt>
                <c:pt idx="3165">
                  <c:v>131600</c:v>
                </c:pt>
                <c:pt idx="3166">
                  <c:v>131500</c:v>
                </c:pt>
                <c:pt idx="3167">
                  <c:v>131400</c:v>
                </c:pt>
                <c:pt idx="3168">
                  <c:v>131300</c:v>
                </c:pt>
                <c:pt idx="3169">
                  <c:v>131200</c:v>
                </c:pt>
                <c:pt idx="3170">
                  <c:v>131100</c:v>
                </c:pt>
                <c:pt idx="3171">
                  <c:v>131000</c:v>
                </c:pt>
                <c:pt idx="3172">
                  <c:v>131000</c:v>
                </c:pt>
                <c:pt idx="3173">
                  <c:v>130950</c:v>
                </c:pt>
                <c:pt idx="3174">
                  <c:v>130950</c:v>
                </c:pt>
                <c:pt idx="3175">
                  <c:v>130925</c:v>
                </c:pt>
                <c:pt idx="3176">
                  <c:v>130900</c:v>
                </c:pt>
                <c:pt idx="3177">
                  <c:v>130900</c:v>
                </c:pt>
                <c:pt idx="3178">
                  <c:v>130800</c:v>
                </c:pt>
                <c:pt idx="3179">
                  <c:v>130750</c:v>
                </c:pt>
                <c:pt idx="3180">
                  <c:v>130700</c:v>
                </c:pt>
                <c:pt idx="3181">
                  <c:v>130700</c:v>
                </c:pt>
                <c:pt idx="3182">
                  <c:v>130650</c:v>
                </c:pt>
                <c:pt idx="3183">
                  <c:v>130600</c:v>
                </c:pt>
                <c:pt idx="3184">
                  <c:v>130600</c:v>
                </c:pt>
                <c:pt idx="3185">
                  <c:v>130600</c:v>
                </c:pt>
                <c:pt idx="3186">
                  <c:v>130550</c:v>
                </c:pt>
                <c:pt idx="3187">
                  <c:v>130550</c:v>
                </c:pt>
                <c:pt idx="3188">
                  <c:v>130500</c:v>
                </c:pt>
                <c:pt idx="3189">
                  <c:v>130500</c:v>
                </c:pt>
                <c:pt idx="3190">
                  <c:v>130450</c:v>
                </c:pt>
                <c:pt idx="3191">
                  <c:v>130400</c:v>
                </c:pt>
                <c:pt idx="3192">
                  <c:v>130400</c:v>
                </c:pt>
                <c:pt idx="3193">
                  <c:v>130300</c:v>
                </c:pt>
                <c:pt idx="3194">
                  <c:v>130250</c:v>
                </c:pt>
                <c:pt idx="3195">
                  <c:v>130100</c:v>
                </c:pt>
                <c:pt idx="3196">
                  <c:v>130100</c:v>
                </c:pt>
                <c:pt idx="3197">
                  <c:v>129750</c:v>
                </c:pt>
                <c:pt idx="3198">
                  <c:v>129700</c:v>
                </c:pt>
                <c:pt idx="3199">
                  <c:v>129700</c:v>
                </c:pt>
                <c:pt idx="3200">
                  <c:v>129550</c:v>
                </c:pt>
                <c:pt idx="3201">
                  <c:v>129550</c:v>
                </c:pt>
                <c:pt idx="3202">
                  <c:v>129500</c:v>
                </c:pt>
                <c:pt idx="3203">
                  <c:v>129400</c:v>
                </c:pt>
                <c:pt idx="3204">
                  <c:v>129400</c:v>
                </c:pt>
                <c:pt idx="3205">
                  <c:v>129300</c:v>
                </c:pt>
                <c:pt idx="3206">
                  <c:v>129200</c:v>
                </c:pt>
                <c:pt idx="3207">
                  <c:v>129100</c:v>
                </c:pt>
                <c:pt idx="3208">
                  <c:v>129050</c:v>
                </c:pt>
                <c:pt idx="3209">
                  <c:v>129000</c:v>
                </c:pt>
                <c:pt idx="3210">
                  <c:v>128950</c:v>
                </c:pt>
                <c:pt idx="3211">
                  <c:v>128850</c:v>
                </c:pt>
                <c:pt idx="3212">
                  <c:v>128800</c:v>
                </c:pt>
                <c:pt idx="3213">
                  <c:v>128700</c:v>
                </c:pt>
                <c:pt idx="3214">
                  <c:v>128600</c:v>
                </c:pt>
                <c:pt idx="3215">
                  <c:v>128550</c:v>
                </c:pt>
                <c:pt idx="3216">
                  <c:v>128500</c:v>
                </c:pt>
                <c:pt idx="3217">
                  <c:v>128500</c:v>
                </c:pt>
                <c:pt idx="3218">
                  <c:v>128400</c:v>
                </c:pt>
                <c:pt idx="3219">
                  <c:v>128200</c:v>
                </c:pt>
                <c:pt idx="3220">
                  <c:v>128000</c:v>
                </c:pt>
                <c:pt idx="3221">
                  <c:v>128000</c:v>
                </c:pt>
                <c:pt idx="3222">
                  <c:v>127900</c:v>
                </c:pt>
                <c:pt idx="3223">
                  <c:v>127750</c:v>
                </c:pt>
                <c:pt idx="3224">
                  <c:v>127700</c:v>
                </c:pt>
                <c:pt idx="3225">
                  <c:v>127600</c:v>
                </c:pt>
                <c:pt idx="3226">
                  <c:v>127600</c:v>
                </c:pt>
                <c:pt idx="3227">
                  <c:v>127600</c:v>
                </c:pt>
                <c:pt idx="3228">
                  <c:v>127600</c:v>
                </c:pt>
                <c:pt idx="3229">
                  <c:v>127550</c:v>
                </c:pt>
                <c:pt idx="3230">
                  <c:v>127550</c:v>
                </c:pt>
                <c:pt idx="3231">
                  <c:v>127500</c:v>
                </c:pt>
                <c:pt idx="3232">
                  <c:v>127500</c:v>
                </c:pt>
                <c:pt idx="3233">
                  <c:v>127450</c:v>
                </c:pt>
                <c:pt idx="3234">
                  <c:v>127350</c:v>
                </c:pt>
                <c:pt idx="3235">
                  <c:v>127350</c:v>
                </c:pt>
                <c:pt idx="3236">
                  <c:v>127250</c:v>
                </c:pt>
                <c:pt idx="3237">
                  <c:v>127200</c:v>
                </c:pt>
                <c:pt idx="3238">
                  <c:v>126750</c:v>
                </c:pt>
                <c:pt idx="3239">
                  <c:v>126700</c:v>
                </c:pt>
                <c:pt idx="3240">
                  <c:v>126600</c:v>
                </c:pt>
                <c:pt idx="3241">
                  <c:v>126500</c:v>
                </c:pt>
                <c:pt idx="3242">
                  <c:v>126450</c:v>
                </c:pt>
                <c:pt idx="3243">
                  <c:v>126450</c:v>
                </c:pt>
                <c:pt idx="3244">
                  <c:v>126350</c:v>
                </c:pt>
                <c:pt idx="3245">
                  <c:v>126300</c:v>
                </c:pt>
                <c:pt idx="3246">
                  <c:v>126300</c:v>
                </c:pt>
                <c:pt idx="3247">
                  <c:v>126250</c:v>
                </c:pt>
                <c:pt idx="3248">
                  <c:v>126200</c:v>
                </c:pt>
                <c:pt idx="3249">
                  <c:v>126050</c:v>
                </c:pt>
                <c:pt idx="3250">
                  <c:v>126050</c:v>
                </c:pt>
                <c:pt idx="3251">
                  <c:v>126000</c:v>
                </c:pt>
                <c:pt idx="3252">
                  <c:v>125900</c:v>
                </c:pt>
                <c:pt idx="3253">
                  <c:v>125850</c:v>
                </c:pt>
                <c:pt idx="3254">
                  <c:v>125800</c:v>
                </c:pt>
                <c:pt idx="3255">
                  <c:v>125750</c:v>
                </c:pt>
                <c:pt idx="3256">
                  <c:v>125700</c:v>
                </c:pt>
                <c:pt idx="3257">
                  <c:v>125700</c:v>
                </c:pt>
                <c:pt idx="3258">
                  <c:v>125650</c:v>
                </c:pt>
                <c:pt idx="3259">
                  <c:v>125500</c:v>
                </c:pt>
                <c:pt idx="3260">
                  <c:v>125500</c:v>
                </c:pt>
                <c:pt idx="3261">
                  <c:v>125200</c:v>
                </c:pt>
                <c:pt idx="3262">
                  <c:v>125200</c:v>
                </c:pt>
                <c:pt idx="3263">
                  <c:v>125100</c:v>
                </c:pt>
                <c:pt idx="3264">
                  <c:v>125100</c:v>
                </c:pt>
                <c:pt idx="3265">
                  <c:v>125100</c:v>
                </c:pt>
                <c:pt idx="3266">
                  <c:v>125000</c:v>
                </c:pt>
                <c:pt idx="3267">
                  <c:v>124975</c:v>
                </c:pt>
                <c:pt idx="3268">
                  <c:v>124800</c:v>
                </c:pt>
                <c:pt idx="3269">
                  <c:v>124750</c:v>
                </c:pt>
                <c:pt idx="3270">
                  <c:v>124700</c:v>
                </c:pt>
                <c:pt idx="3271">
                  <c:v>124700</c:v>
                </c:pt>
                <c:pt idx="3272">
                  <c:v>124700</c:v>
                </c:pt>
                <c:pt idx="3273">
                  <c:v>124600</c:v>
                </c:pt>
                <c:pt idx="3274">
                  <c:v>124600</c:v>
                </c:pt>
                <c:pt idx="3275">
                  <c:v>124600</c:v>
                </c:pt>
                <c:pt idx="3276">
                  <c:v>124600</c:v>
                </c:pt>
                <c:pt idx="3277">
                  <c:v>124600</c:v>
                </c:pt>
                <c:pt idx="3278">
                  <c:v>124525</c:v>
                </c:pt>
                <c:pt idx="3279">
                  <c:v>124400</c:v>
                </c:pt>
                <c:pt idx="3280">
                  <c:v>124400</c:v>
                </c:pt>
                <c:pt idx="3281">
                  <c:v>124100</c:v>
                </c:pt>
                <c:pt idx="3282">
                  <c:v>124100</c:v>
                </c:pt>
                <c:pt idx="3283">
                  <c:v>124100</c:v>
                </c:pt>
                <c:pt idx="3284">
                  <c:v>124050</c:v>
                </c:pt>
                <c:pt idx="3285">
                  <c:v>124000</c:v>
                </c:pt>
                <c:pt idx="3286">
                  <c:v>124000</c:v>
                </c:pt>
                <c:pt idx="3287">
                  <c:v>123800</c:v>
                </c:pt>
                <c:pt idx="3288">
                  <c:v>123775</c:v>
                </c:pt>
                <c:pt idx="3289">
                  <c:v>123700</c:v>
                </c:pt>
                <c:pt idx="3290">
                  <c:v>123700</c:v>
                </c:pt>
                <c:pt idx="3291">
                  <c:v>123700</c:v>
                </c:pt>
                <c:pt idx="3292">
                  <c:v>123700</c:v>
                </c:pt>
                <c:pt idx="3293">
                  <c:v>123600</c:v>
                </c:pt>
                <c:pt idx="3294">
                  <c:v>123500</c:v>
                </c:pt>
                <c:pt idx="3295">
                  <c:v>123450</c:v>
                </c:pt>
                <c:pt idx="3296">
                  <c:v>123400</c:v>
                </c:pt>
                <c:pt idx="3297">
                  <c:v>123300</c:v>
                </c:pt>
                <c:pt idx="3298">
                  <c:v>123300</c:v>
                </c:pt>
                <c:pt idx="3299">
                  <c:v>123200</c:v>
                </c:pt>
                <c:pt idx="3300">
                  <c:v>123000</c:v>
                </c:pt>
                <c:pt idx="3301">
                  <c:v>122900</c:v>
                </c:pt>
                <c:pt idx="3302">
                  <c:v>122750</c:v>
                </c:pt>
                <c:pt idx="3303">
                  <c:v>122750</c:v>
                </c:pt>
                <c:pt idx="3304">
                  <c:v>122700</c:v>
                </c:pt>
                <c:pt idx="3305">
                  <c:v>122700</c:v>
                </c:pt>
                <c:pt idx="3306">
                  <c:v>122600</c:v>
                </c:pt>
                <c:pt idx="3307">
                  <c:v>122600</c:v>
                </c:pt>
                <c:pt idx="3308">
                  <c:v>122600</c:v>
                </c:pt>
                <c:pt idx="3309">
                  <c:v>122600</c:v>
                </c:pt>
                <c:pt idx="3310">
                  <c:v>122600</c:v>
                </c:pt>
                <c:pt idx="3311">
                  <c:v>122400</c:v>
                </c:pt>
                <c:pt idx="3312">
                  <c:v>122300</c:v>
                </c:pt>
                <c:pt idx="3313">
                  <c:v>121950</c:v>
                </c:pt>
                <c:pt idx="3314">
                  <c:v>121950</c:v>
                </c:pt>
                <c:pt idx="3315">
                  <c:v>121900</c:v>
                </c:pt>
                <c:pt idx="3316">
                  <c:v>121750</c:v>
                </c:pt>
                <c:pt idx="3317">
                  <c:v>121700</c:v>
                </c:pt>
                <c:pt idx="3318">
                  <c:v>121700</c:v>
                </c:pt>
                <c:pt idx="3319">
                  <c:v>121600</c:v>
                </c:pt>
                <c:pt idx="3320">
                  <c:v>121600</c:v>
                </c:pt>
                <c:pt idx="3321">
                  <c:v>121500</c:v>
                </c:pt>
                <c:pt idx="3322">
                  <c:v>121500</c:v>
                </c:pt>
                <c:pt idx="3323">
                  <c:v>121350</c:v>
                </c:pt>
                <c:pt idx="3324">
                  <c:v>121300</c:v>
                </c:pt>
                <c:pt idx="3325">
                  <c:v>121300</c:v>
                </c:pt>
                <c:pt idx="3326">
                  <c:v>121200</c:v>
                </c:pt>
                <c:pt idx="3327">
                  <c:v>121200</c:v>
                </c:pt>
                <c:pt idx="3328">
                  <c:v>121050</c:v>
                </c:pt>
                <c:pt idx="3329">
                  <c:v>120950</c:v>
                </c:pt>
                <c:pt idx="3330">
                  <c:v>120900</c:v>
                </c:pt>
                <c:pt idx="3331">
                  <c:v>120800</c:v>
                </c:pt>
                <c:pt idx="3332">
                  <c:v>120750</c:v>
                </c:pt>
                <c:pt idx="3333">
                  <c:v>120700</c:v>
                </c:pt>
                <c:pt idx="3334">
                  <c:v>120700</c:v>
                </c:pt>
                <c:pt idx="3335">
                  <c:v>120500</c:v>
                </c:pt>
                <c:pt idx="3336">
                  <c:v>120350</c:v>
                </c:pt>
                <c:pt idx="3337">
                  <c:v>120300</c:v>
                </c:pt>
                <c:pt idx="3338">
                  <c:v>120300</c:v>
                </c:pt>
                <c:pt idx="3339">
                  <c:v>120250</c:v>
                </c:pt>
                <c:pt idx="3340">
                  <c:v>120200</c:v>
                </c:pt>
                <c:pt idx="3341">
                  <c:v>120200</c:v>
                </c:pt>
                <c:pt idx="3342">
                  <c:v>120100</c:v>
                </c:pt>
                <c:pt idx="3343">
                  <c:v>120100</c:v>
                </c:pt>
                <c:pt idx="3344">
                  <c:v>120050</c:v>
                </c:pt>
                <c:pt idx="3345">
                  <c:v>120000</c:v>
                </c:pt>
                <c:pt idx="3346">
                  <c:v>119900</c:v>
                </c:pt>
                <c:pt idx="3347">
                  <c:v>119900</c:v>
                </c:pt>
                <c:pt idx="3348">
                  <c:v>119900</c:v>
                </c:pt>
                <c:pt idx="3349">
                  <c:v>119800</c:v>
                </c:pt>
                <c:pt idx="3350">
                  <c:v>119800</c:v>
                </c:pt>
                <c:pt idx="3351">
                  <c:v>119800</c:v>
                </c:pt>
                <c:pt idx="3352">
                  <c:v>119700</c:v>
                </c:pt>
                <c:pt idx="3353">
                  <c:v>119600</c:v>
                </c:pt>
                <c:pt idx="3354">
                  <c:v>119600</c:v>
                </c:pt>
                <c:pt idx="3355">
                  <c:v>119600</c:v>
                </c:pt>
                <c:pt idx="3356">
                  <c:v>119600</c:v>
                </c:pt>
                <c:pt idx="3357">
                  <c:v>119600</c:v>
                </c:pt>
                <c:pt idx="3358">
                  <c:v>119500</c:v>
                </c:pt>
                <c:pt idx="3359">
                  <c:v>119450</c:v>
                </c:pt>
                <c:pt idx="3360">
                  <c:v>119450</c:v>
                </c:pt>
                <c:pt idx="3361">
                  <c:v>119400</c:v>
                </c:pt>
                <c:pt idx="3362">
                  <c:v>119400</c:v>
                </c:pt>
                <c:pt idx="3363">
                  <c:v>119300</c:v>
                </c:pt>
                <c:pt idx="3364">
                  <c:v>119300</c:v>
                </c:pt>
                <c:pt idx="3365">
                  <c:v>119300</c:v>
                </c:pt>
                <c:pt idx="3366">
                  <c:v>119200</c:v>
                </c:pt>
                <c:pt idx="3367">
                  <c:v>119050</c:v>
                </c:pt>
                <c:pt idx="3368">
                  <c:v>119000</c:v>
                </c:pt>
                <c:pt idx="3369">
                  <c:v>118900</c:v>
                </c:pt>
                <c:pt idx="3370">
                  <c:v>118900</c:v>
                </c:pt>
                <c:pt idx="3371">
                  <c:v>118800</c:v>
                </c:pt>
                <c:pt idx="3372">
                  <c:v>118800</c:v>
                </c:pt>
                <c:pt idx="3373">
                  <c:v>118750</c:v>
                </c:pt>
                <c:pt idx="3374">
                  <c:v>118650</c:v>
                </c:pt>
                <c:pt idx="3375">
                  <c:v>118650</c:v>
                </c:pt>
                <c:pt idx="3376">
                  <c:v>118625</c:v>
                </c:pt>
                <c:pt idx="3377">
                  <c:v>118500</c:v>
                </c:pt>
                <c:pt idx="3378">
                  <c:v>118400</c:v>
                </c:pt>
                <c:pt idx="3379">
                  <c:v>118350</c:v>
                </c:pt>
                <c:pt idx="3380">
                  <c:v>118300</c:v>
                </c:pt>
                <c:pt idx="3381">
                  <c:v>118250</c:v>
                </c:pt>
                <c:pt idx="3382">
                  <c:v>118200</c:v>
                </c:pt>
                <c:pt idx="3383">
                  <c:v>118200</c:v>
                </c:pt>
                <c:pt idx="3384">
                  <c:v>118050</c:v>
                </c:pt>
                <c:pt idx="3385">
                  <c:v>118000</c:v>
                </c:pt>
                <c:pt idx="3386">
                  <c:v>118000</c:v>
                </c:pt>
                <c:pt idx="3387">
                  <c:v>117950</c:v>
                </c:pt>
                <c:pt idx="3388">
                  <c:v>117900</c:v>
                </c:pt>
                <c:pt idx="3389">
                  <c:v>117850</c:v>
                </c:pt>
                <c:pt idx="3390">
                  <c:v>117800</c:v>
                </c:pt>
                <c:pt idx="3391">
                  <c:v>117800</c:v>
                </c:pt>
                <c:pt idx="3392">
                  <c:v>117650</c:v>
                </c:pt>
                <c:pt idx="3393">
                  <c:v>117650</c:v>
                </c:pt>
                <c:pt idx="3394">
                  <c:v>117600</c:v>
                </c:pt>
                <c:pt idx="3395">
                  <c:v>117450</c:v>
                </c:pt>
                <c:pt idx="3396">
                  <c:v>117450</c:v>
                </c:pt>
                <c:pt idx="3397">
                  <c:v>117400</c:v>
                </c:pt>
                <c:pt idx="3398">
                  <c:v>117400</c:v>
                </c:pt>
                <c:pt idx="3399">
                  <c:v>117300</c:v>
                </c:pt>
                <c:pt idx="3400">
                  <c:v>117300</c:v>
                </c:pt>
                <c:pt idx="3401">
                  <c:v>117200</c:v>
                </c:pt>
                <c:pt idx="3402">
                  <c:v>117175</c:v>
                </c:pt>
                <c:pt idx="3403">
                  <c:v>117100</c:v>
                </c:pt>
                <c:pt idx="3404">
                  <c:v>117050</c:v>
                </c:pt>
                <c:pt idx="3405">
                  <c:v>117000</c:v>
                </c:pt>
                <c:pt idx="3406">
                  <c:v>116900</c:v>
                </c:pt>
                <c:pt idx="3407">
                  <c:v>116800</c:v>
                </c:pt>
                <c:pt idx="3408">
                  <c:v>116800</c:v>
                </c:pt>
                <c:pt idx="3409">
                  <c:v>116700</c:v>
                </c:pt>
                <c:pt idx="3410">
                  <c:v>116500</c:v>
                </c:pt>
                <c:pt idx="3411">
                  <c:v>116500</c:v>
                </c:pt>
                <c:pt idx="3412">
                  <c:v>116400</c:v>
                </c:pt>
                <c:pt idx="3413">
                  <c:v>116400</c:v>
                </c:pt>
                <c:pt idx="3414">
                  <c:v>116400</c:v>
                </c:pt>
                <c:pt idx="3415">
                  <c:v>116350</c:v>
                </c:pt>
                <c:pt idx="3416">
                  <c:v>116325</c:v>
                </c:pt>
                <c:pt idx="3417">
                  <c:v>116200</c:v>
                </c:pt>
                <c:pt idx="3418">
                  <c:v>116100</c:v>
                </c:pt>
                <c:pt idx="3419">
                  <c:v>116000</c:v>
                </c:pt>
                <c:pt idx="3420">
                  <c:v>115750</c:v>
                </c:pt>
                <c:pt idx="3421">
                  <c:v>115750</c:v>
                </c:pt>
                <c:pt idx="3422">
                  <c:v>115700</c:v>
                </c:pt>
                <c:pt idx="3423">
                  <c:v>115400</c:v>
                </c:pt>
                <c:pt idx="3424">
                  <c:v>115400</c:v>
                </c:pt>
                <c:pt idx="3425">
                  <c:v>115400</c:v>
                </c:pt>
                <c:pt idx="3426">
                  <c:v>115300</c:v>
                </c:pt>
                <c:pt idx="3427">
                  <c:v>115100</c:v>
                </c:pt>
                <c:pt idx="3428">
                  <c:v>115050</c:v>
                </c:pt>
                <c:pt idx="3429">
                  <c:v>115000</c:v>
                </c:pt>
                <c:pt idx="3430">
                  <c:v>114950</c:v>
                </c:pt>
                <c:pt idx="3431">
                  <c:v>114800</c:v>
                </c:pt>
                <c:pt idx="3432">
                  <c:v>114800</c:v>
                </c:pt>
                <c:pt idx="3433">
                  <c:v>114800</c:v>
                </c:pt>
                <c:pt idx="3434">
                  <c:v>114750</c:v>
                </c:pt>
                <c:pt idx="3435">
                  <c:v>114700</c:v>
                </c:pt>
                <c:pt idx="3436">
                  <c:v>114650</c:v>
                </c:pt>
                <c:pt idx="3437">
                  <c:v>114600</c:v>
                </c:pt>
                <c:pt idx="3438">
                  <c:v>114600</c:v>
                </c:pt>
                <c:pt idx="3439">
                  <c:v>114600</c:v>
                </c:pt>
                <c:pt idx="3440">
                  <c:v>114500</c:v>
                </c:pt>
                <c:pt idx="3441">
                  <c:v>114300</c:v>
                </c:pt>
                <c:pt idx="3442">
                  <c:v>114300</c:v>
                </c:pt>
                <c:pt idx="3443">
                  <c:v>114200</c:v>
                </c:pt>
                <c:pt idx="3444">
                  <c:v>114200</c:v>
                </c:pt>
                <c:pt idx="3445">
                  <c:v>114100</c:v>
                </c:pt>
                <c:pt idx="3446">
                  <c:v>113800</c:v>
                </c:pt>
                <c:pt idx="3447">
                  <c:v>113800</c:v>
                </c:pt>
                <c:pt idx="3448">
                  <c:v>113800</c:v>
                </c:pt>
                <c:pt idx="3449">
                  <c:v>113700</c:v>
                </c:pt>
                <c:pt idx="3450">
                  <c:v>113600</c:v>
                </c:pt>
                <c:pt idx="3451">
                  <c:v>113500</c:v>
                </c:pt>
                <c:pt idx="3452">
                  <c:v>113500</c:v>
                </c:pt>
                <c:pt idx="3453">
                  <c:v>113375</c:v>
                </c:pt>
                <c:pt idx="3454">
                  <c:v>113300</c:v>
                </c:pt>
                <c:pt idx="3455">
                  <c:v>113300</c:v>
                </c:pt>
                <c:pt idx="3456">
                  <c:v>113300</c:v>
                </c:pt>
                <c:pt idx="3457">
                  <c:v>113300</c:v>
                </c:pt>
                <c:pt idx="3458">
                  <c:v>113300</c:v>
                </c:pt>
                <c:pt idx="3459">
                  <c:v>113300</c:v>
                </c:pt>
                <c:pt idx="3460">
                  <c:v>113250</c:v>
                </c:pt>
                <c:pt idx="3461">
                  <c:v>113200</c:v>
                </c:pt>
                <c:pt idx="3462">
                  <c:v>113150</c:v>
                </c:pt>
                <c:pt idx="3463">
                  <c:v>113000</c:v>
                </c:pt>
                <c:pt idx="3464">
                  <c:v>112900</c:v>
                </c:pt>
                <c:pt idx="3465">
                  <c:v>112900</c:v>
                </c:pt>
                <c:pt idx="3466">
                  <c:v>112900</c:v>
                </c:pt>
                <c:pt idx="3467">
                  <c:v>112800</c:v>
                </c:pt>
                <c:pt idx="3468">
                  <c:v>112500</c:v>
                </c:pt>
                <c:pt idx="3469">
                  <c:v>112500</c:v>
                </c:pt>
                <c:pt idx="3470">
                  <c:v>112500</c:v>
                </c:pt>
                <c:pt idx="3471">
                  <c:v>112400</c:v>
                </c:pt>
                <c:pt idx="3472">
                  <c:v>112400</c:v>
                </c:pt>
                <c:pt idx="3473">
                  <c:v>112400</c:v>
                </c:pt>
                <c:pt idx="3474">
                  <c:v>112300</c:v>
                </c:pt>
                <c:pt idx="3475">
                  <c:v>112200</c:v>
                </c:pt>
                <c:pt idx="3476">
                  <c:v>112200</c:v>
                </c:pt>
                <c:pt idx="3477">
                  <c:v>112150</c:v>
                </c:pt>
                <c:pt idx="3478">
                  <c:v>112100</c:v>
                </c:pt>
                <c:pt idx="3479">
                  <c:v>112000</c:v>
                </c:pt>
                <c:pt idx="3480">
                  <c:v>111900</c:v>
                </c:pt>
                <c:pt idx="3481">
                  <c:v>111900</c:v>
                </c:pt>
                <c:pt idx="3482">
                  <c:v>111850</c:v>
                </c:pt>
                <c:pt idx="3483">
                  <c:v>111800</c:v>
                </c:pt>
                <c:pt idx="3484">
                  <c:v>111750</c:v>
                </c:pt>
                <c:pt idx="3485">
                  <c:v>111700</c:v>
                </c:pt>
                <c:pt idx="3486">
                  <c:v>111700</c:v>
                </c:pt>
                <c:pt idx="3487">
                  <c:v>111600</c:v>
                </c:pt>
                <c:pt idx="3488">
                  <c:v>111500</c:v>
                </c:pt>
                <c:pt idx="3489">
                  <c:v>111500</c:v>
                </c:pt>
                <c:pt idx="3490">
                  <c:v>111500</c:v>
                </c:pt>
                <c:pt idx="3491">
                  <c:v>111450</c:v>
                </c:pt>
                <c:pt idx="3492">
                  <c:v>111400</c:v>
                </c:pt>
                <c:pt idx="3493">
                  <c:v>111400</c:v>
                </c:pt>
                <c:pt idx="3494">
                  <c:v>111350</c:v>
                </c:pt>
                <c:pt idx="3495">
                  <c:v>111250</c:v>
                </c:pt>
                <c:pt idx="3496">
                  <c:v>111250</c:v>
                </c:pt>
                <c:pt idx="3497">
                  <c:v>111200</c:v>
                </c:pt>
                <c:pt idx="3498">
                  <c:v>111100</c:v>
                </c:pt>
                <c:pt idx="3499">
                  <c:v>111000</c:v>
                </c:pt>
                <c:pt idx="3500">
                  <c:v>111000</c:v>
                </c:pt>
                <c:pt idx="3501">
                  <c:v>111000</c:v>
                </c:pt>
                <c:pt idx="3502">
                  <c:v>110900</c:v>
                </c:pt>
                <c:pt idx="3503">
                  <c:v>110800</c:v>
                </c:pt>
                <c:pt idx="3504">
                  <c:v>110800</c:v>
                </c:pt>
                <c:pt idx="3505">
                  <c:v>110750</c:v>
                </c:pt>
                <c:pt idx="3506">
                  <c:v>110700</c:v>
                </c:pt>
                <c:pt idx="3507">
                  <c:v>110600</c:v>
                </c:pt>
                <c:pt idx="3508">
                  <c:v>110600</c:v>
                </c:pt>
                <c:pt idx="3509">
                  <c:v>110500</c:v>
                </c:pt>
                <c:pt idx="3510">
                  <c:v>110300</c:v>
                </c:pt>
                <c:pt idx="3511">
                  <c:v>110200</c:v>
                </c:pt>
                <c:pt idx="3512">
                  <c:v>110100</c:v>
                </c:pt>
                <c:pt idx="3513">
                  <c:v>110000</c:v>
                </c:pt>
                <c:pt idx="3514">
                  <c:v>110000</c:v>
                </c:pt>
                <c:pt idx="3515">
                  <c:v>110000</c:v>
                </c:pt>
                <c:pt idx="3516">
                  <c:v>109800</c:v>
                </c:pt>
                <c:pt idx="3517">
                  <c:v>109700</c:v>
                </c:pt>
                <c:pt idx="3518">
                  <c:v>109500</c:v>
                </c:pt>
                <c:pt idx="3519">
                  <c:v>109400</c:v>
                </c:pt>
                <c:pt idx="3520">
                  <c:v>109250</c:v>
                </c:pt>
                <c:pt idx="3521">
                  <c:v>109250</c:v>
                </c:pt>
                <c:pt idx="3522">
                  <c:v>109250</c:v>
                </c:pt>
                <c:pt idx="3523">
                  <c:v>109100</c:v>
                </c:pt>
                <c:pt idx="3524">
                  <c:v>109050</c:v>
                </c:pt>
                <c:pt idx="3525">
                  <c:v>109050</c:v>
                </c:pt>
                <c:pt idx="3526">
                  <c:v>109000</c:v>
                </c:pt>
                <c:pt idx="3527">
                  <c:v>109000</c:v>
                </c:pt>
                <c:pt idx="3528">
                  <c:v>108900</c:v>
                </c:pt>
                <c:pt idx="3529">
                  <c:v>108900</c:v>
                </c:pt>
                <c:pt idx="3530">
                  <c:v>108850</c:v>
                </c:pt>
                <c:pt idx="3531">
                  <c:v>108750</c:v>
                </c:pt>
                <c:pt idx="3532">
                  <c:v>108750</c:v>
                </c:pt>
                <c:pt idx="3533">
                  <c:v>108700</c:v>
                </c:pt>
                <c:pt idx="3534">
                  <c:v>108600</c:v>
                </c:pt>
                <c:pt idx="3535">
                  <c:v>108600</c:v>
                </c:pt>
                <c:pt idx="3536">
                  <c:v>108400</c:v>
                </c:pt>
                <c:pt idx="3537">
                  <c:v>108400</c:v>
                </c:pt>
                <c:pt idx="3538">
                  <c:v>108150</c:v>
                </c:pt>
                <c:pt idx="3539">
                  <c:v>108000</c:v>
                </c:pt>
                <c:pt idx="3540">
                  <c:v>107900</c:v>
                </c:pt>
                <c:pt idx="3541">
                  <c:v>107900</c:v>
                </c:pt>
                <c:pt idx="3542">
                  <c:v>107850</c:v>
                </c:pt>
                <c:pt idx="3543">
                  <c:v>107750</c:v>
                </c:pt>
                <c:pt idx="3544">
                  <c:v>107700</c:v>
                </c:pt>
                <c:pt idx="3545">
                  <c:v>107600</c:v>
                </c:pt>
                <c:pt idx="3546">
                  <c:v>107600</c:v>
                </c:pt>
                <c:pt idx="3547">
                  <c:v>107400</c:v>
                </c:pt>
                <c:pt idx="3548">
                  <c:v>107400</c:v>
                </c:pt>
                <c:pt idx="3549">
                  <c:v>107200</c:v>
                </c:pt>
                <c:pt idx="3550">
                  <c:v>107200</c:v>
                </c:pt>
                <c:pt idx="3551">
                  <c:v>107050</c:v>
                </c:pt>
                <c:pt idx="3552">
                  <c:v>107000</c:v>
                </c:pt>
                <c:pt idx="3553">
                  <c:v>107000</c:v>
                </c:pt>
                <c:pt idx="3554">
                  <c:v>107000</c:v>
                </c:pt>
                <c:pt idx="3555">
                  <c:v>107000</c:v>
                </c:pt>
                <c:pt idx="3556">
                  <c:v>106950</c:v>
                </c:pt>
                <c:pt idx="3557">
                  <c:v>106900</c:v>
                </c:pt>
                <c:pt idx="3558">
                  <c:v>106875</c:v>
                </c:pt>
                <c:pt idx="3559">
                  <c:v>106800</c:v>
                </c:pt>
                <c:pt idx="3560">
                  <c:v>106800</c:v>
                </c:pt>
                <c:pt idx="3561">
                  <c:v>106700</c:v>
                </c:pt>
                <c:pt idx="3562">
                  <c:v>106600</c:v>
                </c:pt>
                <c:pt idx="3563">
                  <c:v>106550</c:v>
                </c:pt>
                <c:pt idx="3564">
                  <c:v>106500</c:v>
                </c:pt>
                <c:pt idx="3565">
                  <c:v>106500</c:v>
                </c:pt>
                <c:pt idx="3566">
                  <c:v>106450</c:v>
                </c:pt>
                <c:pt idx="3567">
                  <c:v>106400</c:v>
                </c:pt>
                <c:pt idx="3568">
                  <c:v>106350</c:v>
                </c:pt>
                <c:pt idx="3569">
                  <c:v>106300</c:v>
                </c:pt>
                <c:pt idx="3570">
                  <c:v>106250</c:v>
                </c:pt>
                <c:pt idx="3571">
                  <c:v>106150</c:v>
                </c:pt>
                <c:pt idx="3572">
                  <c:v>106100</c:v>
                </c:pt>
                <c:pt idx="3573">
                  <c:v>106026</c:v>
                </c:pt>
                <c:pt idx="3574">
                  <c:v>106000</c:v>
                </c:pt>
                <c:pt idx="3575">
                  <c:v>106000</c:v>
                </c:pt>
                <c:pt idx="3576">
                  <c:v>106000</c:v>
                </c:pt>
                <c:pt idx="3577">
                  <c:v>106000</c:v>
                </c:pt>
                <c:pt idx="3578">
                  <c:v>106000</c:v>
                </c:pt>
                <c:pt idx="3579">
                  <c:v>106000</c:v>
                </c:pt>
                <c:pt idx="3580">
                  <c:v>105800</c:v>
                </c:pt>
                <c:pt idx="3581">
                  <c:v>105800</c:v>
                </c:pt>
                <c:pt idx="3582">
                  <c:v>105700</c:v>
                </c:pt>
                <c:pt idx="3583">
                  <c:v>105700</c:v>
                </c:pt>
                <c:pt idx="3584">
                  <c:v>105600</c:v>
                </c:pt>
                <c:pt idx="3585">
                  <c:v>105550</c:v>
                </c:pt>
                <c:pt idx="3586">
                  <c:v>105500</c:v>
                </c:pt>
                <c:pt idx="3587">
                  <c:v>105500</c:v>
                </c:pt>
                <c:pt idx="3588">
                  <c:v>105500</c:v>
                </c:pt>
                <c:pt idx="3589">
                  <c:v>105300</c:v>
                </c:pt>
                <c:pt idx="3590">
                  <c:v>105250</c:v>
                </c:pt>
                <c:pt idx="3591">
                  <c:v>105200</c:v>
                </c:pt>
                <c:pt idx="3592">
                  <c:v>105200</c:v>
                </c:pt>
                <c:pt idx="3593">
                  <c:v>105000</c:v>
                </c:pt>
                <c:pt idx="3594">
                  <c:v>105000</c:v>
                </c:pt>
                <c:pt idx="3595">
                  <c:v>104700</c:v>
                </c:pt>
                <c:pt idx="3596">
                  <c:v>104700</c:v>
                </c:pt>
                <c:pt idx="3597">
                  <c:v>104650</c:v>
                </c:pt>
                <c:pt idx="3598">
                  <c:v>104600</c:v>
                </c:pt>
                <c:pt idx="3599">
                  <c:v>104600</c:v>
                </c:pt>
                <c:pt idx="3600">
                  <c:v>104600</c:v>
                </c:pt>
                <c:pt idx="3601">
                  <c:v>104600</c:v>
                </c:pt>
                <c:pt idx="3602">
                  <c:v>104600</c:v>
                </c:pt>
                <c:pt idx="3603">
                  <c:v>104400</c:v>
                </c:pt>
                <c:pt idx="3604">
                  <c:v>104300</c:v>
                </c:pt>
                <c:pt idx="3605">
                  <c:v>104250</c:v>
                </c:pt>
                <c:pt idx="3606">
                  <c:v>104250</c:v>
                </c:pt>
                <c:pt idx="3607">
                  <c:v>104200</c:v>
                </c:pt>
                <c:pt idx="3608">
                  <c:v>104100</c:v>
                </c:pt>
                <c:pt idx="3609">
                  <c:v>104100</c:v>
                </c:pt>
                <c:pt idx="3610">
                  <c:v>104100</c:v>
                </c:pt>
                <c:pt idx="3611">
                  <c:v>104100</c:v>
                </c:pt>
                <c:pt idx="3612">
                  <c:v>104000</c:v>
                </c:pt>
                <c:pt idx="3613">
                  <c:v>103900</c:v>
                </c:pt>
                <c:pt idx="3614">
                  <c:v>103900</c:v>
                </c:pt>
                <c:pt idx="3615">
                  <c:v>103900</c:v>
                </c:pt>
                <c:pt idx="3616">
                  <c:v>103800</c:v>
                </c:pt>
                <c:pt idx="3617">
                  <c:v>103700</c:v>
                </c:pt>
                <c:pt idx="3618">
                  <c:v>103700</c:v>
                </c:pt>
                <c:pt idx="3619">
                  <c:v>103650</c:v>
                </c:pt>
                <c:pt idx="3620">
                  <c:v>103650</c:v>
                </c:pt>
                <c:pt idx="3621">
                  <c:v>103600</c:v>
                </c:pt>
                <c:pt idx="3622">
                  <c:v>103500</c:v>
                </c:pt>
                <c:pt idx="3623">
                  <c:v>103500</c:v>
                </c:pt>
                <c:pt idx="3624">
                  <c:v>103450</c:v>
                </c:pt>
                <c:pt idx="3625">
                  <c:v>103400</c:v>
                </c:pt>
                <c:pt idx="3626">
                  <c:v>103400</c:v>
                </c:pt>
                <c:pt idx="3627">
                  <c:v>103300</c:v>
                </c:pt>
                <c:pt idx="3628">
                  <c:v>103300</c:v>
                </c:pt>
                <c:pt idx="3629">
                  <c:v>103200</c:v>
                </c:pt>
                <c:pt idx="3630">
                  <c:v>103150</c:v>
                </c:pt>
                <c:pt idx="3631">
                  <c:v>103150</c:v>
                </c:pt>
                <c:pt idx="3632">
                  <c:v>103100</c:v>
                </c:pt>
                <c:pt idx="3633">
                  <c:v>103100</c:v>
                </c:pt>
                <c:pt idx="3634">
                  <c:v>103100</c:v>
                </c:pt>
                <c:pt idx="3635">
                  <c:v>102900</c:v>
                </c:pt>
                <c:pt idx="3636">
                  <c:v>102900</c:v>
                </c:pt>
                <c:pt idx="3637">
                  <c:v>102850</c:v>
                </c:pt>
                <c:pt idx="3638">
                  <c:v>102800</c:v>
                </c:pt>
                <c:pt idx="3639">
                  <c:v>102700</c:v>
                </c:pt>
                <c:pt idx="3640">
                  <c:v>102650</c:v>
                </c:pt>
                <c:pt idx="3641">
                  <c:v>102600</c:v>
                </c:pt>
                <c:pt idx="3642">
                  <c:v>102600</c:v>
                </c:pt>
                <c:pt idx="3643">
                  <c:v>102550</c:v>
                </c:pt>
                <c:pt idx="3644">
                  <c:v>102450</c:v>
                </c:pt>
                <c:pt idx="3645">
                  <c:v>102400</c:v>
                </c:pt>
                <c:pt idx="3646">
                  <c:v>102300</c:v>
                </c:pt>
                <c:pt idx="3647">
                  <c:v>102300</c:v>
                </c:pt>
                <c:pt idx="3648">
                  <c:v>102200</c:v>
                </c:pt>
                <c:pt idx="3649">
                  <c:v>102200</c:v>
                </c:pt>
                <c:pt idx="3650">
                  <c:v>102150</c:v>
                </c:pt>
                <c:pt idx="3651">
                  <c:v>102150</c:v>
                </c:pt>
                <c:pt idx="3652">
                  <c:v>102050</c:v>
                </c:pt>
                <c:pt idx="3653">
                  <c:v>101950</c:v>
                </c:pt>
                <c:pt idx="3654">
                  <c:v>101950</c:v>
                </c:pt>
                <c:pt idx="3655">
                  <c:v>101950</c:v>
                </c:pt>
                <c:pt idx="3656">
                  <c:v>101750</c:v>
                </c:pt>
                <c:pt idx="3657">
                  <c:v>101700</c:v>
                </c:pt>
                <c:pt idx="3658">
                  <c:v>101550</c:v>
                </c:pt>
                <c:pt idx="3659">
                  <c:v>101500</c:v>
                </c:pt>
                <c:pt idx="3660">
                  <c:v>101450</c:v>
                </c:pt>
                <c:pt idx="3661">
                  <c:v>101450</c:v>
                </c:pt>
                <c:pt idx="3662">
                  <c:v>101350</c:v>
                </c:pt>
                <c:pt idx="3663">
                  <c:v>101350</c:v>
                </c:pt>
                <c:pt idx="3664">
                  <c:v>101300</c:v>
                </c:pt>
                <c:pt idx="3665">
                  <c:v>101300</c:v>
                </c:pt>
                <c:pt idx="3666">
                  <c:v>101200</c:v>
                </c:pt>
                <c:pt idx="3667">
                  <c:v>101150</c:v>
                </c:pt>
                <c:pt idx="3668">
                  <c:v>101100</c:v>
                </c:pt>
                <c:pt idx="3669">
                  <c:v>101050</c:v>
                </c:pt>
                <c:pt idx="3670">
                  <c:v>101050</c:v>
                </c:pt>
                <c:pt idx="3671">
                  <c:v>101000</c:v>
                </c:pt>
                <c:pt idx="3672">
                  <c:v>101000</c:v>
                </c:pt>
                <c:pt idx="3673">
                  <c:v>100900</c:v>
                </c:pt>
                <c:pt idx="3674">
                  <c:v>100900</c:v>
                </c:pt>
                <c:pt idx="3675">
                  <c:v>100850</c:v>
                </c:pt>
                <c:pt idx="3676">
                  <c:v>100800</c:v>
                </c:pt>
                <c:pt idx="3677">
                  <c:v>100800</c:v>
                </c:pt>
                <c:pt idx="3678">
                  <c:v>100700</c:v>
                </c:pt>
                <c:pt idx="3679">
                  <c:v>100650</c:v>
                </c:pt>
                <c:pt idx="3680">
                  <c:v>100600</c:v>
                </c:pt>
                <c:pt idx="3681">
                  <c:v>100550</c:v>
                </c:pt>
                <c:pt idx="3682">
                  <c:v>100500</c:v>
                </c:pt>
                <c:pt idx="3683">
                  <c:v>100400</c:v>
                </c:pt>
                <c:pt idx="3684">
                  <c:v>100400</c:v>
                </c:pt>
                <c:pt idx="3685">
                  <c:v>100400</c:v>
                </c:pt>
                <c:pt idx="3686">
                  <c:v>100350</c:v>
                </c:pt>
                <c:pt idx="3687">
                  <c:v>100300</c:v>
                </c:pt>
                <c:pt idx="3688">
                  <c:v>100250</c:v>
                </c:pt>
                <c:pt idx="3689">
                  <c:v>100100</c:v>
                </c:pt>
                <c:pt idx="3690">
                  <c:v>100000</c:v>
                </c:pt>
                <c:pt idx="3691">
                  <c:v>99800</c:v>
                </c:pt>
                <c:pt idx="3692">
                  <c:v>99800</c:v>
                </c:pt>
                <c:pt idx="3693">
                  <c:v>99700</c:v>
                </c:pt>
                <c:pt idx="3694">
                  <c:v>99700</c:v>
                </c:pt>
                <c:pt idx="3695">
                  <c:v>99700</c:v>
                </c:pt>
                <c:pt idx="3696">
                  <c:v>99650</c:v>
                </c:pt>
                <c:pt idx="3697">
                  <c:v>99550</c:v>
                </c:pt>
                <c:pt idx="3698">
                  <c:v>99450</c:v>
                </c:pt>
                <c:pt idx="3699">
                  <c:v>99400</c:v>
                </c:pt>
                <c:pt idx="3700">
                  <c:v>99300</c:v>
                </c:pt>
                <c:pt idx="3701">
                  <c:v>99300</c:v>
                </c:pt>
                <c:pt idx="3702">
                  <c:v>99300</c:v>
                </c:pt>
                <c:pt idx="3703">
                  <c:v>99050</c:v>
                </c:pt>
                <c:pt idx="3704">
                  <c:v>98950</c:v>
                </c:pt>
                <c:pt idx="3705">
                  <c:v>98950</c:v>
                </c:pt>
                <c:pt idx="3706">
                  <c:v>98900</c:v>
                </c:pt>
                <c:pt idx="3707">
                  <c:v>98850</c:v>
                </c:pt>
                <c:pt idx="3708">
                  <c:v>98800</c:v>
                </c:pt>
                <c:pt idx="3709">
                  <c:v>98700</c:v>
                </c:pt>
                <c:pt idx="3710">
                  <c:v>98700</c:v>
                </c:pt>
                <c:pt idx="3711">
                  <c:v>98600</c:v>
                </c:pt>
                <c:pt idx="3712">
                  <c:v>98550</c:v>
                </c:pt>
                <c:pt idx="3713">
                  <c:v>98500</c:v>
                </c:pt>
                <c:pt idx="3714">
                  <c:v>98500</c:v>
                </c:pt>
                <c:pt idx="3715">
                  <c:v>98500</c:v>
                </c:pt>
                <c:pt idx="3716">
                  <c:v>98500</c:v>
                </c:pt>
                <c:pt idx="3717">
                  <c:v>98500</c:v>
                </c:pt>
                <c:pt idx="3718">
                  <c:v>98450</c:v>
                </c:pt>
                <c:pt idx="3719">
                  <c:v>98400</c:v>
                </c:pt>
                <c:pt idx="3720">
                  <c:v>98400</c:v>
                </c:pt>
                <c:pt idx="3721">
                  <c:v>98350</c:v>
                </c:pt>
                <c:pt idx="3722">
                  <c:v>98300</c:v>
                </c:pt>
                <c:pt idx="3723">
                  <c:v>98250</c:v>
                </c:pt>
                <c:pt idx="3724">
                  <c:v>98100</c:v>
                </c:pt>
                <c:pt idx="3725">
                  <c:v>98000</c:v>
                </c:pt>
                <c:pt idx="3726">
                  <c:v>97950</c:v>
                </c:pt>
                <c:pt idx="3727">
                  <c:v>97850</c:v>
                </c:pt>
                <c:pt idx="3728">
                  <c:v>97825</c:v>
                </c:pt>
                <c:pt idx="3729">
                  <c:v>97800</c:v>
                </c:pt>
                <c:pt idx="3730">
                  <c:v>97800</c:v>
                </c:pt>
                <c:pt idx="3731">
                  <c:v>97800</c:v>
                </c:pt>
                <c:pt idx="3732">
                  <c:v>97750</c:v>
                </c:pt>
                <c:pt idx="3733">
                  <c:v>97700</c:v>
                </c:pt>
                <c:pt idx="3734">
                  <c:v>97600</c:v>
                </c:pt>
                <c:pt idx="3735">
                  <c:v>97500</c:v>
                </c:pt>
                <c:pt idx="3736">
                  <c:v>97400</c:v>
                </c:pt>
                <c:pt idx="3737">
                  <c:v>97400</c:v>
                </c:pt>
                <c:pt idx="3738">
                  <c:v>97400</c:v>
                </c:pt>
                <c:pt idx="3739">
                  <c:v>97400</c:v>
                </c:pt>
                <c:pt idx="3740">
                  <c:v>97350</c:v>
                </c:pt>
                <c:pt idx="3741">
                  <c:v>97350</c:v>
                </c:pt>
                <c:pt idx="3742">
                  <c:v>97300</c:v>
                </c:pt>
                <c:pt idx="3743">
                  <c:v>97300</c:v>
                </c:pt>
                <c:pt idx="3744">
                  <c:v>97300</c:v>
                </c:pt>
                <c:pt idx="3745">
                  <c:v>97250</c:v>
                </c:pt>
                <c:pt idx="3746">
                  <c:v>97250</c:v>
                </c:pt>
                <c:pt idx="3747">
                  <c:v>97150</c:v>
                </c:pt>
                <c:pt idx="3748">
                  <c:v>97100</c:v>
                </c:pt>
                <c:pt idx="3749">
                  <c:v>97100</c:v>
                </c:pt>
                <c:pt idx="3750">
                  <c:v>97050</c:v>
                </c:pt>
                <c:pt idx="3751">
                  <c:v>97000</c:v>
                </c:pt>
                <c:pt idx="3752">
                  <c:v>97000</c:v>
                </c:pt>
                <c:pt idx="3753">
                  <c:v>96950</c:v>
                </c:pt>
                <c:pt idx="3754">
                  <c:v>96900</c:v>
                </c:pt>
                <c:pt idx="3755">
                  <c:v>96800</c:v>
                </c:pt>
                <c:pt idx="3756">
                  <c:v>96750</c:v>
                </c:pt>
                <c:pt idx="3757">
                  <c:v>96700</c:v>
                </c:pt>
                <c:pt idx="3758">
                  <c:v>96700</c:v>
                </c:pt>
                <c:pt idx="3759">
                  <c:v>96600</c:v>
                </c:pt>
                <c:pt idx="3760">
                  <c:v>96500</c:v>
                </c:pt>
                <c:pt idx="3761">
                  <c:v>96500</c:v>
                </c:pt>
                <c:pt idx="3762">
                  <c:v>96500</c:v>
                </c:pt>
                <c:pt idx="3763">
                  <c:v>96500</c:v>
                </c:pt>
                <c:pt idx="3764">
                  <c:v>96300</c:v>
                </c:pt>
                <c:pt idx="3765">
                  <c:v>96300</c:v>
                </c:pt>
                <c:pt idx="3766">
                  <c:v>96250</c:v>
                </c:pt>
                <c:pt idx="3767">
                  <c:v>96200</c:v>
                </c:pt>
                <c:pt idx="3768">
                  <c:v>96200</c:v>
                </c:pt>
                <c:pt idx="3769">
                  <c:v>96200</c:v>
                </c:pt>
                <c:pt idx="3770">
                  <c:v>96150</c:v>
                </c:pt>
                <c:pt idx="3771">
                  <c:v>96150</c:v>
                </c:pt>
                <c:pt idx="3772">
                  <c:v>96050</c:v>
                </c:pt>
                <c:pt idx="3773">
                  <c:v>95950</c:v>
                </c:pt>
                <c:pt idx="3774">
                  <c:v>95900</c:v>
                </c:pt>
                <c:pt idx="3775">
                  <c:v>95900</c:v>
                </c:pt>
                <c:pt idx="3776">
                  <c:v>95900</c:v>
                </c:pt>
                <c:pt idx="3777">
                  <c:v>95900</c:v>
                </c:pt>
                <c:pt idx="3778">
                  <c:v>95900</c:v>
                </c:pt>
                <c:pt idx="3779">
                  <c:v>95850</c:v>
                </c:pt>
                <c:pt idx="3780">
                  <c:v>95800</c:v>
                </c:pt>
                <c:pt idx="3781">
                  <c:v>95800</c:v>
                </c:pt>
                <c:pt idx="3782">
                  <c:v>95700</c:v>
                </c:pt>
                <c:pt idx="3783">
                  <c:v>95700</c:v>
                </c:pt>
                <c:pt idx="3784">
                  <c:v>95700</c:v>
                </c:pt>
                <c:pt idx="3785">
                  <c:v>95600</c:v>
                </c:pt>
                <c:pt idx="3786">
                  <c:v>95600</c:v>
                </c:pt>
                <c:pt idx="3787">
                  <c:v>95500</c:v>
                </c:pt>
                <c:pt idx="3788">
                  <c:v>95500</c:v>
                </c:pt>
                <c:pt idx="3789">
                  <c:v>95400</c:v>
                </c:pt>
                <c:pt idx="3790">
                  <c:v>95400</c:v>
                </c:pt>
                <c:pt idx="3791">
                  <c:v>95400</c:v>
                </c:pt>
                <c:pt idx="3792">
                  <c:v>95400</c:v>
                </c:pt>
                <c:pt idx="3793">
                  <c:v>95350</c:v>
                </c:pt>
                <c:pt idx="3794">
                  <c:v>95325</c:v>
                </c:pt>
                <c:pt idx="3795">
                  <c:v>95300</c:v>
                </c:pt>
                <c:pt idx="3796">
                  <c:v>95300</c:v>
                </c:pt>
                <c:pt idx="3797">
                  <c:v>95250</c:v>
                </c:pt>
                <c:pt idx="3798">
                  <c:v>95250</c:v>
                </c:pt>
                <c:pt idx="3799">
                  <c:v>95250</c:v>
                </c:pt>
                <c:pt idx="3800">
                  <c:v>95250</c:v>
                </c:pt>
                <c:pt idx="3801">
                  <c:v>95200</c:v>
                </c:pt>
                <c:pt idx="3802">
                  <c:v>95200</c:v>
                </c:pt>
                <c:pt idx="3803">
                  <c:v>95150</c:v>
                </c:pt>
                <c:pt idx="3804">
                  <c:v>95100</c:v>
                </c:pt>
                <c:pt idx="3805">
                  <c:v>95100</c:v>
                </c:pt>
                <c:pt idx="3806">
                  <c:v>95000</c:v>
                </c:pt>
                <c:pt idx="3807">
                  <c:v>95000</c:v>
                </c:pt>
                <c:pt idx="3808">
                  <c:v>94900</c:v>
                </c:pt>
                <c:pt idx="3809">
                  <c:v>94900</c:v>
                </c:pt>
                <c:pt idx="3810">
                  <c:v>94850</c:v>
                </c:pt>
                <c:pt idx="3811">
                  <c:v>94800</c:v>
                </c:pt>
                <c:pt idx="3812">
                  <c:v>94750</c:v>
                </c:pt>
                <c:pt idx="3813">
                  <c:v>94750</c:v>
                </c:pt>
                <c:pt idx="3814">
                  <c:v>94700</c:v>
                </c:pt>
                <c:pt idx="3815">
                  <c:v>94700</c:v>
                </c:pt>
                <c:pt idx="3816">
                  <c:v>94500</c:v>
                </c:pt>
                <c:pt idx="3817">
                  <c:v>94350</c:v>
                </c:pt>
                <c:pt idx="3818">
                  <c:v>94300</c:v>
                </c:pt>
                <c:pt idx="3819">
                  <c:v>94300</c:v>
                </c:pt>
                <c:pt idx="3820">
                  <c:v>94300</c:v>
                </c:pt>
                <c:pt idx="3821">
                  <c:v>94200</c:v>
                </c:pt>
                <c:pt idx="3822">
                  <c:v>94100</c:v>
                </c:pt>
                <c:pt idx="3823">
                  <c:v>94000</c:v>
                </c:pt>
                <c:pt idx="3824">
                  <c:v>94000</c:v>
                </c:pt>
                <c:pt idx="3825">
                  <c:v>94000</c:v>
                </c:pt>
                <c:pt idx="3826">
                  <c:v>93900</c:v>
                </c:pt>
                <c:pt idx="3827">
                  <c:v>93800</c:v>
                </c:pt>
                <c:pt idx="3828">
                  <c:v>93800</c:v>
                </c:pt>
                <c:pt idx="3829">
                  <c:v>93800</c:v>
                </c:pt>
                <c:pt idx="3830">
                  <c:v>93750</c:v>
                </c:pt>
                <c:pt idx="3831">
                  <c:v>93700</c:v>
                </c:pt>
                <c:pt idx="3832">
                  <c:v>93700</c:v>
                </c:pt>
                <c:pt idx="3833">
                  <c:v>93650</c:v>
                </c:pt>
                <c:pt idx="3834">
                  <c:v>93500</c:v>
                </c:pt>
                <c:pt idx="3835">
                  <c:v>93500</c:v>
                </c:pt>
                <c:pt idx="3836">
                  <c:v>93400</c:v>
                </c:pt>
                <c:pt idx="3837">
                  <c:v>93400</c:v>
                </c:pt>
                <c:pt idx="3838">
                  <c:v>93300</c:v>
                </c:pt>
                <c:pt idx="3839">
                  <c:v>93200</c:v>
                </c:pt>
                <c:pt idx="3840">
                  <c:v>93100</c:v>
                </c:pt>
                <c:pt idx="3841">
                  <c:v>93100</c:v>
                </c:pt>
                <c:pt idx="3842">
                  <c:v>93025</c:v>
                </c:pt>
                <c:pt idx="3843">
                  <c:v>93000</c:v>
                </c:pt>
                <c:pt idx="3844">
                  <c:v>93000</c:v>
                </c:pt>
                <c:pt idx="3845">
                  <c:v>92950</c:v>
                </c:pt>
                <c:pt idx="3846">
                  <c:v>92900</c:v>
                </c:pt>
                <c:pt idx="3847">
                  <c:v>92800</c:v>
                </c:pt>
                <c:pt idx="3848">
                  <c:v>92800</c:v>
                </c:pt>
                <c:pt idx="3849">
                  <c:v>92800</c:v>
                </c:pt>
                <c:pt idx="3850">
                  <c:v>92750</c:v>
                </c:pt>
                <c:pt idx="3851">
                  <c:v>92700</c:v>
                </c:pt>
                <c:pt idx="3852">
                  <c:v>92700</c:v>
                </c:pt>
                <c:pt idx="3853">
                  <c:v>92700</c:v>
                </c:pt>
                <c:pt idx="3854">
                  <c:v>92600</c:v>
                </c:pt>
                <c:pt idx="3855">
                  <c:v>92425</c:v>
                </c:pt>
                <c:pt idx="3856">
                  <c:v>92400</c:v>
                </c:pt>
                <c:pt idx="3857">
                  <c:v>92250</c:v>
                </c:pt>
                <c:pt idx="3858">
                  <c:v>92250</c:v>
                </c:pt>
                <c:pt idx="3859">
                  <c:v>92250</c:v>
                </c:pt>
                <c:pt idx="3860">
                  <c:v>92200</c:v>
                </c:pt>
                <c:pt idx="3861">
                  <c:v>92200</c:v>
                </c:pt>
                <c:pt idx="3862">
                  <c:v>92200</c:v>
                </c:pt>
                <c:pt idx="3863">
                  <c:v>92150</c:v>
                </c:pt>
                <c:pt idx="3864">
                  <c:v>92100</c:v>
                </c:pt>
                <c:pt idx="3865">
                  <c:v>92100</c:v>
                </c:pt>
                <c:pt idx="3866">
                  <c:v>92100</c:v>
                </c:pt>
                <c:pt idx="3867">
                  <c:v>92100</c:v>
                </c:pt>
                <c:pt idx="3868">
                  <c:v>92050</c:v>
                </c:pt>
                <c:pt idx="3869">
                  <c:v>92000</c:v>
                </c:pt>
                <c:pt idx="3870">
                  <c:v>92000</c:v>
                </c:pt>
                <c:pt idx="3871">
                  <c:v>92000</c:v>
                </c:pt>
                <c:pt idx="3872">
                  <c:v>91950</c:v>
                </c:pt>
                <c:pt idx="3873">
                  <c:v>91950</c:v>
                </c:pt>
                <c:pt idx="3874">
                  <c:v>91900</c:v>
                </c:pt>
                <c:pt idx="3875">
                  <c:v>91750</c:v>
                </c:pt>
                <c:pt idx="3876">
                  <c:v>91700</c:v>
                </c:pt>
                <c:pt idx="3877">
                  <c:v>91600</c:v>
                </c:pt>
                <c:pt idx="3878">
                  <c:v>91400</c:v>
                </c:pt>
                <c:pt idx="3879">
                  <c:v>91400</c:v>
                </c:pt>
                <c:pt idx="3880">
                  <c:v>91300</c:v>
                </c:pt>
                <c:pt idx="3881">
                  <c:v>91250</c:v>
                </c:pt>
                <c:pt idx="3882">
                  <c:v>91250</c:v>
                </c:pt>
                <c:pt idx="3883">
                  <c:v>91250</c:v>
                </c:pt>
                <c:pt idx="3884">
                  <c:v>91100</c:v>
                </c:pt>
                <c:pt idx="3885">
                  <c:v>91100</c:v>
                </c:pt>
                <c:pt idx="3886">
                  <c:v>91050</c:v>
                </c:pt>
                <c:pt idx="3887">
                  <c:v>91000</c:v>
                </c:pt>
                <c:pt idx="3888">
                  <c:v>91000</c:v>
                </c:pt>
                <c:pt idx="3889">
                  <c:v>91000</c:v>
                </c:pt>
                <c:pt idx="3890">
                  <c:v>91000</c:v>
                </c:pt>
                <c:pt idx="3891">
                  <c:v>91000</c:v>
                </c:pt>
                <c:pt idx="3892">
                  <c:v>91000</c:v>
                </c:pt>
                <c:pt idx="3893">
                  <c:v>91000</c:v>
                </c:pt>
                <c:pt idx="3894">
                  <c:v>90950</c:v>
                </c:pt>
                <c:pt idx="3895">
                  <c:v>90900</c:v>
                </c:pt>
                <c:pt idx="3896">
                  <c:v>90850</c:v>
                </c:pt>
                <c:pt idx="3897">
                  <c:v>90800</c:v>
                </c:pt>
                <c:pt idx="3898">
                  <c:v>90800</c:v>
                </c:pt>
                <c:pt idx="3899">
                  <c:v>90750</c:v>
                </c:pt>
                <c:pt idx="3900">
                  <c:v>90700</c:v>
                </c:pt>
                <c:pt idx="3901">
                  <c:v>90600</c:v>
                </c:pt>
                <c:pt idx="3902">
                  <c:v>90550</c:v>
                </c:pt>
                <c:pt idx="3903">
                  <c:v>90550</c:v>
                </c:pt>
                <c:pt idx="3904">
                  <c:v>90550</c:v>
                </c:pt>
                <c:pt idx="3905">
                  <c:v>90500</c:v>
                </c:pt>
                <c:pt idx="3906">
                  <c:v>90500</c:v>
                </c:pt>
                <c:pt idx="3907">
                  <c:v>90500</c:v>
                </c:pt>
                <c:pt idx="3908">
                  <c:v>90400</c:v>
                </c:pt>
                <c:pt idx="3909">
                  <c:v>90300</c:v>
                </c:pt>
                <c:pt idx="3910">
                  <c:v>90200</c:v>
                </c:pt>
                <c:pt idx="3911">
                  <c:v>90200</c:v>
                </c:pt>
                <c:pt idx="3912">
                  <c:v>90150</c:v>
                </c:pt>
                <c:pt idx="3913">
                  <c:v>90100</c:v>
                </c:pt>
                <c:pt idx="3914">
                  <c:v>90100</c:v>
                </c:pt>
                <c:pt idx="3915">
                  <c:v>89900</c:v>
                </c:pt>
                <c:pt idx="3916">
                  <c:v>89800</c:v>
                </c:pt>
                <c:pt idx="3917">
                  <c:v>89800</c:v>
                </c:pt>
                <c:pt idx="3918">
                  <c:v>89750</c:v>
                </c:pt>
                <c:pt idx="3919">
                  <c:v>89750</c:v>
                </c:pt>
                <c:pt idx="3920">
                  <c:v>89700</c:v>
                </c:pt>
                <c:pt idx="3921">
                  <c:v>89700</c:v>
                </c:pt>
                <c:pt idx="3922">
                  <c:v>89700</c:v>
                </c:pt>
                <c:pt idx="3923">
                  <c:v>89650</c:v>
                </c:pt>
                <c:pt idx="3924">
                  <c:v>89600</c:v>
                </c:pt>
                <c:pt idx="3925">
                  <c:v>89550</c:v>
                </c:pt>
                <c:pt idx="3926">
                  <c:v>89300</c:v>
                </c:pt>
                <c:pt idx="3927">
                  <c:v>89300</c:v>
                </c:pt>
                <c:pt idx="3928">
                  <c:v>89250</c:v>
                </c:pt>
                <c:pt idx="3929">
                  <c:v>89250</c:v>
                </c:pt>
                <c:pt idx="3930">
                  <c:v>89200</c:v>
                </c:pt>
                <c:pt idx="3931">
                  <c:v>89200</c:v>
                </c:pt>
                <c:pt idx="3932">
                  <c:v>89100</c:v>
                </c:pt>
                <c:pt idx="3933">
                  <c:v>89100</c:v>
                </c:pt>
                <c:pt idx="3934">
                  <c:v>89100</c:v>
                </c:pt>
                <c:pt idx="3935">
                  <c:v>89000</c:v>
                </c:pt>
                <c:pt idx="3936">
                  <c:v>89000</c:v>
                </c:pt>
                <c:pt idx="3937">
                  <c:v>89000</c:v>
                </c:pt>
                <c:pt idx="3938">
                  <c:v>88900</c:v>
                </c:pt>
                <c:pt idx="3939">
                  <c:v>88850</c:v>
                </c:pt>
                <c:pt idx="3940">
                  <c:v>88850</c:v>
                </c:pt>
                <c:pt idx="3941">
                  <c:v>88800</c:v>
                </c:pt>
                <c:pt idx="3942">
                  <c:v>88800</c:v>
                </c:pt>
                <c:pt idx="3943">
                  <c:v>88700</c:v>
                </c:pt>
                <c:pt idx="3944">
                  <c:v>88700</c:v>
                </c:pt>
                <c:pt idx="3945">
                  <c:v>88700</c:v>
                </c:pt>
                <c:pt idx="3946">
                  <c:v>88600</c:v>
                </c:pt>
                <c:pt idx="3947">
                  <c:v>88500</c:v>
                </c:pt>
                <c:pt idx="3948">
                  <c:v>88500</c:v>
                </c:pt>
                <c:pt idx="3949">
                  <c:v>88500</c:v>
                </c:pt>
                <c:pt idx="3950">
                  <c:v>88500</c:v>
                </c:pt>
                <c:pt idx="3951">
                  <c:v>88500</c:v>
                </c:pt>
                <c:pt idx="3952">
                  <c:v>88500</c:v>
                </c:pt>
                <c:pt idx="3953">
                  <c:v>88400</c:v>
                </c:pt>
                <c:pt idx="3954">
                  <c:v>88400</c:v>
                </c:pt>
                <c:pt idx="3955">
                  <c:v>88300</c:v>
                </c:pt>
                <c:pt idx="3956">
                  <c:v>88200</c:v>
                </c:pt>
                <c:pt idx="3957">
                  <c:v>88100</c:v>
                </c:pt>
                <c:pt idx="3958">
                  <c:v>88100</c:v>
                </c:pt>
                <c:pt idx="3959">
                  <c:v>88000</c:v>
                </c:pt>
                <c:pt idx="3960">
                  <c:v>88000</c:v>
                </c:pt>
                <c:pt idx="3961">
                  <c:v>88000</c:v>
                </c:pt>
                <c:pt idx="3962">
                  <c:v>88000</c:v>
                </c:pt>
                <c:pt idx="3963">
                  <c:v>87850</c:v>
                </c:pt>
                <c:pt idx="3964">
                  <c:v>87850</c:v>
                </c:pt>
                <c:pt idx="3965">
                  <c:v>87800</c:v>
                </c:pt>
                <c:pt idx="3966">
                  <c:v>87800</c:v>
                </c:pt>
                <c:pt idx="3967">
                  <c:v>87750</c:v>
                </c:pt>
                <c:pt idx="3968">
                  <c:v>87700</c:v>
                </c:pt>
                <c:pt idx="3969">
                  <c:v>87700</c:v>
                </c:pt>
                <c:pt idx="3970">
                  <c:v>87700</c:v>
                </c:pt>
                <c:pt idx="3971">
                  <c:v>87700</c:v>
                </c:pt>
                <c:pt idx="3972">
                  <c:v>87600</c:v>
                </c:pt>
                <c:pt idx="3973">
                  <c:v>87550</c:v>
                </c:pt>
                <c:pt idx="3974">
                  <c:v>87500</c:v>
                </c:pt>
                <c:pt idx="3975">
                  <c:v>87500</c:v>
                </c:pt>
                <c:pt idx="3976">
                  <c:v>87350</c:v>
                </c:pt>
                <c:pt idx="3977">
                  <c:v>87350</c:v>
                </c:pt>
                <c:pt idx="3978">
                  <c:v>87300</c:v>
                </c:pt>
                <c:pt idx="3979">
                  <c:v>87300</c:v>
                </c:pt>
                <c:pt idx="3980">
                  <c:v>87300</c:v>
                </c:pt>
                <c:pt idx="3981">
                  <c:v>87250</c:v>
                </c:pt>
                <c:pt idx="3982">
                  <c:v>87250</c:v>
                </c:pt>
                <c:pt idx="3983">
                  <c:v>87200</c:v>
                </c:pt>
                <c:pt idx="3984">
                  <c:v>87200</c:v>
                </c:pt>
                <c:pt idx="3985">
                  <c:v>87200</c:v>
                </c:pt>
                <c:pt idx="3986">
                  <c:v>87100</c:v>
                </c:pt>
                <c:pt idx="3987">
                  <c:v>87050</c:v>
                </c:pt>
                <c:pt idx="3988">
                  <c:v>87050</c:v>
                </c:pt>
                <c:pt idx="3989">
                  <c:v>87050</c:v>
                </c:pt>
                <c:pt idx="3990">
                  <c:v>87000</c:v>
                </c:pt>
                <c:pt idx="3991">
                  <c:v>87000</c:v>
                </c:pt>
                <c:pt idx="3992">
                  <c:v>86900</c:v>
                </c:pt>
                <c:pt idx="3993">
                  <c:v>86900</c:v>
                </c:pt>
                <c:pt idx="3994">
                  <c:v>86900</c:v>
                </c:pt>
                <c:pt idx="3995">
                  <c:v>86750</c:v>
                </c:pt>
                <c:pt idx="3996">
                  <c:v>86700</c:v>
                </c:pt>
                <c:pt idx="3997">
                  <c:v>86650</c:v>
                </c:pt>
                <c:pt idx="3998">
                  <c:v>86600</c:v>
                </c:pt>
                <c:pt idx="3999">
                  <c:v>86600</c:v>
                </c:pt>
                <c:pt idx="4000">
                  <c:v>86550</c:v>
                </c:pt>
                <c:pt idx="4001">
                  <c:v>86500</c:v>
                </c:pt>
                <c:pt idx="4002">
                  <c:v>86500</c:v>
                </c:pt>
                <c:pt idx="4003">
                  <c:v>86500</c:v>
                </c:pt>
                <c:pt idx="4004">
                  <c:v>86350</c:v>
                </c:pt>
                <c:pt idx="4005">
                  <c:v>86300</c:v>
                </c:pt>
                <c:pt idx="4006">
                  <c:v>86300</c:v>
                </c:pt>
                <c:pt idx="4007">
                  <c:v>86300</c:v>
                </c:pt>
                <c:pt idx="4008">
                  <c:v>86250</c:v>
                </c:pt>
                <c:pt idx="4009">
                  <c:v>86200</c:v>
                </c:pt>
                <c:pt idx="4010">
                  <c:v>86100</c:v>
                </c:pt>
                <c:pt idx="4011">
                  <c:v>86100</c:v>
                </c:pt>
                <c:pt idx="4012">
                  <c:v>86050</c:v>
                </c:pt>
                <c:pt idx="4013">
                  <c:v>86000</c:v>
                </c:pt>
                <c:pt idx="4014">
                  <c:v>86000</c:v>
                </c:pt>
                <c:pt idx="4015">
                  <c:v>85950</c:v>
                </c:pt>
                <c:pt idx="4016">
                  <c:v>85950</c:v>
                </c:pt>
                <c:pt idx="4017">
                  <c:v>85950</c:v>
                </c:pt>
                <c:pt idx="4018">
                  <c:v>85900</c:v>
                </c:pt>
                <c:pt idx="4019">
                  <c:v>85900</c:v>
                </c:pt>
                <c:pt idx="4020">
                  <c:v>85850</c:v>
                </c:pt>
                <c:pt idx="4021">
                  <c:v>85800</c:v>
                </c:pt>
                <c:pt idx="4022">
                  <c:v>85800</c:v>
                </c:pt>
                <c:pt idx="4023">
                  <c:v>85750</c:v>
                </c:pt>
                <c:pt idx="4024">
                  <c:v>85750</c:v>
                </c:pt>
                <c:pt idx="4025">
                  <c:v>85700</c:v>
                </c:pt>
                <c:pt idx="4026">
                  <c:v>85650</c:v>
                </c:pt>
                <c:pt idx="4027">
                  <c:v>85600</c:v>
                </c:pt>
                <c:pt idx="4028">
                  <c:v>85550</c:v>
                </c:pt>
                <c:pt idx="4029">
                  <c:v>85500</c:v>
                </c:pt>
                <c:pt idx="4030">
                  <c:v>85500</c:v>
                </c:pt>
                <c:pt idx="4031">
                  <c:v>85500</c:v>
                </c:pt>
                <c:pt idx="4032">
                  <c:v>85500</c:v>
                </c:pt>
                <c:pt idx="4033">
                  <c:v>85450</c:v>
                </c:pt>
                <c:pt idx="4034">
                  <c:v>85400</c:v>
                </c:pt>
                <c:pt idx="4035">
                  <c:v>85400</c:v>
                </c:pt>
                <c:pt idx="4036">
                  <c:v>85250</c:v>
                </c:pt>
                <c:pt idx="4037">
                  <c:v>85200</c:v>
                </c:pt>
                <c:pt idx="4038">
                  <c:v>85200</c:v>
                </c:pt>
                <c:pt idx="4039">
                  <c:v>85100</c:v>
                </c:pt>
                <c:pt idx="4040">
                  <c:v>85000</c:v>
                </c:pt>
                <c:pt idx="4041">
                  <c:v>85000</c:v>
                </c:pt>
                <c:pt idx="4042">
                  <c:v>84900</c:v>
                </c:pt>
                <c:pt idx="4043">
                  <c:v>84900</c:v>
                </c:pt>
                <c:pt idx="4044">
                  <c:v>84850</c:v>
                </c:pt>
                <c:pt idx="4045">
                  <c:v>84850</c:v>
                </c:pt>
                <c:pt idx="4046">
                  <c:v>84750</c:v>
                </c:pt>
                <c:pt idx="4047">
                  <c:v>84700</c:v>
                </c:pt>
                <c:pt idx="4048">
                  <c:v>84700</c:v>
                </c:pt>
                <c:pt idx="4049">
                  <c:v>84700</c:v>
                </c:pt>
                <c:pt idx="4050">
                  <c:v>84700</c:v>
                </c:pt>
                <c:pt idx="4051">
                  <c:v>84600</c:v>
                </c:pt>
                <c:pt idx="4052">
                  <c:v>84600</c:v>
                </c:pt>
                <c:pt idx="4053">
                  <c:v>84550</c:v>
                </c:pt>
                <c:pt idx="4054">
                  <c:v>84500</c:v>
                </c:pt>
                <c:pt idx="4055">
                  <c:v>84500</c:v>
                </c:pt>
                <c:pt idx="4056">
                  <c:v>84500</c:v>
                </c:pt>
                <c:pt idx="4057">
                  <c:v>84400</c:v>
                </c:pt>
                <c:pt idx="4058">
                  <c:v>84300</c:v>
                </c:pt>
                <c:pt idx="4059">
                  <c:v>84100</c:v>
                </c:pt>
                <c:pt idx="4060">
                  <c:v>84100</c:v>
                </c:pt>
                <c:pt idx="4061">
                  <c:v>84050</c:v>
                </c:pt>
                <c:pt idx="4062">
                  <c:v>84000</c:v>
                </c:pt>
                <c:pt idx="4063">
                  <c:v>84000</c:v>
                </c:pt>
                <c:pt idx="4064">
                  <c:v>83900</c:v>
                </c:pt>
                <c:pt idx="4065">
                  <c:v>83900</c:v>
                </c:pt>
                <c:pt idx="4066">
                  <c:v>83900</c:v>
                </c:pt>
                <c:pt idx="4067">
                  <c:v>83850</c:v>
                </c:pt>
                <c:pt idx="4068">
                  <c:v>83800</c:v>
                </c:pt>
                <c:pt idx="4069">
                  <c:v>83800</c:v>
                </c:pt>
                <c:pt idx="4070">
                  <c:v>83800</c:v>
                </c:pt>
                <c:pt idx="4071">
                  <c:v>83750</c:v>
                </c:pt>
                <c:pt idx="4072">
                  <c:v>83700</c:v>
                </c:pt>
                <c:pt idx="4073">
                  <c:v>83700</c:v>
                </c:pt>
                <c:pt idx="4074">
                  <c:v>83700</c:v>
                </c:pt>
                <c:pt idx="4075">
                  <c:v>83650</c:v>
                </c:pt>
                <c:pt idx="4076">
                  <c:v>83600</c:v>
                </c:pt>
                <c:pt idx="4077">
                  <c:v>83550</c:v>
                </c:pt>
                <c:pt idx="4078">
                  <c:v>83500</c:v>
                </c:pt>
                <c:pt idx="4079">
                  <c:v>83500</c:v>
                </c:pt>
                <c:pt idx="4080">
                  <c:v>83450</c:v>
                </c:pt>
                <c:pt idx="4081">
                  <c:v>83400</c:v>
                </c:pt>
                <c:pt idx="4082">
                  <c:v>83400</c:v>
                </c:pt>
                <c:pt idx="4083">
                  <c:v>83300</c:v>
                </c:pt>
                <c:pt idx="4084">
                  <c:v>83300</c:v>
                </c:pt>
                <c:pt idx="4085">
                  <c:v>83200</c:v>
                </c:pt>
                <c:pt idx="4086">
                  <c:v>83100</c:v>
                </c:pt>
                <c:pt idx="4087">
                  <c:v>83100</c:v>
                </c:pt>
                <c:pt idx="4088">
                  <c:v>83050</c:v>
                </c:pt>
                <c:pt idx="4089">
                  <c:v>83000</c:v>
                </c:pt>
                <c:pt idx="4090">
                  <c:v>82900</c:v>
                </c:pt>
                <c:pt idx="4091">
                  <c:v>82900</c:v>
                </c:pt>
                <c:pt idx="4092">
                  <c:v>82900</c:v>
                </c:pt>
                <c:pt idx="4093">
                  <c:v>82800</c:v>
                </c:pt>
                <c:pt idx="4094">
                  <c:v>82800</c:v>
                </c:pt>
                <c:pt idx="4095">
                  <c:v>82750</c:v>
                </c:pt>
                <c:pt idx="4096">
                  <c:v>82650</c:v>
                </c:pt>
                <c:pt idx="4097">
                  <c:v>82650</c:v>
                </c:pt>
                <c:pt idx="4098">
                  <c:v>82650</c:v>
                </c:pt>
                <c:pt idx="4099">
                  <c:v>82650</c:v>
                </c:pt>
                <c:pt idx="4100">
                  <c:v>82600</c:v>
                </c:pt>
                <c:pt idx="4101">
                  <c:v>82600</c:v>
                </c:pt>
                <c:pt idx="4102">
                  <c:v>82600</c:v>
                </c:pt>
                <c:pt idx="4103">
                  <c:v>82550</c:v>
                </c:pt>
                <c:pt idx="4104">
                  <c:v>82500</c:v>
                </c:pt>
                <c:pt idx="4105">
                  <c:v>82400</c:v>
                </c:pt>
                <c:pt idx="4106">
                  <c:v>82400</c:v>
                </c:pt>
                <c:pt idx="4107">
                  <c:v>82400</c:v>
                </c:pt>
                <c:pt idx="4108">
                  <c:v>82350</c:v>
                </c:pt>
                <c:pt idx="4109">
                  <c:v>82300</c:v>
                </c:pt>
                <c:pt idx="4110">
                  <c:v>82300</c:v>
                </c:pt>
                <c:pt idx="4111">
                  <c:v>82300</c:v>
                </c:pt>
                <c:pt idx="4112">
                  <c:v>82250</c:v>
                </c:pt>
                <c:pt idx="4113">
                  <c:v>82200</c:v>
                </c:pt>
                <c:pt idx="4114">
                  <c:v>82200</c:v>
                </c:pt>
                <c:pt idx="4115">
                  <c:v>82200</c:v>
                </c:pt>
                <c:pt idx="4116">
                  <c:v>82150</c:v>
                </c:pt>
                <c:pt idx="4117">
                  <c:v>82000</c:v>
                </c:pt>
                <c:pt idx="4118">
                  <c:v>82000</c:v>
                </c:pt>
                <c:pt idx="4119">
                  <c:v>82000</c:v>
                </c:pt>
                <c:pt idx="4120">
                  <c:v>82000</c:v>
                </c:pt>
                <c:pt idx="4121">
                  <c:v>81950</c:v>
                </c:pt>
                <c:pt idx="4122">
                  <c:v>81900</c:v>
                </c:pt>
                <c:pt idx="4123">
                  <c:v>81900</c:v>
                </c:pt>
                <c:pt idx="4124">
                  <c:v>81900</c:v>
                </c:pt>
                <c:pt idx="4125">
                  <c:v>81900</c:v>
                </c:pt>
                <c:pt idx="4126">
                  <c:v>81800</c:v>
                </c:pt>
                <c:pt idx="4127">
                  <c:v>81800</c:v>
                </c:pt>
                <c:pt idx="4128">
                  <c:v>81800</c:v>
                </c:pt>
                <c:pt idx="4129">
                  <c:v>81675</c:v>
                </c:pt>
                <c:pt idx="4130">
                  <c:v>81600</c:v>
                </c:pt>
                <c:pt idx="4131">
                  <c:v>81600</c:v>
                </c:pt>
                <c:pt idx="4132">
                  <c:v>81600</c:v>
                </c:pt>
                <c:pt idx="4133">
                  <c:v>81600</c:v>
                </c:pt>
                <c:pt idx="4134">
                  <c:v>81500</c:v>
                </c:pt>
                <c:pt idx="4135">
                  <c:v>81500</c:v>
                </c:pt>
                <c:pt idx="4136">
                  <c:v>81500</c:v>
                </c:pt>
                <c:pt idx="4137">
                  <c:v>81400</c:v>
                </c:pt>
                <c:pt idx="4138">
                  <c:v>81400</c:v>
                </c:pt>
                <c:pt idx="4139">
                  <c:v>81400</c:v>
                </c:pt>
                <c:pt idx="4140">
                  <c:v>81400</c:v>
                </c:pt>
                <c:pt idx="4141">
                  <c:v>81300</c:v>
                </c:pt>
                <c:pt idx="4142">
                  <c:v>81250</c:v>
                </c:pt>
                <c:pt idx="4143">
                  <c:v>81200</c:v>
                </c:pt>
                <c:pt idx="4144">
                  <c:v>81200</c:v>
                </c:pt>
                <c:pt idx="4145">
                  <c:v>81200</c:v>
                </c:pt>
                <c:pt idx="4146">
                  <c:v>81200</c:v>
                </c:pt>
                <c:pt idx="4147">
                  <c:v>81150</c:v>
                </c:pt>
                <c:pt idx="4148">
                  <c:v>81100</c:v>
                </c:pt>
                <c:pt idx="4149">
                  <c:v>81000</c:v>
                </c:pt>
                <c:pt idx="4150">
                  <c:v>81000</c:v>
                </c:pt>
                <c:pt idx="4151">
                  <c:v>80900</c:v>
                </c:pt>
                <c:pt idx="4152">
                  <c:v>80900</c:v>
                </c:pt>
                <c:pt idx="4153">
                  <c:v>80900</c:v>
                </c:pt>
                <c:pt idx="4154">
                  <c:v>80900</c:v>
                </c:pt>
                <c:pt idx="4155">
                  <c:v>80800</c:v>
                </c:pt>
                <c:pt idx="4156">
                  <c:v>80750</c:v>
                </c:pt>
                <c:pt idx="4157">
                  <c:v>80700</c:v>
                </c:pt>
                <c:pt idx="4158">
                  <c:v>80700</c:v>
                </c:pt>
                <c:pt idx="4159">
                  <c:v>80700</c:v>
                </c:pt>
                <c:pt idx="4160">
                  <c:v>80600</c:v>
                </c:pt>
                <c:pt idx="4161">
                  <c:v>80500</c:v>
                </c:pt>
                <c:pt idx="4162">
                  <c:v>80400</c:v>
                </c:pt>
                <c:pt idx="4163">
                  <c:v>80350</c:v>
                </c:pt>
                <c:pt idx="4164">
                  <c:v>80300</c:v>
                </c:pt>
                <c:pt idx="4165">
                  <c:v>80300</c:v>
                </c:pt>
                <c:pt idx="4166">
                  <c:v>80250</c:v>
                </c:pt>
                <c:pt idx="4167">
                  <c:v>80200</c:v>
                </c:pt>
                <c:pt idx="4168">
                  <c:v>80101</c:v>
                </c:pt>
                <c:pt idx="4169">
                  <c:v>80100</c:v>
                </c:pt>
                <c:pt idx="4170">
                  <c:v>80100</c:v>
                </c:pt>
                <c:pt idx="4171">
                  <c:v>80100</c:v>
                </c:pt>
                <c:pt idx="4172">
                  <c:v>80100</c:v>
                </c:pt>
                <c:pt idx="4173">
                  <c:v>80000</c:v>
                </c:pt>
                <c:pt idx="4174">
                  <c:v>80000</c:v>
                </c:pt>
                <c:pt idx="4175">
                  <c:v>80000</c:v>
                </c:pt>
                <c:pt idx="4176">
                  <c:v>79950</c:v>
                </c:pt>
                <c:pt idx="4177">
                  <c:v>79900</c:v>
                </c:pt>
                <c:pt idx="4178">
                  <c:v>79900</c:v>
                </c:pt>
                <c:pt idx="4179">
                  <c:v>79850</c:v>
                </c:pt>
                <c:pt idx="4180">
                  <c:v>79850</c:v>
                </c:pt>
                <c:pt idx="4181">
                  <c:v>79800</c:v>
                </c:pt>
                <c:pt idx="4182">
                  <c:v>79700</c:v>
                </c:pt>
                <c:pt idx="4183">
                  <c:v>79650</c:v>
                </c:pt>
                <c:pt idx="4184">
                  <c:v>79500</c:v>
                </c:pt>
                <c:pt idx="4185">
                  <c:v>79500</c:v>
                </c:pt>
                <c:pt idx="4186">
                  <c:v>79500</c:v>
                </c:pt>
                <c:pt idx="4187">
                  <c:v>79500</c:v>
                </c:pt>
                <c:pt idx="4188">
                  <c:v>79450</c:v>
                </c:pt>
                <c:pt idx="4189">
                  <c:v>79400</c:v>
                </c:pt>
                <c:pt idx="4190">
                  <c:v>79350</c:v>
                </c:pt>
                <c:pt idx="4191">
                  <c:v>79300</c:v>
                </c:pt>
                <c:pt idx="4192">
                  <c:v>79250</c:v>
                </c:pt>
                <c:pt idx="4193">
                  <c:v>79250</c:v>
                </c:pt>
                <c:pt idx="4194">
                  <c:v>79200</c:v>
                </c:pt>
                <c:pt idx="4195">
                  <c:v>79200</c:v>
                </c:pt>
                <c:pt idx="4196">
                  <c:v>79200</c:v>
                </c:pt>
                <c:pt idx="4197">
                  <c:v>79150</c:v>
                </c:pt>
                <c:pt idx="4198">
                  <c:v>79150</c:v>
                </c:pt>
                <c:pt idx="4199">
                  <c:v>79100</c:v>
                </c:pt>
                <c:pt idx="4200">
                  <c:v>79100</c:v>
                </c:pt>
                <c:pt idx="4201">
                  <c:v>79100</c:v>
                </c:pt>
                <c:pt idx="4202">
                  <c:v>79100</c:v>
                </c:pt>
                <c:pt idx="4203">
                  <c:v>79050</c:v>
                </c:pt>
                <c:pt idx="4204">
                  <c:v>79000</c:v>
                </c:pt>
                <c:pt idx="4205">
                  <c:v>79000</c:v>
                </c:pt>
                <c:pt idx="4206">
                  <c:v>79000</c:v>
                </c:pt>
                <c:pt idx="4207">
                  <c:v>79000</c:v>
                </c:pt>
                <c:pt idx="4208">
                  <c:v>78950</c:v>
                </c:pt>
                <c:pt idx="4209">
                  <c:v>78933</c:v>
                </c:pt>
                <c:pt idx="4210">
                  <c:v>78900</c:v>
                </c:pt>
                <c:pt idx="4211">
                  <c:v>78850</c:v>
                </c:pt>
                <c:pt idx="4212">
                  <c:v>78800</c:v>
                </c:pt>
                <c:pt idx="4213">
                  <c:v>78800</c:v>
                </c:pt>
                <c:pt idx="4214">
                  <c:v>78600</c:v>
                </c:pt>
                <c:pt idx="4215">
                  <c:v>78600</c:v>
                </c:pt>
                <c:pt idx="4216">
                  <c:v>78600</c:v>
                </c:pt>
                <c:pt idx="4217">
                  <c:v>78600</c:v>
                </c:pt>
                <c:pt idx="4218">
                  <c:v>78600</c:v>
                </c:pt>
                <c:pt idx="4219">
                  <c:v>78500</c:v>
                </c:pt>
                <c:pt idx="4220">
                  <c:v>78500</c:v>
                </c:pt>
                <c:pt idx="4221">
                  <c:v>78500</c:v>
                </c:pt>
                <c:pt idx="4222">
                  <c:v>78500</c:v>
                </c:pt>
                <c:pt idx="4223">
                  <c:v>78500</c:v>
                </c:pt>
                <c:pt idx="4224">
                  <c:v>78450</c:v>
                </c:pt>
                <c:pt idx="4225">
                  <c:v>78450</c:v>
                </c:pt>
                <c:pt idx="4226">
                  <c:v>78400</c:v>
                </c:pt>
                <c:pt idx="4227">
                  <c:v>78400</c:v>
                </c:pt>
                <c:pt idx="4228">
                  <c:v>78400</c:v>
                </c:pt>
                <c:pt idx="4229">
                  <c:v>78400</c:v>
                </c:pt>
                <c:pt idx="4230">
                  <c:v>78350</c:v>
                </c:pt>
                <c:pt idx="4231">
                  <c:v>78250</c:v>
                </c:pt>
                <c:pt idx="4232">
                  <c:v>78200</c:v>
                </c:pt>
                <c:pt idx="4233">
                  <c:v>78200</c:v>
                </c:pt>
                <c:pt idx="4234">
                  <c:v>78200</c:v>
                </c:pt>
                <c:pt idx="4235">
                  <c:v>78200</c:v>
                </c:pt>
                <c:pt idx="4236">
                  <c:v>78200</c:v>
                </c:pt>
                <c:pt idx="4237">
                  <c:v>78200</c:v>
                </c:pt>
                <c:pt idx="4238">
                  <c:v>78150</c:v>
                </c:pt>
                <c:pt idx="4239">
                  <c:v>78100</c:v>
                </c:pt>
                <c:pt idx="4240">
                  <c:v>78100</c:v>
                </c:pt>
                <c:pt idx="4241">
                  <c:v>78100</c:v>
                </c:pt>
                <c:pt idx="4242">
                  <c:v>78050</c:v>
                </c:pt>
                <c:pt idx="4243">
                  <c:v>78050</c:v>
                </c:pt>
                <c:pt idx="4244">
                  <c:v>78050</c:v>
                </c:pt>
                <c:pt idx="4245">
                  <c:v>78000</c:v>
                </c:pt>
                <c:pt idx="4246">
                  <c:v>78000</c:v>
                </c:pt>
                <c:pt idx="4247">
                  <c:v>78000</c:v>
                </c:pt>
                <c:pt idx="4248">
                  <c:v>78000</c:v>
                </c:pt>
                <c:pt idx="4249">
                  <c:v>77900</c:v>
                </c:pt>
                <c:pt idx="4250">
                  <c:v>77900</c:v>
                </c:pt>
                <c:pt idx="4251">
                  <c:v>77850</c:v>
                </c:pt>
                <c:pt idx="4252">
                  <c:v>77800</c:v>
                </c:pt>
                <c:pt idx="4253">
                  <c:v>77800</c:v>
                </c:pt>
                <c:pt idx="4254">
                  <c:v>77650</c:v>
                </c:pt>
                <c:pt idx="4255">
                  <c:v>77650</c:v>
                </c:pt>
                <c:pt idx="4256">
                  <c:v>77600</c:v>
                </c:pt>
                <c:pt idx="4257">
                  <c:v>77600</c:v>
                </c:pt>
                <c:pt idx="4258">
                  <c:v>77600</c:v>
                </c:pt>
                <c:pt idx="4259">
                  <c:v>77600</c:v>
                </c:pt>
                <c:pt idx="4260">
                  <c:v>77550</c:v>
                </c:pt>
                <c:pt idx="4261">
                  <c:v>77540</c:v>
                </c:pt>
                <c:pt idx="4262">
                  <c:v>77500</c:v>
                </c:pt>
                <c:pt idx="4263">
                  <c:v>77400</c:v>
                </c:pt>
                <c:pt idx="4264">
                  <c:v>77300</c:v>
                </c:pt>
                <c:pt idx="4265">
                  <c:v>77250</c:v>
                </c:pt>
                <c:pt idx="4266">
                  <c:v>77100</c:v>
                </c:pt>
                <c:pt idx="4267">
                  <c:v>77100</c:v>
                </c:pt>
                <c:pt idx="4268">
                  <c:v>77000</c:v>
                </c:pt>
                <c:pt idx="4269">
                  <c:v>77000</c:v>
                </c:pt>
                <c:pt idx="4270">
                  <c:v>76950</c:v>
                </c:pt>
                <c:pt idx="4271">
                  <c:v>76900</c:v>
                </c:pt>
                <c:pt idx="4272">
                  <c:v>76900</c:v>
                </c:pt>
                <c:pt idx="4273">
                  <c:v>76900</c:v>
                </c:pt>
                <c:pt idx="4274">
                  <c:v>76800</c:v>
                </c:pt>
                <c:pt idx="4275">
                  <c:v>76800</c:v>
                </c:pt>
                <c:pt idx="4276">
                  <c:v>76750</c:v>
                </c:pt>
                <c:pt idx="4277">
                  <c:v>76700</c:v>
                </c:pt>
                <c:pt idx="4278">
                  <c:v>76700</c:v>
                </c:pt>
                <c:pt idx="4279">
                  <c:v>76650</c:v>
                </c:pt>
                <c:pt idx="4280">
                  <c:v>76600</c:v>
                </c:pt>
                <c:pt idx="4281">
                  <c:v>76600</c:v>
                </c:pt>
                <c:pt idx="4282">
                  <c:v>76550</c:v>
                </c:pt>
                <c:pt idx="4283">
                  <c:v>76500</c:v>
                </c:pt>
                <c:pt idx="4284">
                  <c:v>76325</c:v>
                </c:pt>
                <c:pt idx="4285">
                  <c:v>76300</c:v>
                </c:pt>
                <c:pt idx="4286">
                  <c:v>76300</c:v>
                </c:pt>
                <c:pt idx="4287">
                  <c:v>76300</c:v>
                </c:pt>
                <c:pt idx="4288">
                  <c:v>76250</c:v>
                </c:pt>
                <c:pt idx="4289">
                  <c:v>76250</c:v>
                </c:pt>
                <c:pt idx="4290">
                  <c:v>76200</c:v>
                </c:pt>
                <c:pt idx="4291">
                  <c:v>76200</c:v>
                </c:pt>
                <c:pt idx="4292">
                  <c:v>76150</c:v>
                </c:pt>
                <c:pt idx="4293">
                  <c:v>76100</c:v>
                </c:pt>
                <c:pt idx="4294">
                  <c:v>76100</c:v>
                </c:pt>
                <c:pt idx="4295">
                  <c:v>76100</c:v>
                </c:pt>
                <c:pt idx="4296">
                  <c:v>76100</c:v>
                </c:pt>
                <c:pt idx="4297">
                  <c:v>76000</c:v>
                </c:pt>
                <c:pt idx="4298">
                  <c:v>76000</c:v>
                </c:pt>
                <c:pt idx="4299">
                  <c:v>75900</c:v>
                </c:pt>
                <c:pt idx="4300">
                  <c:v>75900</c:v>
                </c:pt>
                <c:pt idx="4301">
                  <c:v>75900</c:v>
                </c:pt>
                <c:pt idx="4302">
                  <c:v>75800</c:v>
                </c:pt>
                <c:pt idx="4303">
                  <c:v>75800</c:v>
                </c:pt>
                <c:pt idx="4304">
                  <c:v>75750</c:v>
                </c:pt>
                <c:pt idx="4305">
                  <c:v>75700</c:v>
                </c:pt>
                <c:pt idx="4306">
                  <c:v>75700</c:v>
                </c:pt>
                <c:pt idx="4307">
                  <c:v>75550</c:v>
                </c:pt>
                <c:pt idx="4308">
                  <c:v>75550</c:v>
                </c:pt>
                <c:pt idx="4309">
                  <c:v>75500</c:v>
                </c:pt>
                <c:pt idx="4310">
                  <c:v>75450</c:v>
                </c:pt>
                <c:pt idx="4311">
                  <c:v>75450</c:v>
                </c:pt>
                <c:pt idx="4312">
                  <c:v>75450</c:v>
                </c:pt>
                <c:pt idx="4313">
                  <c:v>75450</c:v>
                </c:pt>
                <c:pt idx="4314">
                  <c:v>75400</c:v>
                </c:pt>
                <c:pt idx="4315">
                  <c:v>75325</c:v>
                </c:pt>
                <c:pt idx="4316">
                  <c:v>75250</c:v>
                </c:pt>
                <c:pt idx="4317">
                  <c:v>75200</c:v>
                </c:pt>
                <c:pt idx="4318">
                  <c:v>75200</c:v>
                </c:pt>
                <c:pt idx="4319">
                  <c:v>75200</c:v>
                </c:pt>
                <c:pt idx="4320">
                  <c:v>75200</c:v>
                </c:pt>
                <c:pt idx="4321">
                  <c:v>75175</c:v>
                </c:pt>
                <c:pt idx="4322">
                  <c:v>75100</c:v>
                </c:pt>
                <c:pt idx="4323">
                  <c:v>75100</c:v>
                </c:pt>
                <c:pt idx="4324">
                  <c:v>75100</c:v>
                </c:pt>
                <c:pt idx="4325">
                  <c:v>75100</c:v>
                </c:pt>
                <c:pt idx="4326">
                  <c:v>75100</c:v>
                </c:pt>
                <c:pt idx="4327">
                  <c:v>75050</c:v>
                </c:pt>
                <c:pt idx="4328">
                  <c:v>75000</c:v>
                </c:pt>
                <c:pt idx="4329">
                  <c:v>75000</c:v>
                </c:pt>
                <c:pt idx="4330">
                  <c:v>75000</c:v>
                </c:pt>
                <c:pt idx="4331">
                  <c:v>74900</c:v>
                </c:pt>
                <c:pt idx="4332">
                  <c:v>74900</c:v>
                </c:pt>
                <c:pt idx="4333">
                  <c:v>74900</c:v>
                </c:pt>
                <c:pt idx="4334">
                  <c:v>74800</c:v>
                </c:pt>
                <c:pt idx="4335">
                  <c:v>74800</c:v>
                </c:pt>
                <c:pt idx="4336">
                  <c:v>74750</c:v>
                </c:pt>
                <c:pt idx="4337">
                  <c:v>74650</c:v>
                </c:pt>
                <c:pt idx="4338">
                  <c:v>74650</c:v>
                </c:pt>
                <c:pt idx="4339">
                  <c:v>74625</c:v>
                </c:pt>
                <c:pt idx="4340">
                  <c:v>74500</c:v>
                </c:pt>
                <c:pt idx="4341">
                  <c:v>74500</c:v>
                </c:pt>
                <c:pt idx="4342">
                  <c:v>74500</c:v>
                </c:pt>
                <c:pt idx="4343">
                  <c:v>74500</c:v>
                </c:pt>
                <c:pt idx="4344">
                  <c:v>74350</c:v>
                </c:pt>
                <c:pt idx="4345">
                  <c:v>74300</c:v>
                </c:pt>
                <c:pt idx="4346">
                  <c:v>74300</c:v>
                </c:pt>
                <c:pt idx="4347">
                  <c:v>74250</c:v>
                </c:pt>
                <c:pt idx="4348">
                  <c:v>74250</c:v>
                </c:pt>
                <c:pt idx="4349">
                  <c:v>74250</c:v>
                </c:pt>
                <c:pt idx="4350">
                  <c:v>74200</c:v>
                </c:pt>
                <c:pt idx="4351">
                  <c:v>74200</c:v>
                </c:pt>
                <c:pt idx="4352">
                  <c:v>74200</c:v>
                </c:pt>
                <c:pt idx="4353">
                  <c:v>74200</c:v>
                </c:pt>
                <c:pt idx="4354">
                  <c:v>74100</c:v>
                </c:pt>
                <c:pt idx="4355">
                  <c:v>74000</c:v>
                </c:pt>
                <c:pt idx="4356">
                  <c:v>74000</c:v>
                </c:pt>
                <c:pt idx="4357">
                  <c:v>74000</c:v>
                </c:pt>
                <c:pt idx="4358">
                  <c:v>74000</c:v>
                </c:pt>
                <c:pt idx="4359">
                  <c:v>74000</c:v>
                </c:pt>
                <c:pt idx="4360">
                  <c:v>73900</c:v>
                </c:pt>
                <c:pt idx="4361">
                  <c:v>73850</c:v>
                </c:pt>
                <c:pt idx="4362">
                  <c:v>73750</c:v>
                </c:pt>
                <c:pt idx="4363">
                  <c:v>73700</c:v>
                </c:pt>
                <c:pt idx="4364">
                  <c:v>73700</c:v>
                </c:pt>
                <c:pt idx="4365">
                  <c:v>73700</c:v>
                </c:pt>
                <c:pt idx="4366">
                  <c:v>73650</c:v>
                </c:pt>
                <c:pt idx="4367">
                  <c:v>73600</c:v>
                </c:pt>
                <c:pt idx="4368">
                  <c:v>73600</c:v>
                </c:pt>
                <c:pt idx="4369">
                  <c:v>73600</c:v>
                </c:pt>
                <c:pt idx="4370">
                  <c:v>73600</c:v>
                </c:pt>
                <c:pt idx="4371">
                  <c:v>73500</c:v>
                </c:pt>
                <c:pt idx="4372">
                  <c:v>73450</c:v>
                </c:pt>
                <c:pt idx="4373">
                  <c:v>73450</c:v>
                </c:pt>
                <c:pt idx="4374">
                  <c:v>73400</c:v>
                </c:pt>
                <c:pt idx="4375">
                  <c:v>73400</c:v>
                </c:pt>
                <c:pt idx="4376">
                  <c:v>73300</c:v>
                </c:pt>
                <c:pt idx="4377">
                  <c:v>73250</c:v>
                </c:pt>
                <c:pt idx="4378">
                  <c:v>73200</c:v>
                </c:pt>
                <c:pt idx="4379">
                  <c:v>73200</c:v>
                </c:pt>
                <c:pt idx="4380">
                  <c:v>73100</c:v>
                </c:pt>
                <c:pt idx="4381">
                  <c:v>73100</c:v>
                </c:pt>
                <c:pt idx="4382">
                  <c:v>73050</c:v>
                </c:pt>
                <c:pt idx="4383">
                  <c:v>73050</c:v>
                </c:pt>
                <c:pt idx="4384">
                  <c:v>73000</c:v>
                </c:pt>
                <c:pt idx="4385">
                  <c:v>73000</c:v>
                </c:pt>
                <c:pt idx="4386">
                  <c:v>73000</c:v>
                </c:pt>
                <c:pt idx="4387">
                  <c:v>72900</c:v>
                </c:pt>
                <c:pt idx="4388">
                  <c:v>72850</c:v>
                </c:pt>
                <c:pt idx="4389">
                  <c:v>72800</c:v>
                </c:pt>
                <c:pt idx="4390">
                  <c:v>72800</c:v>
                </c:pt>
                <c:pt idx="4391">
                  <c:v>72650</c:v>
                </c:pt>
                <c:pt idx="4392">
                  <c:v>72625</c:v>
                </c:pt>
                <c:pt idx="4393">
                  <c:v>72600</c:v>
                </c:pt>
                <c:pt idx="4394">
                  <c:v>72550</c:v>
                </c:pt>
                <c:pt idx="4395">
                  <c:v>72550</c:v>
                </c:pt>
                <c:pt idx="4396">
                  <c:v>72500</c:v>
                </c:pt>
                <c:pt idx="4397">
                  <c:v>72500</c:v>
                </c:pt>
                <c:pt idx="4398">
                  <c:v>72500</c:v>
                </c:pt>
                <c:pt idx="4399">
                  <c:v>72450</c:v>
                </c:pt>
                <c:pt idx="4400">
                  <c:v>72300</c:v>
                </c:pt>
                <c:pt idx="4401">
                  <c:v>72300</c:v>
                </c:pt>
                <c:pt idx="4402">
                  <c:v>72200</c:v>
                </c:pt>
                <c:pt idx="4403">
                  <c:v>72200</c:v>
                </c:pt>
                <c:pt idx="4404">
                  <c:v>72100</c:v>
                </c:pt>
                <c:pt idx="4405">
                  <c:v>72100</c:v>
                </c:pt>
                <c:pt idx="4406">
                  <c:v>72100</c:v>
                </c:pt>
                <c:pt idx="4407">
                  <c:v>72000</c:v>
                </c:pt>
                <c:pt idx="4408">
                  <c:v>72000</c:v>
                </c:pt>
                <c:pt idx="4409">
                  <c:v>72000</c:v>
                </c:pt>
                <c:pt idx="4410">
                  <c:v>72000</c:v>
                </c:pt>
                <c:pt idx="4411">
                  <c:v>71900</c:v>
                </c:pt>
                <c:pt idx="4412">
                  <c:v>71900</c:v>
                </c:pt>
                <c:pt idx="4413">
                  <c:v>71800</c:v>
                </c:pt>
                <c:pt idx="4414">
                  <c:v>71800</c:v>
                </c:pt>
                <c:pt idx="4415">
                  <c:v>71800</c:v>
                </c:pt>
                <c:pt idx="4416">
                  <c:v>71700</c:v>
                </c:pt>
                <c:pt idx="4417">
                  <c:v>71700</c:v>
                </c:pt>
                <c:pt idx="4418">
                  <c:v>71700</c:v>
                </c:pt>
                <c:pt idx="4419">
                  <c:v>71650</c:v>
                </c:pt>
                <c:pt idx="4420">
                  <c:v>71650</c:v>
                </c:pt>
                <c:pt idx="4421">
                  <c:v>71600</c:v>
                </c:pt>
                <c:pt idx="4422">
                  <c:v>71600</c:v>
                </c:pt>
                <c:pt idx="4423">
                  <c:v>71600</c:v>
                </c:pt>
                <c:pt idx="4424">
                  <c:v>71500</c:v>
                </c:pt>
                <c:pt idx="4425">
                  <c:v>71400</c:v>
                </c:pt>
                <c:pt idx="4426">
                  <c:v>71400</c:v>
                </c:pt>
                <c:pt idx="4427">
                  <c:v>71400</c:v>
                </c:pt>
                <c:pt idx="4428">
                  <c:v>71400</c:v>
                </c:pt>
                <c:pt idx="4429">
                  <c:v>71350</c:v>
                </c:pt>
                <c:pt idx="4430">
                  <c:v>71350</c:v>
                </c:pt>
                <c:pt idx="4431">
                  <c:v>71350</c:v>
                </c:pt>
                <c:pt idx="4432">
                  <c:v>71300</c:v>
                </c:pt>
                <c:pt idx="4433">
                  <c:v>71275</c:v>
                </c:pt>
                <c:pt idx="4434">
                  <c:v>71250</c:v>
                </c:pt>
                <c:pt idx="4435">
                  <c:v>71250</c:v>
                </c:pt>
                <c:pt idx="4436">
                  <c:v>71200</c:v>
                </c:pt>
                <c:pt idx="4437">
                  <c:v>71100</c:v>
                </c:pt>
                <c:pt idx="4438">
                  <c:v>71100</c:v>
                </c:pt>
                <c:pt idx="4439">
                  <c:v>71100</c:v>
                </c:pt>
                <c:pt idx="4440">
                  <c:v>71000</c:v>
                </c:pt>
                <c:pt idx="4441">
                  <c:v>71000</c:v>
                </c:pt>
                <c:pt idx="4442">
                  <c:v>71000</c:v>
                </c:pt>
                <c:pt idx="4443">
                  <c:v>70950</c:v>
                </c:pt>
                <c:pt idx="4444">
                  <c:v>70900</c:v>
                </c:pt>
                <c:pt idx="4445">
                  <c:v>70900</c:v>
                </c:pt>
                <c:pt idx="4446">
                  <c:v>70900</c:v>
                </c:pt>
                <c:pt idx="4447">
                  <c:v>70800</c:v>
                </c:pt>
                <c:pt idx="4448">
                  <c:v>70800</c:v>
                </c:pt>
                <c:pt idx="4449">
                  <c:v>70800</c:v>
                </c:pt>
                <c:pt idx="4450">
                  <c:v>70750</c:v>
                </c:pt>
                <c:pt idx="4451">
                  <c:v>70750</c:v>
                </c:pt>
                <c:pt idx="4452">
                  <c:v>70700</c:v>
                </c:pt>
                <c:pt idx="4453">
                  <c:v>70600</c:v>
                </c:pt>
                <c:pt idx="4454">
                  <c:v>70500</c:v>
                </c:pt>
                <c:pt idx="4455">
                  <c:v>70500</c:v>
                </c:pt>
                <c:pt idx="4456">
                  <c:v>70500</c:v>
                </c:pt>
                <c:pt idx="4457">
                  <c:v>70500</c:v>
                </c:pt>
                <c:pt idx="4458">
                  <c:v>70500</c:v>
                </c:pt>
                <c:pt idx="4459">
                  <c:v>70500</c:v>
                </c:pt>
                <c:pt idx="4460">
                  <c:v>70450</c:v>
                </c:pt>
                <c:pt idx="4461">
                  <c:v>70400</c:v>
                </c:pt>
                <c:pt idx="4462">
                  <c:v>70400</c:v>
                </c:pt>
                <c:pt idx="4463">
                  <c:v>70400</c:v>
                </c:pt>
                <c:pt idx="4464">
                  <c:v>70400</c:v>
                </c:pt>
                <c:pt idx="4465">
                  <c:v>70350</c:v>
                </c:pt>
                <c:pt idx="4466">
                  <c:v>70300</c:v>
                </c:pt>
                <c:pt idx="4467">
                  <c:v>70300</c:v>
                </c:pt>
                <c:pt idx="4468">
                  <c:v>70300</c:v>
                </c:pt>
                <c:pt idx="4469">
                  <c:v>70200</c:v>
                </c:pt>
                <c:pt idx="4470">
                  <c:v>70200</c:v>
                </c:pt>
                <c:pt idx="4471">
                  <c:v>70200</c:v>
                </c:pt>
                <c:pt idx="4472">
                  <c:v>70100</c:v>
                </c:pt>
                <c:pt idx="4473">
                  <c:v>69800</c:v>
                </c:pt>
                <c:pt idx="4474">
                  <c:v>69800</c:v>
                </c:pt>
                <c:pt idx="4475">
                  <c:v>69800</c:v>
                </c:pt>
                <c:pt idx="4476">
                  <c:v>69800</c:v>
                </c:pt>
                <c:pt idx="4477">
                  <c:v>69750</c:v>
                </c:pt>
                <c:pt idx="4478">
                  <c:v>69750</c:v>
                </c:pt>
                <c:pt idx="4479">
                  <c:v>69700</c:v>
                </c:pt>
                <c:pt idx="4480">
                  <c:v>69700</c:v>
                </c:pt>
                <c:pt idx="4481">
                  <c:v>69700</c:v>
                </c:pt>
                <c:pt idx="4482">
                  <c:v>69650</c:v>
                </c:pt>
                <c:pt idx="4483">
                  <c:v>69600</c:v>
                </c:pt>
                <c:pt idx="4484">
                  <c:v>69600</c:v>
                </c:pt>
                <c:pt idx="4485">
                  <c:v>69600</c:v>
                </c:pt>
                <c:pt idx="4486">
                  <c:v>69550</c:v>
                </c:pt>
                <c:pt idx="4487">
                  <c:v>69500</c:v>
                </c:pt>
                <c:pt idx="4488">
                  <c:v>69500</c:v>
                </c:pt>
                <c:pt idx="4489">
                  <c:v>69500</c:v>
                </c:pt>
                <c:pt idx="4490">
                  <c:v>69500</c:v>
                </c:pt>
                <c:pt idx="4491">
                  <c:v>69500</c:v>
                </c:pt>
                <c:pt idx="4492">
                  <c:v>69500</c:v>
                </c:pt>
                <c:pt idx="4493">
                  <c:v>69450</c:v>
                </c:pt>
                <c:pt idx="4494">
                  <c:v>69400</c:v>
                </c:pt>
                <c:pt idx="4495">
                  <c:v>69350</c:v>
                </c:pt>
                <c:pt idx="4496">
                  <c:v>69300</c:v>
                </c:pt>
                <c:pt idx="4497">
                  <c:v>69300</c:v>
                </c:pt>
                <c:pt idx="4498">
                  <c:v>69300</c:v>
                </c:pt>
                <c:pt idx="4499">
                  <c:v>69300</c:v>
                </c:pt>
                <c:pt idx="4500">
                  <c:v>69240</c:v>
                </c:pt>
                <c:pt idx="4501">
                  <c:v>69200</c:v>
                </c:pt>
                <c:pt idx="4502">
                  <c:v>69200</c:v>
                </c:pt>
                <c:pt idx="4503">
                  <c:v>69200</c:v>
                </c:pt>
                <c:pt idx="4504">
                  <c:v>69200</c:v>
                </c:pt>
                <c:pt idx="4505">
                  <c:v>69200</c:v>
                </c:pt>
                <c:pt idx="4506">
                  <c:v>69150</c:v>
                </c:pt>
                <c:pt idx="4507">
                  <c:v>69100</c:v>
                </c:pt>
                <c:pt idx="4508">
                  <c:v>69100</c:v>
                </c:pt>
                <c:pt idx="4509">
                  <c:v>69100</c:v>
                </c:pt>
                <c:pt idx="4510">
                  <c:v>69100</c:v>
                </c:pt>
                <c:pt idx="4511">
                  <c:v>69100</c:v>
                </c:pt>
                <c:pt idx="4512">
                  <c:v>69000</c:v>
                </c:pt>
                <c:pt idx="4513">
                  <c:v>69000</c:v>
                </c:pt>
                <c:pt idx="4514">
                  <c:v>69000</c:v>
                </c:pt>
                <c:pt idx="4515">
                  <c:v>68950</c:v>
                </c:pt>
                <c:pt idx="4516">
                  <c:v>68950</c:v>
                </c:pt>
                <c:pt idx="4517">
                  <c:v>68900</c:v>
                </c:pt>
                <c:pt idx="4518">
                  <c:v>68900</c:v>
                </c:pt>
                <c:pt idx="4519">
                  <c:v>68850</c:v>
                </c:pt>
                <c:pt idx="4520">
                  <c:v>68850</c:v>
                </c:pt>
                <c:pt idx="4521">
                  <c:v>68800</c:v>
                </c:pt>
                <c:pt idx="4522">
                  <c:v>68800</c:v>
                </c:pt>
                <c:pt idx="4523">
                  <c:v>68750</c:v>
                </c:pt>
                <c:pt idx="4524">
                  <c:v>68700</c:v>
                </c:pt>
                <c:pt idx="4525">
                  <c:v>68700</c:v>
                </c:pt>
                <c:pt idx="4526">
                  <c:v>68700</c:v>
                </c:pt>
                <c:pt idx="4527">
                  <c:v>68700</c:v>
                </c:pt>
                <c:pt idx="4528">
                  <c:v>68700</c:v>
                </c:pt>
                <c:pt idx="4529">
                  <c:v>68650</c:v>
                </c:pt>
                <c:pt idx="4530">
                  <c:v>68600</c:v>
                </c:pt>
                <c:pt idx="4531">
                  <c:v>68600</c:v>
                </c:pt>
                <c:pt idx="4532">
                  <c:v>68550</c:v>
                </c:pt>
                <c:pt idx="4533">
                  <c:v>68550</c:v>
                </c:pt>
                <c:pt idx="4534">
                  <c:v>68500</c:v>
                </c:pt>
                <c:pt idx="4535">
                  <c:v>68400</c:v>
                </c:pt>
                <c:pt idx="4536">
                  <c:v>68300</c:v>
                </c:pt>
                <c:pt idx="4537">
                  <c:v>68300</c:v>
                </c:pt>
                <c:pt idx="4538">
                  <c:v>68300</c:v>
                </c:pt>
                <c:pt idx="4539">
                  <c:v>68300</c:v>
                </c:pt>
                <c:pt idx="4540">
                  <c:v>68250</c:v>
                </c:pt>
                <c:pt idx="4541">
                  <c:v>68250</c:v>
                </c:pt>
                <c:pt idx="4542">
                  <c:v>68200</c:v>
                </c:pt>
                <c:pt idx="4543">
                  <c:v>68200</c:v>
                </c:pt>
                <c:pt idx="4544">
                  <c:v>68200</c:v>
                </c:pt>
                <c:pt idx="4545">
                  <c:v>68150</c:v>
                </c:pt>
                <c:pt idx="4546">
                  <c:v>68150</c:v>
                </c:pt>
                <c:pt idx="4547">
                  <c:v>68100</c:v>
                </c:pt>
                <c:pt idx="4548">
                  <c:v>68050</c:v>
                </c:pt>
                <c:pt idx="4549">
                  <c:v>68000</c:v>
                </c:pt>
                <c:pt idx="4550">
                  <c:v>68000</c:v>
                </c:pt>
                <c:pt idx="4551">
                  <c:v>67950</c:v>
                </c:pt>
                <c:pt idx="4552">
                  <c:v>67950</c:v>
                </c:pt>
                <c:pt idx="4553">
                  <c:v>67900</c:v>
                </c:pt>
                <c:pt idx="4554">
                  <c:v>67900</c:v>
                </c:pt>
                <c:pt idx="4555">
                  <c:v>67900</c:v>
                </c:pt>
                <c:pt idx="4556">
                  <c:v>67900</c:v>
                </c:pt>
                <c:pt idx="4557">
                  <c:v>67850</c:v>
                </c:pt>
                <c:pt idx="4558">
                  <c:v>67800</c:v>
                </c:pt>
                <c:pt idx="4559">
                  <c:v>67800</c:v>
                </c:pt>
                <c:pt idx="4560">
                  <c:v>67800</c:v>
                </c:pt>
                <c:pt idx="4561">
                  <c:v>67750</c:v>
                </c:pt>
                <c:pt idx="4562">
                  <c:v>67700</c:v>
                </c:pt>
                <c:pt idx="4563">
                  <c:v>67700</c:v>
                </c:pt>
                <c:pt idx="4564">
                  <c:v>67700</c:v>
                </c:pt>
                <c:pt idx="4565">
                  <c:v>67700</c:v>
                </c:pt>
                <c:pt idx="4566">
                  <c:v>67650</c:v>
                </c:pt>
                <c:pt idx="4567">
                  <c:v>67600</c:v>
                </c:pt>
                <c:pt idx="4568">
                  <c:v>67600</c:v>
                </c:pt>
                <c:pt idx="4569">
                  <c:v>67550</c:v>
                </c:pt>
                <c:pt idx="4570">
                  <c:v>67520</c:v>
                </c:pt>
                <c:pt idx="4571">
                  <c:v>67500</c:v>
                </c:pt>
                <c:pt idx="4572">
                  <c:v>67500</c:v>
                </c:pt>
                <c:pt idx="4573">
                  <c:v>67500</c:v>
                </c:pt>
                <c:pt idx="4574">
                  <c:v>67500</c:v>
                </c:pt>
                <c:pt idx="4575">
                  <c:v>67400</c:v>
                </c:pt>
                <c:pt idx="4576">
                  <c:v>67400</c:v>
                </c:pt>
                <c:pt idx="4577">
                  <c:v>67400</c:v>
                </c:pt>
                <c:pt idx="4578">
                  <c:v>67400</c:v>
                </c:pt>
                <c:pt idx="4579">
                  <c:v>67300</c:v>
                </c:pt>
                <c:pt idx="4580">
                  <c:v>67300</c:v>
                </c:pt>
                <c:pt idx="4581">
                  <c:v>67200</c:v>
                </c:pt>
                <c:pt idx="4582">
                  <c:v>67200</c:v>
                </c:pt>
                <c:pt idx="4583">
                  <c:v>67200</c:v>
                </c:pt>
                <c:pt idx="4584">
                  <c:v>67100</c:v>
                </c:pt>
                <c:pt idx="4585">
                  <c:v>67100</c:v>
                </c:pt>
                <c:pt idx="4586">
                  <c:v>67000</c:v>
                </c:pt>
                <c:pt idx="4587">
                  <c:v>67000</c:v>
                </c:pt>
                <c:pt idx="4588">
                  <c:v>67000</c:v>
                </c:pt>
                <c:pt idx="4589">
                  <c:v>67000</c:v>
                </c:pt>
                <c:pt idx="4590">
                  <c:v>67000</c:v>
                </c:pt>
                <c:pt idx="4591">
                  <c:v>67000</c:v>
                </c:pt>
                <c:pt idx="4592">
                  <c:v>66900</c:v>
                </c:pt>
                <c:pt idx="4593">
                  <c:v>66900</c:v>
                </c:pt>
                <c:pt idx="4594">
                  <c:v>66800</c:v>
                </c:pt>
                <c:pt idx="4595">
                  <c:v>66800</c:v>
                </c:pt>
                <c:pt idx="4596">
                  <c:v>66750</c:v>
                </c:pt>
                <c:pt idx="4597">
                  <c:v>66700</c:v>
                </c:pt>
                <c:pt idx="4598">
                  <c:v>66650</c:v>
                </c:pt>
                <c:pt idx="4599">
                  <c:v>66650</c:v>
                </c:pt>
                <c:pt idx="4600">
                  <c:v>66600</c:v>
                </c:pt>
                <c:pt idx="4601">
                  <c:v>66600</c:v>
                </c:pt>
                <c:pt idx="4602">
                  <c:v>66600</c:v>
                </c:pt>
                <c:pt idx="4603">
                  <c:v>66600</c:v>
                </c:pt>
                <c:pt idx="4604">
                  <c:v>66600</c:v>
                </c:pt>
                <c:pt idx="4605">
                  <c:v>66500</c:v>
                </c:pt>
                <c:pt idx="4606">
                  <c:v>66500</c:v>
                </c:pt>
                <c:pt idx="4607">
                  <c:v>66500</c:v>
                </c:pt>
                <c:pt idx="4608">
                  <c:v>66500</c:v>
                </c:pt>
                <c:pt idx="4609">
                  <c:v>66500</c:v>
                </c:pt>
                <c:pt idx="4610">
                  <c:v>66400</c:v>
                </c:pt>
                <c:pt idx="4611">
                  <c:v>66400</c:v>
                </c:pt>
                <c:pt idx="4612">
                  <c:v>66400</c:v>
                </c:pt>
                <c:pt idx="4613">
                  <c:v>66350</c:v>
                </c:pt>
                <c:pt idx="4614">
                  <c:v>66300</c:v>
                </c:pt>
                <c:pt idx="4615">
                  <c:v>66300</c:v>
                </c:pt>
                <c:pt idx="4616">
                  <c:v>66300</c:v>
                </c:pt>
                <c:pt idx="4617">
                  <c:v>66300</c:v>
                </c:pt>
                <c:pt idx="4618">
                  <c:v>66300</c:v>
                </c:pt>
                <c:pt idx="4619">
                  <c:v>66250</c:v>
                </c:pt>
                <c:pt idx="4620">
                  <c:v>66250</c:v>
                </c:pt>
                <c:pt idx="4621">
                  <c:v>66200</c:v>
                </c:pt>
                <c:pt idx="4622">
                  <c:v>66200</c:v>
                </c:pt>
                <c:pt idx="4623">
                  <c:v>66200</c:v>
                </c:pt>
                <c:pt idx="4624">
                  <c:v>66200</c:v>
                </c:pt>
                <c:pt idx="4625">
                  <c:v>66150</c:v>
                </c:pt>
                <c:pt idx="4626">
                  <c:v>66150</c:v>
                </c:pt>
                <c:pt idx="4627">
                  <c:v>66100</c:v>
                </c:pt>
                <c:pt idx="4628">
                  <c:v>66100</c:v>
                </c:pt>
                <c:pt idx="4629">
                  <c:v>66050</c:v>
                </c:pt>
                <c:pt idx="4630">
                  <c:v>66000</c:v>
                </c:pt>
                <c:pt idx="4631">
                  <c:v>66000</c:v>
                </c:pt>
                <c:pt idx="4632">
                  <c:v>66000</c:v>
                </c:pt>
                <c:pt idx="4633">
                  <c:v>65950</c:v>
                </c:pt>
                <c:pt idx="4634">
                  <c:v>65900</c:v>
                </c:pt>
                <c:pt idx="4635">
                  <c:v>65900</c:v>
                </c:pt>
                <c:pt idx="4636">
                  <c:v>65900</c:v>
                </c:pt>
                <c:pt idx="4637">
                  <c:v>65800</c:v>
                </c:pt>
                <c:pt idx="4638">
                  <c:v>65800</c:v>
                </c:pt>
                <c:pt idx="4639">
                  <c:v>65750</c:v>
                </c:pt>
                <c:pt idx="4640">
                  <c:v>65700</c:v>
                </c:pt>
                <c:pt idx="4641">
                  <c:v>65700</c:v>
                </c:pt>
                <c:pt idx="4642">
                  <c:v>65700</c:v>
                </c:pt>
                <c:pt idx="4643">
                  <c:v>65600</c:v>
                </c:pt>
                <c:pt idx="4644">
                  <c:v>65600</c:v>
                </c:pt>
                <c:pt idx="4645">
                  <c:v>65600</c:v>
                </c:pt>
                <c:pt idx="4646">
                  <c:v>65550</c:v>
                </c:pt>
                <c:pt idx="4647">
                  <c:v>65500</c:v>
                </c:pt>
                <c:pt idx="4648">
                  <c:v>65500</c:v>
                </c:pt>
                <c:pt idx="4649">
                  <c:v>65500</c:v>
                </c:pt>
                <c:pt idx="4650">
                  <c:v>65500</c:v>
                </c:pt>
                <c:pt idx="4651">
                  <c:v>65450</c:v>
                </c:pt>
                <c:pt idx="4652">
                  <c:v>65400</c:v>
                </c:pt>
                <c:pt idx="4653">
                  <c:v>65400</c:v>
                </c:pt>
                <c:pt idx="4654">
                  <c:v>65400</c:v>
                </c:pt>
                <c:pt idx="4655">
                  <c:v>65400</c:v>
                </c:pt>
                <c:pt idx="4656">
                  <c:v>65315</c:v>
                </c:pt>
                <c:pt idx="4657">
                  <c:v>65300</c:v>
                </c:pt>
                <c:pt idx="4658">
                  <c:v>65300</c:v>
                </c:pt>
                <c:pt idx="4659">
                  <c:v>65300</c:v>
                </c:pt>
                <c:pt idx="4660">
                  <c:v>65300</c:v>
                </c:pt>
                <c:pt idx="4661">
                  <c:v>65300</c:v>
                </c:pt>
                <c:pt idx="4662">
                  <c:v>65250</c:v>
                </c:pt>
                <c:pt idx="4663">
                  <c:v>65125</c:v>
                </c:pt>
                <c:pt idx="4664">
                  <c:v>65100</c:v>
                </c:pt>
                <c:pt idx="4665">
                  <c:v>65100</c:v>
                </c:pt>
                <c:pt idx="4666">
                  <c:v>65100</c:v>
                </c:pt>
                <c:pt idx="4667">
                  <c:v>65050</c:v>
                </c:pt>
                <c:pt idx="4668">
                  <c:v>65000</c:v>
                </c:pt>
                <c:pt idx="4669">
                  <c:v>65000</c:v>
                </c:pt>
                <c:pt idx="4670">
                  <c:v>65000</c:v>
                </c:pt>
                <c:pt idx="4671">
                  <c:v>65000</c:v>
                </c:pt>
                <c:pt idx="4672">
                  <c:v>64950</c:v>
                </c:pt>
                <c:pt idx="4673">
                  <c:v>64900</c:v>
                </c:pt>
                <c:pt idx="4674">
                  <c:v>64900</c:v>
                </c:pt>
                <c:pt idx="4675">
                  <c:v>64900</c:v>
                </c:pt>
                <c:pt idx="4676">
                  <c:v>64900</c:v>
                </c:pt>
                <c:pt idx="4677">
                  <c:v>64900</c:v>
                </c:pt>
                <c:pt idx="4678">
                  <c:v>64900</c:v>
                </c:pt>
                <c:pt idx="4679">
                  <c:v>64850</c:v>
                </c:pt>
                <c:pt idx="4680">
                  <c:v>64800</c:v>
                </c:pt>
                <c:pt idx="4681">
                  <c:v>64750</c:v>
                </c:pt>
                <c:pt idx="4682">
                  <c:v>64700</c:v>
                </c:pt>
                <c:pt idx="4683">
                  <c:v>64650</c:v>
                </c:pt>
                <c:pt idx="4684">
                  <c:v>64600</c:v>
                </c:pt>
                <c:pt idx="4685">
                  <c:v>64600</c:v>
                </c:pt>
                <c:pt idx="4686">
                  <c:v>64550</c:v>
                </c:pt>
                <c:pt idx="4687">
                  <c:v>64550</c:v>
                </c:pt>
                <c:pt idx="4688">
                  <c:v>64500</c:v>
                </c:pt>
                <c:pt idx="4689">
                  <c:v>64500</c:v>
                </c:pt>
                <c:pt idx="4690">
                  <c:v>64500</c:v>
                </c:pt>
                <c:pt idx="4691">
                  <c:v>64400</c:v>
                </c:pt>
                <c:pt idx="4692">
                  <c:v>64400</c:v>
                </c:pt>
                <c:pt idx="4693">
                  <c:v>64400</c:v>
                </c:pt>
                <c:pt idx="4694">
                  <c:v>64400</c:v>
                </c:pt>
                <c:pt idx="4695">
                  <c:v>64400</c:v>
                </c:pt>
                <c:pt idx="4696">
                  <c:v>64350</c:v>
                </c:pt>
                <c:pt idx="4697">
                  <c:v>64350</c:v>
                </c:pt>
                <c:pt idx="4698">
                  <c:v>64300</c:v>
                </c:pt>
                <c:pt idx="4699">
                  <c:v>64300</c:v>
                </c:pt>
                <c:pt idx="4700">
                  <c:v>64300</c:v>
                </c:pt>
                <c:pt idx="4701">
                  <c:v>64150</c:v>
                </c:pt>
                <c:pt idx="4702">
                  <c:v>64100</c:v>
                </c:pt>
                <c:pt idx="4703">
                  <c:v>64100</c:v>
                </c:pt>
                <c:pt idx="4704">
                  <c:v>64100</c:v>
                </c:pt>
                <c:pt idx="4705">
                  <c:v>64100</c:v>
                </c:pt>
                <c:pt idx="4706">
                  <c:v>64100</c:v>
                </c:pt>
                <c:pt idx="4707">
                  <c:v>64050</c:v>
                </c:pt>
                <c:pt idx="4708">
                  <c:v>64000</c:v>
                </c:pt>
                <c:pt idx="4709">
                  <c:v>64000</c:v>
                </c:pt>
                <c:pt idx="4710">
                  <c:v>64000</c:v>
                </c:pt>
                <c:pt idx="4711">
                  <c:v>64000</c:v>
                </c:pt>
                <c:pt idx="4712">
                  <c:v>64000</c:v>
                </c:pt>
                <c:pt idx="4713">
                  <c:v>63900</c:v>
                </c:pt>
                <c:pt idx="4714">
                  <c:v>63900</c:v>
                </c:pt>
                <c:pt idx="4715">
                  <c:v>63900</c:v>
                </c:pt>
                <c:pt idx="4716">
                  <c:v>63850</c:v>
                </c:pt>
                <c:pt idx="4717">
                  <c:v>63800</c:v>
                </c:pt>
                <c:pt idx="4718">
                  <c:v>63800</c:v>
                </c:pt>
                <c:pt idx="4719">
                  <c:v>63800</c:v>
                </c:pt>
                <c:pt idx="4720">
                  <c:v>63800</c:v>
                </c:pt>
                <c:pt idx="4721">
                  <c:v>63750</c:v>
                </c:pt>
                <c:pt idx="4722">
                  <c:v>63750</c:v>
                </c:pt>
                <c:pt idx="4723">
                  <c:v>63750</c:v>
                </c:pt>
                <c:pt idx="4724">
                  <c:v>63750</c:v>
                </c:pt>
                <c:pt idx="4725">
                  <c:v>63700</c:v>
                </c:pt>
                <c:pt idx="4726">
                  <c:v>63700</c:v>
                </c:pt>
                <c:pt idx="4727">
                  <c:v>63700</c:v>
                </c:pt>
                <c:pt idx="4728">
                  <c:v>63700</c:v>
                </c:pt>
                <c:pt idx="4729">
                  <c:v>63650</c:v>
                </c:pt>
                <c:pt idx="4730">
                  <c:v>63600</c:v>
                </c:pt>
                <c:pt idx="4731">
                  <c:v>63550</c:v>
                </c:pt>
                <c:pt idx="4732">
                  <c:v>63500</c:v>
                </c:pt>
                <c:pt idx="4733">
                  <c:v>63500</c:v>
                </c:pt>
                <c:pt idx="4734">
                  <c:v>63500</c:v>
                </c:pt>
                <c:pt idx="4735">
                  <c:v>63500</c:v>
                </c:pt>
                <c:pt idx="4736">
                  <c:v>63500</c:v>
                </c:pt>
                <c:pt idx="4737">
                  <c:v>63500</c:v>
                </c:pt>
                <c:pt idx="4738">
                  <c:v>63500</c:v>
                </c:pt>
                <c:pt idx="4739">
                  <c:v>63450</c:v>
                </c:pt>
                <c:pt idx="4740">
                  <c:v>63450</c:v>
                </c:pt>
                <c:pt idx="4741">
                  <c:v>63450</c:v>
                </c:pt>
                <c:pt idx="4742">
                  <c:v>63400</c:v>
                </c:pt>
                <c:pt idx="4743">
                  <c:v>63400</c:v>
                </c:pt>
                <c:pt idx="4744">
                  <c:v>63400</c:v>
                </c:pt>
                <c:pt idx="4745">
                  <c:v>63400</c:v>
                </c:pt>
                <c:pt idx="4746">
                  <c:v>63400</c:v>
                </c:pt>
                <c:pt idx="4747">
                  <c:v>63400</c:v>
                </c:pt>
                <c:pt idx="4748">
                  <c:v>63300</c:v>
                </c:pt>
                <c:pt idx="4749">
                  <c:v>63300</c:v>
                </c:pt>
                <c:pt idx="4750">
                  <c:v>63250</c:v>
                </c:pt>
                <c:pt idx="4751">
                  <c:v>63250</c:v>
                </c:pt>
                <c:pt idx="4752">
                  <c:v>63200</c:v>
                </c:pt>
                <c:pt idx="4753">
                  <c:v>63200</c:v>
                </c:pt>
                <c:pt idx="4754">
                  <c:v>63200</c:v>
                </c:pt>
                <c:pt idx="4755">
                  <c:v>63150</c:v>
                </c:pt>
                <c:pt idx="4756">
                  <c:v>63150</c:v>
                </c:pt>
                <c:pt idx="4757">
                  <c:v>63150</c:v>
                </c:pt>
                <c:pt idx="4758">
                  <c:v>63150</c:v>
                </c:pt>
                <c:pt idx="4759">
                  <c:v>63100</c:v>
                </c:pt>
                <c:pt idx="4760">
                  <c:v>63000</c:v>
                </c:pt>
                <c:pt idx="4761">
                  <c:v>63000</c:v>
                </c:pt>
                <c:pt idx="4762">
                  <c:v>63000</c:v>
                </c:pt>
                <c:pt idx="4763">
                  <c:v>63000</c:v>
                </c:pt>
                <c:pt idx="4764">
                  <c:v>63000</c:v>
                </c:pt>
                <c:pt idx="4765">
                  <c:v>63000</c:v>
                </c:pt>
                <c:pt idx="4766">
                  <c:v>62950</c:v>
                </c:pt>
                <c:pt idx="4767">
                  <c:v>62900</c:v>
                </c:pt>
                <c:pt idx="4768">
                  <c:v>62900</c:v>
                </c:pt>
                <c:pt idx="4769">
                  <c:v>62900</c:v>
                </c:pt>
                <c:pt idx="4770">
                  <c:v>62850</c:v>
                </c:pt>
                <c:pt idx="4771">
                  <c:v>62700</c:v>
                </c:pt>
                <c:pt idx="4772">
                  <c:v>62700</c:v>
                </c:pt>
                <c:pt idx="4773">
                  <c:v>62650</c:v>
                </c:pt>
                <c:pt idx="4774">
                  <c:v>62600</c:v>
                </c:pt>
                <c:pt idx="4775">
                  <c:v>62600</c:v>
                </c:pt>
                <c:pt idx="4776">
                  <c:v>62500</c:v>
                </c:pt>
                <c:pt idx="4777">
                  <c:v>62500</c:v>
                </c:pt>
                <c:pt idx="4778">
                  <c:v>62500</c:v>
                </c:pt>
                <c:pt idx="4779">
                  <c:v>62400</c:v>
                </c:pt>
                <c:pt idx="4780">
                  <c:v>62400</c:v>
                </c:pt>
                <c:pt idx="4781">
                  <c:v>62400</c:v>
                </c:pt>
                <c:pt idx="4782">
                  <c:v>62400</c:v>
                </c:pt>
                <c:pt idx="4783">
                  <c:v>62400</c:v>
                </c:pt>
                <c:pt idx="4784">
                  <c:v>62400</c:v>
                </c:pt>
                <c:pt idx="4785">
                  <c:v>62300</c:v>
                </c:pt>
                <c:pt idx="4786">
                  <c:v>62300</c:v>
                </c:pt>
                <c:pt idx="4787">
                  <c:v>62300</c:v>
                </c:pt>
                <c:pt idx="4788">
                  <c:v>62250</c:v>
                </c:pt>
                <c:pt idx="4789">
                  <c:v>62100</c:v>
                </c:pt>
                <c:pt idx="4790">
                  <c:v>62100</c:v>
                </c:pt>
                <c:pt idx="4791">
                  <c:v>62100</c:v>
                </c:pt>
                <c:pt idx="4792">
                  <c:v>62050</c:v>
                </c:pt>
                <c:pt idx="4793">
                  <c:v>62050</c:v>
                </c:pt>
                <c:pt idx="4794">
                  <c:v>62000</c:v>
                </c:pt>
                <c:pt idx="4795">
                  <c:v>62000</c:v>
                </c:pt>
                <c:pt idx="4796">
                  <c:v>62000</c:v>
                </c:pt>
                <c:pt idx="4797">
                  <c:v>61950</c:v>
                </c:pt>
                <c:pt idx="4798">
                  <c:v>61900</c:v>
                </c:pt>
                <c:pt idx="4799">
                  <c:v>61900</c:v>
                </c:pt>
                <c:pt idx="4800">
                  <c:v>61900</c:v>
                </c:pt>
                <c:pt idx="4801">
                  <c:v>61900</c:v>
                </c:pt>
                <c:pt idx="4802">
                  <c:v>61900</c:v>
                </c:pt>
                <c:pt idx="4803">
                  <c:v>61900</c:v>
                </c:pt>
                <c:pt idx="4804">
                  <c:v>61850</c:v>
                </c:pt>
                <c:pt idx="4805">
                  <c:v>61800</c:v>
                </c:pt>
                <c:pt idx="4806">
                  <c:v>61800</c:v>
                </c:pt>
                <c:pt idx="4807">
                  <c:v>61800</c:v>
                </c:pt>
                <c:pt idx="4808">
                  <c:v>61800</c:v>
                </c:pt>
                <c:pt idx="4809">
                  <c:v>61750</c:v>
                </c:pt>
                <c:pt idx="4810">
                  <c:v>61750</c:v>
                </c:pt>
                <c:pt idx="4811">
                  <c:v>61750</c:v>
                </c:pt>
                <c:pt idx="4812">
                  <c:v>61700</c:v>
                </c:pt>
                <c:pt idx="4813">
                  <c:v>61700</c:v>
                </c:pt>
                <c:pt idx="4814">
                  <c:v>61700</c:v>
                </c:pt>
                <c:pt idx="4815">
                  <c:v>61700</c:v>
                </c:pt>
                <c:pt idx="4816">
                  <c:v>61700</c:v>
                </c:pt>
                <c:pt idx="4817">
                  <c:v>61650</c:v>
                </c:pt>
                <c:pt idx="4818">
                  <c:v>61600</c:v>
                </c:pt>
                <c:pt idx="4819">
                  <c:v>61600</c:v>
                </c:pt>
                <c:pt idx="4820">
                  <c:v>61600</c:v>
                </c:pt>
                <c:pt idx="4821">
                  <c:v>61550</c:v>
                </c:pt>
                <c:pt idx="4822">
                  <c:v>61500</c:v>
                </c:pt>
                <c:pt idx="4823">
                  <c:v>61500</c:v>
                </c:pt>
                <c:pt idx="4824">
                  <c:v>61500</c:v>
                </c:pt>
                <c:pt idx="4825">
                  <c:v>61500</c:v>
                </c:pt>
                <c:pt idx="4826">
                  <c:v>61500</c:v>
                </c:pt>
                <c:pt idx="4827">
                  <c:v>61450</c:v>
                </c:pt>
                <c:pt idx="4828">
                  <c:v>61400</c:v>
                </c:pt>
                <c:pt idx="4829">
                  <c:v>61400</c:v>
                </c:pt>
                <c:pt idx="4830">
                  <c:v>61350</c:v>
                </c:pt>
                <c:pt idx="4831">
                  <c:v>61350</c:v>
                </c:pt>
                <c:pt idx="4832">
                  <c:v>61125</c:v>
                </c:pt>
                <c:pt idx="4833">
                  <c:v>61100</c:v>
                </c:pt>
                <c:pt idx="4834">
                  <c:v>61100</c:v>
                </c:pt>
                <c:pt idx="4835">
                  <c:v>61100</c:v>
                </c:pt>
                <c:pt idx="4836">
                  <c:v>61100</c:v>
                </c:pt>
                <c:pt idx="4837">
                  <c:v>61000</c:v>
                </c:pt>
                <c:pt idx="4838">
                  <c:v>61000</c:v>
                </c:pt>
                <c:pt idx="4839">
                  <c:v>60975</c:v>
                </c:pt>
                <c:pt idx="4840">
                  <c:v>60900</c:v>
                </c:pt>
                <c:pt idx="4841">
                  <c:v>60900</c:v>
                </c:pt>
                <c:pt idx="4842">
                  <c:v>60900</c:v>
                </c:pt>
                <c:pt idx="4843">
                  <c:v>60800</c:v>
                </c:pt>
                <c:pt idx="4844">
                  <c:v>60800</c:v>
                </c:pt>
                <c:pt idx="4845">
                  <c:v>60800</c:v>
                </c:pt>
                <c:pt idx="4846">
                  <c:v>60800</c:v>
                </c:pt>
                <c:pt idx="4847">
                  <c:v>60800</c:v>
                </c:pt>
                <c:pt idx="4848">
                  <c:v>60800</c:v>
                </c:pt>
                <c:pt idx="4849">
                  <c:v>60650</c:v>
                </c:pt>
                <c:pt idx="4850">
                  <c:v>60600</c:v>
                </c:pt>
                <c:pt idx="4851">
                  <c:v>60600</c:v>
                </c:pt>
                <c:pt idx="4852">
                  <c:v>60600</c:v>
                </c:pt>
                <c:pt idx="4853">
                  <c:v>60600</c:v>
                </c:pt>
                <c:pt idx="4854">
                  <c:v>60600</c:v>
                </c:pt>
                <c:pt idx="4855">
                  <c:v>60550</c:v>
                </c:pt>
                <c:pt idx="4856">
                  <c:v>60500</c:v>
                </c:pt>
                <c:pt idx="4857">
                  <c:v>60500</c:v>
                </c:pt>
                <c:pt idx="4858">
                  <c:v>60500</c:v>
                </c:pt>
                <c:pt idx="4859">
                  <c:v>60500</c:v>
                </c:pt>
                <c:pt idx="4860">
                  <c:v>60450</c:v>
                </c:pt>
                <c:pt idx="4861">
                  <c:v>60400</c:v>
                </c:pt>
                <c:pt idx="4862">
                  <c:v>60400</c:v>
                </c:pt>
                <c:pt idx="4863">
                  <c:v>60400</c:v>
                </c:pt>
                <c:pt idx="4864">
                  <c:v>60400</c:v>
                </c:pt>
                <c:pt idx="4865">
                  <c:v>60400</c:v>
                </c:pt>
                <c:pt idx="4866">
                  <c:v>60350</c:v>
                </c:pt>
                <c:pt idx="4867">
                  <c:v>60300</c:v>
                </c:pt>
                <c:pt idx="4868">
                  <c:v>60300</c:v>
                </c:pt>
                <c:pt idx="4869">
                  <c:v>60300</c:v>
                </c:pt>
                <c:pt idx="4870">
                  <c:v>60300</c:v>
                </c:pt>
                <c:pt idx="4871">
                  <c:v>60250</c:v>
                </c:pt>
                <c:pt idx="4872">
                  <c:v>60200</c:v>
                </c:pt>
                <c:pt idx="4873">
                  <c:v>60200</c:v>
                </c:pt>
                <c:pt idx="4874">
                  <c:v>60100</c:v>
                </c:pt>
                <c:pt idx="4875">
                  <c:v>60000</c:v>
                </c:pt>
                <c:pt idx="4876">
                  <c:v>60000</c:v>
                </c:pt>
                <c:pt idx="4877">
                  <c:v>60000</c:v>
                </c:pt>
                <c:pt idx="4878">
                  <c:v>60000</c:v>
                </c:pt>
                <c:pt idx="4879">
                  <c:v>60000</c:v>
                </c:pt>
                <c:pt idx="4880">
                  <c:v>60000</c:v>
                </c:pt>
                <c:pt idx="4881">
                  <c:v>59975</c:v>
                </c:pt>
                <c:pt idx="4882">
                  <c:v>59850</c:v>
                </c:pt>
                <c:pt idx="4883">
                  <c:v>59850</c:v>
                </c:pt>
                <c:pt idx="4884">
                  <c:v>59800</c:v>
                </c:pt>
                <c:pt idx="4885">
                  <c:v>59800</c:v>
                </c:pt>
                <c:pt idx="4886">
                  <c:v>59800</c:v>
                </c:pt>
                <c:pt idx="4887">
                  <c:v>59750</c:v>
                </c:pt>
                <c:pt idx="4888">
                  <c:v>59700</c:v>
                </c:pt>
                <c:pt idx="4889">
                  <c:v>59700</c:v>
                </c:pt>
                <c:pt idx="4890">
                  <c:v>59650</c:v>
                </c:pt>
                <c:pt idx="4891">
                  <c:v>59600</c:v>
                </c:pt>
                <c:pt idx="4892">
                  <c:v>59600</c:v>
                </c:pt>
                <c:pt idx="4893">
                  <c:v>59550</c:v>
                </c:pt>
                <c:pt idx="4894">
                  <c:v>59500</c:v>
                </c:pt>
                <c:pt idx="4895">
                  <c:v>59500</c:v>
                </c:pt>
                <c:pt idx="4896">
                  <c:v>59500</c:v>
                </c:pt>
                <c:pt idx="4897">
                  <c:v>59400</c:v>
                </c:pt>
                <c:pt idx="4898">
                  <c:v>59400</c:v>
                </c:pt>
                <c:pt idx="4899">
                  <c:v>59350</c:v>
                </c:pt>
                <c:pt idx="4900">
                  <c:v>59300</c:v>
                </c:pt>
                <c:pt idx="4901">
                  <c:v>59300</c:v>
                </c:pt>
                <c:pt idx="4902">
                  <c:v>59300</c:v>
                </c:pt>
                <c:pt idx="4903">
                  <c:v>59300</c:v>
                </c:pt>
                <c:pt idx="4904">
                  <c:v>59300</c:v>
                </c:pt>
                <c:pt idx="4905">
                  <c:v>59250</c:v>
                </c:pt>
                <c:pt idx="4906">
                  <c:v>59200</c:v>
                </c:pt>
                <c:pt idx="4907">
                  <c:v>59200</c:v>
                </c:pt>
                <c:pt idx="4908">
                  <c:v>59125</c:v>
                </c:pt>
                <c:pt idx="4909">
                  <c:v>59100</c:v>
                </c:pt>
                <c:pt idx="4910">
                  <c:v>59000</c:v>
                </c:pt>
                <c:pt idx="4911">
                  <c:v>59000</c:v>
                </c:pt>
                <c:pt idx="4912">
                  <c:v>59000</c:v>
                </c:pt>
                <c:pt idx="4913">
                  <c:v>58900</c:v>
                </c:pt>
                <c:pt idx="4914">
                  <c:v>58900</c:v>
                </c:pt>
                <c:pt idx="4915">
                  <c:v>58900</c:v>
                </c:pt>
                <c:pt idx="4916">
                  <c:v>58800</c:v>
                </c:pt>
                <c:pt idx="4917">
                  <c:v>58800</c:v>
                </c:pt>
                <c:pt idx="4918">
                  <c:v>58800</c:v>
                </c:pt>
                <c:pt idx="4919">
                  <c:v>58800</c:v>
                </c:pt>
                <c:pt idx="4920">
                  <c:v>58800</c:v>
                </c:pt>
                <c:pt idx="4921">
                  <c:v>58750</c:v>
                </c:pt>
                <c:pt idx="4922">
                  <c:v>58750</c:v>
                </c:pt>
                <c:pt idx="4923">
                  <c:v>58700</c:v>
                </c:pt>
                <c:pt idx="4924">
                  <c:v>58700</c:v>
                </c:pt>
                <c:pt idx="4925">
                  <c:v>58700</c:v>
                </c:pt>
                <c:pt idx="4926">
                  <c:v>58700</c:v>
                </c:pt>
                <c:pt idx="4927">
                  <c:v>58600</c:v>
                </c:pt>
                <c:pt idx="4928">
                  <c:v>58600</c:v>
                </c:pt>
                <c:pt idx="4929">
                  <c:v>58500</c:v>
                </c:pt>
                <c:pt idx="4930">
                  <c:v>58500</c:v>
                </c:pt>
                <c:pt idx="4931">
                  <c:v>58500</c:v>
                </c:pt>
                <c:pt idx="4932">
                  <c:v>58500</c:v>
                </c:pt>
                <c:pt idx="4933">
                  <c:v>58400</c:v>
                </c:pt>
                <c:pt idx="4934">
                  <c:v>58400</c:v>
                </c:pt>
                <c:pt idx="4935">
                  <c:v>58400</c:v>
                </c:pt>
                <c:pt idx="4936">
                  <c:v>58400</c:v>
                </c:pt>
                <c:pt idx="4937">
                  <c:v>58400</c:v>
                </c:pt>
                <c:pt idx="4938">
                  <c:v>58300</c:v>
                </c:pt>
                <c:pt idx="4939">
                  <c:v>58300</c:v>
                </c:pt>
                <c:pt idx="4940">
                  <c:v>58300</c:v>
                </c:pt>
                <c:pt idx="4941">
                  <c:v>58300</c:v>
                </c:pt>
                <c:pt idx="4942">
                  <c:v>58300</c:v>
                </c:pt>
                <c:pt idx="4943">
                  <c:v>58275</c:v>
                </c:pt>
                <c:pt idx="4944">
                  <c:v>58250</c:v>
                </c:pt>
                <c:pt idx="4945">
                  <c:v>58250</c:v>
                </c:pt>
                <c:pt idx="4946">
                  <c:v>58250</c:v>
                </c:pt>
                <c:pt idx="4947">
                  <c:v>58250</c:v>
                </c:pt>
                <c:pt idx="4948">
                  <c:v>58200</c:v>
                </c:pt>
                <c:pt idx="4949">
                  <c:v>58200</c:v>
                </c:pt>
                <c:pt idx="4950">
                  <c:v>58200</c:v>
                </c:pt>
                <c:pt idx="4951">
                  <c:v>58200</c:v>
                </c:pt>
                <c:pt idx="4952">
                  <c:v>58200</c:v>
                </c:pt>
                <c:pt idx="4953">
                  <c:v>58200</c:v>
                </c:pt>
                <c:pt idx="4954">
                  <c:v>58100</c:v>
                </c:pt>
                <c:pt idx="4955">
                  <c:v>58100</c:v>
                </c:pt>
                <c:pt idx="4956">
                  <c:v>58100</c:v>
                </c:pt>
                <c:pt idx="4957">
                  <c:v>58100</c:v>
                </c:pt>
                <c:pt idx="4958">
                  <c:v>58050</c:v>
                </c:pt>
                <c:pt idx="4959">
                  <c:v>58000</c:v>
                </c:pt>
                <c:pt idx="4960">
                  <c:v>58000</c:v>
                </c:pt>
                <c:pt idx="4961">
                  <c:v>58000</c:v>
                </c:pt>
                <c:pt idx="4962">
                  <c:v>58000</c:v>
                </c:pt>
                <c:pt idx="4963">
                  <c:v>57950</c:v>
                </c:pt>
                <c:pt idx="4964">
                  <c:v>57950</c:v>
                </c:pt>
                <c:pt idx="4965">
                  <c:v>57950</c:v>
                </c:pt>
                <c:pt idx="4966">
                  <c:v>57900</c:v>
                </c:pt>
                <c:pt idx="4967">
                  <c:v>57900</c:v>
                </c:pt>
                <c:pt idx="4968">
                  <c:v>57900</c:v>
                </c:pt>
                <c:pt idx="4969">
                  <c:v>57900</c:v>
                </c:pt>
                <c:pt idx="4970">
                  <c:v>57900</c:v>
                </c:pt>
                <c:pt idx="4971">
                  <c:v>57900</c:v>
                </c:pt>
                <c:pt idx="4972">
                  <c:v>57850</c:v>
                </c:pt>
                <c:pt idx="4973">
                  <c:v>57850</c:v>
                </c:pt>
                <c:pt idx="4974">
                  <c:v>57825</c:v>
                </c:pt>
                <c:pt idx="4975">
                  <c:v>57800</c:v>
                </c:pt>
                <c:pt idx="4976">
                  <c:v>57800</c:v>
                </c:pt>
                <c:pt idx="4977">
                  <c:v>57800</c:v>
                </c:pt>
                <c:pt idx="4978">
                  <c:v>57800</c:v>
                </c:pt>
                <c:pt idx="4979">
                  <c:v>57750</c:v>
                </c:pt>
                <c:pt idx="4980">
                  <c:v>57750</c:v>
                </c:pt>
                <c:pt idx="4981">
                  <c:v>57700</c:v>
                </c:pt>
                <c:pt idx="4982">
                  <c:v>57700</c:v>
                </c:pt>
                <c:pt idx="4983">
                  <c:v>57700</c:v>
                </c:pt>
                <c:pt idx="4984">
                  <c:v>57700</c:v>
                </c:pt>
                <c:pt idx="4985">
                  <c:v>57700</c:v>
                </c:pt>
                <c:pt idx="4986">
                  <c:v>57650</c:v>
                </c:pt>
                <c:pt idx="4987">
                  <c:v>57650</c:v>
                </c:pt>
                <c:pt idx="4988">
                  <c:v>57600</c:v>
                </c:pt>
                <c:pt idx="4989">
                  <c:v>57600</c:v>
                </c:pt>
                <c:pt idx="4990">
                  <c:v>57600</c:v>
                </c:pt>
                <c:pt idx="4991">
                  <c:v>57600</c:v>
                </c:pt>
                <c:pt idx="4992">
                  <c:v>57600</c:v>
                </c:pt>
                <c:pt idx="4993">
                  <c:v>57500</c:v>
                </c:pt>
                <c:pt idx="4994">
                  <c:v>57500</c:v>
                </c:pt>
                <c:pt idx="4995">
                  <c:v>57500</c:v>
                </c:pt>
                <c:pt idx="4996">
                  <c:v>57400</c:v>
                </c:pt>
                <c:pt idx="4997">
                  <c:v>57400</c:v>
                </c:pt>
                <c:pt idx="4998">
                  <c:v>57400</c:v>
                </c:pt>
                <c:pt idx="4999">
                  <c:v>57400</c:v>
                </c:pt>
                <c:pt idx="5000">
                  <c:v>57400</c:v>
                </c:pt>
                <c:pt idx="5001">
                  <c:v>57400</c:v>
                </c:pt>
                <c:pt idx="5002">
                  <c:v>57400</c:v>
                </c:pt>
                <c:pt idx="5003">
                  <c:v>57350</c:v>
                </c:pt>
                <c:pt idx="5004">
                  <c:v>57250</c:v>
                </c:pt>
                <c:pt idx="5005">
                  <c:v>57200</c:v>
                </c:pt>
                <c:pt idx="5006">
                  <c:v>57200</c:v>
                </c:pt>
                <c:pt idx="5007">
                  <c:v>57200</c:v>
                </c:pt>
                <c:pt idx="5008">
                  <c:v>57200</c:v>
                </c:pt>
                <c:pt idx="5009">
                  <c:v>57150</c:v>
                </c:pt>
                <c:pt idx="5010">
                  <c:v>57100</c:v>
                </c:pt>
                <c:pt idx="5011">
                  <c:v>57100</c:v>
                </c:pt>
                <c:pt idx="5012">
                  <c:v>57100</c:v>
                </c:pt>
                <c:pt idx="5013">
                  <c:v>57050</c:v>
                </c:pt>
                <c:pt idx="5014">
                  <c:v>57050</c:v>
                </c:pt>
                <c:pt idx="5015">
                  <c:v>57000</c:v>
                </c:pt>
                <c:pt idx="5016">
                  <c:v>57000</c:v>
                </c:pt>
                <c:pt idx="5017">
                  <c:v>57000</c:v>
                </c:pt>
                <c:pt idx="5018">
                  <c:v>56950</c:v>
                </c:pt>
                <c:pt idx="5019">
                  <c:v>56950</c:v>
                </c:pt>
                <c:pt idx="5020">
                  <c:v>56900</c:v>
                </c:pt>
                <c:pt idx="5021">
                  <c:v>56900</c:v>
                </c:pt>
                <c:pt idx="5022">
                  <c:v>56850</c:v>
                </c:pt>
                <c:pt idx="5023">
                  <c:v>56850</c:v>
                </c:pt>
                <c:pt idx="5024">
                  <c:v>56825</c:v>
                </c:pt>
                <c:pt idx="5025">
                  <c:v>56800</c:v>
                </c:pt>
                <c:pt idx="5026">
                  <c:v>56800</c:v>
                </c:pt>
                <c:pt idx="5027">
                  <c:v>56800</c:v>
                </c:pt>
                <c:pt idx="5028">
                  <c:v>56800</c:v>
                </c:pt>
                <c:pt idx="5029">
                  <c:v>56800</c:v>
                </c:pt>
                <c:pt idx="5030">
                  <c:v>56800</c:v>
                </c:pt>
                <c:pt idx="5031">
                  <c:v>56750</c:v>
                </c:pt>
                <c:pt idx="5032">
                  <c:v>56700</c:v>
                </c:pt>
                <c:pt idx="5033">
                  <c:v>56700</c:v>
                </c:pt>
                <c:pt idx="5034">
                  <c:v>56550</c:v>
                </c:pt>
                <c:pt idx="5035">
                  <c:v>56550</c:v>
                </c:pt>
                <c:pt idx="5036">
                  <c:v>56500</c:v>
                </c:pt>
                <c:pt idx="5037">
                  <c:v>56500</c:v>
                </c:pt>
                <c:pt idx="5038">
                  <c:v>56500</c:v>
                </c:pt>
                <c:pt idx="5039">
                  <c:v>56500</c:v>
                </c:pt>
                <c:pt idx="5040">
                  <c:v>56500</c:v>
                </c:pt>
                <c:pt idx="5041">
                  <c:v>56500</c:v>
                </c:pt>
                <c:pt idx="5042">
                  <c:v>56450</c:v>
                </c:pt>
                <c:pt idx="5043">
                  <c:v>56450</c:v>
                </c:pt>
                <c:pt idx="5044">
                  <c:v>56400</c:v>
                </c:pt>
                <c:pt idx="5045">
                  <c:v>56350</c:v>
                </c:pt>
                <c:pt idx="5046">
                  <c:v>56300</c:v>
                </c:pt>
                <c:pt idx="5047">
                  <c:v>56250</c:v>
                </c:pt>
                <c:pt idx="5048">
                  <c:v>56200</c:v>
                </c:pt>
                <c:pt idx="5049">
                  <c:v>56200</c:v>
                </c:pt>
                <c:pt idx="5050">
                  <c:v>56200</c:v>
                </c:pt>
                <c:pt idx="5051">
                  <c:v>56200</c:v>
                </c:pt>
                <c:pt idx="5052">
                  <c:v>56100</c:v>
                </c:pt>
                <c:pt idx="5053">
                  <c:v>56100</c:v>
                </c:pt>
                <c:pt idx="5054">
                  <c:v>56100</c:v>
                </c:pt>
                <c:pt idx="5055">
                  <c:v>56100</c:v>
                </c:pt>
                <c:pt idx="5056">
                  <c:v>56100</c:v>
                </c:pt>
                <c:pt idx="5057">
                  <c:v>56100</c:v>
                </c:pt>
                <c:pt idx="5058">
                  <c:v>56050</c:v>
                </c:pt>
                <c:pt idx="5059">
                  <c:v>56000</c:v>
                </c:pt>
                <c:pt idx="5060">
                  <c:v>56000</c:v>
                </c:pt>
                <c:pt idx="5061">
                  <c:v>56000</c:v>
                </c:pt>
                <c:pt idx="5062">
                  <c:v>56000</c:v>
                </c:pt>
                <c:pt idx="5063">
                  <c:v>56000</c:v>
                </c:pt>
                <c:pt idx="5064">
                  <c:v>55950</c:v>
                </c:pt>
                <c:pt idx="5065">
                  <c:v>55925</c:v>
                </c:pt>
                <c:pt idx="5066">
                  <c:v>55900</c:v>
                </c:pt>
                <c:pt idx="5067">
                  <c:v>55900</c:v>
                </c:pt>
                <c:pt idx="5068">
                  <c:v>55900</c:v>
                </c:pt>
                <c:pt idx="5069">
                  <c:v>55900</c:v>
                </c:pt>
                <c:pt idx="5070">
                  <c:v>55750</c:v>
                </c:pt>
                <c:pt idx="5071">
                  <c:v>55750</c:v>
                </c:pt>
                <c:pt idx="5072">
                  <c:v>55750</c:v>
                </c:pt>
                <c:pt idx="5073">
                  <c:v>55700</c:v>
                </c:pt>
                <c:pt idx="5074">
                  <c:v>55700</c:v>
                </c:pt>
                <c:pt idx="5075">
                  <c:v>55700</c:v>
                </c:pt>
                <c:pt idx="5076">
                  <c:v>55690</c:v>
                </c:pt>
                <c:pt idx="5077">
                  <c:v>55650</c:v>
                </c:pt>
                <c:pt idx="5078">
                  <c:v>55600</c:v>
                </c:pt>
                <c:pt idx="5079">
                  <c:v>55600</c:v>
                </c:pt>
                <c:pt idx="5080">
                  <c:v>55600</c:v>
                </c:pt>
                <c:pt idx="5081">
                  <c:v>55600</c:v>
                </c:pt>
                <c:pt idx="5082">
                  <c:v>55500</c:v>
                </c:pt>
                <c:pt idx="5083">
                  <c:v>55500</c:v>
                </c:pt>
                <c:pt idx="5084">
                  <c:v>55500</c:v>
                </c:pt>
                <c:pt idx="5085">
                  <c:v>55400</c:v>
                </c:pt>
                <c:pt idx="5086">
                  <c:v>55400</c:v>
                </c:pt>
                <c:pt idx="5087">
                  <c:v>55400</c:v>
                </c:pt>
                <c:pt idx="5088">
                  <c:v>55400</c:v>
                </c:pt>
                <c:pt idx="5089">
                  <c:v>55300</c:v>
                </c:pt>
                <c:pt idx="5090">
                  <c:v>55300</c:v>
                </c:pt>
                <c:pt idx="5091">
                  <c:v>55300</c:v>
                </c:pt>
                <c:pt idx="5092">
                  <c:v>55300</c:v>
                </c:pt>
                <c:pt idx="5093">
                  <c:v>55300</c:v>
                </c:pt>
                <c:pt idx="5094">
                  <c:v>55250</c:v>
                </c:pt>
                <c:pt idx="5095">
                  <c:v>55200</c:v>
                </c:pt>
                <c:pt idx="5096">
                  <c:v>55200</c:v>
                </c:pt>
                <c:pt idx="5097">
                  <c:v>55100</c:v>
                </c:pt>
                <c:pt idx="5098">
                  <c:v>55100</c:v>
                </c:pt>
                <c:pt idx="5099">
                  <c:v>55100</c:v>
                </c:pt>
                <c:pt idx="5100">
                  <c:v>55100</c:v>
                </c:pt>
                <c:pt idx="5101">
                  <c:v>55050</c:v>
                </c:pt>
                <c:pt idx="5102">
                  <c:v>55000</c:v>
                </c:pt>
                <c:pt idx="5103">
                  <c:v>55000</c:v>
                </c:pt>
                <c:pt idx="5104">
                  <c:v>55000</c:v>
                </c:pt>
                <c:pt idx="5105">
                  <c:v>55000</c:v>
                </c:pt>
                <c:pt idx="5106">
                  <c:v>55000</c:v>
                </c:pt>
                <c:pt idx="5107">
                  <c:v>55000</c:v>
                </c:pt>
                <c:pt idx="5108">
                  <c:v>54950</c:v>
                </c:pt>
                <c:pt idx="5109">
                  <c:v>54950</c:v>
                </c:pt>
                <c:pt idx="5110">
                  <c:v>54900</c:v>
                </c:pt>
                <c:pt idx="5111">
                  <c:v>54900</c:v>
                </c:pt>
                <c:pt idx="5112">
                  <c:v>54900</c:v>
                </c:pt>
                <c:pt idx="5113">
                  <c:v>54900</c:v>
                </c:pt>
                <c:pt idx="5114">
                  <c:v>54900</c:v>
                </c:pt>
                <c:pt idx="5115">
                  <c:v>54900</c:v>
                </c:pt>
                <c:pt idx="5116">
                  <c:v>54900</c:v>
                </c:pt>
                <c:pt idx="5117">
                  <c:v>54750</c:v>
                </c:pt>
                <c:pt idx="5118">
                  <c:v>54750</c:v>
                </c:pt>
                <c:pt idx="5119">
                  <c:v>54700</c:v>
                </c:pt>
                <c:pt idx="5120">
                  <c:v>54700</c:v>
                </c:pt>
                <c:pt idx="5121">
                  <c:v>54650</c:v>
                </c:pt>
                <c:pt idx="5122">
                  <c:v>54600</c:v>
                </c:pt>
                <c:pt idx="5123">
                  <c:v>54600</c:v>
                </c:pt>
                <c:pt idx="5124">
                  <c:v>54600</c:v>
                </c:pt>
                <c:pt idx="5125">
                  <c:v>54600</c:v>
                </c:pt>
                <c:pt idx="5126">
                  <c:v>54600</c:v>
                </c:pt>
                <c:pt idx="5127">
                  <c:v>54600</c:v>
                </c:pt>
                <c:pt idx="5128">
                  <c:v>54550</c:v>
                </c:pt>
                <c:pt idx="5129">
                  <c:v>54550</c:v>
                </c:pt>
                <c:pt idx="5130">
                  <c:v>54500</c:v>
                </c:pt>
                <c:pt idx="5131">
                  <c:v>54500</c:v>
                </c:pt>
                <c:pt idx="5132">
                  <c:v>54500</c:v>
                </c:pt>
                <c:pt idx="5133">
                  <c:v>54500</c:v>
                </c:pt>
                <c:pt idx="5134">
                  <c:v>54500</c:v>
                </c:pt>
                <c:pt idx="5135">
                  <c:v>54500</c:v>
                </c:pt>
                <c:pt idx="5136">
                  <c:v>54500</c:v>
                </c:pt>
                <c:pt idx="5137">
                  <c:v>54400</c:v>
                </c:pt>
                <c:pt idx="5138">
                  <c:v>54400</c:v>
                </c:pt>
                <c:pt idx="5139">
                  <c:v>54400</c:v>
                </c:pt>
                <c:pt idx="5140">
                  <c:v>54300</c:v>
                </c:pt>
                <c:pt idx="5141">
                  <c:v>54300</c:v>
                </c:pt>
                <c:pt idx="5142">
                  <c:v>54250</c:v>
                </c:pt>
                <c:pt idx="5143">
                  <c:v>54250</c:v>
                </c:pt>
                <c:pt idx="5144">
                  <c:v>54210</c:v>
                </c:pt>
                <c:pt idx="5145">
                  <c:v>54200</c:v>
                </c:pt>
                <c:pt idx="5146">
                  <c:v>54200</c:v>
                </c:pt>
                <c:pt idx="5147">
                  <c:v>54200</c:v>
                </c:pt>
                <c:pt idx="5148">
                  <c:v>54150</c:v>
                </c:pt>
                <c:pt idx="5149">
                  <c:v>54100</c:v>
                </c:pt>
                <c:pt idx="5150">
                  <c:v>54100</c:v>
                </c:pt>
                <c:pt idx="5151">
                  <c:v>54100</c:v>
                </c:pt>
                <c:pt idx="5152">
                  <c:v>54100</c:v>
                </c:pt>
                <c:pt idx="5153">
                  <c:v>54100</c:v>
                </c:pt>
                <c:pt idx="5154">
                  <c:v>54100</c:v>
                </c:pt>
                <c:pt idx="5155">
                  <c:v>54050</c:v>
                </c:pt>
                <c:pt idx="5156">
                  <c:v>54000</c:v>
                </c:pt>
                <c:pt idx="5157">
                  <c:v>54000</c:v>
                </c:pt>
                <c:pt idx="5158">
                  <c:v>54000</c:v>
                </c:pt>
                <c:pt idx="5159">
                  <c:v>54000</c:v>
                </c:pt>
                <c:pt idx="5160">
                  <c:v>54000</c:v>
                </c:pt>
                <c:pt idx="5161">
                  <c:v>54000</c:v>
                </c:pt>
                <c:pt idx="5162">
                  <c:v>53900</c:v>
                </c:pt>
                <c:pt idx="5163">
                  <c:v>53900</c:v>
                </c:pt>
                <c:pt idx="5164">
                  <c:v>53900</c:v>
                </c:pt>
                <c:pt idx="5165">
                  <c:v>53850</c:v>
                </c:pt>
                <c:pt idx="5166">
                  <c:v>53800</c:v>
                </c:pt>
                <c:pt idx="5167">
                  <c:v>53800</c:v>
                </c:pt>
                <c:pt idx="5168">
                  <c:v>53800</c:v>
                </c:pt>
                <c:pt idx="5169">
                  <c:v>53800</c:v>
                </c:pt>
                <c:pt idx="5170">
                  <c:v>53800</c:v>
                </c:pt>
                <c:pt idx="5171">
                  <c:v>53800</c:v>
                </c:pt>
                <c:pt idx="5172">
                  <c:v>53750</c:v>
                </c:pt>
                <c:pt idx="5173">
                  <c:v>53750</c:v>
                </c:pt>
                <c:pt idx="5174">
                  <c:v>53750</c:v>
                </c:pt>
                <c:pt idx="5175">
                  <c:v>53750</c:v>
                </c:pt>
                <c:pt idx="5176">
                  <c:v>53750</c:v>
                </c:pt>
                <c:pt idx="5177">
                  <c:v>53700</c:v>
                </c:pt>
                <c:pt idx="5178">
                  <c:v>53700</c:v>
                </c:pt>
                <c:pt idx="5179">
                  <c:v>53700</c:v>
                </c:pt>
                <c:pt idx="5180">
                  <c:v>53700</c:v>
                </c:pt>
                <c:pt idx="5181">
                  <c:v>53700</c:v>
                </c:pt>
                <c:pt idx="5182">
                  <c:v>53675</c:v>
                </c:pt>
                <c:pt idx="5183">
                  <c:v>53650</c:v>
                </c:pt>
                <c:pt idx="5184">
                  <c:v>53625</c:v>
                </c:pt>
                <c:pt idx="5185">
                  <c:v>53600</c:v>
                </c:pt>
                <c:pt idx="5186">
                  <c:v>53600</c:v>
                </c:pt>
                <c:pt idx="5187">
                  <c:v>53600</c:v>
                </c:pt>
                <c:pt idx="5188">
                  <c:v>53600</c:v>
                </c:pt>
                <c:pt idx="5189">
                  <c:v>53500</c:v>
                </c:pt>
                <c:pt idx="5190">
                  <c:v>53500</c:v>
                </c:pt>
                <c:pt idx="5191">
                  <c:v>53450</c:v>
                </c:pt>
                <c:pt idx="5192">
                  <c:v>53450</c:v>
                </c:pt>
                <c:pt idx="5193">
                  <c:v>53400</c:v>
                </c:pt>
                <c:pt idx="5194">
                  <c:v>53400</c:v>
                </c:pt>
                <c:pt idx="5195">
                  <c:v>53400</c:v>
                </c:pt>
                <c:pt idx="5196">
                  <c:v>53400</c:v>
                </c:pt>
                <c:pt idx="5197">
                  <c:v>53350</c:v>
                </c:pt>
                <c:pt idx="5198">
                  <c:v>53300</c:v>
                </c:pt>
                <c:pt idx="5199">
                  <c:v>53300</c:v>
                </c:pt>
                <c:pt idx="5200">
                  <c:v>53250</c:v>
                </c:pt>
                <c:pt idx="5201">
                  <c:v>53250</c:v>
                </c:pt>
                <c:pt idx="5202">
                  <c:v>53250</c:v>
                </c:pt>
                <c:pt idx="5203">
                  <c:v>53200</c:v>
                </c:pt>
                <c:pt idx="5204">
                  <c:v>53100</c:v>
                </c:pt>
                <c:pt idx="5205">
                  <c:v>53100</c:v>
                </c:pt>
                <c:pt idx="5206">
                  <c:v>53100</c:v>
                </c:pt>
                <c:pt idx="5207">
                  <c:v>53100</c:v>
                </c:pt>
                <c:pt idx="5208">
                  <c:v>53100</c:v>
                </c:pt>
                <c:pt idx="5209">
                  <c:v>53100</c:v>
                </c:pt>
                <c:pt idx="5210">
                  <c:v>53100</c:v>
                </c:pt>
                <c:pt idx="5211">
                  <c:v>53100</c:v>
                </c:pt>
                <c:pt idx="5212">
                  <c:v>53000</c:v>
                </c:pt>
                <c:pt idx="5213">
                  <c:v>52950</c:v>
                </c:pt>
                <c:pt idx="5214">
                  <c:v>52900</c:v>
                </c:pt>
                <c:pt idx="5215">
                  <c:v>52900</c:v>
                </c:pt>
                <c:pt idx="5216">
                  <c:v>52900</c:v>
                </c:pt>
                <c:pt idx="5217">
                  <c:v>52900</c:v>
                </c:pt>
                <c:pt idx="5218">
                  <c:v>52900</c:v>
                </c:pt>
                <c:pt idx="5219">
                  <c:v>52850</c:v>
                </c:pt>
                <c:pt idx="5220">
                  <c:v>52800</c:v>
                </c:pt>
                <c:pt idx="5221">
                  <c:v>52800</c:v>
                </c:pt>
                <c:pt idx="5222">
                  <c:v>52800</c:v>
                </c:pt>
                <c:pt idx="5223">
                  <c:v>52800</c:v>
                </c:pt>
                <c:pt idx="5224">
                  <c:v>52800</c:v>
                </c:pt>
                <c:pt idx="5225">
                  <c:v>52800</c:v>
                </c:pt>
                <c:pt idx="5226">
                  <c:v>52800</c:v>
                </c:pt>
                <c:pt idx="5227">
                  <c:v>52700</c:v>
                </c:pt>
                <c:pt idx="5228">
                  <c:v>52650</c:v>
                </c:pt>
                <c:pt idx="5229">
                  <c:v>52600</c:v>
                </c:pt>
                <c:pt idx="5230">
                  <c:v>52600</c:v>
                </c:pt>
                <c:pt idx="5231">
                  <c:v>52500</c:v>
                </c:pt>
                <c:pt idx="5232">
                  <c:v>52500</c:v>
                </c:pt>
                <c:pt idx="5233">
                  <c:v>52400</c:v>
                </c:pt>
                <c:pt idx="5234">
                  <c:v>52400</c:v>
                </c:pt>
                <c:pt idx="5235">
                  <c:v>52400</c:v>
                </c:pt>
                <c:pt idx="5236">
                  <c:v>52400</c:v>
                </c:pt>
                <c:pt idx="5237">
                  <c:v>52300</c:v>
                </c:pt>
                <c:pt idx="5238">
                  <c:v>52300</c:v>
                </c:pt>
                <c:pt idx="5239">
                  <c:v>52300</c:v>
                </c:pt>
                <c:pt idx="5240">
                  <c:v>52300</c:v>
                </c:pt>
                <c:pt idx="5241">
                  <c:v>52300</c:v>
                </c:pt>
                <c:pt idx="5242">
                  <c:v>52300</c:v>
                </c:pt>
                <c:pt idx="5243">
                  <c:v>52250</c:v>
                </c:pt>
                <c:pt idx="5244">
                  <c:v>52250</c:v>
                </c:pt>
                <c:pt idx="5245">
                  <c:v>52200</c:v>
                </c:pt>
                <c:pt idx="5246">
                  <c:v>52100</c:v>
                </c:pt>
                <c:pt idx="5247">
                  <c:v>52100</c:v>
                </c:pt>
                <c:pt idx="5248">
                  <c:v>52100</c:v>
                </c:pt>
                <c:pt idx="5249">
                  <c:v>52050</c:v>
                </c:pt>
                <c:pt idx="5250">
                  <c:v>52000</c:v>
                </c:pt>
                <c:pt idx="5251">
                  <c:v>52000</c:v>
                </c:pt>
                <c:pt idx="5252">
                  <c:v>52000</c:v>
                </c:pt>
                <c:pt idx="5253">
                  <c:v>52000</c:v>
                </c:pt>
                <c:pt idx="5254">
                  <c:v>51900</c:v>
                </c:pt>
                <c:pt idx="5255">
                  <c:v>51850</c:v>
                </c:pt>
                <c:pt idx="5256">
                  <c:v>51800</c:v>
                </c:pt>
                <c:pt idx="5257">
                  <c:v>51800</c:v>
                </c:pt>
                <c:pt idx="5258">
                  <c:v>51800</c:v>
                </c:pt>
                <c:pt idx="5259">
                  <c:v>51750</c:v>
                </c:pt>
                <c:pt idx="5260">
                  <c:v>51750</c:v>
                </c:pt>
                <c:pt idx="5261">
                  <c:v>51750</c:v>
                </c:pt>
                <c:pt idx="5262">
                  <c:v>51750</c:v>
                </c:pt>
                <c:pt idx="5263">
                  <c:v>51700</c:v>
                </c:pt>
                <c:pt idx="5264">
                  <c:v>51700</c:v>
                </c:pt>
                <c:pt idx="5265">
                  <c:v>51675</c:v>
                </c:pt>
                <c:pt idx="5266">
                  <c:v>51650</c:v>
                </c:pt>
                <c:pt idx="5267">
                  <c:v>51600</c:v>
                </c:pt>
                <c:pt idx="5268">
                  <c:v>51600</c:v>
                </c:pt>
                <c:pt idx="5269">
                  <c:v>51600</c:v>
                </c:pt>
                <c:pt idx="5270">
                  <c:v>51600</c:v>
                </c:pt>
                <c:pt idx="5271">
                  <c:v>51600</c:v>
                </c:pt>
                <c:pt idx="5272">
                  <c:v>51600</c:v>
                </c:pt>
                <c:pt idx="5273">
                  <c:v>51550</c:v>
                </c:pt>
                <c:pt idx="5274">
                  <c:v>51500</c:v>
                </c:pt>
                <c:pt idx="5275">
                  <c:v>51500</c:v>
                </c:pt>
                <c:pt idx="5276">
                  <c:v>51500</c:v>
                </c:pt>
                <c:pt idx="5277">
                  <c:v>51500</c:v>
                </c:pt>
                <c:pt idx="5278">
                  <c:v>51500</c:v>
                </c:pt>
                <c:pt idx="5279">
                  <c:v>51450</c:v>
                </c:pt>
                <c:pt idx="5280">
                  <c:v>51400</c:v>
                </c:pt>
                <c:pt idx="5281">
                  <c:v>51400</c:v>
                </c:pt>
                <c:pt idx="5282">
                  <c:v>51400</c:v>
                </c:pt>
                <c:pt idx="5283">
                  <c:v>51300</c:v>
                </c:pt>
                <c:pt idx="5284">
                  <c:v>51300</c:v>
                </c:pt>
                <c:pt idx="5285">
                  <c:v>51300</c:v>
                </c:pt>
                <c:pt idx="5286">
                  <c:v>51300</c:v>
                </c:pt>
                <c:pt idx="5287">
                  <c:v>51300</c:v>
                </c:pt>
                <c:pt idx="5288">
                  <c:v>51300</c:v>
                </c:pt>
                <c:pt idx="5289">
                  <c:v>51300</c:v>
                </c:pt>
                <c:pt idx="5290">
                  <c:v>51250</c:v>
                </c:pt>
                <c:pt idx="5291">
                  <c:v>51200</c:v>
                </c:pt>
                <c:pt idx="5292">
                  <c:v>51200</c:v>
                </c:pt>
                <c:pt idx="5293">
                  <c:v>51200</c:v>
                </c:pt>
                <c:pt idx="5294">
                  <c:v>51150</c:v>
                </c:pt>
                <c:pt idx="5295">
                  <c:v>51150</c:v>
                </c:pt>
                <c:pt idx="5296">
                  <c:v>51100</c:v>
                </c:pt>
                <c:pt idx="5297">
                  <c:v>51100</c:v>
                </c:pt>
                <c:pt idx="5298">
                  <c:v>51100</c:v>
                </c:pt>
                <c:pt idx="5299">
                  <c:v>51050</c:v>
                </c:pt>
                <c:pt idx="5300">
                  <c:v>51000</c:v>
                </c:pt>
                <c:pt idx="5301">
                  <c:v>51000</c:v>
                </c:pt>
                <c:pt idx="5302">
                  <c:v>51000</c:v>
                </c:pt>
                <c:pt idx="5303">
                  <c:v>51000</c:v>
                </c:pt>
                <c:pt idx="5304">
                  <c:v>51000</c:v>
                </c:pt>
                <c:pt idx="5305">
                  <c:v>51000</c:v>
                </c:pt>
                <c:pt idx="5306">
                  <c:v>51000</c:v>
                </c:pt>
                <c:pt idx="5307">
                  <c:v>51000</c:v>
                </c:pt>
                <c:pt idx="5308">
                  <c:v>51000</c:v>
                </c:pt>
                <c:pt idx="5309">
                  <c:v>51000</c:v>
                </c:pt>
                <c:pt idx="5310">
                  <c:v>51000</c:v>
                </c:pt>
                <c:pt idx="5311">
                  <c:v>50900</c:v>
                </c:pt>
                <c:pt idx="5312">
                  <c:v>50900</c:v>
                </c:pt>
                <c:pt idx="5313">
                  <c:v>50800</c:v>
                </c:pt>
                <c:pt idx="5314">
                  <c:v>50800</c:v>
                </c:pt>
                <c:pt idx="5315">
                  <c:v>50800</c:v>
                </c:pt>
                <c:pt idx="5316">
                  <c:v>50800</c:v>
                </c:pt>
                <c:pt idx="5317">
                  <c:v>50750</c:v>
                </c:pt>
                <c:pt idx="5318">
                  <c:v>50700</c:v>
                </c:pt>
                <c:pt idx="5319">
                  <c:v>50700</c:v>
                </c:pt>
                <c:pt idx="5320">
                  <c:v>50700</c:v>
                </c:pt>
                <c:pt idx="5321">
                  <c:v>50700</c:v>
                </c:pt>
                <c:pt idx="5322">
                  <c:v>50650</c:v>
                </c:pt>
                <c:pt idx="5323">
                  <c:v>50600</c:v>
                </c:pt>
                <c:pt idx="5324">
                  <c:v>50600</c:v>
                </c:pt>
                <c:pt idx="5325">
                  <c:v>50600</c:v>
                </c:pt>
                <c:pt idx="5326">
                  <c:v>50600</c:v>
                </c:pt>
                <c:pt idx="5327">
                  <c:v>50500</c:v>
                </c:pt>
                <c:pt idx="5328">
                  <c:v>50500</c:v>
                </c:pt>
                <c:pt idx="5329">
                  <c:v>50500</c:v>
                </c:pt>
                <c:pt idx="5330">
                  <c:v>50500</c:v>
                </c:pt>
                <c:pt idx="5331">
                  <c:v>50500</c:v>
                </c:pt>
                <c:pt idx="5332">
                  <c:v>50500</c:v>
                </c:pt>
                <c:pt idx="5333">
                  <c:v>50450</c:v>
                </c:pt>
                <c:pt idx="5334">
                  <c:v>50400</c:v>
                </c:pt>
                <c:pt idx="5335">
                  <c:v>50400</c:v>
                </c:pt>
                <c:pt idx="5336">
                  <c:v>50400</c:v>
                </c:pt>
                <c:pt idx="5337">
                  <c:v>50300</c:v>
                </c:pt>
                <c:pt idx="5338">
                  <c:v>50300</c:v>
                </c:pt>
                <c:pt idx="5339">
                  <c:v>50300</c:v>
                </c:pt>
                <c:pt idx="5340">
                  <c:v>50250</c:v>
                </c:pt>
                <c:pt idx="5341">
                  <c:v>50200</c:v>
                </c:pt>
                <c:pt idx="5342">
                  <c:v>50200</c:v>
                </c:pt>
                <c:pt idx="5343">
                  <c:v>50200</c:v>
                </c:pt>
                <c:pt idx="5344">
                  <c:v>50100</c:v>
                </c:pt>
                <c:pt idx="5345">
                  <c:v>50100</c:v>
                </c:pt>
                <c:pt idx="5346">
                  <c:v>50100</c:v>
                </c:pt>
                <c:pt idx="5347">
                  <c:v>50050</c:v>
                </c:pt>
                <c:pt idx="5348">
                  <c:v>50025</c:v>
                </c:pt>
                <c:pt idx="5349">
                  <c:v>50000</c:v>
                </c:pt>
                <c:pt idx="5350">
                  <c:v>50000</c:v>
                </c:pt>
                <c:pt idx="5351">
                  <c:v>50000</c:v>
                </c:pt>
                <c:pt idx="5352">
                  <c:v>50000</c:v>
                </c:pt>
                <c:pt idx="5353">
                  <c:v>50000</c:v>
                </c:pt>
                <c:pt idx="5354">
                  <c:v>49950</c:v>
                </c:pt>
                <c:pt idx="5355">
                  <c:v>49900</c:v>
                </c:pt>
                <c:pt idx="5356">
                  <c:v>49900</c:v>
                </c:pt>
                <c:pt idx="5357">
                  <c:v>49900</c:v>
                </c:pt>
                <c:pt idx="5358">
                  <c:v>49850</c:v>
                </c:pt>
                <c:pt idx="5359">
                  <c:v>49800</c:v>
                </c:pt>
                <c:pt idx="5360">
                  <c:v>49800</c:v>
                </c:pt>
                <c:pt idx="5361">
                  <c:v>49800</c:v>
                </c:pt>
                <c:pt idx="5362">
                  <c:v>49750</c:v>
                </c:pt>
                <c:pt idx="5363">
                  <c:v>49750</c:v>
                </c:pt>
                <c:pt idx="5364">
                  <c:v>49700</c:v>
                </c:pt>
                <c:pt idx="5365">
                  <c:v>49700</c:v>
                </c:pt>
                <c:pt idx="5366">
                  <c:v>49700</c:v>
                </c:pt>
                <c:pt idx="5367">
                  <c:v>49650</c:v>
                </c:pt>
                <c:pt idx="5368">
                  <c:v>49600</c:v>
                </c:pt>
                <c:pt idx="5369">
                  <c:v>49600</c:v>
                </c:pt>
                <c:pt idx="5370">
                  <c:v>49600</c:v>
                </c:pt>
                <c:pt idx="5371">
                  <c:v>49550</c:v>
                </c:pt>
                <c:pt idx="5372">
                  <c:v>49550</c:v>
                </c:pt>
                <c:pt idx="5373">
                  <c:v>49500</c:v>
                </c:pt>
                <c:pt idx="5374">
                  <c:v>49500</c:v>
                </c:pt>
                <c:pt idx="5375">
                  <c:v>49450</c:v>
                </c:pt>
                <c:pt idx="5376">
                  <c:v>49400</c:v>
                </c:pt>
                <c:pt idx="5377">
                  <c:v>49400</c:v>
                </c:pt>
                <c:pt idx="5378">
                  <c:v>49400</c:v>
                </c:pt>
                <c:pt idx="5379">
                  <c:v>49400</c:v>
                </c:pt>
                <c:pt idx="5380">
                  <c:v>49400</c:v>
                </c:pt>
                <c:pt idx="5381">
                  <c:v>49300</c:v>
                </c:pt>
                <c:pt idx="5382">
                  <c:v>49300</c:v>
                </c:pt>
                <c:pt idx="5383">
                  <c:v>49300</c:v>
                </c:pt>
                <c:pt idx="5384">
                  <c:v>49300</c:v>
                </c:pt>
                <c:pt idx="5385">
                  <c:v>49300</c:v>
                </c:pt>
                <c:pt idx="5386">
                  <c:v>49300</c:v>
                </c:pt>
                <c:pt idx="5387">
                  <c:v>49300</c:v>
                </c:pt>
                <c:pt idx="5388">
                  <c:v>49300</c:v>
                </c:pt>
                <c:pt idx="5389">
                  <c:v>49300</c:v>
                </c:pt>
                <c:pt idx="5390">
                  <c:v>49250</c:v>
                </c:pt>
                <c:pt idx="5391">
                  <c:v>49250</c:v>
                </c:pt>
                <c:pt idx="5392">
                  <c:v>49250</c:v>
                </c:pt>
                <c:pt idx="5393">
                  <c:v>49200</c:v>
                </c:pt>
                <c:pt idx="5394">
                  <c:v>49200</c:v>
                </c:pt>
                <c:pt idx="5395">
                  <c:v>49200</c:v>
                </c:pt>
                <c:pt idx="5396">
                  <c:v>49200</c:v>
                </c:pt>
                <c:pt idx="5397">
                  <c:v>49150</c:v>
                </c:pt>
                <c:pt idx="5398">
                  <c:v>49100</c:v>
                </c:pt>
                <c:pt idx="5399">
                  <c:v>49100</c:v>
                </c:pt>
                <c:pt idx="5400">
                  <c:v>49100</c:v>
                </c:pt>
                <c:pt idx="5401">
                  <c:v>49100</c:v>
                </c:pt>
                <c:pt idx="5402">
                  <c:v>49000</c:v>
                </c:pt>
                <c:pt idx="5403">
                  <c:v>49000</c:v>
                </c:pt>
                <c:pt idx="5404">
                  <c:v>49000</c:v>
                </c:pt>
                <c:pt idx="5405">
                  <c:v>48900</c:v>
                </c:pt>
                <c:pt idx="5406">
                  <c:v>48900</c:v>
                </c:pt>
                <c:pt idx="5407">
                  <c:v>48900</c:v>
                </c:pt>
                <c:pt idx="5408">
                  <c:v>48900</c:v>
                </c:pt>
                <c:pt idx="5409">
                  <c:v>48850</c:v>
                </c:pt>
                <c:pt idx="5410">
                  <c:v>48850</c:v>
                </c:pt>
                <c:pt idx="5411">
                  <c:v>48800</c:v>
                </c:pt>
                <c:pt idx="5412">
                  <c:v>48800</c:v>
                </c:pt>
                <c:pt idx="5413">
                  <c:v>48800</c:v>
                </c:pt>
                <c:pt idx="5414">
                  <c:v>48800</c:v>
                </c:pt>
                <c:pt idx="5415">
                  <c:v>48800</c:v>
                </c:pt>
                <c:pt idx="5416">
                  <c:v>48750</c:v>
                </c:pt>
                <c:pt idx="5417">
                  <c:v>48750</c:v>
                </c:pt>
                <c:pt idx="5418">
                  <c:v>48700</c:v>
                </c:pt>
                <c:pt idx="5419">
                  <c:v>48700</c:v>
                </c:pt>
                <c:pt idx="5420">
                  <c:v>48700</c:v>
                </c:pt>
                <c:pt idx="5421">
                  <c:v>48650</c:v>
                </c:pt>
                <c:pt idx="5422">
                  <c:v>48650</c:v>
                </c:pt>
                <c:pt idx="5423">
                  <c:v>48600</c:v>
                </c:pt>
                <c:pt idx="5424">
                  <c:v>48500</c:v>
                </c:pt>
                <c:pt idx="5425">
                  <c:v>48500</c:v>
                </c:pt>
                <c:pt idx="5426">
                  <c:v>48500</c:v>
                </c:pt>
                <c:pt idx="5427">
                  <c:v>48500</c:v>
                </c:pt>
                <c:pt idx="5428">
                  <c:v>48400</c:v>
                </c:pt>
                <c:pt idx="5429">
                  <c:v>48400</c:v>
                </c:pt>
                <c:pt idx="5430">
                  <c:v>48400</c:v>
                </c:pt>
                <c:pt idx="5431">
                  <c:v>48400</c:v>
                </c:pt>
                <c:pt idx="5432">
                  <c:v>48400</c:v>
                </c:pt>
                <c:pt idx="5433">
                  <c:v>48300</c:v>
                </c:pt>
                <c:pt idx="5434">
                  <c:v>48300</c:v>
                </c:pt>
                <c:pt idx="5435">
                  <c:v>48300</c:v>
                </c:pt>
                <c:pt idx="5436">
                  <c:v>48300</c:v>
                </c:pt>
                <c:pt idx="5437">
                  <c:v>48250</c:v>
                </c:pt>
                <c:pt idx="5438">
                  <c:v>48200</c:v>
                </c:pt>
                <c:pt idx="5439">
                  <c:v>48200</c:v>
                </c:pt>
                <c:pt idx="5440">
                  <c:v>48200</c:v>
                </c:pt>
                <c:pt idx="5441">
                  <c:v>48150</c:v>
                </c:pt>
                <c:pt idx="5442">
                  <c:v>48100</c:v>
                </c:pt>
                <c:pt idx="5443">
                  <c:v>48100</c:v>
                </c:pt>
                <c:pt idx="5444">
                  <c:v>48000</c:v>
                </c:pt>
                <c:pt idx="5445">
                  <c:v>48000</c:v>
                </c:pt>
                <c:pt idx="5446">
                  <c:v>48000</c:v>
                </c:pt>
                <c:pt idx="5447">
                  <c:v>47950</c:v>
                </c:pt>
                <c:pt idx="5448">
                  <c:v>47950</c:v>
                </c:pt>
                <c:pt idx="5449">
                  <c:v>47950</c:v>
                </c:pt>
                <c:pt idx="5450">
                  <c:v>47950</c:v>
                </c:pt>
                <c:pt idx="5451">
                  <c:v>47950</c:v>
                </c:pt>
                <c:pt idx="5452">
                  <c:v>47900</c:v>
                </c:pt>
                <c:pt idx="5453">
                  <c:v>47900</c:v>
                </c:pt>
                <c:pt idx="5454">
                  <c:v>47875</c:v>
                </c:pt>
                <c:pt idx="5455">
                  <c:v>47850</c:v>
                </c:pt>
                <c:pt idx="5456">
                  <c:v>47850</c:v>
                </c:pt>
                <c:pt idx="5457">
                  <c:v>47800</c:v>
                </c:pt>
                <c:pt idx="5458">
                  <c:v>47750</c:v>
                </c:pt>
                <c:pt idx="5459">
                  <c:v>47750</c:v>
                </c:pt>
                <c:pt idx="5460">
                  <c:v>47700</c:v>
                </c:pt>
                <c:pt idx="5461">
                  <c:v>47700</c:v>
                </c:pt>
                <c:pt idx="5462">
                  <c:v>47700</c:v>
                </c:pt>
                <c:pt idx="5463">
                  <c:v>47700</c:v>
                </c:pt>
                <c:pt idx="5464">
                  <c:v>47700</c:v>
                </c:pt>
                <c:pt idx="5465">
                  <c:v>47700</c:v>
                </c:pt>
                <c:pt idx="5466">
                  <c:v>47700</c:v>
                </c:pt>
                <c:pt idx="5467">
                  <c:v>47650</c:v>
                </c:pt>
                <c:pt idx="5468">
                  <c:v>47650</c:v>
                </c:pt>
                <c:pt idx="5469">
                  <c:v>47650</c:v>
                </c:pt>
                <c:pt idx="5470">
                  <c:v>47600</c:v>
                </c:pt>
                <c:pt idx="5471">
                  <c:v>47600</c:v>
                </c:pt>
                <c:pt idx="5472">
                  <c:v>47600</c:v>
                </c:pt>
                <c:pt idx="5473">
                  <c:v>47550</c:v>
                </c:pt>
                <c:pt idx="5474">
                  <c:v>47500</c:v>
                </c:pt>
                <c:pt idx="5475">
                  <c:v>47500</c:v>
                </c:pt>
                <c:pt idx="5476">
                  <c:v>47500</c:v>
                </c:pt>
                <c:pt idx="5477">
                  <c:v>47500</c:v>
                </c:pt>
                <c:pt idx="5478">
                  <c:v>47500</c:v>
                </c:pt>
                <c:pt idx="5479">
                  <c:v>47500</c:v>
                </c:pt>
                <c:pt idx="5480">
                  <c:v>47400</c:v>
                </c:pt>
                <c:pt idx="5481">
                  <c:v>47400</c:v>
                </c:pt>
                <c:pt idx="5482">
                  <c:v>47400</c:v>
                </c:pt>
                <c:pt idx="5483">
                  <c:v>47400</c:v>
                </c:pt>
                <c:pt idx="5484">
                  <c:v>47400</c:v>
                </c:pt>
                <c:pt idx="5485">
                  <c:v>47400</c:v>
                </c:pt>
                <c:pt idx="5486">
                  <c:v>47400</c:v>
                </c:pt>
                <c:pt idx="5487">
                  <c:v>47400</c:v>
                </c:pt>
                <c:pt idx="5488">
                  <c:v>47400</c:v>
                </c:pt>
                <c:pt idx="5489">
                  <c:v>47400</c:v>
                </c:pt>
                <c:pt idx="5490">
                  <c:v>47400</c:v>
                </c:pt>
                <c:pt idx="5491">
                  <c:v>47400</c:v>
                </c:pt>
                <c:pt idx="5492">
                  <c:v>47400</c:v>
                </c:pt>
                <c:pt idx="5493">
                  <c:v>47350</c:v>
                </c:pt>
                <c:pt idx="5494">
                  <c:v>47350</c:v>
                </c:pt>
                <c:pt idx="5495">
                  <c:v>47300</c:v>
                </c:pt>
                <c:pt idx="5496">
                  <c:v>47300</c:v>
                </c:pt>
                <c:pt idx="5497">
                  <c:v>47300</c:v>
                </c:pt>
                <c:pt idx="5498">
                  <c:v>47250</c:v>
                </c:pt>
                <c:pt idx="5499">
                  <c:v>47250</c:v>
                </c:pt>
                <c:pt idx="5500">
                  <c:v>47200</c:v>
                </c:pt>
                <c:pt idx="5501">
                  <c:v>47200</c:v>
                </c:pt>
                <c:pt idx="5502">
                  <c:v>47150</c:v>
                </c:pt>
                <c:pt idx="5503">
                  <c:v>47150</c:v>
                </c:pt>
                <c:pt idx="5504">
                  <c:v>47150</c:v>
                </c:pt>
                <c:pt idx="5505">
                  <c:v>47100</c:v>
                </c:pt>
                <c:pt idx="5506">
                  <c:v>47100</c:v>
                </c:pt>
                <c:pt idx="5507">
                  <c:v>47100</c:v>
                </c:pt>
                <c:pt idx="5508">
                  <c:v>47100</c:v>
                </c:pt>
                <c:pt idx="5509">
                  <c:v>47100</c:v>
                </c:pt>
                <c:pt idx="5510">
                  <c:v>47000</c:v>
                </c:pt>
                <c:pt idx="5511">
                  <c:v>47000</c:v>
                </c:pt>
                <c:pt idx="5512">
                  <c:v>47000</c:v>
                </c:pt>
                <c:pt idx="5513">
                  <c:v>46950</c:v>
                </c:pt>
                <c:pt idx="5514">
                  <c:v>46900</c:v>
                </c:pt>
                <c:pt idx="5515">
                  <c:v>46900</c:v>
                </c:pt>
                <c:pt idx="5516">
                  <c:v>46900</c:v>
                </c:pt>
                <c:pt idx="5517">
                  <c:v>46900</c:v>
                </c:pt>
                <c:pt idx="5518">
                  <c:v>46850</c:v>
                </c:pt>
                <c:pt idx="5519">
                  <c:v>46850</c:v>
                </c:pt>
                <c:pt idx="5520">
                  <c:v>46800</c:v>
                </c:pt>
                <c:pt idx="5521">
                  <c:v>46800</c:v>
                </c:pt>
                <c:pt idx="5522">
                  <c:v>46800</c:v>
                </c:pt>
                <c:pt idx="5523">
                  <c:v>46800</c:v>
                </c:pt>
                <c:pt idx="5524">
                  <c:v>46800</c:v>
                </c:pt>
                <c:pt idx="5525">
                  <c:v>46750</c:v>
                </c:pt>
                <c:pt idx="5526">
                  <c:v>46750</c:v>
                </c:pt>
                <c:pt idx="5527">
                  <c:v>46700</c:v>
                </c:pt>
                <c:pt idx="5528">
                  <c:v>46700</c:v>
                </c:pt>
                <c:pt idx="5529">
                  <c:v>46700</c:v>
                </c:pt>
                <c:pt idx="5530">
                  <c:v>46700</c:v>
                </c:pt>
                <c:pt idx="5531">
                  <c:v>46600</c:v>
                </c:pt>
                <c:pt idx="5532">
                  <c:v>46600</c:v>
                </c:pt>
                <c:pt idx="5533">
                  <c:v>46600</c:v>
                </c:pt>
                <c:pt idx="5534">
                  <c:v>46600</c:v>
                </c:pt>
                <c:pt idx="5535">
                  <c:v>46600</c:v>
                </c:pt>
                <c:pt idx="5536">
                  <c:v>46600</c:v>
                </c:pt>
                <c:pt idx="5537">
                  <c:v>46600</c:v>
                </c:pt>
                <c:pt idx="5538">
                  <c:v>46500</c:v>
                </c:pt>
                <c:pt idx="5539">
                  <c:v>46500</c:v>
                </c:pt>
                <c:pt idx="5540">
                  <c:v>46500</c:v>
                </c:pt>
                <c:pt idx="5541">
                  <c:v>46450</c:v>
                </c:pt>
                <c:pt idx="5542">
                  <c:v>46350</c:v>
                </c:pt>
                <c:pt idx="5543">
                  <c:v>46300</c:v>
                </c:pt>
                <c:pt idx="5544">
                  <c:v>46300</c:v>
                </c:pt>
                <c:pt idx="5545">
                  <c:v>46300</c:v>
                </c:pt>
                <c:pt idx="5546">
                  <c:v>46300</c:v>
                </c:pt>
                <c:pt idx="5547">
                  <c:v>46300</c:v>
                </c:pt>
                <c:pt idx="5548">
                  <c:v>46300</c:v>
                </c:pt>
                <c:pt idx="5549">
                  <c:v>46300</c:v>
                </c:pt>
                <c:pt idx="5550">
                  <c:v>46250</c:v>
                </c:pt>
                <c:pt idx="5551">
                  <c:v>46250</c:v>
                </c:pt>
                <c:pt idx="5552">
                  <c:v>46250</c:v>
                </c:pt>
                <c:pt idx="5553">
                  <c:v>46200</c:v>
                </c:pt>
                <c:pt idx="5554">
                  <c:v>46200</c:v>
                </c:pt>
                <c:pt idx="5555">
                  <c:v>46100</c:v>
                </c:pt>
                <c:pt idx="5556">
                  <c:v>46100</c:v>
                </c:pt>
                <c:pt idx="5557">
                  <c:v>46050</c:v>
                </c:pt>
                <c:pt idx="5558">
                  <c:v>46050</c:v>
                </c:pt>
                <c:pt idx="5559">
                  <c:v>46000</c:v>
                </c:pt>
                <c:pt idx="5560">
                  <c:v>46000</c:v>
                </c:pt>
                <c:pt idx="5561">
                  <c:v>46000</c:v>
                </c:pt>
                <c:pt idx="5562">
                  <c:v>46000</c:v>
                </c:pt>
                <c:pt idx="5563">
                  <c:v>46000</c:v>
                </c:pt>
                <c:pt idx="5564">
                  <c:v>46000</c:v>
                </c:pt>
                <c:pt idx="5565">
                  <c:v>45950</c:v>
                </c:pt>
                <c:pt idx="5566">
                  <c:v>45950</c:v>
                </c:pt>
                <c:pt idx="5567">
                  <c:v>45900</c:v>
                </c:pt>
                <c:pt idx="5568">
                  <c:v>45900</c:v>
                </c:pt>
                <c:pt idx="5569">
                  <c:v>45900</c:v>
                </c:pt>
                <c:pt idx="5570">
                  <c:v>45850</c:v>
                </c:pt>
                <c:pt idx="5571">
                  <c:v>45800</c:v>
                </c:pt>
                <c:pt idx="5572">
                  <c:v>45800</c:v>
                </c:pt>
                <c:pt idx="5573">
                  <c:v>45800</c:v>
                </c:pt>
                <c:pt idx="5574">
                  <c:v>45800</c:v>
                </c:pt>
                <c:pt idx="5575">
                  <c:v>45800</c:v>
                </c:pt>
                <c:pt idx="5576">
                  <c:v>45800</c:v>
                </c:pt>
                <c:pt idx="5577">
                  <c:v>45800</c:v>
                </c:pt>
                <c:pt idx="5578">
                  <c:v>45800</c:v>
                </c:pt>
                <c:pt idx="5579">
                  <c:v>45800</c:v>
                </c:pt>
                <c:pt idx="5580">
                  <c:v>45750</c:v>
                </c:pt>
                <c:pt idx="5581">
                  <c:v>45750</c:v>
                </c:pt>
                <c:pt idx="5582">
                  <c:v>45725</c:v>
                </c:pt>
                <c:pt idx="5583">
                  <c:v>45700</c:v>
                </c:pt>
                <c:pt idx="5584">
                  <c:v>45700</c:v>
                </c:pt>
                <c:pt idx="5585">
                  <c:v>45700</c:v>
                </c:pt>
                <c:pt idx="5586">
                  <c:v>45700</c:v>
                </c:pt>
                <c:pt idx="5587">
                  <c:v>45650</c:v>
                </c:pt>
                <c:pt idx="5588">
                  <c:v>45650</c:v>
                </c:pt>
                <c:pt idx="5589">
                  <c:v>45550</c:v>
                </c:pt>
                <c:pt idx="5590">
                  <c:v>45500</c:v>
                </c:pt>
                <c:pt idx="5591">
                  <c:v>45500</c:v>
                </c:pt>
                <c:pt idx="5592">
                  <c:v>45500</c:v>
                </c:pt>
                <c:pt idx="5593">
                  <c:v>45500</c:v>
                </c:pt>
                <c:pt idx="5594">
                  <c:v>45500</c:v>
                </c:pt>
                <c:pt idx="5595">
                  <c:v>45500</c:v>
                </c:pt>
                <c:pt idx="5596">
                  <c:v>45500</c:v>
                </c:pt>
                <c:pt idx="5597">
                  <c:v>45450</c:v>
                </c:pt>
                <c:pt idx="5598">
                  <c:v>45450</c:v>
                </c:pt>
                <c:pt idx="5599">
                  <c:v>45450</c:v>
                </c:pt>
                <c:pt idx="5600">
                  <c:v>45400</c:v>
                </c:pt>
                <c:pt idx="5601">
                  <c:v>45400</c:v>
                </c:pt>
                <c:pt idx="5602">
                  <c:v>45400</c:v>
                </c:pt>
                <c:pt idx="5603">
                  <c:v>45400</c:v>
                </c:pt>
                <c:pt idx="5604">
                  <c:v>45400</c:v>
                </c:pt>
                <c:pt idx="5605">
                  <c:v>45300</c:v>
                </c:pt>
                <c:pt idx="5606">
                  <c:v>45300</c:v>
                </c:pt>
                <c:pt idx="5607">
                  <c:v>45300</c:v>
                </c:pt>
                <c:pt idx="5608">
                  <c:v>45300</c:v>
                </c:pt>
                <c:pt idx="5609">
                  <c:v>45300</c:v>
                </c:pt>
                <c:pt idx="5610">
                  <c:v>45300</c:v>
                </c:pt>
                <c:pt idx="5611">
                  <c:v>45300</c:v>
                </c:pt>
                <c:pt idx="5612">
                  <c:v>45300</c:v>
                </c:pt>
                <c:pt idx="5613">
                  <c:v>45250</c:v>
                </c:pt>
                <c:pt idx="5614">
                  <c:v>45250</c:v>
                </c:pt>
                <c:pt idx="5615">
                  <c:v>45250</c:v>
                </c:pt>
                <c:pt idx="5616">
                  <c:v>45200</c:v>
                </c:pt>
                <c:pt idx="5617">
                  <c:v>45200</c:v>
                </c:pt>
                <c:pt idx="5618">
                  <c:v>45200</c:v>
                </c:pt>
                <c:pt idx="5619">
                  <c:v>45200</c:v>
                </c:pt>
                <c:pt idx="5620">
                  <c:v>45100</c:v>
                </c:pt>
                <c:pt idx="5621">
                  <c:v>45100</c:v>
                </c:pt>
                <c:pt idx="5622">
                  <c:v>45100</c:v>
                </c:pt>
                <c:pt idx="5623">
                  <c:v>45100</c:v>
                </c:pt>
                <c:pt idx="5624">
                  <c:v>45100</c:v>
                </c:pt>
                <c:pt idx="5625">
                  <c:v>45100</c:v>
                </c:pt>
                <c:pt idx="5626">
                  <c:v>45100</c:v>
                </c:pt>
                <c:pt idx="5627">
                  <c:v>45100</c:v>
                </c:pt>
                <c:pt idx="5628">
                  <c:v>45050</c:v>
                </c:pt>
                <c:pt idx="5629">
                  <c:v>45000</c:v>
                </c:pt>
                <c:pt idx="5630">
                  <c:v>45000</c:v>
                </c:pt>
                <c:pt idx="5631">
                  <c:v>45000</c:v>
                </c:pt>
                <c:pt idx="5632">
                  <c:v>45000</c:v>
                </c:pt>
                <c:pt idx="5633">
                  <c:v>45000</c:v>
                </c:pt>
                <c:pt idx="5634">
                  <c:v>45000</c:v>
                </c:pt>
                <c:pt idx="5635">
                  <c:v>45000</c:v>
                </c:pt>
                <c:pt idx="5636">
                  <c:v>45000</c:v>
                </c:pt>
                <c:pt idx="5637">
                  <c:v>44950</c:v>
                </c:pt>
                <c:pt idx="5638">
                  <c:v>44950</c:v>
                </c:pt>
                <c:pt idx="5639">
                  <c:v>44950</c:v>
                </c:pt>
                <c:pt idx="5640">
                  <c:v>44920</c:v>
                </c:pt>
                <c:pt idx="5641">
                  <c:v>44900</c:v>
                </c:pt>
                <c:pt idx="5642">
                  <c:v>44800</c:v>
                </c:pt>
                <c:pt idx="5643">
                  <c:v>44800</c:v>
                </c:pt>
                <c:pt idx="5644">
                  <c:v>44800</c:v>
                </c:pt>
                <c:pt idx="5645">
                  <c:v>44800</c:v>
                </c:pt>
                <c:pt idx="5646">
                  <c:v>44800</c:v>
                </c:pt>
                <c:pt idx="5647">
                  <c:v>44750</c:v>
                </c:pt>
                <c:pt idx="5648">
                  <c:v>44700</c:v>
                </c:pt>
                <c:pt idx="5649">
                  <c:v>44700</c:v>
                </c:pt>
                <c:pt idx="5650">
                  <c:v>44700</c:v>
                </c:pt>
                <c:pt idx="5651">
                  <c:v>44700</c:v>
                </c:pt>
                <c:pt idx="5652">
                  <c:v>44700</c:v>
                </c:pt>
                <c:pt idx="5653">
                  <c:v>44650</c:v>
                </c:pt>
                <c:pt idx="5654">
                  <c:v>44600</c:v>
                </c:pt>
                <c:pt idx="5655">
                  <c:v>44600</c:v>
                </c:pt>
                <c:pt idx="5656">
                  <c:v>44600</c:v>
                </c:pt>
                <c:pt idx="5657">
                  <c:v>44550</c:v>
                </c:pt>
                <c:pt idx="5658">
                  <c:v>44500</c:v>
                </c:pt>
                <c:pt idx="5659">
                  <c:v>44500</c:v>
                </c:pt>
                <c:pt idx="5660">
                  <c:v>44500</c:v>
                </c:pt>
                <c:pt idx="5661">
                  <c:v>44500</c:v>
                </c:pt>
                <c:pt idx="5662">
                  <c:v>44500</c:v>
                </c:pt>
                <c:pt idx="5663">
                  <c:v>44500</c:v>
                </c:pt>
                <c:pt idx="5664">
                  <c:v>44500</c:v>
                </c:pt>
                <c:pt idx="5665">
                  <c:v>44500</c:v>
                </c:pt>
                <c:pt idx="5666">
                  <c:v>44400</c:v>
                </c:pt>
                <c:pt idx="5667">
                  <c:v>44400</c:v>
                </c:pt>
                <c:pt idx="5668">
                  <c:v>44400</c:v>
                </c:pt>
                <c:pt idx="5669">
                  <c:v>44400</c:v>
                </c:pt>
                <c:pt idx="5670">
                  <c:v>44400</c:v>
                </c:pt>
                <c:pt idx="5671">
                  <c:v>44400</c:v>
                </c:pt>
                <c:pt idx="5672">
                  <c:v>44350</c:v>
                </c:pt>
                <c:pt idx="5673">
                  <c:v>44300</c:v>
                </c:pt>
                <c:pt idx="5674">
                  <c:v>44300</c:v>
                </c:pt>
                <c:pt idx="5675">
                  <c:v>44250</c:v>
                </c:pt>
                <c:pt idx="5676">
                  <c:v>44250</c:v>
                </c:pt>
                <c:pt idx="5677">
                  <c:v>44250</c:v>
                </c:pt>
                <c:pt idx="5678">
                  <c:v>44200</c:v>
                </c:pt>
                <c:pt idx="5679">
                  <c:v>44200</c:v>
                </c:pt>
                <c:pt idx="5680">
                  <c:v>44200</c:v>
                </c:pt>
                <c:pt idx="5681">
                  <c:v>44200</c:v>
                </c:pt>
                <c:pt idx="5682">
                  <c:v>44200</c:v>
                </c:pt>
                <c:pt idx="5683">
                  <c:v>44200</c:v>
                </c:pt>
                <c:pt idx="5684">
                  <c:v>44200</c:v>
                </c:pt>
                <c:pt idx="5685">
                  <c:v>44200</c:v>
                </c:pt>
                <c:pt idx="5686">
                  <c:v>44150</c:v>
                </c:pt>
                <c:pt idx="5687">
                  <c:v>44150</c:v>
                </c:pt>
                <c:pt idx="5688">
                  <c:v>44100</c:v>
                </c:pt>
                <c:pt idx="5689">
                  <c:v>44100</c:v>
                </c:pt>
                <c:pt idx="5690">
                  <c:v>44000</c:v>
                </c:pt>
                <c:pt idx="5691">
                  <c:v>44000</c:v>
                </c:pt>
                <c:pt idx="5692">
                  <c:v>44000</c:v>
                </c:pt>
                <c:pt idx="5693">
                  <c:v>44000</c:v>
                </c:pt>
                <c:pt idx="5694">
                  <c:v>44000</c:v>
                </c:pt>
                <c:pt idx="5695">
                  <c:v>44000</c:v>
                </c:pt>
                <c:pt idx="5696">
                  <c:v>44000</c:v>
                </c:pt>
                <c:pt idx="5697">
                  <c:v>44000</c:v>
                </c:pt>
                <c:pt idx="5698">
                  <c:v>44000</c:v>
                </c:pt>
                <c:pt idx="5699">
                  <c:v>43950</c:v>
                </c:pt>
                <c:pt idx="5700">
                  <c:v>43950</c:v>
                </c:pt>
                <c:pt idx="5701">
                  <c:v>43900</c:v>
                </c:pt>
                <c:pt idx="5702">
                  <c:v>43900</c:v>
                </c:pt>
                <c:pt idx="5703">
                  <c:v>43900</c:v>
                </c:pt>
                <c:pt idx="5704">
                  <c:v>43900</c:v>
                </c:pt>
                <c:pt idx="5705">
                  <c:v>43900</c:v>
                </c:pt>
                <c:pt idx="5706">
                  <c:v>43850</c:v>
                </c:pt>
                <c:pt idx="5707">
                  <c:v>43850</c:v>
                </c:pt>
                <c:pt idx="5708">
                  <c:v>43850</c:v>
                </c:pt>
                <c:pt idx="5709">
                  <c:v>43800</c:v>
                </c:pt>
                <c:pt idx="5710">
                  <c:v>43800</c:v>
                </c:pt>
                <c:pt idx="5711">
                  <c:v>43800</c:v>
                </c:pt>
                <c:pt idx="5712">
                  <c:v>43800</c:v>
                </c:pt>
                <c:pt idx="5713">
                  <c:v>43800</c:v>
                </c:pt>
                <c:pt idx="5714">
                  <c:v>43800</c:v>
                </c:pt>
                <c:pt idx="5715">
                  <c:v>43800</c:v>
                </c:pt>
                <c:pt idx="5716">
                  <c:v>43750</c:v>
                </c:pt>
                <c:pt idx="5717">
                  <c:v>43750</c:v>
                </c:pt>
                <c:pt idx="5718">
                  <c:v>43750</c:v>
                </c:pt>
                <c:pt idx="5719">
                  <c:v>43700</c:v>
                </c:pt>
                <c:pt idx="5720">
                  <c:v>43700</c:v>
                </c:pt>
                <c:pt idx="5721">
                  <c:v>43700</c:v>
                </c:pt>
                <c:pt idx="5722">
                  <c:v>43700</c:v>
                </c:pt>
                <c:pt idx="5723">
                  <c:v>43700</c:v>
                </c:pt>
                <c:pt idx="5724">
                  <c:v>43700</c:v>
                </c:pt>
                <c:pt idx="5725">
                  <c:v>43700</c:v>
                </c:pt>
                <c:pt idx="5726">
                  <c:v>43700</c:v>
                </c:pt>
                <c:pt idx="5727">
                  <c:v>43650</c:v>
                </c:pt>
                <c:pt idx="5728">
                  <c:v>43600</c:v>
                </c:pt>
                <c:pt idx="5729">
                  <c:v>43600</c:v>
                </c:pt>
                <c:pt idx="5730">
                  <c:v>43600</c:v>
                </c:pt>
                <c:pt idx="5731">
                  <c:v>43600</c:v>
                </c:pt>
                <c:pt idx="5732">
                  <c:v>43600</c:v>
                </c:pt>
                <c:pt idx="5733">
                  <c:v>43550</c:v>
                </c:pt>
                <c:pt idx="5734">
                  <c:v>43500</c:v>
                </c:pt>
                <c:pt idx="5735">
                  <c:v>43500</c:v>
                </c:pt>
                <c:pt idx="5736">
                  <c:v>43500</c:v>
                </c:pt>
                <c:pt idx="5737">
                  <c:v>43500</c:v>
                </c:pt>
                <c:pt idx="5738">
                  <c:v>43500</c:v>
                </c:pt>
                <c:pt idx="5739">
                  <c:v>43500</c:v>
                </c:pt>
                <c:pt idx="5740">
                  <c:v>43500</c:v>
                </c:pt>
                <c:pt idx="5741">
                  <c:v>43450</c:v>
                </c:pt>
                <c:pt idx="5742">
                  <c:v>43450</c:v>
                </c:pt>
                <c:pt idx="5743">
                  <c:v>43425</c:v>
                </c:pt>
                <c:pt idx="5744">
                  <c:v>43400</c:v>
                </c:pt>
                <c:pt idx="5745">
                  <c:v>43350</c:v>
                </c:pt>
                <c:pt idx="5746">
                  <c:v>43350</c:v>
                </c:pt>
                <c:pt idx="5747">
                  <c:v>43350</c:v>
                </c:pt>
                <c:pt idx="5748">
                  <c:v>43350</c:v>
                </c:pt>
                <c:pt idx="5749">
                  <c:v>43300</c:v>
                </c:pt>
                <c:pt idx="5750">
                  <c:v>43300</c:v>
                </c:pt>
                <c:pt idx="5751">
                  <c:v>43300</c:v>
                </c:pt>
                <c:pt idx="5752">
                  <c:v>43300</c:v>
                </c:pt>
                <c:pt idx="5753">
                  <c:v>43250</c:v>
                </c:pt>
                <c:pt idx="5754">
                  <c:v>43250</c:v>
                </c:pt>
                <c:pt idx="5755">
                  <c:v>43250</c:v>
                </c:pt>
                <c:pt idx="5756">
                  <c:v>43250</c:v>
                </c:pt>
                <c:pt idx="5757">
                  <c:v>43250</c:v>
                </c:pt>
                <c:pt idx="5758">
                  <c:v>43200</c:v>
                </c:pt>
                <c:pt idx="5759">
                  <c:v>43200</c:v>
                </c:pt>
                <c:pt idx="5760">
                  <c:v>43200</c:v>
                </c:pt>
                <c:pt idx="5761">
                  <c:v>43200</c:v>
                </c:pt>
                <c:pt idx="5762">
                  <c:v>43200</c:v>
                </c:pt>
                <c:pt idx="5763">
                  <c:v>43200</c:v>
                </c:pt>
                <c:pt idx="5764">
                  <c:v>43200</c:v>
                </c:pt>
                <c:pt idx="5765">
                  <c:v>43200</c:v>
                </c:pt>
                <c:pt idx="5766">
                  <c:v>43150</c:v>
                </c:pt>
                <c:pt idx="5767">
                  <c:v>43100</c:v>
                </c:pt>
                <c:pt idx="5768">
                  <c:v>43100</c:v>
                </c:pt>
                <c:pt idx="5769">
                  <c:v>43100</c:v>
                </c:pt>
                <c:pt idx="5770">
                  <c:v>43100</c:v>
                </c:pt>
                <c:pt idx="5771">
                  <c:v>43000</c:v>
                </c:pt>
                <c:pt idx="5772">
                  <c:v>43000</c:v>
                </c:pt>
                <c:pt idx="5773">
                  <c:v>43000</c:v>
                </c:pt>
                <c:pt idx="5774">
                  <c:v>43000</c:v>
                </c:pt>
                <c:pt idx="5775">
                  <c:v>43000</c:v>
                </c:pt>
                <c:pt idx="5776">
                  <c:v>43000</c:v>
                </c:pt>
                <c:pt idx="5777">
                  <c:v>43000</c:v>
                </c:pt>
                <c:pt idx="5778">
                  <c:v>43000</c:v>
                </c:pt>
                <c:pt idx="5779">
                  <c:v>42950</c:v>
                </c:pt>
                <c:pt idx="5780">
                  <c:v>42950</c:v>
                </c:pt>
                <c:pt idx="5781">
                  <c:v>42950</c:v>
                </c:pt>
                <c:pt idx="5782">
                  <c:v>42900</c:v>
                </c:pt>
                <c:pt idx="5783">
                  <c:v>42900</c:v>
                </c:pt>
                <c:pt idx="5784">
                  <c:v>42850</c:v>
                </c:pt>
                <c:pt idx="5785">
                  <c:v>42850</c:v>
                </c:pt>
                <c:pt idx="5786">
                  <c:v>42800</c:v>
                </c:pt>
                <c:pt idx="5787">
                  <c:v>42800</c:v>
                </c:pt>
                <c:pt idx="5788">
                  <c:v>42800</c:v>
                </c:pt>
                <c:pt idx="5789">
                  <c:v>42800</c:v>
                </c:pt>
                <c:pt idx="5790">
                  <c:v>42800</c:v>
                </c:pt>
                <c:pt idx="5791">
                  <c:v>42800</c:v>
                </c:pt>
                <c:pt idx="5792">
                  <c:v>42750</c:v>
                </c:pt>
                <c:pt idx="5793">
                  <c:v>42750</c:v>
                </c:pt>
                <c:pt idx="5794">
                  <c:v>42700</c:v>
                </c:pt>
                <c:pt idx="5795">
                  <c:v>42700</c:v>
                </c:pt>
                <c:pt idx="5796">
                  <c:v>42700</c:v>
                </c:pt>
                <c:pt idx="5797">
                  <c:v>42700</c:v>
                </c:pt>
                <c:pt idx="5798">
                  <c:v>42700</c:v>
                </c:pt>
                <c:pt idx="5799">
                  <c:v>42700</c:v>
                </c:pt>
                <c:pt idx="5800">
                  <c:v>42650</c:v>
                </c:pt>
                <c:pt idx="5801">
                  <c:v>42650</c:v>
                </c:pt>
                <c:pt idx="5802">
                  <c:v>42600</c:v>
                </c:pt>
                <c:pt idx="5803">
                  <c:v>42600</c:v>
                </c:pt>
                <c:pt idx="5804">
                  <c:v>42600</c:v>
                </c:pt>
                <c:pt idx="5805">
                  <c:v>42600</c:v>
                </c:pt>
                <c:pt idx="5806">
                  <c:v>42600</c:v>
                </c:pt>
                <c:pt idx="5807">
                  <c:v>42600</c:v>
                </c:pt>
                <c:pt idx="5808">
                  <c:v>42500</c:v>
                </c:pt>
                <c:pt idx="5809">
                  <c:v>42500</c:v>
                </c:pt>
                <c:pt idx="5810">
                  <c:v>42500</c:v>
                </c:pt>
                <c:pt idx="5811">
                  <c:v>42400</c:v>
                </c:pt>
                <c:pt idx="5812">
                  <c:v>42400</c:v>
                </c:pt>
                <c:pt idx="5813">
                  <c:v>42350</c:v>
                </c:pt>
                <c:pt idx="5814">
                  <c:v>42300</c:v>
                </c:pt>
                <c:pt idx="5815">
                  <c:v>42300</c:v>
                </c:pt>
                <c:pt idx="5816">
                  <c:v>42300</c:v>
                </c:pt>
                <c:pt idx="5817">
                  <c:v>42300</c:v>
                </c:pt>
                <c:pt idx="5818">
                  <c:v>42300</c:v>
                </c:pt>
                <c:pt idx="5819">
                  <c:v>42300</c:v>
                </c:pt>
                <c:pt idx="5820">
                  <c:v>42250</c:v>
                </c:pt>
                <c:pt idx="5821">
                  <c:v>42200</c:v>
                </c:pt>
                <c:pt idx="5822">
                  <c:v>42200</c:v>
                </c:pt>
                <c:pt idx="5823">
                  <c:v>42200</c:v>
                </c:pt>
                <c:pt idx="5824">
                  <c:v>42200</c:v>
                </c:pt>
                <c:pt idx="5825">
                  <c:v>42200</c:v>
                </c:pt>
                <c:pt idx="5826">
                  <c:v>42175</c:v>
                </c:pt>
                <c:pt idx="5827">
                  <c:v>42150</c:v>
                </c:pt>
                <c:pt idx="5828">
                  <c:v>42150</c:v>
                </c:pt>
                <c:pt idx="5829">
                  <c:v>42150</c:v>
                </c:pt>
                <c:pt idx="5830">
                  <c:v>42100</c:v>
                </c:pt>
                <c:pt idx="5831">
                  <c:v>42100</c:v>
                </c:pt>
                <c:pt idx="5832">
                  <c:v>42100</c:v>
                </c:pt>
                <c:pt idx="5833">
                  <c:v>42100</c:v>
                </c:pt>
                <c:pt idx="5834">
                  <c:v>42100</c:v>
                </c:pt>
                <c:pt idx="5835">
                  <c:v>42050</c:v>
                </c:pt>
                <c:pt idx="5836">
                  <c:v>42000</c:v>
                </c:pt>
                <c:pt idx="5837">
                  <c:v>42000</c:v>
                </c:pt>
                <c:pt idx="5838">
                  <c:v>42000</c:v>
                </c:pt>
                <c:pt idx="5839">
                  <c:v>42000</c:v>
                </c:pt>
                <c:pt idx="5840">
                  <c:v>42000</c:v>
                </c:pt>
                <c:pt idx="5841">
                  <c:v>42000</c:v>
                </c:pt>
                <c:pt idx="5842">
                  <c:v>41960</c:v>
                </c:pt>
                <c:pt idx="5843">
                  <c:v>41950</c:v>
                </c:pt>
                <c:pt idx="5844">
                  <c:v>41900</c:v>
                </c:pt>
                <c:pt idx="5845">
                  <c:v>41900</c:v>
                </c:pt>
                <c:pt idx="5846">
                  <c:v>41900</c:v>
                </c:pt>
                <c:pt idx="5847">
                  <c:v>41900</c:v>
                </c:pt>
                <c:pt idx="5848">
                  <c:v>41900</c:v>
                </c:pt>
                <c:pt idx="5849">
                  <c:v>41900</c:v>
                </c:pt>
                <c:pt idx="5850">
                  <c:v>41900</c:v>
                </c:pt>
                <c:pt idx="5851">
                  <c:v>41900</c:v>
                </c:pt>
                <c:pt idx="5852">
                  <c:v>41800</c:v>
                </c:pt>
                <c:pt idx="5853">
                  <c:v>41800</c:v>
                </c:pt>
                <c:pt idx="5854">
                  <c:v>41800</c:v>
                </c:pt>
                <c:pt idx="5855">
                  <c:v>41800</c:v>
                </c:pt>
                <c:pt idx="5856">
                  <c:v>41800</c:v>
                </c:pt>
                <c:pt idx="5857">
                  <c:v>41750</c:v>
                </c:pt>
                <c:pt idx="5858">
                  <c:v>41750</c:v>
                </c:pt>
                <c:pt idx="5859">
                  <c:v>41750</c:v>
                </c:pt>
                <c:pt idx="5860">
                  <c:v>41750</c:v>
                </c:pt>
                <c:pt idx="5861">
                  <c:v>41750</c:v>
                </c:pt>
                <c:pt idx="5862">
                  <c:v>41700</c:v>
                </c:pt>
                <c:pt idx="5863">
                  <c:v>41700</c:v>
                </c:pt>
                <c:pt idx="5864">
                  <c:v>41700</c:v>
                </c:pt>
                <c:pt idx="5865">
                  <c:v>41700</c:v>
                </c:pt>
                <c:pt idx="5866">
                  <c:v>41700</c:v>
                </c:pt>
                <c:pt idx="5867">
                  <c:v>41650</c:v>
                </c:pt>
                <c:pt idx="5868">
                  <c:v>41600</c:v>
                </c:pt>
                <c:pt idx="5869">
                  <c:v>41600</c:v>
                </c:pt>
                <c:pt idx="5870">
                  <c:v>41600</c:v>
                </c:pt>
                <c:pt idx="5871">
                  <c:v>41600</c:v>
                </c:pt>
                <c:pt idx="5872">
                  <c:v>41600</c:v>
                </c:pt>
                <c:pt idx="5873">
                  <c:v>41600</c:v>
                </c:pt>
                <c:pt idx="5874">
                  <c:v>41600</c:v>
                </c:pt>
                <c:pt idx="5875">
                  <c:v>41550</c:v>
                </c:pt>
                <c:pt idx="5876">
                  <c:v>41550</c:v>
                </c:pt>
                <c:pt idx="5877">
                  <c:v>41500</c:v>
                </c:pt>
                <c:pt idx="5878">
                  <c:v>41500</c:v>
                </c:pt>
                <c:pt idx="5879">
                  <c:v>41500</c:v>
                </c:pt>
                <c:pt idx="5880">
                  <c:v>41500</c:v>
                </c:pt>
                <c:pt idx="5881">
                  <c:v>41500</c:v>
                </c:pt>
                <c:pt idx="5882">
                  <c:v>41500</c:v>
                </c:pt>
                <c:pt idx="5883">
                  <c:v>41500</c:v>
                </c:pt>
                <c:pt idx="5884">
                  <c:v>41500</c:v>
                </c:pt>
                <c:pt idx="5885">
                  <c:v>41500</c:v>
                </c:pt>
                <c:pt idx="5886">
                  <c:v>41500</c:v>
                </c:pt>
                <c:pt idx="5887">
                  <c:v>41500</c:v>
                </c:pt>
                <c:pt idx="5888">
                  <c:v>41400</c:v>
                </c:pt>
                <c:pt idx="5889">
                  <c:v>41400</c:v>
                </c:pt>
                <c:pt idx="5890">
                  <c:v>41400</c:v>
                </c:pt>
                <c:pt idx="5891">
                  <c:v>41400</c:v>
                </c:pt>
                <c:pt idx="5892">
                  <c:v>41400</c:v>
                </c:pt>
                <c:pt idx="5893">
                  <c:v>41350</c:v>
                </c:pt>
                <c:pt idx="5894">
                  <c:v>41300</c:v>
                </c:pt>
                <c:pt idx="5895">
                  <c:v>41300</c:v>
                </c:pt>
                <c:pt idx="5896">
                  <c:v>41300</c:v>
                </c:pt>
                <c:pt idx="5897">
                  <c:v>41300</c:v>
                </c:pt>
                <c:pt idx="5898">
                  <c:v>41300</c:v>
                </c:pt>
                <c:pt idx="5899">
                  <c:v>41300</c:v>
                </c:pt>
                <c:pt idx="5900">
                  <c:v>41300</c:v>
                </c:pt>
                <c:pt idx="5901">
                  <c:v>41250</c:v>
                </c:pt>
                <c:pt idx="5902">
                  <c:v>41200</c:v>
                </c:pt>
                <c:pt idx="5903">
                  <c:v>41200</c:v>
                </c:pt>
                <c:pt idx="5904">
                  <c:v>41200</c:v>
                </c:pt>
                <c:pt idx="5905">
                  <c:v>41200</c:v>
                </c:pt>
                <c:pt idx="5906">
                  <c:v>41200</c:v>
                </c:pt>
                <c:pt idx="5907">
                  <c:v>41150</c:v>
                </c:pt>
                <c:pt idx="5908">
                  <c:v>41100</c:v>
                </c:pt>
                <c:pt idx="5909">
                  <c:v>41100</c:v>
                </c:pt>
                <c:pt idx="5910">
                  <c:v>41100</c:v>
                </c:pt>
                <c:pt idx="5911">
                  <c:v>41100</c:v>
                </c:pt>
                <c:pt idx="5912">
                  <c:v>41100</c:v>
                </c:pt>
                <c:pt idx="5913">
                  <c:v>41050</c:v>
                </c:pt>
                <c:pt idx="5914">
                  <c:v>41000</c:v>
                </c:pt>
                <c:pt idx="5915">
                  <c:v>41000</c:v>
                </c:pt>
                <c:pt idx="5916">
                  <c:v>41000</c:v>
                </c:pt>
                <c:pt idx="5917">
                  <c:v>41000</c:v>
                </c:pt>
                <c:pt idx="5918">
                  <c:v>41000</c:v>
                </c:pt>
                <c:pt idx="5919">
                  <c:v>41000</c:v>
                </c:pt>
                <c:pt idx="5920">
                  <c:v>40900</c:v>
                </c:pt>
                <c:pt idx="5921">
                  <c:v>40900</c:v>
                </c:pt>
                <c:pt idx="5922">
                  <c:v>40900</c:v>
                </c:pt>
                <c:pt idx="5923">
                  <c:v>40875</c:v>
                </c:pt>
                <c:pt idx="5924">
                  <c:v>40850</c:v>
                </c:pt>
                <c:pt idx="5925">
                  <c:v>40800</c:v>
                </c:pt>
                <c:pt idx="5926">
                  <c:v>40800</c:v>
                </c:pt>
                <c:pt idx="5927">
                  <c:v>40800</c:v>
                </c:pt>
                <c:pt idx="5928">
                  <c:v>40800</c:v>
                </c:pt>
                <c:pt idx="5929">
                  <c:v>40750</c:v>
                </c:pt>
                <c:pt idx="5930">
                  <c:v>40750</c:v>
                </c:pt>
                <c:pt idx="5931">
                  <c:v>40700</c:v>
                </c:pt>
                <c:pt idx="5932">
                  <c:v>40700</c:v>
                </c:pt>
                <c:pt idx="5933">
                  <c:v>40700</c:v>
                </c:pt>
                <c:pt idx="5934">
                  <c:v>40700</c:v>
                </c:pt>
                <c:pt idx="5935">
                  <c:v>40700</c:v>
                </c:pt>
                <c:pt idx="5936">
                  <c:v>40700</c:v>
                </c:pt>
                <c:pt idx="5937">
                  <c:v>40650</c:v>
                </c:pt>
                <c:pt idx="5938">
                  <c:v>40600</c:v>
                </c:pt>
                <c:pt idx="5939">
                  <c:v>40600</c:v>
                </c:pt>
                <c:pt idx="5940">
                  <c:v>40600</c:v>
                </c:pt>
                <c:pt idx="5941">
                  <c:v>40600</c:v>
                </c:pt>
                <c:pt idx="5942">
                  <c:v>40600</c:v>
                </c:pt>
                <c:pt idx="5943">
                  <c:v>40600</c:v>
                </c:pt>
                <c:pt idx="5944">
                  <c:v>40600</c:v>
                </c:pt>
                <c:pt idx="5945">
                  <c:v>40575</c:v>
                </c:pt>
                <c:pt idx="5946">
                  <c:v>40550</c:v>
                </c:pt>
                <c:pt idx="5947">
                  <c:v>40500</c:v>
                </c:pt>
                <c:pt idx="5948">
                  <c:v>40500</c:v>
                </c:pt>
                <c:pt idx="5949">
                  <c:v>40500</c:v>
                </c:pt>
                <c:pt idx="5950">
                  <c:v>40500</c:v>
                </c:pt>
                <c:pt idx="5951">
                  <c:v>40500</c:v>
                </c:pt>
                <c:pt idx="5952">
                  <c:v>40500</c:v>
                </c:pt>
                <c:pt idx="5953">
                  <c:v>40500</c:v>
                </c:pt>
                <c:pt idx="5954">
                  <c:v>40450</c:v>
                </c:pt>
                <c:pt idx="5955">
                  <c:v>40400</c:v>
                </c:pt>
                <c:pt idx="5956">
                  <c:v>40400</c:v>
                </c:pt>
                <c:pt idx="5957">
                  <c:v>40400</c:v>
                </c:pt>
                <c:pt idx="5958">
                  <c:v>40400</c:v>
                </c:pt>
                <c:pt idx="5959">
                  <c:v>40350</c:v>
                </c:pt>
                <c:pt idx="5960">
                  <c:v>40300</c:v>
                </c:pt>
                <c:pt idx="5961">
                  <c:v>40300</c:v>
                </c:pt>
                <c:pt idx="5962">
                  <c:v>40300</c:v>
                </c:pt>
                <c:pt idx="5963">
                  <c:v>40300</c:v>
                </c:pt>
                <c:pt idx="5964">
                  <c:v>40300</c:v>
                </c:pt>
                <c:pt idx="5965">
                  <c:v>40300</c:v>
                </c:pt>
                <c:pt idx="5966">
                  <c:v>40300</c:v>
                </c:pt>
                <c:pt idx="5967">
                  <c:v>40300</c:v>
                </c:pt>
                <c:pt idx="5968">
                  <c:v>40300</c:v>
                </c:pt>
                <c:pt idx="5969">
                  <c:v>40250</c:v>
                </c:pt>
                <c:pt idx="5970">
                  <c:v>40250</c:v>
                </c:pt>
                <c:pt idx="5971">
                  <c:v>40250</c:v>
                </c:pt>
                <c:pt idx="5972">
                  <c:v>40250</c:v>
                </c:pt>
                <c:pt idx="5973">
                  <c:v>40250</c:v>
                </c:pt>
                <c:pt idx="5974">
                  <c:v>40200</c:v>
                </c:pt>
                <c:pt idx="5975">
                  <c:v>40200</c:v>
                </c:pt>
                <c:pt idx="5976">
                  <c:v>40200</c:v>
                </c:pt>
                <c:pt idx="5977">
                  <c:v>40200</c:v>
                </c:pt>
                <c:pt idx="5978">
                  <c:v>40200</c:v>
                </c:pt>
                <c:pt idx="5979">
                  <c:v>40000</c:v>
                </c:pt>
                <c:pt idx="5980">
                  <c:v>40000</c:v>
                </c:pt>
                <c:pt idx="5981">
                  <c:v>40000</c:v>
                </c:pt>
                <c:pt idx="5982">
                  <c:v>40000</c:v>
                </c:pt>
                <c:pt idx="5983">
                  <c:v>40000</c:v>
                </c:pt>
                <c:pt idx="5984">
                  <c:v>40000</c:v>
                </c:pt>
                <c:pt idx="5985">
                  <c:v>40000</c:v>
                </c:pt>
                <c:pt idx="5986">
                  <c:v>40000</c:v>
                </c:pt>
                <c:pt idx="5987">
                  <c:v>40000</c:v>
                </c:pt>
                <c:pt idx="5988">
                  <c:v>40000</c:v>
                </c:pt>
                <c:pt idx="5989">
                  <c:v>40000</c:v>
                </c:pt>
                <c:pt idx="5990">
                  <c:v>40000</c:v>
                </c:pt>
                <c:pt idx="5991">
                  <c:v>40000</c:v>
                </c:pt>
                <c:pt idx="5992">
                  <c:v>39950</c:v>
                </c:pt>
                <c:pt idx="5993">
                  <c:v>39950</c:v>
                </c:pt>
                <c:pt idx="5994">
                  <c:v>39900</c:v>
                </c:pt>
                <c:pt idx="5995">
                  <c:v>39900</c:v>
                </c:pt>
                <c:pt idx="5996">
                  <c:v>39900</c:v>
                </c:pt>
                <c:pt idx="5997">
                  <c:v>39900</c:v>
                </c:pt>
                <c:pt idx="5998">
                  <c:v>39900</c:v>
                </c:pt>
                <c:pt idx="5999">
                  <c:v>39900</c:v>
                </c:pt>
                <c:pt idx="6000">
                  <c:v>39850</c:v>
                </c:pt>
                <c:pt idx="6001">
                  <c:v>39800</c:v>
                </c:pt>
                <c:pt idx="6002">
                  <c:v>39800</c:v>
                </c:pt>
                <c:pt idx="6003">
                  <c:v>39800</c:v>
                </c:pt>
                <c:pt idx="6004">
                  <c:v>39800</c:v>
                </c:pt>
                <c:pt idx="6005">
                  <c:v>39800</c:v>
                </c:pt>
                <c:pt idx="6006">
                  <c:v>39800</c:v>
                </c:pt>
                <c:pt idx="6007">
                  <c:v>39800</c:v>
                </c:pt>
                <c:pt idx="6008">
                  <c:v>39800</c:v>
                </c:pt>
                <c:pt idx="6009">
                  <c:v>39800</c:v>
                </c:pt>
                <c:pt idx="6010">
                  <c:v>39800</c:v>
                </c:pt>
                <c:pt idx="6011">
                  <c:v>39800</c:v>
                </c:pt>
                <c:pt idx="6012">
                  <c:v>39800</c:v>
                </c:pt>
                <c:pt idx="6013">
                  <c:v>39750</c:v>
                </c:pt>
                <c:pt idx="6014">
                  <c:v>39750</c:v>
                </c:pt>
                <c:pt idx="6015">
                  <c:v>39700</c:v>
                </c:pt>
                <c:pt idx="6016">
                  <c:v>39700</c:v>
                </c:pt>
                <c:pt idx="6017">
                  <c:v>39700</c:v>
                </c:pt>
                <c:pt idx="6018">
                  <c:v>39700</c:v>
                </c:pt>
                <c:pt idx="6019">
                  <c:v>39700</c:v>
                </c:pt>
                <c:pt idx="6020">
                  <c:v>39600</c:v>
                </c:pt>
                <c:pt idx="6021">
                  <c:v>39600</c:v>
                </c:pt>
                <c:pt idx="6022">
                  <c:v>39600</c:v>
                </c:pt>
                <c:pt idx="6023">
                  <c:v>39600</c:v>
                </c:pt>
                <c:pt idx="6024">
                  <c:v>39600</c:v>
                </c:pt>
                <c:pt idx="6025">
                  <c:v>39600</c:v>
                </c:pt>
                <c:pt idx="6026">
                  <c:v>39550</c:v>
                </c:pt>
                <c:pt idx="6027">
                  <c:v>39500</c:v>
                </c:pt>
                <c:pt idx="6028">
                  <c:v>39500</c:v>
                </c:pt>
                <c:pt idx="6029">
                  <c:v>39500</c:v>
                </c:pt>
                <c:pt idx="6030">
                  <c:v>39500</c:v>
                </c:pt>
                <c:pt idx="6031">
                  <c:v>39425</c:v>
                </c:pt>
                <c:pt idx="6032">
                  <c:v>39400</c:v>
                </c:pt>
                <c:pt idx="6033">
                  <c:v>39400</c:v>
                </c:pt>
                <c:pt idx="6034">
                  <c:v>39400</c:v>
                </c:pt>
                <c:pt idx="6035">
                  <c:v>39400</c:v>
                </c:pt>
                <c:pt idx="6036">
                  <c:v>39400</c:v>
                </c:pt>
                <c:pt idx="6037">
                  <c:v>39400</c:v>
                </c:pt>
                <c:pt idx="6038">
                  <c:v>39400</c:v>
                </c:pt>
                <c:pt idx="6039">
                  <c:v>39400</c:v>
                </c:pt>
                <c:pt idx="6040">
                  <c:v>39350</c:v>
                </c:pt>
                <c:pt idx="6041">
                  <c:v>39300</c:v>
                </c:pt>
                <c:pt idx="6042">
                  <c:v>39300</c:v>
                </c:pt>
                <c:pt idx="6043">
                  <c:v>39300</c:v>
                </c:pt>
                <c:pt idx="6044">
                  <c:v>39300</c:v>
                </c:pt>
                <c:pt idx="6045">
                  <c:v>39300</c:v>
                </c:pt>
                <c:pt idx="6046">
                  <c:v>39300</c:v>
                </c:pt>
                <c:pt idx="6047">
                  <c:v>39250</c:v>
                </c:pt>
                <c:pt idx="6048">
                  <c:v>39250</c:v>
                </c:pt>
                <c:pt idx="6049">
                  <c:v>39200</c:v>
                </c:pt>
                <c:pt idx="6050">
                  <c:v>39200</c:v>
                </c:pt>
                <c:pt idx="6051">
                  <c:v>39200</c:v>
                </c:pt>
                <c:pt idx="6052">
                  <c:v>39200</c:v>
                </c:pt>
                <c:pt idx="6053">
                  <c:v>39200</c:v>
                </c:pt>
                <c:pt idx="6054">
                  <c:v>39200</c:v>
                </c:pt>
                <c:pt idx="6055">
                  <c:v>39200</c:v>
                </c:pt>
                <c:pt idx="6056">
                  <c:v>39200</c:v>
                </c:pt>
                <c:pt idx="6057">
                  <c:v>39200</c:v>
                </c:pt>
                <c:pt idx="6058">
                  <c:v>39200</c:v>
                </c:pt>
                <c:pt idx="6059">
                  <c:v>39150</c:v>
                </c:pt>
                <c:pt idx="6060">
                  <c:v>39100</c:v>
                </c:pt>
                <c:pt idx="6061">
                  <c:v>39100</c:v>
                </c:pt>
                <c:pt idx="6062">
                  <c:v>39100</c:v>
                </c:pt>
                <c:pt idx="6063">
                  <c:v>39100</c:v>
                </c:pt>
                <c:pt idx="6064">
                  <c:v>39050</c:v>
                </c:pt>
                <c:pt idx="6065">
                  <c:v>39050</c:v>
                </c:pt>
                <c:pt idx="6066">
                  <c:v>39000</c:v>
                </c:pt>
                <c:pt idx="6067">
                  <c:v>39000</c:v>
                </c:pt>
                <c:pt idx="6068">
                  <c:v>39000</c:v>
                </c:pt>
                <c:pt idx="6069">
                  <c:v>39000</c:v>
                </c:pt>
                <c:pt idx="6070">
                  <c:v>39000</c:v>
                </c:pt>
                <c:pt idx="6071">
                  <c:v>39000</c:v>
                </c:pt>
                <c:pt idx="6072">
                  <c:v>39000</c:v>
                </c:pt>
                <c:pt idx="6073">
                  <c:v>39000</c:v>
                </c:pt>
                <c:pt idx="6074">
                  <c:v>39000</c:v>
                </c:pt>
                <c:pt idx="6075">
                  <c:v>39000</c:v>
                </c:pt>
                <c:pt idx="6076">
                  <c:v>39000</c:v>
                </c:pt>
                <c:pt idx="6077">
                  <c:v>39000</c:v>
                </c:pt>
                <c:pt idx="6078">
                  <c:v>39000</c:v>
                </c:pt>
                <c:pt idx="6079">
                  <c:v>38950</c:v>
                </c:pt>
                <c:pt idx="6080">
                  <c:v>38950</c:v>
                </c:pt>
                <c:pt idx="6081">
                  <c:v>38950</c:v>
                </c:pt>
                <c:pt idx="6082">
                  <c:v>38950</c:v>
                </c:pt>
                <c:pt idx="6083">
                  <c:v>38900</c:v>
                </c:pt>
                <c:pt idx="6084">
                  <c:v>38900</c:v>
                </c:pt>
                <c:pt idx="6085">
                  <c:v>38900</c:v>
                </c:pt>
                <c:pt idx="6086">
                  <c:v>38900</c:v>
                </c:pt>
                <c:pt idx="6087">
                  <c:v>38900</c:v>
                </c:pt>
                <c:pt idx="6088">
                  <c:v>38900</c:v>
                </c:pt>
                <c:pt idx="6089">
                  <c:v>38900</c:v>
                </c:pt>
                <c:pt idx="6090">
                  <c:v>38900</c:v>
                </c:pt>
                <c:pt idx="6091">
                  <c:v>38900</c:v>
                </c:pt>
                <c:pt idx="6092">
                  <c:v>38850</c:v>
                </c:pt>
                <c:pt idx="6093">
                  <c:v>38800</c:v>
                </c:pt>
                <c:pt idx="6094">
                  <c:v>38800</c:v>
                </c:pt>
                <c:pt idx="6095">
                  <c:v>38800</c:v>
                </c:pt>
                <c:pt idx="6096">
                  <c:v>38800</c:v>
                </c:pt>
                <c:pt idx="6097">
                  <c:v>38800</c:v>
                </c:pt>
                <c:pt idx="6098">
                  <c:v>38800</c:v>
                </c:pt>
                <c:pt idx="6099">
                  <c:v>38700</c:v>
                </c:pt>
                <c:pt idx="6100">
                  <c:v>38700</c:v>
                </c:pt>
                <c:pt idx="6101">
                  <c:v>38700</c:v>
                </c:pt>
                <c:pt idx="6102">
                  <c:v>38700</c:v>
                </c:pt>
                <c:pt idx="6103">
                  <c:v>38700</c:v>
                </c:pt>
                <c:pt idx="6104">
                  <c:v>38700</c:v>
                </c:pt>
                <c:pt idx="6105">
                  <c:v>38700</c:v>
                </c:pt>
                <c:pt idx="6106">
                  <c:v>38700</c:v>
                </c:pt>
                <c:pt idx="6107">
                  <c:v>38650</c:v>
                </c:pt>
                <c:pt idx="6108">
                  <c:v>38650</c:v>
                </c:pt>
                <c:pt idx="6109">
                  <c:v>38650</c:v>
                </c:pt>
                <c:pt idx="6110">
                  <c:v>38600</c:v>
                </c:pt>
                <c:pt idx="6111">
                  <c:v>38600</c:v>
                </c:pt>
                <c:pt idx="6112">
                  <c:v>38600</c:v>
                </c:pt>
                <c:pt idx="6113">
                  <c:v>38600</c:v>
                </c:pt>
                <c:pt idx="6114">
                  <c:v>38600</c:v>
                </c:pt>
                <c:pt idx="6115">
                  <c:v>38500</c:v>
                </c:pt>
                <c:pt idx="6116">
                  <c:v>38500</c:v>
                </c:pt>
                <c:pt idx="6117">
                  <c:v>38500</c:v>
                </c:pt>
                <c:pt idx="6118">
                  <c:v>38500</c:v>
                </c:pt>
                <c:pt idx="6119">
                  <c:v>38500</c:v>
                </c:pt>
                <c:pt idx="6120">
                  <c:v>38400</c:v>
                </c:pt>
                <c:pt idx="6121">
                  <c:v>38400</c:v>
                </c:pt>
                <c:pt idx="6122">
                  <c:v>38400</c:v>
                </c:pt>
                <c:pt idx="6123">
                  <c:v>38400</c:v>
                </c:pt>
                <c:pt idx="6124">
                  <c:v>38300</c:v>
                </c:pt>
                <c:pt idx="6125">
                  <c:v>38300</c:v>
                </c:pt>
                <c:pt idx="6126">
                  <c:v>38300</c:v>
                </c:pt>
                <c:pt idx="6127">
                  <c:v>38300</c:v>
                </c:pt>
                <c:pt idx="6128">
                  <c:v>38275</c:v>
                </c:pt>
                <c:pt idx="6129">
                  <c:v>38250</c:v>
                </c:pt>
                <c:pt idx="6130">
                  <c:v>38200</c:v>
                </c:pt>
                <c:pt idx="6131">
                  <c:v>38200</c:v>
                </c:pt>
                <c:pt idx="6132">
                  <c:v>38200</c:v>
                </c:pt>
                <c:pt idx="6133">
                  <c:v>38200</c:v>
                </c:pt>
                <c:pt idx="6134">
                  <c:v>38200</c:v>
                </c:pt>
                <c:pt idx="6135">
                  <c:v>38200</c:v>
                </c:pt>
                <c:pt idx="6136">
                  <c:v>38200</c:v>
                </c:pt>
                <c:pt idx="6137">
                  <c:v>38200</c:v>
                </c:pt>
                <c:pt idx="6138">
                  <c:v>38200</c:v>
                </c:pt>
                <c:pt idx="6139">
                  <c:v>38200</c:v>
                </c:pt>
                <c:pt idx="6140">
                  <c:v>38200</c:v>
                </c:pt>
                <c:pt idx="6141">
                  <c:v>38100</c:v>
                </c:pt>
                <c:pt idx="6142">
                  <c:v>38100</c:v>
                </c:pt>
                <c:pt idx="6143">
                  <c:v>38100</c:v>
                </c:pt>
                <c:pt idx="6144">
                  <c:v>38100</c:v>
                </c:pt>
                <c:pt idx="6145">
                  <c:v>38100</c:v>
                </c:pt>
                <c:pt idx="6146">
                  <c:v>38100</c:v>
                </c:pt>
                <c:pt idx="6147">
                  <c:v>38100</c:v>
                </c:pt>
                <c:pt idx="6148">
                  <c:v>38100</c:v>
                </c:pt>
                <c:pt idx="6149">
                  <c:v>38050</c:v>
                </c:pt>
                <c:pt idx="6150">
                  <c:v>38000</c:v>
                </c:pt>
                <c:pt idx="6151">
                  <c:v>38000</c:v>
                </c:pt>
                <c:pt idx="6152">
                  <c:v>38000</c:v>
                </c:pt>
                <c:pt idx="6153">
                  <c:v>38000</c:v>
                </c:pt>
                <c:pt idx="6154">
                  <c:v>38000</c:v>
                </c:pt>
                <c:pt idx="6155">
                  <c:v>38000</c:v>
                </c:pt>
                <c:pt idx="6156">
                  <c:v>38000</c:v>
                </c:pt>
                <c:pt idx="6157">
                  <c:v>38000</c:v>
                </c:pt>
                <c:pt idx="6158">
                  <c:v>38000</c:v>
                </c:pt>
                <c:pt idx="6159">
                  <c:v>38000</c:v>
                </c:pt>
                <c:pt idx="6160">
                  <c:v>38000</c:v>
                </c:pt>
                <c:pt idx="6161">
                  <c:v>38000</c:v>
                </c:pt>
                <c:pt idx="6162">
                  <c:v>37950</c:v>
                </c:pt>
                <c:pt idx="6163">
                  <c:v>37900</c:v>
                </c:pt>
                <c:pt idx="6164">
                  <c:v>37900</c:v>
                </c:pt>
                <c:pt idx="6165">
                  <c:v>37900</c:v>
                </c:pt>
                <c:pt idx="6166">
                  <c:v>37900</c:v>
                </c:pt>
                <c:pt idx="6167">
                  <c:v>37900</c:v>
                </c:pt>
                <c:pt idx="6168">
                  <c:v>37900</c:v>
                </c:pt>
                <c:pt idx="6169">
                  <c:v>37900</c:v>
                </c:pt>
                <c:pt idx="6170">
                  <c:v>37850</c:v>
                </c:pt>
                <c:pt idx="6171">
                  <c:v>37850</c:v>
                </c:pt>
                <c:pt idx="6172">
                  <c:v>37850</c:v>
                </c:pt>
                <c:pt idx="6173">
                  <c:v>37850</c:v>
                </c:pt>
                <c:pt idx="6174">
                  <c:v>37850</c:v>
                </c:pt>
                <c:pt idx="6175">
                  <c:v>37750</c:v>
                </c:pt>
                <c:pt idx="6176">
                  <c:v>37750</c:v>
                </c:pt>
                <c:pt idx="6177">
                  <c:v>37700</c:v>
                </c:pt>
                <c:pt idx="6178">
                  <c:v>37700</c:v>
                </c:pt>
                <c:pt idx="6179">
                  <c:v>37700</c:v>
                </c:pt>
                <c:pt idx="6180">
                  <c:v>37700</c:v>
                </c:pt>
                <c:pt idx="6181">
                  <c:v>37700</c:v>
                </c:pt>
                <c:pt idx="6182">
                  <c:v>37700</c:v>
                </c:pt>
                <c:pt idx="6183">
                  <c:v>37650</c:v>
                </c:pt>
                <c:pt idx="6184">
                  <c:v>37650</c:v>
                </c:pt>
                <c:pt idx="6185">
                  <c:v>37650</c:v>
                </c:pt>
                <c:pt idx="6186">
                  <c:v>37600</c:v>
                </c:pt>
                <c:pt idx="6187">
                  <c:v>37600</c:v>
                </c:pt>
                <c:pt idx="6188">
                  <c:v>37600</c:v>
                </c:pt>
                <c:pt idx="6189">
                  <c:v>37600</c:v>
                </c:pt>
                <c:pt idx="6190">
                  <c:v>37600</c:v>
                </c:pt>
                <c:pt idx="6191">
                  <c:v>37600</c:v>
                </c:pt>
                <c:pt idx="6192">
                  <c:v>37600</c:v>
                </c:pt>
                <c:pt idx="6193">
                  <c:v>37550</c:v>
                </c:pt>
                <c:pt idx="6194">
                  <c:v>37500</c:v>
                </c:pt>
                <c:pt idx="6195">
                  <c:v>37500</c:v>
                </c:pt>
                <c:pt idx="6196">
                  <c:v>37500</c:v>
                </c:pt>
                <c:pt idx="6197">
                  <c:v>37500</c:v>
                </c:pt>
                <c:pt idx="6198">
                  <c:v>37500</c:v>
                </c:pt>
                <c:pt idx="6199">
                  <c:v>37500</c:v>
                </c:pt>
                <c:pt idx="6200">
                  <c:v>37500</c:v>
                </c:pt>
                <c:pt idx="6201">
                  <c:v>37500</c:v>
                </c:pt>
                <c:pt idx="6202">
                  <c:v>37500</c:v>
                </c:pt>
                <c:pt idx="6203">
                  <c:v>37500</c:v>
                </c:pt>
                <c:pt idx="6204">
                  <c:v>37500</c:v>
                </c:pt>
                <c:pt idx="6205">
                  <c:v>37400</c:v>
                </c:pt>
                <c:pt idx="6206">
                  <c:v>37400</c:v>
                </c:pt>
                <c:pt idx="6207">
                  <c:v>37400</c:v>
                </c:pt>
                <c:pt idx="6208">
                  <c:v>37400</c:v>
                </c:pt>
                <c:pt idx="6209">
                  <c:v>37300</c:v>
                </c:pt>
                <c:pt idx="6210">
                  <c:v>37300</c:v>
                </c:pt>
                <c:pt idx="6211">
                  <c:v>37300</c:v>
                </c:pt>
                <c:pt idx="6212">
                  <c:v>37250</c:v>
                </c:pt>
                <c:pt idx="6213">
                  <c:v>37250</c:v>
                </c:pt>
                <c:pt idx="6214">
                  <c:v>37200</c:v>
                </c:pt>
                <c:pt idx="6215">
                  <c:v>37200</c:v>
                </c:pt>
                <c:pt idx="6216">
                  <c:v>37200</c:v>
                </c:pt>
                <c:pt idx="6217">
                  <c:v>37200</c:v>
                </c:pt>
                <c:pt idx="6218">
                  <c:v>37200</c:v>
                </c:pt>
                <c:pt idx="6219">
                  <c:v>37200</c:v>
                </c:pt>
                <c:pt idx="6220">
                  <c:v>37200</c:v>
                </c:pt>
                <c:pt idx="6221">
                  <c:v>37200</c:v>
                </c:pt>
                <c:pt idx="6222">
                  <c:v>37150</c:v>
                </c:pt>
                <c:pt idx="6223">
                  <c:v>37150</c:v>
                </c:pt>
                <c:pt idx="6224">
                  <c:v>37125</c:v>
                </c:pt>
                <c:pt idx="6225">
                  <c:v>37100</c:v>
                </c:pt>
                <c:pt idx="6226">
                  <c:v>37100</c:v>
                </c:pt>
                <c:pt idx="6227">
                  <c:v>37100</c:v>
                </c:pt>
                <c:pt idx="6228">
                  <c:v>37100</c:v>
                </c:pt>
                <c:pt idx="6229">
                  <c:v>37100</c:v>
                </c:pt>
                <c:pt idx="6230">
                  <c:v>37100</c:v>
                </c:pt>
                <c:pt idx="6231">
                  <c:v>37050</c:v>
                </c:pt>
                <c:pt idx="6232">
                  <c:v>37000</c:v>
                </c:pt>
                <c:pt idx="6233">
                  <c:v>37000</c:v>
                </c:pt>
                <c:pt idx="6234">
                  <c:v>37000</c:v>
                </c:pt>
                <c:pt idx="6235">
                  <c:v>37000</c:v>
                </c:pt>
                <c:pt idx="6236">
                  <c:v>37000</c:v>
                </c:pt>
                <c:pt idx="6237">
                  <c:v>37000</c:v>
                </c:pt>
                <c:pt idx="6238">
                  <c:v>37000</c:v>
                </c:pt>
                <c:pt idx="6239">
                  <c:v>37000</c:v>
                </c:pt>
                <c:pt idx="6240">
                  <c:v>36900</c:v>
                </c:pt>
                <c:pt idx="6241">
                  <c:v>36900</c:v>
                </c:pt>
                <c:pt idx="6242">
                  <c:v>36900</c:v>
                </c:pt>
                <c:pt idx="6243">
                  <c:v>36900</c:v>
                </c:pt>
                <c:pt idx="6244">
                  <c:v>36800</c:v>
                </c:pt>
                <c:pt idx="6245">
                  <c:v>36800</c:v>
                </c:pt>
                <c:pt idx="6246">
                  <c:v>36800</c:v>
                </c:pt>
                <c:pt idx="6247">
                  <c:v>36800</c:v>
                </c:pt>
                <c:pt idx="6248">
                  <c:v>36800</c:v>
                </c:pt>
                <c:pt idx="6249">
                  <c:v>36800</c:v>
                </c:pt>
                <c:pt idx="6250">
                  <c:v>36750</c:v>
                </c:pt>
                <c:pt idx="6251">
                  <c:v>36750</c:v>
                </c:pt>
                <c:pt idx="6252">
                  <c:v>36700</c:v>
                </c:pt>
                <c:pt idx="6253">
                  <c:v>36700</c:v>
                </c:pt>
                <c:pt idx="6254">
                  <c:v>36700</c:v>
                </c:pt>
                <c:pt idx="6255">
                  <c:v>36700</c:v>
                </c:pt>
                <c:pt idx="6256">
                  <c:v>36650</c:v>
                </c:pt>
                <c:pt idx="6257">
                  <c:v>36650</c:v>
                </c:pt>
                <c:pt idx="6258">
                  <c:v>36600</c:v>
                </c:pt>
                <c:pt idx="6259">
                  <c:v>36600</c:v>
                </c:pt>
                <c:pt idx="6260">
                  <c:v>36600</c:v>
                </c:pt>
                <c:pt idx="6261">
                  <c:v>36600</c:v>
                </c:pt>
                <c:pt idx="6262">
                  <c:v>36600</c:v>
                </c:pt>
                <c:pt idx="6263">
                  <c:v>36600</c:v>
                </c:pt>
                <c:pt idx="6264">
                  <c:v>36500</c:v>
                </c:pt>
                <c:pt idx="6265">
                  <c:v>36500</c:v>
                </c:pt>
                <c:pt idx="6266">
                  <c:v>36500</c:v>
                </c:pt>
                <c:pt idx="6267">
                  <c:v>36500</c:v>
                </c:pt>
                <c:pt idx="6268">
                  <c:v>36500</c:v>
                </c:pt>
                <c:pt idx="6269">
                  <c:v>36500</c:v>
                </c:pt>
                <c:pt idx="6270">
                  <c:v>36400</c:v>
                </c:pt>
                <c:pt idx="6271">
                  <c:v>36400</c:v>
                </c:pt>
                <c:pt idx="6272">
                  <c:v>36400</c:v>
                </c:pt>
                <c:pt idx="6273">
                  <c:v>36400</c:v>
                </c:pt>
                <c:pt idx="6274">
                  <c:v>36400</c:v>
                </c:pt>
                <c:pt idx="6275">
                  <c:v>36400</c:v>
                </c:pt>
                <c:pt idx="6276">
                  <c:v>36400</c:v>
                </c:pt>
                <c:pt idx="6277">
                  <c:v>36400</c:v>
                </c:pt>
                <c:pt idx="6278">
                  <c:v>36400</c:v>
                </c:pt>
                <c:pt idx="6279">
                  <c:v>36400</c:v>
                </c:pt>
                <c:pt idx="6280">
                  <c:v>36300</c:v>
                </c:pt>
                <c:pt idx="6281">
                  <c:v>36300</c:v>
                </c:pt>
                <c:pt idx="6282">
                  <c:v>36300</c:v>
                </c:pt>
                <c:pt idx="6283">
                  <c:v>36300</c:v>
                </c:pt>
                <c:pt idx="6284">
                  <c:v>36300</c:v>
                </c:pt>
                <c:pt idx="6285">
                  <c:v>36300</c:v>
                </c:pt>
                <c:pt idx="6286">
                  <c:v>36250</c:v>
                </c:pt>
                <c:pt idx="6287">
                  <c:v>36200</c:v>
                </c:pt>
                <c:pt idx="6288">
                  <c:v>36200</c:v>
                </c:pt>
                <c:pt idx="6289">
                  <c:v>36200</c:v>
                </c:pt>
                <c:pt idx="6290">
                  <c:v>36200</c:v>
                </c:pt>
                <c:pt idx="6291">
                  <c:v>36200</c:v>
                </c:pt>
                <c:pt idx="6292">
                  <c:v>36200</c:v>
                </c:pt>
                <c:pt idx="6293">
                  <c:v>36200</c:v>
                </c:pt>
                <c:pt idx="6294">
                  <c:v>36150</c:v>
                </c:pt>
                <c:pt idx="6295">
                  <c:v>36150</c:v>
                </c:pt>
                <c:pt idx="6296">
                  <c:v>36150</c:v>
                </c:pt>
                <c:pt idx="6297">
                  <c:v>36100</c:v>
                </c:pt>
                <c:pt idx="6298">
                  <c:v>36100</c:v>
                </c:pt>
                <c:pt idx="6299">
                  <c:v>36100</c:v>
                </c:pt>
                <c:pt idx="6300">
                  <c:v>36100</c:v>
                </c:pt>
                <c:pt idx="6301">
                  <c:v>36100</c:v>
                </c:pt>
                <c:pt idx="6302">
                  <c:v>36100</c:v>
                </c:pt>
                <c:pt idx="6303">
                  <c:v>36050</c:v>
                </c:pt>
                <c:pt idx="6304">
                  <c:v>36050</c:v>
                </c:pt>
                <c:pt idx="6305">
                  <c:v>36050</c:v>
                </c:pt>
                <c:pt idx="6306">
                  <c:v>36050</c:v>
                </c:pt>
                <c:pt idx="6307">
                  <c:v>36050</c:v>
                </c:pt>
                <c:pt idx="6308">
                  <c:v>36048</c:v>
                </c:pt>
                <c:pt idx="6309">
                  <c:v>36000</c:v>
                </c:pt>
                <c:pt idx="6310">
                  <c:v>36000</c:v>
                </c:pt>
                <c:pt idx="6311">
                  <c:v>36000</c:v>
                </c:pt>
                <c:pt idx="6312">
                  <c:v>36000</c:v>
                </c:pt>
                <c:pt idx="6313">
                  <c:v>36000</c:v>
                </c:pt>
                <c:pt idx="6314">
                  <c:v>36000</c:v>
                </c:pt>
                <c:pt idx="6315">
                  <c:v>36000</c:v>
                </c:pt>
                <c:pt idx="6316">
                  <c:v>36000</c:v>
                </c:pt>
                <c:pt idx="6317">
                  <c:v>36000</c:v>
                </c:pt>
                <c:pt idx="6318">
                  <c:v>35950</c:v>
                </c:pt>
                <c:pt idx="6319">
                  <c:v>35900</c:v>
                </c:pt>
                <c:pt idx="6320">
                  <c:v>35900</c:v>
                </c:pt>
                <c:pt idx="6321">
                  <c:v>35900</c:v>
                </c:pt>
                <c:pt idx="6322">
                  <c:v>35900</c:v>
                </c:pt>
                <c:pt idx="6323">
                  <c:v>35850</c:v>
                </c:pt>
                <c:pt idx="6324">
                  <c:v>35800</c:v>
                </c:pt>
                <c:pt idx="6325">
                  <c:v>35800</c:v>
                </c:pt>
                <c:pt idx="6326">
                  <c:v>35800</c:v>
                </c:pt>
                <c:pt idx="6327">
                  <c:v>35800</c:v>
                </c:pt>
                <c:pt idx="6328">
                  <c:v>35800</c:v>
                </c:pt>
                <c:pt idx="6329">
                  <c:v>35800</c:v>
                </c:pt>
                <c:pt idx="6330">
                  <c:v>35800</c:v>
                </c:pt>
                <c:pt idx="6331">
                  <c:v>35800</c:v>
                </c:pt>
                <c:pt idx="6332">
                  <c:v>35800</c:v>
                </c:pt>
                <c:pt idx="6333">
                  <c:v>35750</c:v>
                </c:pt>
                <c:pt idx="6334">
                  <c:v>35750</c:v>
                </c:pt>
                <c:pt idx="6335">
                  <c:v>35750</c:v>
                </c:pt>
                <c:pt idx="6336">
                  <c:v>35700</c:v>
                </c:pt>
                <c:pt idx="6337">
                  <c:v>35700</c:v>
                </c:pt>
                <c:pt idx="6338">
                  <c:v>35700</c:v>
                </c:pt>
                <c:pt idx="6339">
                  <c:v>35700</c:v>
                </c:pt>
                <c:pt idx="6340">
                  <c:v>35600</c:v>
                </c:pt>
                <c:pt idx="6341">
                  <c:v>35600</c:v>
                </c:pt>
                <c:pt idx="6342">
                  <c:v>35600</c:v>
                </c:pt>
                <c:pt idx="6343">
                  <c:v>35600</c:v>
                </c:pt>
                <c:pt idx="6344">
                  <c:v>35600</c:v>
                </c:pt>
                <c:pt idx="6345">
                  <c:v>35575</c:v>
                </c:pt>
                <c:pt idx="6346">
                  <c:v>35550</c:v>
                </c:pt>
                <c:pt idx="6347">
                  <c:v>35500</c:v>
                </c:pt>
                <c:pt idx="6348">
                  <c:v>35500</c:v>
                </c:pt>
                <c:pt idx="6349">
                  <c:v>35500</c:v>
                </c:pt>
                <c:pt idx="6350">
                  <c:v>35500</c:v>
                </c:pt>
                <c:pt idx="6351">
                  <c:v>35450</c:v>
                </c:pt>
                <c:pt idx="6352">
                  <c:v>35400</c:v>
                </c:pt>
                <c:pt idx="6353">
                  <c:v>35400</c:v>
                </c:pt>
                <c:pt idx="6354">
                  <c:v>35400</c:v>
                </c:pt>
                <c:pt idx="6355">
                  <c:v>35400</c:v>
                </c:pt>
                <c:pt idx="6356">
                  <c:v>35400</c:v>
                </c:pt>
                <c:pt idx="6357">
                  <c:v>35400</c:v>
                </c:pt>
                <c:pt idx="6358">
                  <c:v>35400</c:v>
                </c:pt>
                <c:pt idx="6359">
                  <c:v>35350</c:v>
                </c:pt>
                <c:pt idx="6360">
                  <c:v>35300</c:v>
                </c:pt>
                <c:pt idx="6361">
                  <c:v>35300</c:v>
                </c:pt>
                <c:pt idx="6362">
                  <c:v>35300</c:v>
                </c:pt>
                <c:pt idx="6363">
                  <c:v>35300</c:v>
                </c:pt>
                <c:pt idx="6364">
                  <c:v>35300</c:v>
                </c:pt>
                <c:pt idx="6365">
                  <c:v>35300</c:v>
                </c:pt>
                <c:pt idx="6366">
                  <c:v>35300</c:v>
                </c:pt>
                <c:pt idx="6367">
                  <c:v>35200</c:v>
                </c:pt>
                <c:pt idx="6368">
                  <c:v>35200</c:v>
                </c:pt>
                <c:pt idx="6369">
                  <c:v>35200</c:v>
                </c:pt>
                <c:pt idx="6370">
                  <c:v>35150</c:v>
                </c:pt>
                <c:pt idx="6371">
                  <c:v>35150</c:v>
                </c:pt>
                <c:pt idx="6372">
                  <c:v>35100</c:v>
                </c:pt>
                <c:pt idx="6373">
                  <c:v>35100</c:v>
                </c:pt>
                <c:pt idx="6374">
                  <c:v>35100</c:v>
                </c:pt>
                <c:pt idx="6375">
                  <c:v>35100</c:v>
                </c:pt>
                <c:pt idx="6376">
                  <c:v>35100</c:v>
                </c:pt>
                <c:pt idx="6377">
                  <c:v>35100</c:v>
                </c:pt>
                <c:pt idx="6378">
                  <c:v>35100</c:v>
                </c:pt>
                <c:pt idx="6379">
                  <c:v>35050</c:v>
                </c:pt>
                <c:pt idx="6380">
                  <c:v>35000</c:v>
                </c:pt>
                <c:pt idx="6381">
                  <c:v>35000</c:v>
                </c:pt>
                <c:pt idx="6382">
                  <c:v>35000</c:v>
                </c:pt>
                <c:pt idx="6383">
                  <c:v>35000</c:v>
                </c:pt>
                <c:pt idx="6384">
                  <c:v>35000</c:v>
                </c:pt>
                <c:pt idx="6385">
                  <c:v>35000</c:v>
                </c:pt>
                <c:pt idx="6386">
                  <c:v>35000</c:v>
                </c:pt>
                <c:pt idx="6387">
                  <c:v>35000</c:v>
                </c:pt>
                <c:pt idx="6388">
                  <c:v>35000</c:v>
                </c:pt>
                <c:pt idx="6389">
                  <c:v>35000</c:v>
                </c:pt>
                <c:pt idx="6390">
                  <c:v>35000</c:v>
                </c:pt>
                <c:pt idx="6391">
                  <c:v>35000</c:v>
                </c:pt>
                <c:pt idx="6392">
                  <c:v>34950</c:v>
                </c:pt>
                <c:pt idx="6393">
                  <c:v>34950</c:v>
                </c:pt>
                <c:pt idx="6394">
                  <c:v>34950</c:v>
                </c:pt>
                <c:pt idx="6395">
                  <c:v>34950</c:v>
                </c:pt>
                <c:pt idx="6396">
                  <c:v>34900</c:v>
                </c:pt>
                <c:pt idx="6397">
                  <c:v>34900</c:v>
                </c:pt>
                <c:pt idx="6398">
                  <c:v>34900</c:v>
                </c:pt>
                <c:pt idx="6399">
                  <c:v>34800</c:v>
                </c:pt>
                <c:pt idx="6400">
                  <c:v>34800</c:v>
                </c:pt>
                <c:pt idx="6401">
                  <c:v>34800</c:v>
                </c:pt>
                <c:pt idx="6402">
                  <c:v>34800</c:v>
                </c:pt>
                <c:pt idx="6403">
                  <c:v>34750</c:v>
                </c:pt>
                <c:pt idx="6404">
                  <c:v>34750</c:v>
                </c:pt>
                <c:pt idx="6405">
                  <c:v>34750</c:v>
                </c:pt>
                <c:pt idx="6406">
                  <c:v>34700</c:v>
                </c:pt>
                <c:pt idx="6407">
                  <c:v>34700</c:v>
                </c:pt>
                <c:pt idx="6408">
                  <c:v>34700</c:v>
                </c:pt>
                <c:pt idx="6409">
                  <c:v>34700</c:v>
                </c:pt>
                <c:pt idx="6410">
                  <c:v>34675</c:v>
                </c:pt>
                <c:pt idx="6411">
                  <c:v>34600</c:v>
                </c:pt>
                <c:pt idx="6412">
                  <c:v>34600</c:v>
                </c:pt>
                <c:pt idx="6413">
                  <c:v>34600</c:v>
                </c:pt>
                <c:pt idx="6414">
                  <c:v>34600</c:v>
                </c:pt>
                <c:pt idx="6415">
                  <c:v>34500</c:v>
                </c:pt>
                <c:pt idx="6416">
                  <c:v>34500</c:v>
                </c:pt>
                <c:pt idx="6417">
                  <c:v>34500</c:v>
                </c:pt>
                <c:pt idx="6418">
                  <c:v>34500</c:v>
                </c:pt>
                <c:pt idx="6419">
                  <c:v>34500</c:v>
                </c:pt>
                <c:pt idx="6420">
                  <c:v>34500</c:v>
                </c:pt>
                <c:pt idx="6421">
                  <c:v>34500</c:v>
                </c:pt>
                <c:pt idx="6422">
                  <c:v>34500</c:v>
                </c:pt>
                <c:pt idx="6423">
                  <c:v>34500</c:v>
                </c:pt>
                <c:pt idx="6424">
                  <c:v>34450</c:v>
                </c:pt>
                <c:pt idx="6425">
                  <c:v>34450</c:v>
                </c:pt>
                <c:pt idx="6426">
                  <c:v>34400</c:v>
                </c:pt>
                <c:pt idx="6427">
                  <c:v>34400</c:v>
                </c:pt>
                <c:pt idx="6428">
                  <c:v>34400</c:v>
                </c:pt>
                <c:pt idx="6429">
                  <c:v>34400</c:v>
                </c:pt>
                <c:pt idx="6430">
                  <c:v>34400</c:v>
                </c:pt>
                <c:pt idx="6431">
                  <c:v>34400</c:v>
                </c:pt>
                <c:pt idx="6432">
                  <c:v>34400</c:v>
                </c:pt>
                <c:pt idx="6433">
                  <c:v>34400</c:v>
                </c:pt>
                <c:pt idx="6434">
                  <c:v>34350</c:v>
                </c:pt>
                <c:pt idx="6435">
                  <c:v>34325</c:v>
                </c:pt>
                <c:pt idx="6436">
                  <c:v>34300</c:v>
                </c:pt>
                <c:pt idx="6437">
                  <c:v>34300</c:v>
                </c:pt>
                <c:pt idx="6438">
                  <c:v>34300</c:v>
                </c:pt>
                <c:pt idx="6439">
                  <c:v>34300</c:v>
                </c:pt>
                <c:pt idx="6440">
                  <c:v>34200</c:v>
                </c:pt>
                <c:pt idx="6441">
                  <c:v>34200</c:v>
                </c:pt>
                <c:pt idx="6442">
                  <c:v>34200</c:v>
                </c:pt>
                <c:pt idx="6443">
                  <c:v>34200</c:v>
                </c:pt>
                <c:pt idx="6444">
                  <c:v>34200</c:v>
                </c:pt>
                <c:pt idx="6445">
                  <c:v>34200</c:v>
                </c:pt>
                <c:pt idx="6446">
                  <c:v>34150</c:v>
                </c:pt>
                <c:pt idx="6447">
                  <c:v>34100</c:v>
                </c:pt>
                <c:pt idx="6448">
                  <c:v>34100</c:v>
                </c:pt>
                <c:pt idx="6449">
                  <c:v>34100</c:v>
                </c:pt>
                <c:pt idx="6450">
                  <c:v>34100</c:v>
                </c:pt>
                <c:pt idx="6451">
                  <c:v>34100</c:v>
                </c:pt>
                <c:pt idx="6452">
                  <c:v>34100</c:v>
                </c:pt>
                <c:pt idx="6453">
                  <c:v>34100</c:v>
                </c:pt>
                <c:pt idx="6454">
                  <c:v>34100</c:v>
                </c:pt>
                <c:pt idx="6455">
                  <c:v>34050</c:v>
                </c:pt>
                <c:pt idx="6456">
                  <c:v>34000</c:v>
                </c:pt>
                <c:pt idx="6457">
                  <c:v>34000</c:v>
                </c:pt>
                <c:pt idx="6458">
                  <c:v>34000</c:v>
                </c:pt>
                <c:pt idx="6459">
                  <c:v>34000</c:v>
                </c:pt>
                <c:pt idx="6460">
                  <c:v>34000</c:v>
                </c:pt>
                <c:pt idx="6461">
                  <c:v>34000</c:v>
                </c:pt>
                <c:pt idx="6462">
                  <c:v>34000</c:v>
                </c:pt>
                <c:pt idx="6463">
                  <c:v>34000</c:v>
                </c:pt>
                <c:pt idx="6464">
                  <c:v>34000</c:v>
                </c:pt>
                <c:pt idx="6465">
                  <c:v>34000</c:v>
                </c:pt>
                <c:pt idx="6466">
                  <c:v>34000</c:v>
                </c:pt>
                <c:pt idx="6467">
                  <c:v>34000</c:v>
                </c:pt>
                <c:pt idx="6468">
                  <c:v>34000</c:v>
                </c:pt>
                <c:pt idx="6469">
                  <c:v>33950</c:v>
                </c:pt>
                <c:pt idx="6470">
                  <c:v>33900</c:v>
                </c:pt>
                <c:pt idx="6471">
                  <c:v>33900</c:v>
                </c:pt>
                <c:pt idx="6472">
                  <c:v>33900</c:v>
                </c:pt>
                <c:pt idx="6473">
                  <c:v>33900</c:v>
                </c:pt>
                <c:pt idx="6474">
                  <c:v>33900</c:v>
                </c:pt>
                <c:pt idx="6475">
                  <c:v>33900</c:v>
                </c:pt>
                <c:pt idx="6476">
                  <c:v>33900</c:v>
                </c:pt>
                <c:pt idx="6477">
                  <c:v>33900</c:v>
                </c:pt>
                <c:pt idx="6478">
                  <c:v>33900</c:v>
                </c:pt>
                <c:pt idx="6479">
                  <c:v>33900</c:v>
                </c:pt>
                <c:pt idx="6480">
                  <c:v>33900</c:v>
                </c:pt>
                <c:pt idx="6481">
                  <c:v>33900</c:v>
                </c:pt>
                <c:pt idx="6482">
                  <c:v>33900</c:v>
                </c:pt>
                <c:pt idx="6483">
                  <c:v>33850</c:v>
                </c:pt>
                <c:pt idx="6484">
                  <c:v>33800</c:v>
                </c:pt>
                <c:pt idx="6485">
                  <c:v>33800</c:v>
                </c:pt>
                <c:pt idx="6486">
                  <c:v>33800</c:v>
                </c:pt>
                <c:pt idx="6487">
                  <c:v>33800</c:v>
                </c:pt>
                <c:pt idx="6488">
                  <c:v>33800</c:v>
                </c:pt>
                <c:pt idx="6489">
                  <c:v>33800</c:v>
                </c:pt>
                <c:pt idx="6490">
                  <c:v>33750</c:v>
                </c:pt>
                <c:pt idx="6491">
                  <c:v>33750</c:v>
                </c:pt>
                <c:pt idx="6492">
                  <c:v>33750</c:v>
                </c:pt>
                <c:pt idx="6493">
                  <c:v>33700</c:v>
                </c:pt>
                <c:pt idx="6494">
                  <c:v>33700</c:v>
                </c:pt>
                <c:pt idx="6495">
                  <c:v>33700</c:v>
                </c:pt>
                <c:pt idx="6496">
                  <c:v>33700</c:v>
                </c:pt>
                <c:pt idx="6497">
                  <c:v>33700</c:v>
                </c:pt>
                <c:pt idx="6498">
                  <c:v>33600</c:v>
                </c:pt>
                <c:pt idx="6499">
                  <c:v>33600</c:v>
                </c:pt>
                <c:pt idx="6500">
                  <c:v>33600</c:v>
                </c:pt>
                <c:pt idx="6501">
                  <c:v>33600</c:v>
                </c:pt>
                <c:pt idx="6502">
                  <c:v>33600</c:v>
                </c:pt>
                <c:pt idx="6503">
                  <c:v>33600</c:v>
                </c:pt>
                <c:pt idx="6504">
                  <c:v>33600</c:v>
                </c:pt>
                <c:pt idx="6505">
                  <c:v>33600</c:v>
                </c:pt>
                <c:pt idx="6506">
                  <c:v>33600</c:v>
                </c:pt>
                <c:pt idx="6507">
                  <c:v>33600</c:v>
                </c:pt>
                <c:pt idx="6508">
                  <c:v>33550</c:v>
                </c:pt>
                <c:pt idx="6509">
                  <c:v>33500</c:v>
                </c:pt>
                <c:pt idx="6510">
                  <c:v>33500</c:v>
                </c:pt>
                <c:pt idx="6511">
                  <c:v>33500</c:v>
                </c:pt>
                <c:pt idx="6512">
                  <c:v>33500</c:v>
                </c:pt>
                <c:pt idx="6513">
                  <c:v>33500</c:v>
                </c:pt>
                <c:pt idx="6514">
                  <c:v>33500</c:v>
                </c:pt>
                <c:pt idx="6515">
                  <c:v>33500</c:v>
                </c:pt>
                <c:pt idx="6516">
                  <c:v>33500</c:v>
                </c:pt>
                <c:pt idx="6517">
                  <c:v>33500</c:v>
                </c:pt>
                <c:pt idx="6518">
                  <c:v>33400</c:v>
                </c:pt>
                <c:pt idx="6519">
                  <c:v>33400</c:v>
                </c:pt>
                <c:pt idx="6520">
                  <c:v>33400</c:v>
                </c:pt>
                <c:pt idx="6521">
                  <c:v>33400</c:v>
                </c:pt>
                <c:pt idx="6522">
                  <c:v>33400</c:v>
                </c:pt>
                <c:pt idx="6523">
                  <c:v>33350</c:v>
                </c:pt>
                <c:pt idx="6524">
                  <c:v>33350</c:v>
                </c:pt>
                <c:pt idx="6525">
                  <c:v>33300</c:v>
                </c:pt>
                <c:pt idx="6526">
                  <c:v>33300</c:v>
                </c:pt>
                <c:pt idx="6527">
                  <c:v>33300</c:v>
                </c:pt>
                <c:pt idx="6528">
                  <c:v>33300</c:v>
                </c:pt>
                <c:pt idx="6529">
                  <c:v>33300</c:v>
                </c:pt>
                <c:pt idx="6530">
                  <c:v>33300</c:v>
                </c:pt>
                <c:pt idx="6531">
                  <c:v>33250</c:v>
                </c:pt>
                <c:pt idx="6532">
                  <c:v>33250</c:v>
                </c:pt>
                <c:pt idx="6533">
                  <c:v>33250</c:v>
                </c:pt>
                <c:pt idx="6534">
                  <c:v>33250</c:v>
                </c:pt>
                <c:pt idx="6535">
                  <c:v>33200</c:v>
                </c:pt>
                <c:pt idx="6536">
                  <c:v>33200</c:v>
                </c:pt>
                <c:pt idx="6537">
                  <c:v>33200</c:v>
                </c:pt>
                <c:pt idx="6538">
                  <c:v>33200</c:v>
                </c:pt>
                <c:pt idx="6539">
                  <c:v>33200</c:v>
                </c:pt>
                <c:pt idx="6540">
                  <c:v>33200</c:v>
                </c:pt>
                <c:pt idx="6541">
                  <c:v>33200</c:v>
                </c:pt>
                <c:pt idx="6542">
                  <c:v>33200</c:v>
                </c:pt>
                <c:pt idx="6543">
                  <c:v>33200</c:v>
                </c:pt>
                <c:pt idx="6544">
                  <c:v>33150</c:v>
                </c:pt>
                <c:pt idx="6545">
                  <c:v>33100</c:v>
                </c:pt>
                <c:pt idx="6546">
                  <c:v>33100</c:v>
                </c:pt>
                <c:pt idx="6547">
                  <c:v>33100</c:v>
                </c:pt>
                <c:pt idx="6548">
                  <c:v>33100</c:v>
                </c:pt>
                <c:pt idx="6549">
                  <c:v>33100</c:v>
                </c:pt>
                <c:pt idx="6550">
                  <c:v>33100</c:v>
                </c:pt>
                <c:pt idx="6551">
                  <c:v>33100</c:v>
                </c:pt>
                <c:pt idx="6552">
                  <c:v>33100</c:v>
                </c:pt>
                <c:pt idx="6553">
                  <c:v>33100</c:v>
                </c:pt>
                <c:pt idx="6554">
                  <c:v>33100</c:v>
                </c:pt>
                <c:pt idx="6555">
                  <c:v>33050</c:v>
                </c:pt>
                <c:pt idx="6556">
                  <c:v>33050</c:v>
                </c:pt>
                <c:pt idx="6557">
                  <c:v>33050</c:v>
                </c:pt>
                <c:pt idx="6558">
                  <c:v>33000</c:v>
                </c:pt>
                <c:pt idx="6559">
                  <c:v>33000</c:v>
                </c:pt>
                <c:pt idx="6560">
                  <c:v>33000</c:v>
                </c:pt>
                <c:pt idx="6561">
                  <c:v>33000</c:v>
                </c:pt>
                <c:pt idx="6562">
                  <c:v>33000</c:v>
                </c:pt>
                <c:pt idx="6563">
                  <c:v>33000</c:v>
                </c:pt>
                <c:pt idx="6564">
                  <c:v>33000</c:v>
                </c:pt>
                <c:pt idx="6565">
                  <c:v>32950</c:v>
                </c:pt>
                <c:pt idx="6566">
                  <c:v>32950</c:v>
                </c:pt>
                <c:pt idx="6567">
                  <c:v>32950</c:v>
                </c:pt>
                <c:pt idx="6568">
                  <c:v>32900</c:v>
                </c:pt>
                <c:pt idx="6569">
                  <c:v>32900</c:v>
                </c:pt>
                <c:pt idx="6570">
                  <c:v>32900</c:v>
                </c:pt>
                <c:pt idx="6571">
                  <c:v>32900</c:v>
                </c:pt>
                <c:pt idx="6572">
                  <c:v>32900</c:v>
                </c:pt>
                <c:pt idx="6573">
                  <c:v>32900</c:v>
                </c:pt>
                <c:pt idx="6574">
                  <c:v>32900</c:v>
                </c:pt>
                <c:pt idx="6575">
                  <c:v>32900</c:v>
                </c:pt>
                <c:pt idx="6576">
                  <c:v>32850</c:v>
                </c:pt>
                <c:pt idx="6577">
                  <c:v>32800</c:v>
                </c:pt>
                <c:pt idx="6578">
                  <c:v>32800</c:v>
                </c:pt>
                <c:pt idx="6579">
                  <c:v>32800</c:v>
                </c:pt>
                <c:pt idx="6580">
                  <c:v>32800</c:v>
                </c:pt>
                <c:pt idx="6581">
                  <c:v>32800</c:v>
                </c:pt>
                <c:pt idx="6582">
                  <c:v>32800</c:v>
                </c:pt>
                <c:pt idx="6583">
                  <c:v>32800</c:v>
                </c:pt>
                <c:pt idx="6584">
                  <c:v>32750</c:v>
                </c:pt>
                <c:pt idx="6585">
                  <c:v>32700</c:v>
                </c:pt>
                <c:pt idx="6586">
                  <c:v>32700</c:v>
                </c:pt>
                <c:pt idx="6587">
                  <c:v>32700</c:v>
                </c:pt>
                <c:pt idx="6588">
                  <c:v>32700</c:v>
                </c:pt>
                <c:pt idx="6589">
                  <c:v>32700</c:v>
                </c:pt>
                <c:pt idx="6590">
                  <c:v>32700</c:v>
                </c:pt>
                <c:pt idx="6591">
                  <c:v>32600</c:v>
                </c:pt>
                <c:pt idx="6592">
                  <c:v>32600</c:v>
                </c:pt>
                <c:pt idx="6593">
                  <c:v>32600</c:v>
                </c:pt>
                <c:pt idx="6594">
                  <c:v>32600</c:v>
                </c:pt>
                <c:pt idx="6595">
                  <c:v>32600</c:v>
                </c:pt>
                <c:pt idx="6596">
                  <c:v>32600</c:v>
                </c:pt>
                <c:pt idx="6597">
                  <c:v>32600</c:v>
                </c:pt>
                <c:pt idx="6598">
                  <c:v>32600</c:v>
                </c:pt>
                <c:pt idx="6599">
                  <c:v>32600</c:v>
                </c:pt>
                <c:pt idx="6600">
                  <c:v>32600</c:v>
                </c:pt>
                <c:pt idx="6601">
                  <c:v>32600</c:v>
                </c:pt>
                <c:pt idx="6602">
                  <c:v>32550</c:v>
                </c:pt>
                <c:pt idx="6603">
                  <c:v>32500</c:v>
                </c:pt>
                <c:pt idx="6604">
                  <c:v>32500</c:v>
                </c:pt>
                <c:pt idx="6605">
                  <c:v>32500</c:v>
                </c:pt>
                <c:pt idx="6606">
                  <c:v>32500</c:v>
                </c:pt>
                <c:pt idx="6607">
                  <c:v>32500</c:v>
                </c:pt>
                <c:pt idx="6608">
                  <c:v>32500</c:v>
                </c:pt>
                <c:pt idx="6609">
                  <c:v>32500</c:v>
                </c:pt>
                <c:pt idx="6610">
                  <c:v>32500</c:v>
                </c:pt>
                <c:pt idx="6611">
                  <c:v>32500</c:v>
                </c:pt>
                <c:pt idx="6612">
                  <c:v>32500</c:v>
                </c:pt>
                <c:pt idx="6613">
                  <c:v>32500</c:v>
                </c:pt>
                <c:pt idx="6614">
                  <c:v>32500</c:v>
                </c:pt>
                <c:pt idx="6615">
                  <c:v>32500</c:v>
                </c:pt>
                <c:pt idx="6616">
                  <c:v>32475</c:v>
                </c:pt>
                <c:pt idx="6617">
                  <c:v>32400</c:v>
                </c:pt>
                <c:pt idx="6618">
                  <c:v>32400</c:v>
                </c:pt>
                <c:pt idx="6619">
                  <c:v>32400</c:v>
                </c:pt>
                <c:pt idx="6620">
                  <c:v>32400</c:v>
                </c:pt>
                <c:pt idx="6621">
                  <c:v>32400</c:v>
                </c:pt>
                <c:pt idx="6622">
                  <c:v>32400</c:v>
                </c:pt>
                <c:pt idx="6623">
                  <c:v>32400</c:v>
                </c:pt>
                <c:pt idx="6624">
                  <c:v>32350</c:v>
                </c:pt>
                <c:pt idx="6625">
                  <c:v>32350</c:v>
                </c:pt>
                <c:pt idx="6626">
                  <c:v>32300</c:v>
                </c:pt>
                <c:pt idx="6627">
                  <c:v>32300</c:v>
                </c:pt>
                <c:pt idx="6628">
                  <c:v>32300</c:v>
                </c:pt>
                <c:pt idx="6629">
                  <c:v>32300</c:v>
                </c:pt>
                <c:pt idx="6630">
                  <c:v>32250</c:v>
                </c:pt>
                <c:pt idx="6631">
                  <c:v>32250</c:v>
                </c:pt>
                <c:pt idx="6632">
                  <c:v>32200</c:v>
                </c:pt>
                <c:pt idx="6633">
                  <c:v>32200</c:v>
                </c:pt>
                <c:pt idx="6634">
                  <c:v>32200</c:v>
                </c:pt>
                <c:pt idx="6635">
                  <c:v>32200</c:v>
                </c:pt>
                <c:pt idx="6636">
                  <c:v>32200</c:v>
                </c:pt>
                <c:pt idx="6637">
                  <c:v>32150</c:v>
                </c:pt>
                <c:pt idx="6638">
                  <c:v>32100</c:v>
                </c:pt>
                <c:pt idx="6639">
                  <c:v>32100</c:v>
                </c:pt>
                <c:pt idx="6640">
                  <c:v>32100</c:v>
                </c:pt>
                <c:pt idx="6641">
                  <c:v>32100</c:v>
                </c:pt>
                <c:pt idx="6642">
                  <c:v>32100</c:v>
                </c:pt>
                <c:pt idx="6643">
                  <c:v>32100</c:v>
                </c:pt>
                <c:pt idx="6644">
                  <c:v>32000</c:v>
                </c:pt>
                <c:pt idx="6645">
                  <c:v>32000</c:v>
                </c:pt>
                <c:pt idx="6646">
                  <c:v>32000</c:v>
                </c:pt>
                <c:pt idx="6647">
                  <c:v>32000</c:v>
                </c:pt>
                <c:pt idx="6648">
                  <c:v>32000</c:v>
                </c:pt>
                <c:pt idx="6649">
                  <c:v>32000</c:v>
                </c:pt>
                <c:pt idx="6650">
                  <c:v>32000</c:v>
                </c:pt>
                <c:pt idx="6651">
                  <c:v>32000</c:v>
                </c:pt>
                <c:pt idx="6652">
                  <c:v>31950</c:v>
                </c:pt>
                <c:pt idx="6653">
                  <c:v>31950</c:v>
                </c:pt>
                <c:pt idx="6654">
                  <c:v>31900</c:v>
                </c:pt>
                <c:pt idx="6655">
                  <c:v>31900</c:v>
                </c:pt>
                <c:pt idx="6656">
                  <c:v>31900</c:v>
                </c:pt>
                <c:pt idx="6657">
                  <c:v>31900</c:v>
                </c:pt>
                <c:pt idx="6658">
                  <c:v>31900</c:v>
                </c:pt>
                <c:pt idx="6659">
                  <c:v>31900</c:v>
                </c:pt>
                <c:pt idx="6660">
                  <c:v>31900</c:v>
                </c:pt>
                <c:pt idx="6661">
                  <c:v>31850</c:v>
                </c:pt>
                <c:pt idx="6662">
                  <c:v>31850</c:v>
                </c:pt>
                <c:pt idx="6663">
                  <c:v>31800</c:v>
                </c:pt>
                <c:pt idx="6664">
                  <c:v>31800</c:v>
                </c:pt>
                <c:pt idx="6665">
                  <c:v>31800</c:v>
                </c:pt>
                <c:pt idx="6666">
                  <c:v>31800</c:v>
                </c:pt>
                <c:pt idx="6667">
                  <c:v>31800</c:v>
                </c:pt>
                <c:pt idx="6668">
                  <c:v>31800</c:v>
                </c:pt>
                <c:pt idx="6669">
                  <c:v>31800</c:v>
                </c:pt>
                <c:pt idx="6670">
                  <c:v>31800</c:v>
                </c:pt>
                <c:pt idx="6671">
                  <c:v>31750</c:v>
                </c:pt>
                <c:pt idx="6672">
                  <c:v>31750</c:v>
                </c:pt>
                <c:pt idx="6673">
                  <c:v>31750</c:v>
                </c:pt>
                <c:pt idx="6674">
                  <c:v>31750</c:v>
                </c:pt>
                <c:pt idx="6675">
                  <c:v>31700</c:v>
                </c:pt>
                <c:pt idx="6676">
                  <c:v>31700</c:v>
                </c:pt>
                <c:pt idx="6677">
                  <c:v>31700</c:v>
                </c:pt>
                <c:pt idx="6678">
                  <c:v>31700</c:v>
                </c:pt>
                <c:pt idx="6679">
                  <c:v>31675</c:v>
                </c:pt>
                <c:pt idx="6680">
                  <c:v>31650</c:v>
                </c:pt>
                <c:pt idx="6681">
                  <c:v>31600</c:v>
                </c:pt>
                <c:pt idx="6682">
                  <c:v>31600</c:v>
                </c:pt>
                <c:pt idx="6683">
                  <c:v>31600</c:v>
                </c:pt>
                <c:pt idx="6684">
                  <c:v>31600</c:v>
                </c:pt>
                <c:pt idx="6685">
                  <c:v>31600</c:v>
                </c:pt>
                <c:pt idx="6686">
                  <c:v>31600</c:v>
                </c:pt>
                <c:pt idx="6687">
                  <c:v>31600</c:v>
                </c:pt>
                <c:pt idx="6688">
                  <c:v>31500</c:v>
                </c:pt>
                <c:pt idx="6689">
                  <c:v>31500</c:v>
                </c:pt>
                <c:pt idx="6690">
                  <c:v>31500</c:v>
                </c:pt>
                <c:pt idx="6691">
                  <c:v>31500</c:v>
                </c:pt>
                <c:pt idx="6692">
                  <c:v>31500</c:v>
                </c:pt>
                <c:pt idx="6693">
                  <c:v>31500</c:v>
                </c:pt>
                <c:pt idx="6694">
                  <c:v>31500</c:v>
                </c:pt>
                <c:pt idx="6695">
                  <c:v>31450</c:v>
                </c:pt>
                <c:pt idx="6696">
                  <c:v>31400</c:v>
                </c:pt>
                <c:pt idx="6697">
                  <c:v>31400</c:v>
                </c:pt>
                <c:pt idx="6698">
                  <c:v>31400</c:v>
                </c:pt>
                <c:pt idx="6699">
                  <c:v>31400</c:v>
                </c:pt>
                <c:pt idx="6700">
                  <c:v>31400</c:v>
                </c:pt>
                <c:pt idx="6701">
                  <c:v>31400</c:v>
                </c:pt>
                <c:pt idx="6702">
                  <c:v>31400</c:v>
                </c:pt>
                <c:pt idx="6703">
                  <c:v>31400</c:v>
                </c:pt>
                <c:pt idx="6704">
                  <c:v>31400</c:v>
                </c:pt>
                <c:pt idx="6705">
                  <c:v>31400</c:v>
                </c:pt>
                <c:pt idx="6706">
                  <c:v>31400</c:v>
                </c:pt>
                <c:pt idx="6707">
                  <c:v>31400</c:v>
                </c:pt>
                <c:pt idx="6708">
                  <c:v>31350</c:v>
                </c:pt>
                <c:pt idx="6709">
                  <c:v>31350</c:v>
                </c:pt>
                <c:pt idx="6710">
                  <c:v>31300</c:v>
                </c:pt>
                <c:pt idx="6711">
                  <c:v>31300</c:v>
                </c:pt>
                <c:pt idx="6712">
                  <c:v>31300</c:v>
                </c:pt>
                <c:pt idx="6713">
                  <c:v>31300</c:v>
                </c:pt>
                <c:pt idx="6714">
                  <c:v>31300</c:v>
                </c:pt>
                <c:pt idx="6715">
                  <c:v>31250</c:v>
                </c:pt>
                <c:pt idx="6716">
                  <c:v>31200</c:v>
                </c:pt>
                <c:pt idx="6717">
                  <c:v>31200</c:v>
                </c:pt>
                <c:pt idx="6718">
                  <c:v>31200</c:v>
                </c:pt>
                <c:pt idx="6719">
                  <c:v>31200</c:v>
                </c:pt>
                <c:pt idx="6720">
                  <c:v>31200</c:v>
                </c:pt>
                <c:pt idx="6721">
                  <c:v>31200</c:v>
                </c:pt>
                <c:pt idx="6722">
                  <c:v>31200</c:v>
                </c:pt>
                <c:pt idx="6723">
                  <c:v>31200</c:v>
                </c:pt>
                <c:pt idx="6724">
                  <c:v>31200</c:v>
                </c:pt>
                <c:pt idx="6725">
                  <c:v>31195</c:v>
                </c:pt>
                <c:pt idx="6726">
                  <c:v>31150</c:v>
                </c:pt>
                <c:pt idx="6727">
                  <c:v>31100</c:v>
                </c:pt>
                <c:pt idx="6728">
                  <c:v>31100</c:v>
                </c:pt>
                <c:pt idx="6729">
                  <c:v>31100</c:v>
                </c:pt>
                <c:pt idx="6730">
                  <c:v>31100</c:v>
                </c:pt>
                <c:pt idx="6731">
                  <c:v>31100</c:v>
                </c:pt>
                <c:pt idx="6732">
                  <c:v>31100</c:v>
                </c:pt>
                <c:pt idx="6733">
                  <c:v>31050</c:v>
                </c:pt>
                <c:pt idx="6734">
                  <c:v>31050</c:v>
                </c:pt>
                <c:pt idx="6735">
                  <c:v>31050</c:v>
                </c:pt>
                <c:pt idx="6736">
                  <c:v>31000</c:v>
                </c:pt>
                <c:pt idx="6737">
                  <c:v>31000</c:v>
                </c:pt>
                <c:pt idx="6738">
                  <c:v>31000</c:v>
                </c:pt>
                <c:pt idx="6739">
                  <c:v>31000</c:v>
                </c:pt>
                <c:pt idx="6740">
                  <c:v>31000</c:v>
                </c:pt>
                <c:pt idx="6741">
                  <c:v>31000</c:v>
                </c:pt>
                <c:pt idx="6742">
                  <c:v>31000</c:v>
                </c:pt>
                <c:pt idx="6743">
                  <c:v>31000</c:v>
                </c:pt>
                <c:pt idx="6744">
                  <c:v>31000</c:v>
                </c:pt>
                <c:pt idx="6745">
                  <c:v>31000</c:v>
                </c:pt>
                <c:pt idx="6746">
                  <c:v>31000</c:v>
                </c:pt>
                <c:pt idx="6747">
                  <c:v>31000</c:v>
                </c:pt>
                <c:pt idx="6748">
                  <c:v>31000</c:v>
                </c:pt>
                <c:pt idx="6749">
                  <c:v>31000</c:v>
                </c:pt>
                <c:pt idx="6750">
                  <c:v>31000</c:v>
                </c:pt>
                <c:pt idx="6751">
                  <c:v>31000</c:v>
                </c:pt>
                <c:pt idx="6752">
                  <c:v>31000</c:v>
                </c:pt>
                <c:pt idx="6753">
                  <c:v>31000</c:v>
                </c:pt>
                <c:pt idx="6754">
                  <c:v>31000</c:v>
                </c:pt>
                <c:pt idx="6755">
                  <c:v>30950</c:v>
                </c:pt>
                <c:pt idx="6756">
                  <c:v>30900</c:v>
                </c:pt>
                <c:pt idx="6757">
                  <c:v>30900</c:v>
                </c:pt>
                <c:pt idx="6758">
                  <c:v>30900</c:v>
                </c:pt>
                <c:pt idx="6759">
                  <c:v>30900</c:v>
                </c:pt>
                <c:pt idx="6760">
                  <c:v>30900</c:v>
                </c:pt>
                <c:pt idx="6761">
                  <c:v>30900</c:v>
                </c:pt>
                <c:pt idx="6762">
                  <c:v>30900</c:v>
                </c:pt>
                <c:pt idx="6763">
                  <c:v>30850</c:v>
                </c:pt>
                <c:pt idx="6764">
                  <c:v>30850</c:v>
                </c:pt>
                <c:pt idx="6765">
                  <c:v>30800</c:v>
                </c:pt>
                <c:pt idx="6766">
                  <c:v>30800</c:v>
                </c:pt>
                <c:pt idx="6767">
                  <c:v>30800</c:v>
                </c:pt>
                <c:pt idx="6768">
                  <c:v>30800</c:v>
                </c:pt>
                <c:pt idx="6769">
                  <c:v>30800</c:v>
                </c:pt>
                <c:pt idx="6770">
                  <c:v>30800</c:v>
                </c:pt>
                <c:pt idx="6771">
                  <c:v>30800</c:v>
                </c:pt>
                <c:pt idx="6772">
                  <c:v>30800</c:v>
                </c:pt>
                <c:pt idx="6773">
                  <c:v>30700</c:v>
                </c:pt>
                <c:pt idx="6774">
                  <c:v>30700</c:v>
                </c:pt>
                <c:pt idx="6775">
                  <c:v>30700</c:v>
                </c:pt>
                <c:pt idx="6776">
                  <c:v>30650</c:v>
                </c:pt>
                <c:pt idx="6777">
                  <c:v>30650</c:v>
                </c:pt>
                <c:pt idx="6778">
                  <c:v>30625</c:v>
                </c:pt>
                <c:pt idx="6779">
                  <c:v>30600</c:v>
                </c:pt>
                <c:pt idx="6780">
                  <c:v>30600</c:v>
                </c:pt>
                <c:pt idx="6781">
                  <c:v>30600</c:v>
                </c:pt>
                <c:pt idx="6782">
                  <c:v>30600</c:v>
                </c:pt>
                <c:pt idx="6783">
                  <c:v>30600</c:v>
                </c:pt>
                <c:pt idx="6784">
                  <c:v>30600</c:v>
                </c:pt>
                <c:pt idx="6785">
                  <c:v>30600</c:v>
                </c:pt>
                <c:pt idx="6786">
                  <c:v>30600</c:v>
                </c:pt>
                <c:pt idx="6787">
                  <c:v>30600</c:v>
                </c:pt>
                <c:pt idx="6788">
                  <c:v>30600</c:v>
                </c:pt>
                <c:pt idx="6789">
                  <c:v>30600</c:v>
                </c:pt>
                <c:pt idx="6790">
                  <c:v>30600</c:v>
                </c:pt>
                <c:pt idx="6791">
                  <c:v>30600</c:v>
                </c:pt>
                <c:pt idx="6792">
                  <c:v>30600</c:v>
                </c:pt>
                <c:pt idx="6793">
                  <c:v>30600</c:v>
                </c:pt>
                <c:pt idx="6794">
                  <c:v>30500</c:v>
                </c:pt>
                <c:pt idx="6795">
                  <c:v>30500</c:v>
                </c:pt>
                <c:pt idx="6796">
                  <c:v>30500</c:v>
                </c:pt>
                <c:pt idx="6797">
                  <c:v>30500</c:v>
                </c:pt>
                <c:pt idx="6798">
                  <c:v>30500</c:v>
                </c:pt>
                <c:pt idx="6799">
                  <c:v>30500</c:v>
                </c:pt>
                <c:pt idx="6800">
                  <c:v>30500</c:v>
                </c:pt>
                <c:pt idx="6801">
                  <c:v>30450</c:v>
                </c:pt>
                <c:pt idx="6802">
                  <c:v>30450</c:v>
                </c:pt>
                <c:pt idx="6803">
                  <c:v>30400</c:v>
                </c:pt>
                <c:pt idx="6804">
                  <c:v>30400</c:v>
                </c:pt>
                <c:pt idx="6805">
                  <c:v>30400</c:v>
                </c:pt>
                <c:pt idx="6806">
                  <c:v>30400</c:v>
                </c:pt>
                <c:pt idx="6807">
                  <c:v>30400</c:v>
                </c:pt>
                <c:pt idx="6808">
                  <c:v>30400</c:v>
                </c:pt>
                <c:pt idx="6809">
                  <c:v>30350</c:v>
                </c:pt>
                <c:pt idx="6810">
                  <c:v>30350</c:v>
                </c:pt>
                <c:pt idx="6811">
                  <c:v>30300</c:v>
                </c:pt>
                <c:pt idx="6812">
                  <c:v>30300</c:v>
                </c:pt>
                <c:pt idx="6813">
                  <c:v>30300</c:v>
                </c:pt>
                <c:pt idx="6814">
                  <c:v>30250</c:v>
                </c:pt>
                <c:pt idx="6815">
                  <c:v>30250</c:v>
                </c:pt>
                <c:pt idx="6816">
                  <c:v>30250</c:v>
                </c:pt>
                <c:pt idx="6817">
                  <c:v>30200</c:v>
                </c:pt>
                <c:pt idx="6818">
                  <c:v>30200</c:v>
                </c:pt>
                <c:pt idx="6819">
                  <c:v>30200</c:v>
                </c:pt>
                <c:pt idx="6820">
                  <c:v>30200</c:v>
                </c:pt>
                <c:pt idx="6821">
                  <c:v>30200</c:v>
                </c:pt>
                <c:pt idx="6822">
                  <c:v>30150</c:v>
                </c:pt>
                <c:pt idx="6823">
                  <c:v>30100</c:v>
                </c:pt>
                <c:pt idx="6824">
                  <c:v>30100</c:v>
                </c:pt>
                <c:pt idx="6825">
                  <c:v>30100</c:v>
                </c:pt>
                <c:pt idx="6826">
                  <c:v>30100</c:v>
                </c:pt>
                <c:pt idx="6827">
                  <c:v>30100</c:v>
                </c:pt>
                <c:pt idx="6828">
                  <c:v>30100</c:v>
                </c:pt>
                <c:pt idx="6829">
                  <c:v>30100</c:v>
                </c:pt>
                <c:pt idx="6830">
                  <c:v>30100</c:v>
                </c:pt>
                <c:pt idx="6831">
                  <c:v>30050</c:v>
                </c:pt>
                <c:pt idx="6832">
                  <c:v>30000</c:v>
                </c:pt>
                <c:pt idx="6833">
                  <c:v>30000</c:v>
                </c:pt>
                <c:pt idx="6834">
                  <c:v>30000</c:v>
                </c:pt>
                <c:pt idx="6835">
                  <c:v>30000</c:v>
                </c:pt>
                <c:pt idx="6836">
                  <c:v>30000</c:v>
                </c:pt>
                <c:pt idx="6837">
                  <c:v>30000</c:v>
                </c:pt>
                <c:pt idx="6838">
                  <c:v>30000</c:v>
                </c:pt>
                <c:pt idx="6839">
                  <c:v>30000</c:v>
                </c:pt>
                <c:pt idx="6840">
                  <c:v>30000</c:v>
                </c:pt>
                <c:pt idx="6841">
                  <c:v>30000</c:v>
                </c:pt>
                <c:pt idx="6842">
                  <c:v>30000</c:v>
                </c:pt>
                <c:pt idx="6843">
                  <c:v>30000</c:v>
                </c:pt>
                <c:pt idx="6844">
                  <c:v>30000</c:v>
                </c:pt>
                <c:pt idx="6845">
                  <c:v>30000</c:v>
                </c:pt>
                <c:pt idx="6846">
                  <c:v>30000</c:v>
                </c:pt>
                <c:pt idx="6847">
                  <c:v>30000</c:v>
                </c:pt>
                <c:pt idx="6848">
                  <c:v>29975</c:v>
                </c:pt>
                <c:pt idx="6849">
                  <c:v>29900</c:v>
                </c:pt>
                <c:pt idx="6850">
                  <c:v>29900</c:v>
                </c:pt>
                <c:pt idx="6851">
                  <c:v>29900</c:v>
                </c:pt>
                <c:pt idx="6852">
                  <c:v>29900</c:v>
                </c:pt>
                <c:pt idx="6853">
                  <c:v>29900</c:v>
                </c:pt>
                <c:pt idx="6854">
                  <c:v>29900</c:v>
                </c:pt>
                <c:pt idx="6855">
                  <c:v>29900</c:v>
                </c:pt>
                <c:pt idx="6856">
                  <c:v>29900</c:v>
                </c:pt>
                <c:pt idx="6857">
                  <c:v>29900</c:v>
                </c:pt>
                <c:pt idx="6858">
                  <c:v>29900</c:v>
                </c:pt>
                <c:pt idx="6859">
                  <c:v>29900</c:v>
                </c:pt>
                <c:pt idx="6860">
                  <c:v>29900</c:v>
                </c:pt>
                <c:pt idx="6861">
                  <c:v>29900</c:v>
                </c:pt>
                <c:pt idx="6862">
                  <c:v>29850</c:v>
                </c:pt>
                <c:pt idx="6863">
                  <c:v>29850</c:v>
                </c:pt>
                <c:pt idx="6864">
                  <c:v>29850</c:v>
                </c:pt>
                <c:pt idx="6865">
                  <c:v>29800</c:v>
                </c:pt>
                <c:pt idx="6866">
                  <c:v>29800</c:v>
                </c:pt>
                <c:pt idx="6867">
                  <c:v>29800</c:v>
                </c:pt>
                <c:pt idx="6868">
                  <c:v>29800</c:v>
                </c:pt>
                <c:pt idx="6869">
                  <c:v>29750</c:v>
                </c:pt>
                <c:pt idx="6870">
                  <c:v>29750</c:v>
                </c:pt>
                <c:pt idx="6871">
                  <c:v>29700</c:v>
                </c:pt>
                <c:pt idx="6872">
                  <c:v>29700</c:v>
                </c:pt>
                <c:pt idx="6873">
                  <c:v>29700</c:v>
                </c:pt>
                <c:pt idx="6874">
                  <c:v>29700</c:v>
                </c:pt>
                <c:pt idx="6875">
                  <c:v>29700</c:v>
                </c:pt>
                <c:pt idx="6876">
                  <c:v>29700</c:v>
                </c:pt>
                <c:pt idx="6877">
                  <c:v>29700</c:v>
                </c:pt>
                <c:pt idx="6878">
                  <c:v>29700</c:v>
                </c:pt>
                <c:pt idx="6879">
                  <c:v>29600</c:v>
                </c:pt>
                <c:pt idx="6880">
                  <c:v>29600</c:v>
                </c:pt>
                <c:pt idx="6881">
                  <c:v>29600</c:v>
                </c:pt>
                <c:pt idx="6882">
                  <c:v>29600</c:v>
                </c:pt>
                <c:pt idx="6883">
                  <c:v>29600</c:v>
                </c:pt>
                <c:pt idx="6884">
                  <c:v>29600</c:v>
                </c:pt>
                <c:pt idx="6885">
                  <c:v>29550</c:v>
                </c:pt>
                <c:pt idx="6886">
                  <c:v>29550</c:v>
                </c:pt>
                <c:pt idx="6887">
                  <c:v>29500</c:v>
                </c:pt>
                <c:pt idx="6888">
                  <c:v>29500</c:v>
                </c:pt>
                <c:pt idx="6889">
                  <c:v>29500</c:v>
                </c:pt>
                <c:pt idx="6890">
                  <c:v>29500</c:v>
                </c:pt>
                <c:pt idx="6891">
                  <c:v>29500</c:v>
                </c:pt>
                <c:pt idx="6892">
                  <c:v>29500</c:v>
                </c:pt>
                <c:pt idx="6893">
                  <c:v>29500</c:v>
                </c:pt>
                <c:pt idx="6894">
                  <c:v>29500</c:v>
                </c:pt>
                <c:pt idx="6895">
                  <c:v>29500</c:v>
                </c:pt>
                <c:pt idx="6896">
                  <c:v>29500</c:v>
                </c:pt>
                <c:pt idx="6897">
                  <c:v>29450</c:v>
                </c:pt>
                <c:pt idx="6898">
                  <c:v>29400</c:v>
                </c:pt>
                <c:pt idx="6899">
                  <c:v>29400</c:v>
                </c:pt>
                <c:pt idx="6900">
                  <c:v>29400</c:v>
                </c:pt>
                <c:pt idx="6901">
                  <c:v>29400</c:v>
                </c:pt>
                <c:pt idx="6902">
                  <c:v>29400</c:v>
                </c:pt>
                <c:pt idx="6903">
                  <c:v>29400</c:v>
                </c:pt>
                <c:pt idx="6904">
                  <c:v>29400</c:v>
                </c:pt>
                <c:pt idx="6905">
                  <c:v>29300</c:v>
                </c:pt>
                <c:pt idx="6906">
                  <c:v>29300</c:v>
                </c:pt>
                <c:pt idx="6907">
                  <c:v>29300</c:v>
                </c:pt>
                <c:pt idx="6908">
                  <c:v>29300</c:v>
                </c:pt>
                <c:pt idx="6909">
                  <c:v>29300</c:v>
                </c:pt>
                <c:pt idx="6910">
                  <c:v>29300</c:v>
                </c:pt>
                <c:pt idx="6911">
                  <c:v>29300</c:v>
                </c:pt>
                <c:pt idx="6912">
                  <c:v>29300</c:v>
                </c:pt>
                <c:pt idx="6913">
                  <c:v>29300</c:v>
                </c:pt>
                <c:pt idx="6914">
                  <c:v>29250</c:v>
                </c:pt>
                <c:pt idx="6915">
                  <c:v>29200</c:v>
                </c:pt>
                <c:pt idx="6916">
                  <c:v>29200</c:v>
                </c:pt>
                <c:pt idx="6917">
                  <c:v>29200</c:v>
                </c:pt>
                <c:pt idx="6918">
                  <c:v>29200</c:v>
                </c:pt>
                <c:pt idx="6919">
                  <c:v>29100</c:v>
                </c:pt>
                <c:pt idx="6920">
                  <c:v>29100</c:v>
                </c:pt>
                <c:pt idx="6921">
                  <c:v>29100</c:v>
                </c:pt>
                <c:pt idx="6922">
                  <c:v>29050</c:v>
                </c:pt>
                <c:pt idx="6923">
                  <c:v>29050</c:v>
                </c:pt>
                <c:pt idx="6924">
                  <c:v>29000</c:v>
                </c:pt>
                <c:pt idx="6925">
                  <c:v>29000</c:v>
                </c:pt>
                <c:pt idx="6926">
                  <c:v>29000</c:v>
                </c:pt>
                <c:pt idx="6927">
                  <c:v>29000</c:v>
                </c:pt>
                <c:pt idx="6928">
                  <c:v>29000</c:v>
                </c:pt>
                <c:pt idx="6929">
                  <c:v>29000</c:v>
                </c:pt>
                <c:pt idx="6930">
                  <c:v>29000</c:v>
                </c:pt>
                <c:pt idx="6931">
                  <c:v>29000</c:v>
                </c:pt>
                <c:pt idx="6932">
                  <c:v>29000</c:v>
                </c:pt>
                <c:pt idx="6933">
                  <c:v>29000</c:v>
                </c:pt>
                <c:pt idx="6934">
                  <c:v>29000</c:v>
                </c:pt>
                <c:pt idx="6935">
                  <c:v>29000</c:v>
                </c:pt>
                <c:pt idx="6936">
                  <c:v>29000</c:v>
                </c:pt>
                <c:pt idx="6937">
                  <c:v>29000</c:v>
                </c:pt>
                <c:pt idx="6938">
                  <c:v>28950</c:v>
                </c:pt>
                <c:pt idx="6939">
                  <c:v>28950</c:v>
                </c:pt>
                <c:pt idx="6940">
                  <c:v>28900</c:v>
                </c:pt>
                <c:pt idx="6941">
                  <c:v>28900</c:v>
                </c:pt>
                <c:pt idx="6942">
                  <c:v>28900</c:v>
                </c:pt>
                <c:pt idx="6943">
                  <c:v>28900</c:v>
                </c:pt>
                <c:pt idx="6944">
                  <c:v>28850</c:v>
                </c:pt>
                <c:pt idx="6945">
                  <c:v>28850</c:v>
                </c:pt>
                <c:pt idx="6946">
                  <c:v>28825</c:v>
                </c:pt>
                <c:pt idx="6947">
                  <c:v>28800</c:v>
                </c:pt>
                <c:pt idx="6948">
                  <c:v>28800</c:v>
                </c:pt>
                <c:pt idx="6949">
                  <c:v>28800</c:v>
                </c:pt>
                <c:pt idx="6950">
                  <c:v>28800</c:v>
                </c:pt>
                <c:pt idx="6951">
                  <c:v>28800</c:v>
                </c:pt>
                <c:pt idx="6952">
                  <c:v>28800</c:v>
                </c:pt>
                <c:pt idx="6953">
                  <c:v>28800</c:v>
                </c:pt>
                <c:pt idx="6954">
                  <c:v>28800</c:v>
                </c:pt>
                <c:pt idx="6955">
                  <c:v>28800</c:v>
                </c:pt>
                <c:pt idx="6956">
                  <c:v>28800</c:v>
                </c:pt>
                <c:pt idx="6957">
                  <c:v>28750</c:v>
                </c:pt>
                <c:pt idx="6958">
                  <c:v>28750</c:v>
                </c:pt>
                <c:pt idx="6959">
                  <c:v>28750</c:v>
                </c:pt>
                <c:pt idx="6960">
                  <c:v>28750</c:v>
                </c:pt>
                <c:pt idx="6961">
                  <c:v>28750</c:v>
                </c:pt>
                <c:pt idx="6962">
                  <c:v>28750</c:v>
                </c:pt>
                <c:pt idx="6963">
                  <c:v>28700</c:v>
                </c:pt>
                <c:pt idx="6964">
                  <c:v>28700</c:v>
                </c:pt>
                <c:pt idx="6965">
                  <c:v>28700</c:v>
                </c:pt>
                <c:pt idx="6966">
                  <c:v>28700</c:v>
                </c:pt>
                <c:pt idx="6967">
                  <c:v>28700</c:v>
                </c:pt>
                <c:pt idx="6968">
                  <c:v>28700</c:v>
                </c:pt>
                <c:pt idx="6969">
                  <c:v>28700</c:v>
                </c:pt>
                <c:pt idx="6970">
                  <c:v>28700</c:v>
                </c:pt>
                <c:pt idx="6971">
                  <c:v>28700</c:v>
                </c:pt>
                <c:pt idx="6972">
                  <c:v>28700</c:v>
                </c:pt>
                <c:pt idx="6973">
                  <c:v>28700</c:v>
                </c:pt>
                <c:pt idx="6974">
                  <c:v>28700</c:v>
                </c:pt>
                <c:pt idx="6975">
                  <c:v>28700</c:v>
                </c:pt>
                <c:pt idx="6976">
                  <c:v>28700</c:v>
                </c:pt>
                <c:pt idx="6977">
                  <c:v>28600</c:v>
                </c:pt>
                <c:pt idx="6978">
                  <c:v>28600</c:v>
                </c:pt>
                <c:pt idx="6979">
                  <c:v>28600</c:v>
                </c:pt>
                <c:pt idx="6980">
                  <c:v>28600</c:v>
                </c:pt>
                <c:pt idx="6981">
                  <c:v>28600</c:v>
                </c:pt>
                <c:pt idx="6982">
                  <c:v>28500</c:v>
                </c:pt>
                <c:pt idx="6983">
                  <c:v>28500</c:v>
                </c:pt>
                <c:pt idx="6984">
                  <c:v>28500</c:v>
                </c:pt>
                <c:pt idx="6985">
                  <c:v>28500</c:v>
                </c:pt>
                <c:pt idx="6986">
                  <c:v>28500</c:v>
                </c:pt>
                <c:pt idx="6987">
                  <c:v>28500</c:v>
                </c:pt>
                <c:pt idx="6988">
                  <c:v>28500</c:v>
                </c:pt>
                <c:pt idx="6989">
                  <c:v>28500</c:v>
                </c:pt>
                <c:pt idx="6990">
                  <c:v>28500</c:v>
                </c:pt>
                <c:pt idx="6991">
                  <c:v>28500</c:v>
                </c:pt>
                <c:pt idx="6992">
                  <c:v>28450</c:v>
                </c:pt>
                <c:pt idx="6993">
                  <c:v>28450</c:v>
                </c:pt>
                <c:pt idx="6994">
                  <c:v>28450</c:v>
                </c:pt>
                <c:pt idx="6995">
                  <c:v>28450</c:v>
                </c:pt>
                <c:pt idx="6996">
                  <c:v>28400</c:v>
                </c:pt>
                <c:pt idx="6997">
                  <c:v>28400</c:v>
                </c:pt>
                <c:pt idx="6998">
                  <c:v>28400</c:v>
                </c:pt>
                <c:pt idx="6999">
                  <c:v>28400</c:v>
                </c:pt>
                <c:pt idx="7000">
                  <c:v>28400</c:v>
                </c:pt>
                <c:pt idx="7001">
                  <c:v>28400</c:v>
                </c:pt>
                <c:pt idx="7002">
                  <c:v>28400</c:v>
                </c:pt>
                <c:pt idx="7003">
                  <c:v>28400</c:v>
                </c:pt>
                <c:pt idx="7004">
                  <c:v>28300</c:v>
                </c:pt>
                <c:pt idx="7005">
                  <c:v>28300</c:v>
                </c:pt>
                <c:pt idx="7006">
                  <c:v>28300</c:v>
                </c:pt>
                <c:pt idx="7007">
                  <c:v>28300</c:v>
                </c:pt>
                <c:pt idx="7008">
                  <c:v>28300</c:v>
                </c:pt>
                <c:pt idx="7009">
                  <c:v>28300</c:v>
                </c:pt>
                <c:pt idx="7010">
                  <c:v>28250</c:v>
                </c:pt>
                <c:pt idx="7011">
                  <c:v>28250</c:v>
                </c:pt>
                <c:pt idx="7012">
                  <c:v>28250</c:v>
                </c:pt>
                <c:pt idx="7013">
                  <c:v>28250</c:v>
                </c:pt>
                <c:pt idx="7014">
                  <c:v>28200</c:v>
                </c:pt>
                <c:pt idx="7015">
                  <c:v>28200</c:v>
                </c:pt>
                <c:pt idx="7016">
                  <c:v>28200</c:v>
                </c:pt>
                <c:pt idx="7017">
                  <c:v>28200</c:v>
                </c:pt>
                <c:pt idx="7018">
                  <c:v>28200</c:v>
                </c:pt>
                <c:pt idx="7019">
                  <c:v>28200</c:v>
                </c:pt>
                <c:pt idx="7020">
                  <c:v>28150</c:v>
                </c:pt>
                <c:pt idx="7021">
                  <c:v>28150</c:v>
                </c:pt>
                <c:pt idx="7022">
                  <c:v>28100</c:v>
                </c:pt>
                <c:pt idx="7023">
                  <c:v>28100</c:v>
                </c:pt>
                <c:pt idx="7024">
                  <c:v>28100</c:v>
                </c:pt>
                <c:pt idx="7025">
                  <c:v>28100</c:v>
                </c:pt>
                <c:pt idx="7026">
                  <c:v>28100</c:v>
                </c:pt>
                <c:pt idx="7027">
                  <c:v>28100</c:v>
                </c:pt>
                <c:pt idx="7028">
                  <c:v>28050</c:v>
                </c:pt>
                <c:pt idx="7029">
                  <c:v>28050</c:v>
                </c:pt>
                <c:pt idx="7030">
                  <c:v>28050</c:v>
                </c:pt>
                <c:pt idx="7031">
                  <c:v>28000</c:v>
                </c:pt>
                <c:pt idx="7032">
                  <c:v>28000</c:v>
                </c:pt>
                <c:pt idx="7033">
                  <c:v>28000</c:v>
                </c:pt>
                <c:pt idx="7034">
                  <c:v>28000</c:v>
                </c:pt>
                <c:pt idx="7035">
                  <c:v>28000</c:v>
                </c:pt>
                <c:pt idx="7036">
                  <c:v>28000</c:v>
                </c:pt>
                <c:pt idx="7037">
                  <c:v>28000</c:v>
                </c:pt>
                <c:pt idx="7038">
                  <c:v>28000</c:v>
                </c:pt>
                <c:pt idx="7039">
                  <c:v>28000</c:v>
                </c:pt>
                <c:pt idx="7040">
                  <c:v>28000</c:v>
                </c:pt>
                <c:pt idx="7041">
                  <c:v>28000</c:v>
                </c:pt>
                <c:pt idx="7042">
                  <c:v>28000</c:v>
                </c:pt>
                <c:pt idx="7043">
                  <c:v>28000</c:v>
                </c:pt>
                <c:pt idx="7044">
                  <c:v>28000</c:v>
                </c:pt>
                <c:pt idx="7045">
                  <c:v>28000</c:v>
                </c:pt>
                <c:pt idx="7046">
                  <c:v>28000</c:v>
                </c:pt>
                <c:pt idx="7047">
                  <c:v>28000</c:v>
                </c:pt>
                <c:pt idx="7048">
                  <c:v>28000</c:v>
                </c:pt>
                <c:pt idx="7049">
                  <c:v>28000</c:v>
                </c:pt>
                <c:pt idx="7050">
                  <c:v>27900</c:v>
                </c:pt>
                <c:pt idx="7051">
                  <c:v>27900</c:v>
                </c:pt>
                <c:pt idx="7052">
                  <c:v>27900</c:v>
                </c:pt>
                <c:pt idx="7053">
                  <c:v>27900</c:v>
                </c:pt>
                <c:pt idx="7054">
                  <c:v>27800</c:v>
                </c:pt>
                <c:pt idx="7055">
                  <c:v>27800</c:v>
                </c:pt>
                <c:pt idx="7056">
                  <c:v>27800</c:v>
                </c:pt>
                <c:pt idx="7057">
                  <c:v>27800</c:v>
                </c:pt>
                <c:pt idx="7058">
                  <c:v>27800</c:v>
                </c:pt>
                <c:pt idx="7059">
                  <c:v>27800</c:v>
                </c:pt>
                <c:pt idx="7060">
                  <c:v>27800</c:v>
                </c:pt>
                <c:pt idx="7061">
                  <c:v>27800</c:v>
                </c:pt>
                <c:pt idx="7062">
                  <c:v>27800</c:v>
                </c:pt>
                <c:pt idx="7063">
                  <c:v>27800</c:v>
                </c:pt>
                <c:pt idx="7064">
                  <c:v>27800</c:v>
                </c:pt>
                <c:pt idx="7065">
                  <c:v>27750</c:v>
                </c:pt>
                <c:pt idx="7066">
                  <c:v>27750</c:v>
                </c:pt>
                <c:pt idx="7067">
                  <c:v>27750</c:v>
                </c:pt>
                <c:pt idx="7068">
                  <c:v>27720</c:v>
                </c:pt>
                <c:pt idx="7069">
                  <c:v>27700</c:v>
                </c:pt>
                <c:pt idx="7070">
                  <c:v>27700</c:v>
                </c:pt>
                <c:pt idx="7071">
                  <c:v>27700</c:v>
                </c:pt>
                <c:pt idx="7072">
                  <c:v>27700</c:v>
                </c:pt>
                <c:pt idx="7073">
                  <c:v>27650</c:v>
                </c:pt>
                <c:pt idx="7074">
                  <c:v>27600</c:v>
                </c:pt>
                <c:pt idx="7075">
                  <c:v>27600</c:v>
                </c:pt>
                <c:pt idx="7076">
                  <c:v>27600</c:v>
                </c:pt>
                <c:pt idx="7077">
                  <c:v>27600</c:v>
                </c:pt>
                <c:pt idx="7078">
                  <c:v>27600</c:v>
                </c:pt>
                <c:pt idx="7079">
                  <c:v>27600</c:v>
                </c:pt>
                <c:pt idx="7080">
                  <c:v>27600</c:v>
                </c:pt>
                <c:pt idx="7081">
                  <c:v>27500</c:v>
                </c:pt>
                <c:pt idx="7082">
                  <c:v>27500</c:v>
                </c:pt>
                <c:pt idx="7083">
                  <c:v>27500</c:v>
                </c:pt>
                <c:pt idx="7084">
                  <c:v>27500</c:v>
                </c:pt>
                <c:pt idx="7085">
                  <c:v>27500</c:v>
                </c:pt>
                <c:pt idx="7086">
                  <c:v>27500</c:v>
                </c:pt>
                <c:pt idx="7087">
                  <c:v>27500</c:v>
                </c:pt>
                <c:pt idx="7088">
                  <c:v>27500</c:v>
                </c:pt>
                <c:pt idx="7089">
                  <c:v>27500</c:v>
                </c:pt>
                <c:pt idx="7090">
                  <c:v>27500</c:v>
                </c:pt>
                <c:pt idx="7091">
                  <c:v>27500</c:v>
                </c:pt>
                <c:pt idx="7092">
                  <c:v>27500</c:v>
                </c:pt>
                <c:pt idx="7093">
                  <c:v>27500</c:v>
                </c:pt>
                <c:pt idx="7094">
                  <c:v>27450</c:v>
                </c:pt>
                <c:pt idx="7095">
                  <c:v>27400</c:v>
                </c:pt>
                <c:pt idx="7096">
                  <c:v>27400</c:v>
                </c:pt>
                <c:pt idx="7097">
                  <c:v>27400</c:v>
                </c:pt>
                <c:pt idx="7098">
                  <c:v>27400</c:v>
                </c:pt>
                <c:pt idx="7099">
                  <c:v>27300</c:v>
                </c:pt>
                <c:pt idx="7100">
                  <c:v>27300</c:v>
                </c:pt>
                <c:pt idx="7101">
                  <c:v>27300</c:v>
                </c:pt>
                <c:pt idx="7102">
                  <c:v>27300</c:v>
                </c:pt>
                <c:pt idx="7103">
                  <c:v>27300</c:v>
                </c:pt>
                <c:pt idx="7104">
                  <c:v>27300</c:v>
                </c:pt>
                <c:pt idx="7105">
                  <c:v>27300</c:v>
                </c:pt>
                <c:pt idx="7106">
                  <c:v>27300</c:v>
                </c:pt>
                <c:pt idx="7107">
                  <c:v>27250</c:v>
                </c:pt>
                <c:pt idx="7108">
                  <c:v>27250</c:v>
                </c:pt>
                <c:pt idx="7109">
                  <c:v>27250</c:v>
                </c:pt>
                <c:pt idx="7110">
                  <c:v>27250</c:v>
                </c:pt>
                <c:pt idx="7111">
                  <c:v>27250</c:v>
                </c:pt>
                <c:pt idx="7112">
                  <c:v>27250</c:v>
                </c:pt>
                <c:pt idx="7113">
                  <c:v>27200</c:v>
                </c:pt>
                <c:pt idx="7114">
                  <c:v>27200</c:v>
                </c:pt>
                <c:pt idx="7115">
                  <c:v>27200</c:v>
                </c:pt>
                <c:pt idx="7116">
                  <c:v>27200</c:v>
                </c:pt>
                <c:pt idx="7117">
                  <c:v>27200</c:v>
                </c:pt>
                <c:pt idx="7118">
                  <c:v>27200</c:v>
                </c:pt>
                <c:pt idx="7119">
                  <c:v>27200</c:v>
                </c:pt>
                <c:pt idx="7120">
                  <c:v>27200</c:v>
                </c:pt>
                <c:pt idx="7121">
                  <c:v>27200</c:v>
                </c:pt>
                <c:pt idx="7122">
                  <c:v>27200</c:v>
                </c:pt>
                <c:pt idx="7123">
                  <c:v>27200</c:v>
                </c:pt>
                <c:pt idx="7124">
                  <c:v>27200</c:v>
                </c:pt>
                <c:pt idx="7125">
                  <c:v>27200</c:v>
                </c:pt>
                <c:pt idx="7126">
                  <c:v>27100</c:v>
                </c:pt>
                <c:pt idx="7127">
                  <c:v>27100</c:v>
                </c:pt>
                <c:pt idx="7128">
                  <c:v>27100</c:v>
                </c:pt>
                <c:pt idx="7129">
                  <c:v>27100</c:v>
                </c:pt>
                <c:pt idx="7130">
                  <c:v>27100</c:v>
                </c:pt>
                <c:pt idx="7131">
                  <c:v>27100</c:v>
                </c:pt>
                <c:pt idx="7132">
                  <c:v>27100</c:v>
                </c:pt>
                <c:pt idx="7133">
                  <c:v>27050</c:v>
                </c:pt>
                <c:pt idx="7134">
                  <c:v>27000</c:v>
                </c:pt>
                <c:pt idx="7135">
                  <c:v>27000</c:v>
                </c:pt>
                <c:pt idx="7136">
                  <c:v>27000</c:v>
                </c:pt>
                <c:pt idx="7137">
                  <c:v>27000</c:v>
                </c:pt>
                <c:pt idx="7138">
                  <c:v>27000</c:v>
                </c:pt>
                <c:pt idx="7139">
                  <c:v>27000</c:v>
                </c:pt>
                <c:pt idx="7140">
                  <c:v>27000</c:v>
                </c:pt>
                <c:pt idx="7141">
                  <c:v>27000</c:v>
                </c:pt>
                <c:pt idx="7142">
                  <c:v>27000</c:v>
                </c:pt>
                <c:pt idx="7143">
                  <c:v>26950</c:v>
                </c:pt>
                <c:pt idx="7144">
                  <c:v>26950</c:v>
                </c:pt>
                <c:pt idx="7145">
                  <c:v>26950</c:v>
                </c:pt>
                <c:pt idx="7146">
                  <c:v>26900</c:v>
                </c:pt>
                <c:pt idx="7147">
                  <c:v>26900</c:v>
                </c:pt>
                <c:pt idx="7148">
                  <c:v>26900</c:v>
                </c:pt>
                <c:pt idx="7149">
                  <c:v>26900</c:v>
                </c:pt>
                <c:pt idx="7150">
                  <c:v>26900</c:v>
                </c:pt>
                <c:pt idx="7151">
                  <c:v>26900</c:v>
                </c:pt>
                <c:pt idx="7152">
                  <c:v>26900</c:v>
                </c:pt>
                <c:pt idx="7153">
                  <c:v>26900</c:v>
                </c:pt>
                <c:pt idx="7154">
                  <c:v>26900</c:v>
                </c:pt>
                <c:pt idx="7155">
                  <c:v>26850</c:v>
                </c:pt>
                <c:pt idx="7156">
                  <c:v>26850</c:v>
                </c:pt>
                <c:pt idx="7157">
                  <c:v>26850</c:v>
                </c:pt>
                <c:pt idx="7158">
                  <c:v>26800</c:v>
                </c:pt>
                <c:pt idx="7159">
                  <c:v>26800</c:v>
                </c:pt>
                <c:pt idx="7160">
                  <c:v>26800</c:v>
                </c:pt>
                <c:pt idx="7161">
                  <c:v>26800</c:v>
                </c:pt>
                <c:pt idx="7162">
                  <c:v>26800</c:v>
                </c:pt>
                <c:pt idx="7163">
                  <c:v>26800</c:v>
                </c:pt>
                <c:pt idx="7164">
                  <c:v>26800</c:v>
                </c:pt>
                <c:pt idx="7165">
                  <c:v>26800</c:v>
                </c:pt>
                <c:pt idx="7166">
                  <c:v>26800</c:v>
                </c:pt>
                <c:pt idx="7167">
                  <c:v>26800</c:v>
                </c:pt>
                <c:pt idx="7168">
                  <c:v>26800</c:v>
                </c:pt>
                <c:pt idx="7169">
                  <c:v>26800</c:v>
                </c:pt>
                <c:pt idx="7170">
                  <c:v>26800</c:v>
                </c:pt>
                <c:pt idx="7171">
                  <c:v>26800</c:v>
                </c:pt>
                <c:pt idx="7172">
                  <c:v>26800</c:v>
                </c:pt>
                <c:pt idx="7173">
                  <c:v>26750</c:v>
                </c:pt>
                <c:pt idx="7174">
                  <c:v>26750</c:v>
                </c:pt>
                <c:pt idx="7175">
                  <c:v>26750</c:v>
                </c:pt>
                <c:pt idx="7176">
                  <c:v>26750</c:v>
                </c:pt>
                <c:pt idx="7177">
                  <c:v>26750</c:v>
                </c:pt>
                <c:pt idx="7178">
                  <c:v>26750</c:v>
                </c:pt>
                <c:pt idx="7179">
                  <c:v>26700</c:v>
                </c:pt>
                <c:pt idx="7180">
                  <c:v>26700</c:v>
                </c:pt>
                <c:pt idx="7181">
                  <c:v>26700</c:v>
                </c:pt>
                <c:pt idx="7182">
                  <c:v>26700</c:v>
                </c:pt>
                <c:pt idx="7183">
                  <c:v>26700</c:v>
                </c:pt>
                <c:pt idx="7184">
                  <c:v>26650</c:v>
                </c:pt>
                <c:pt idx="7185">
                  <c:v>26600</c:v>
                </c:pt>
                <c:pt idx="7186">
                  <c:v>26600</c:v>
                </c:pt>
                <c:pt idx="7187">
                  <c:v>26600</c:v>
                </c:pt>
                <c:pt idx="7188">
                  <c:v>26600</c:v>
                </c:pt>
                <c:pt idx="7189">
                  <c:v>26600</c:v>
                </c:pt>
                <c:pt idx="7190">
                  <c:v>26600</c:v>
                </c:pt>
                <c:pt idx="7191">
                  <c:v>26600</c:v>
                </c:pt>
                <c:pt idx="7192">
                  <c:v>26600</c:v>
                </c:pt>
                <c:pt idx="7193">
                  <c:v>26600</c:v>
                </c:pt>
                <c:pt idx="7194">
                  <c:v>26550</c:v>
                </c:pt>
                <c:pt idx="7195">
                  <c:v>26500</c:v>
                </c:pt>
                <c:pt idx="7196">
                  <c:v>26500</c:v>
                </c:pt>
                <c:pt idx="7197">
                  <c:v>26500</c:v>
                </c:pt>
                <c:pt idx="7198">
                  <c:v>26500</c:v>
                </c:pt>
                <c:pt idx="7199">
                  <c:v>26500</c:v>
                </c:pt>
                <c:pt idx="7200">
                  <c:v>26500</c:v>
                </c:pt>
                <c:pt idx="7201">
                  <c:v>26500</c:v>
                </c:pt>
                <c:pt idx="7202">
                  <c:v>26500</c:v>
                </c:pt>
                <c:pt idx="7203">
                  <c:v>26500</c:v>
                </c:pt>
                <c:pt idx="7204">
                  <c:v>26450</c:v>
                </c:pt>
                <c:pt idx="7205">
                  <c:v>26400</c:v>
                </c:pt>
                <c:pt idx="7206">
                  <c:v>26400</c:v>
                </c:pt>
                <c:pt idx="7207">
                  <c:v>26400</c:v>
                </c:pt>
                <c:pt idx="7208">
                  <c:v>26400</c:v>
                </c:pt>
                <c:pt idx="7209">
                  <c:v>26400</c:v>
                </c:pt>
                <c:pt idx="7210">
                  <c:v>26390</c:v>
                </c:pt>
                <c:pt idx="7211">
                  <c:v>26350</c:v>
                </c:pt>
                <c:pt idx="7212">
                  <c:v>26350</c:v>
                </c:pt>
                <c:pt idx="7213">
                  <c:v>26300</c:v>
                </c:pt>
                <c:pt idx="7214">
                  <c:v>26300</c:v>
                </c:pt>
                <c:pt idx="7215">
                  <c:v>26300</c:v>
                </c:pt>
                <c:pt idx="7216">
                  <c:v>26300</c:v>
                </c:pt>
                <c:pt idx="7217">
                  <c:v>26300</c:v>
                </c:pt>
                <c:pt idx="7218">
                  <c:v>26300</c:v>
                </c:pt>
                <c:pt idx="7219">
                  <c:v>26300</c:v>
                </c:pt>
                <c:pt idx="7220">
                  <c:v>26300</c:v>
                </c:pt>
                <c:pt idx="7221">
                  <c:v>26300</c:v>
                </c:pt>
                <c:pt idx="7222">
                  <c:v>26300</c:v>
                </c:pt>
                <c:pt idx="7223">
                  <c:v>26300</c:v>
                </c:pt>
                <c:pt idx="7224">
                  <c:v>26300</c:v>
                </c:pt>
                <c:pt idx="7225">
                  <c:v>26300</c:v>
                </c:pt>
                <c:pt idx="7226">
                  <c:v>26300</c:v>
                </c:pt>
                <c:pt idx="7227">
                  <c:v>26250</c:v>
                </c:pt>
                <c:pt idx="7228">
                  <c:v>26250</c:v>
                </c:pt>
                <c:pt idx="7229">
                  <c:v>26250</c:v>
                </c:pt>
                <c:pt idx="7230">
                  <c:v>26200</c:v>
                </c:pt>
                <c:pt idx="7231">
                  <c:v>26200</c:v>
                </c:pt>
                <c:pt idx="7232">
                  <c:v>26200</c:v>
                </c:pt>
                <c:pt idx="7233">
                  <c:v>26200</c:v>
                </c:pt>
                <c:pt idx="7234">
                  <c:v>26200</c:v>
                </c:pt>
                <c:pt idx="7235">
                  <c:v>26200</c:v>
                </c:pt>
                <c:pt idx="7236">
                  <c:v>26200</c:v>
                </c:pt>
                <c:pt idx="7237">
                  <c:v>26150</c:v>
                </c:pt>
                <c:pt idx="7238">
                  <c:v>26150</c:v>
                </c:pt>
                <c:pt idx="7239">
                  <c:v>26100</c:v>
                </c:pt>
                <c:pt idx="7240">
                  <c:v>26100</c:v>
                </c:pt>
                <c:pt idx="7241">
                  <c:v>26100</c:v>
                </c:pt>
                <c:pt idx="7242">
                  <c:v>26100</c:v>
                </c:pt>
                <c:pt idx="7243">
                  <c:v>26100</c:v>
                </c:pt>
                <c:pt idx="7244">
                  <c:v>26100</c:v>
                </c:pt>
                <c:pt idx="7245">
                  <c:v>26000</c:v>
                </c:pt>
                <c:pt idx="7246">
                  <c:v>26000</c:v>
                </c:pt>
                <c:pt idx="7247">
                  <c:v>26000</c:v>
                </c:pt>
                <c:pt idx="7248">
                  <c:v>26000</c:v>
                </c:pt>
                <c:pt idx="7249">
                  <c:v>26000</c:v>
                </c:pt>
                <c:pt idx="7250">
                  <c:v>26000</c:v>
                </c:pt>
                <c:pt idx="7251">
                  <c:v>25950</c:v>
                </c:pt>
                <c:pt idx="7252">
                  <c:v>25950</c:v>
                </c:pt>
                <c:pt idx="7253">
                  <c:v>25900</c:v>
                </c:pt>
                <c:pt idx="7254">
                  <c:v>25900</c:v>
                </c:pt>
                <c:pt idx="7255">
                  <c:v>25900</c:v>
                </c:pt>
                <c:pt idx="7256">
                  <c:v>25900</c:v>
                </c:pt>
                <c:pt idx="7257">
                  <c:v>25900</c:v>
                </c:pt>
                <c:pt idx="7258">
                  <c:v>25900</c:v>
                </c:pt>
                <c:pt idx="7259">
                  <c:v>25900</c:v>
                </c:pt>
                <c:pt idx="7260">
                  <c:v>25850</c:v>
                </c:pt>
                <c:pt idx="7261">
                  <c:v>25800</c:v>
                </c:pt>
                <c:pt idx="7262">
                  <c:v>25800</c:v>
                </c:pt>
                <c:pt idx="7263">
                  <c:v>25800</c:v>
                </c:pt>
                <c:pt idx="7264">
                  <c:v>25800</c:v>
                </c:pt>
                <c:pt idx="7265">
                  <c:v>25800</c:v>
                </c:pt>
                <c:pt idx="7266">
                  <c:v>25800</c:v>
                </c:pt>
                <c:pt idx="7267">
                  <c:v>25800</c:v>
                </c:pt>
                <c:pt idx="7268">
                  <c:v>25800</c:v>
                </c:pt>
                <c:pt idx="7269">
                  <c:v>25800</c:v>
                </c:pt>
                <c:pt idx="7270">
                  <c:v>25800</c:v>
                </c:pt>
                <c:pt idx="7271">
                  <c:v>25800</c:v>
                </c:pt>
                <c:pt idx="7272">
                  <c:v>25800</c:v>
                </c:pt>
                <c:pt idx="7273">
                  <c:v>25800</c:v>
                </c:pt>
                <c:pt idx="7274">
                  <c:v>25800</c:v>
                </c:pt>
                <c:pt idx="7275">
                  <c:v>25800</c:v>
                </c:pt>
                <c:pt idx="7276">
                  <c:v>25800</c:v>
                </c:pt>
                <c:pt idx="7277">
                  <c:v>25750</c:v>
                </c:pt>
                <c:pt idx="7278">
                  <c:v>25750</c:v>
                </c:pt>
                <c:pt idx="7279">
                  <c:v>25750</c:v>
                </c:pt>
                <c:pt idx="7280">
                  <c:v>25700</c:v>
                </c:pt>
                <c:pt idx="7281">
                  <c:v>25700</c:v>
                </c:pt>
                <c:pt idx="7282">
                  <c:v>25700</c:v>
                </c:pt>
                <c:pt idx="7283">
                  <c:v>25700</c:v>
                </c:pt>
                <c:pt idx="7284">
                  <c:v>25700</c:v>
                </c:pt>
                <c:pt idx="7285">
                  <c:v>25700</c:v>
                </c:pt>
                <c:pt idx="7286">
                  <c:v>25700</c:v>
                </c:pt>
                <c:pt idx="7287">
                  <c:v>25700</c:v>
                </c:pt>
                <c:pt idx="7288">
                  <c:v>25700</c:v>
                </c:pt>
                <c:pt idx="7289">
                  <c:v>25700</c:v>
                </c:pt>
                <c:pt idx="7290">
                  <c:v>25700</c:v>
                </c:pt>
                <c:pt idx="7291">
                  <c:v>25700</c:v>
                </c:pt>
                <c:pt idx="7292">
                  <c:v>25700</c:v>
                </c:pt>
                <c:pt idx="7293">
                  <c:v>25700</c:v>
                </c:pt>
                <c:pt idx="7294">
                  <c:v>25650</c:v>
                </c:pt>
                <c:pt idx="7295">
                  <c:v>25650</c:v>
                </c:pt>
                <c:pt idx="7296">
                  <c:v>25650</c:v>
                </c:pt>
                <c:pt idx="7297">
                  <c:v>25600</c:v>
                </c:pt>
                <c:pt idx="7298">
                  <c:v>25600</c:v>
                </c:pt>
                <c:pt idx="7299">
                  <c:v>25600</c:v>
                </c:pt>
                <c:pt idx="7300">
                  <c:v>25600</c:v>
                </c:pt>
                <c:pt idx="7301">
                  <c:v>25600</c:v>
                </c:pt>
                <c:pt idx="7302">
                  <c:v>25600</c:v>
                </c:pt>
                <c:pt idx="7303">
                  <c:v>25600</c:v>
                </c:pt>
                <c:pt idx="7304">
                  <c:v>25600</c:v>
                </c:pt>
                <c:pt idx="7305">
                  <c:v>25600</c:v>
                </c:pt>
                <c:pt idx="7306">
                  <c:v>25600</c:v>
                </c:pt>
                <c:pt idx="7307">
                  <c:v>25600</c:v>
                </c:pt>
                <c:pt idx="7308">
                  <c:v>25600</c:v>
                </c:pt>
                <c:pt idx="7309">
                  <c:v>25600</c:v>
                </c:pt>
                <c:pt idx="7310">
                  <c:v>25550</c:v>
                </c:pt>
                <c:pt idx="7311">
                  <c:v>25550</c:v>
                </c:pt>
                <c:pt idx="7312">
                  <c:v>25500</c:v>
                </c:pt>
                <c:pt idx="7313">
                  <c:v>25500</c:v>
                </c:pt>
                <c:pt idx="7314">
                  <c:v>25500</c:v>
                </c:pt>
                <c:pt idx="7315">
                  <c:v>25500</c:v>
                </c:pt>
                <c:pt idx="7316">
                  <c:v>25500</c:v>
                </c:pt>
                <c:pt idx="7317">
                  <c:v>25500</c:v>
                </c:pt>
                <c:pt idx="7318">
                  <c:v>25500</c:v>
                </c:pt>
                <c:pt idx="7319">
                  <c:v>25500</c:v>
                </c:pt>
                <c:pt idx="7320">
                  <c:v>25500</c:v>
                </c:pt>
                <c:pt idx="7321">
                  <c:v>25500</c:v>
                </c:pt>
                <c:pt idx="7322">
                  <c:v>25500</c:v>
                </c:pt>
                <c:pt idx="7323">
                  <c:v>25500</c:v>
                </c:pt>
                <c:pt idx="7324">
                  <c:v>25500</c:v>
                </c:pt>
                <c:pt idx="7325">
                  <c:v>25500</c:v>
                </c:pt>
                <c:pt idx="7326">
                  <c:v>25500</c:v>
                </c:pt>
                <c:pt idx="7327">
                  <c:v>25500</c:v>
                </c:pt>
                <c:pt idx="7328">
                  <c:v>25450</c:v>
                </c:pt>
                <c:pt idx="7329">
                  <c:v>25400</c:v>
                </c:pt>
                <c:pt idx="7330">
                  <c:v>25400</c:v>
                </c:pt>
                <c:pt idx="7331">
                  <c:v>25400</c:v>
                </c:pt>
                <c:pt idx="7332">
                  <c:v>25400</c:v>
                </c:pt>
                <c:pt idx="7333">
                  <c:v>25400</c:v>
                </c:pt>
                <c:pt idx="7334">
                  <c:v>25400</c:v>
                </c:pt>
                <c:pt idx="7335">
                  <c:v>25400</c:v>
                </c:pt>
                <c:pt idx="7336">
                  <c:v>25400</c:v>
                </c:pt>
                <c:pt idx="7337">
                  <c:v>25400</c:v>
                </c:pt>
                <c:pt idx="7338">
                  <c:v>25400</c:v>
                </c:pt>
                <c:pt idx="7339">
                  <c:v>25400</c:v>
                </c:pt>
                <c:pt idx="7340">
                  <c:v>25400</c:v>
                </c:pt>
                <c:pt idx="7341">
                  <c:v>25325</c:v>
                </c:pt>
                <c:pt idx="7342">
                  <c:v>25300</c:v>
                </c:pt>
                <c:pt idx="7343">
                  <c:v>25300</c:v>
                </c:pt>
                <c:pt idx="7344">
                  <c:v>25300</c:v>
                </c:pt>
                <c:pt idx="7345">
                  <c:v>25300</c:v>
                </c:pt>
                <c:pt idx="7346">
                  <c:v>25300</c:v>
                </c:pt>
                <c:pt idx="7347">
                  <c:v>25300</c:v>
                </c:pt>
                <c:pt idx="7348">
                  <c:v>25300</c:v>
                </c:pt>
                <c:pt idx="7349">
                  <c:v>25300</c:v>
                </c:pt>
                <c:pt idx="7350">
                  <c:v>25300</c:v>
                </c:pt>
                <c:pt idx="7351">
                  <c:v>25300</c:v>
                </c:pt>
                <c:pt idx="7352">
                  <c:v>25250</c:v>
                </c:pt>
                <c:pt idx="7353">
                  <c:v>25250</c:v>
                </c:pt>
                <c:pt idx="7354">
                  <c:v>25250</c:v>
                </c:pt>
                <c:pt idx="7355">
                  <c:v>25250</c:v>
                </c:pt>
                <c:pt idx="7356">
                  <c:v>25200</c:v>
                </c:pt>
                <c:pt idx="7357">
                  <c:v>25200</c:v>
                </c:pt>
                <c:pt idx="7358">
                  <c:v>25200</c:v>
                </c:pt>
                <c:pt idx="7359">
                  <c:v>25200</c:v>
                </c:pt>
                <c:pt idx="7360">
                  <c:v>25200</c:v>
                </c:pt>
                <c:pt idx="7361">
                  <c:v>25200</c:v>
                </c:pt>
                <c:pt idx="7362">
                  <c:v>25200</c:v>
                </c:pt>
                <c:pt idx="7363">
                  <c:v>25200</c:v>
                </c:pt>
                <c:pt idx="7364">
                  <c:v>25200</c:v>
                </c:pt>
                <c:pt idx="7365">
                  <c:v>25200</c:v>
                </c:pt>
                <c:pt idx="7366">
                  <c:v>25150</c:v>
                </c:pt>
                <c:pt idx="7367">
                  <c:v>25100</c:v>
                </c:pt>
                <c:pt idx="7368">
                  <c:v>25100</c:v>
                </c:pt>
                <c:pt idx="7369">
                  <c:v>25100</c:v>
                </c:pt>
                <c:pt idx="7370">
                  <c:v>25100</c:v>
                </c:pt>
                <c:pt idx="7371">
                  <c:v>25100</c:v>
                </c:pt>
                <c:pt idx="7372">
                  <c:v>25100</c:v>
                </c:pt>
                <c:pt idx="7373">
                  <c:v>25100</c:v>
                </c:pt>
                <c:pt idx="7374">
                  <c:v>25050</c:v>
                </c:pt>
                <c:pt idx="7375">
                  <c:v>25000</c:v>
                </c:pt>
                <c:pt idx="7376">
                  <c:v>25000</c:v>
                </c:pt>
                <c:pt idx="7377">
                  <c:v>25000</c:v>
                </c:pt>
                <c:pt idx="7378">
                  <c:v>25000</c:v>
                </c:pt>
                <c:pt idx="7379">
                  <c:v>25000</c:v>
                </c:pt>
                <c:pt idx="7380">
                  <c:v>25000</c:v>
                </c:pt>
                <c:pt idx="7381">
                  <c:v>25000</c:v>
                </c:pt>
                <c:pt idx="7382">
                  <c:v>25000</c:v>
                </c:pt>
                <c:pt idx="7383">
                  <c:v>25000</c:v>
                </c:pt>
                <c:pt idx="7384">
                  <c:v>25000</c:v>
                </c:pt>
                <c:pt idx="7385">
                  <c:v>25000</c:v>
                </c:pt>
                <c:pt idx="7386">
                  <c:v>25000</c:v>
                </c:pt>
                <c:pt idx="7387">
                  <c:v>25000</c:v>
                </c:pt>
                <c:pt idx="7388">
                  <c:v>25000</c:v>
                </c:pt>
                <c:pt idx="7389">
                  <c:v>25000</c:v>
                </c:pt>
                <c:pt idx="7390">
                  <c:v>25000</c:v>
                </c:pt>
                <c:pt idx="7391">
                  <c:v>25000</c:v>
                </c:pt>
                <c:pt idx="7392">
                  <c:v>25000</c:v>
                </c:pt>
                <c:pt idx="7393">
                  <c:v>25000</c:v>
                </c:pt>
                <c:pt idx="7394">
                  <c:v>24950</c:v>
                </c:pt>
                <c:pt idx="7395">
                  <c:v>24950</c:v>
                </c:pt>
                <c:pt idx="7396">
                  <c:v>24925</c:v>
                </c:pt>
                <c:pt idx="7397">
                  <c:v>24900</c:v>
                </c:pt>
                <c:pt idx="7398">
                  <c:v>24900</c:v>
                </c:pt>
                <c:pt idx="7399">
                  <c:v>24900</c:v>
                </c:pt>
                <c:pt idx="7400">
                  <c:v>24900</c:v>
                </c:pt>
                <c:pt idx="7401">
                  <c:v>24900</c:v>
                </c:pt>
                <c:pt idx="7402">
                  <c:v>24900</c:v>
                </c:pt>
                <c:pt idx="7403">
                  <c:v>24900</c:v>
                </c:pt>
                <c:pt idx="7404">
                  <c:v>24900</c:v>
                </c:pt>
                <c:pt idx="7405">
                  <c:v>24900</c:v>
                </c:pt>
                <c:pt idx="7406">
                  <c:v>24900</c:v>
                </c:pt>
                <c:pt idx="7407">
                  <c:v>24900</c:v>
                </c:pt>
                <c:pt idx="7408">
                  <c:v>24900</c:v>
                </c:pt>
                <c:pt idx="7409">
                  <c:v>24900</c:v>
                </c:pt>
                <c:pt idx="7410">
                  <c:v>24900</c:v>
                </c:pt>
                <c:pt idx="7411">
                  <c:v>24898</c:v>
                </c:pt>
                <c:pt idx="7412">
                  <c:v>24850</c:v>
                </c:pt>
                <c:pt idx="7413">
                  <c:v>24800</c:v>
                </c:pt>
                <c:pt idx="7414">
                  <c:v>24800</c:v>
                </c:pt>
                <c:pt idx="7415">
                  <c:v>24800</c:v>
                </c:pt>
                <c:pt idx="7416">
                  <c:v>24800</c:v>
                </c:pt>
                <c:pt idx="7417">
                  <c:v>24800</c:v>
                </c:pt>
                <c:pt idx="7418">
                  <c:v>24800</c:v>
                </c:pt>
                <c:pt idx="7419">
                  <c:v>24800</c:v>
                </c:pt>
                <c:pt idx="7420">
                  <c:v>24750</c:v>
                </c:pt>
                <c:pt idx="7421">
                  <c:v>24750</c:v>
                </c:pt>
                <c:pt idx="7422">
                  <c:v>24750</c:v>
                </c:pt>
                <c:pt idx="7423">
                  <c:v>24750</c:v>
                </c:pt>
                <c:pt idx="7424">
                  <c:v>24700</c:v>
                </c:pt>
                <c:pt idx="7425">
                  <c:v>24700</c:v>
                </c:pt>
                <c:pt idx="7426">
                  <c:v>24700</c:v>
                </c:pt>
                <c:pt idx="7427">
                  <c:v>24700</c:v>
                </c:pt>
                <c:pt idx="7428">
                  <c:v>24700</c:v>
                </c:pt>
                <c:pt idx="7429">
                  <c:v>24700</c:v>
                </c:pt>
                <c:pt idx="7430">
                  <c:v>24700</c:v>
                </c:pt>
                <c:pt idx="7431">
                  <c:v>24700</c:v>
                </c:pt>
                <c:pt idx="7432">
                  <c:v>24700</c:v>
                </c:pt>
                <c:pt idx="7433">
                  <c:v>24700</c:v>
                </c:pt>
                <c:pt idx="7434">
                  <c:v>24650</c:v>
                </c:pt>
                <c:pt idx="7435">
                  <c:v>24650</c:v>
                </c:pt>
                <c:pt idx="7436">
                  <c:v>24650</c:v>
                </c:pt>
                <c:pt idx="7437">
                  <c:v>24600</c:v>
                </c:pt>
                <c:pt idx="7438">
                  <c:v>24600</c:v>
                </c:pt>
                <c:pt idx="7439">
                  <c:v>24600</c:v>
                </c:pt>
                <c:pt idx="7440">
                  <c:v>24600</c:v>
                </c:pt>
                <c:pt idx="7441">
                  <c:v>24600</c:v>
                </c:pt>
                <c:pt idx="7442">
                  <c:v>24600</c:v>
                </c:pt>
                <c:pt idx="7443">
                  <c:v>24600</c:v>
                </c:pt>
                <c:pt idx="7444">
                  <c:v>24600</c:v>
                </c:pt>
                <c:pt idx="7445">
                  <c:v>24600</c:v>
                </c:pt>
                <c:pt idx="7446">
                  <c:v>24500</c:v>
                </c:pt>
                <c:pt idx="7447">
                  <c:v>24500</c:v>
                </c:pt>
                <c:pt idx="7448">
                  <c:v>24500</c:v>
                </c:pt>
                <c:pt idx="7449">
                  <c:v>24500</c:v>
                </c:pt>
                <c:pt idx="7450">
                  <c:v>24500</c:v>
                </c:pt>
                <c:pt idx="7451">
                  <c:v>24500</c:v>
                </c:pt>
                <c:pt idx="7452">
                  <c:v>24500</c:v>
                </c:pt>
                <c:pt idx="7453">
                  <c:v>24500</c:v>
                </c:pt>
                <c:pt idx="7454">
                  <c:v>24500</c:v>
                </c:pt>
                <c:pt idx="7455">
                  <c:v>24500</c:v>
                </c:pt>
                <c:pt idx="7456">
                  <c:v>24500</c:v>
                </c:pt>
                <c:pt idx="7457">
                  <c:v>24500</c:v>
                </c:pt>
                <c:pt idx="7458">
                  <c:v>24500</c:v>
                </c:pt>
                <c:pt idx="7459">
                  <c:v>24500</c:v>
                </c:pt>
                <c:pt idx="7460">
                  <c:v>24500</c:v>
                </c:pt>
                <c:pt idx="7461">
                  <c:v>24500</c:v>
                </c:pt>
                <c:pt idx="7462">
                  <c:v>24500</c:v>
                </c:pt>
                <c:pt idx="7463">
                  <c:v>24475</c:v>
                </c:pt>
                <c:pt idx="7464">
                  <c:v>24450</c:v>
                </c:pt>
                <c:pt idx="7465">
                  <c:v>24450</c:v>
                </c:pt>
                <c:pt idx="7466">
                  <c:v>24400</c:v>
                </c:pt>
                <c:pt idx="7467">
                  <c:v>24400</c:v>
                </c:pt>
                <c:pt idx="7468">
                  <c:v>24400</c:v>
                </c:pt>
                <c:pt idx="7469">
                  <c:v>24400</c:v>
                </c:pt>
                <c:pt idx="7470">
                  <c:v>24400</c:v>
                </c:pt>
                <c:pt idx="7471">
                  <c:v>24400</c:v>
                </c:pt>
                <c:pt idx="7472">
                  <c:v>24400</c:v>
                </c:pt>
                <c:pt idx="7473">
                  <c:v>24400</c:v>
                </c:pt>
                <c:pt idx="7474">
                  <c:v>24350</c:v>
                </c:pt>
                <c:pt idx="7475">
                  <c:v>24350</c:v>
                </c:pt>
                <c:pt idx="7476">
                  <c:v>24300</c:v>
                </c:pt>
                <c:pt idx="7477">
                  <c:v>24300</c:v>
                </c:pt>
                <c:pt idx="7478">
                  <c:v>24300</c:v>
                </c:pt>
                <c:pt idx="7479">
                  <c:v>24300</c:v>
                </c:pt>
                <c:pt idx="7480">
                  <c:v>24250</c:v>
                </c:pt>
                <c:pt idx="7481">
                  <c:v>24250</c:v>
                </c:pt>
                <c:pt idx="7482">
                  <c:v>24250</c:v>
                </c:pt>
                <c:pt idx="7483">
                  <c:v>24200</c:v>
                </c:pt>
                <c:pt idx="7484">
                  <c:v>24200</c:v>
                </c:pt>
                <c:pt idx="7485">
                  <c:v>24200</c:v>
                </c:pt>
                <c:pt idx="7486">
                  <c:v>24200</c:v>
                </c:pt>
                <c:pt idx="7487">
                  <c:v>24200</c:v>
                </c:pt>
                <c:pt idx="7488">
                  <c:v>24200</c:v>
                </c:pt>
                <c:pt idx="7489">
                  <c:v>24200</c:v>
                </c:pt>
                <c:pt idx="7490">
                  <c:v>24200</c:v>
                </c:pt>
                <c:pt idx="7491">
                  <c:v>24200</c:v>
                </c:pt>
                <c:pt idx="7492">
                  <c:v>24200</c:v>
                </c:pt>
                <c:pt idx="7493">
                  <c:v>24175</c:v>
                </c:pt>
                <c:pt idx="7494">
                  <c:v>24150</c:v>
                </c:pt>
                <c:pt idx="7495">
                  <c:v>24100</c:v>
                </c:pt>
                <c:pt idx="7496">
                  <c:v>24100</c:v>
                </c:pt>
                <c:pt idx="7497">
                  <c:v>24100</c:v>
                </c:pt>
                <c:pt idx="7498">
                  <c:v>24100</c:v>
                </c:pt>
                <c:pt idx="7499">
                  <c:v>24100</c:v>
                </c:pt>
                <c:pt idx="7500">
                  <c:v>24100</c:v>
                </c:pt>
                <c:pt idx="7501">
                  <c:v>24100</c:v>
                </c:pt>
                <c:pt idx="7502">
                  <c:v>24100</c:v>
                </c:pt>
                <c:pt idx="7503">
                  <c:v>24100</c:v>
                </c:pt>
                <c:pt idx="7504">
                  <c:v>24000</c:v>
                </c:pt>
                <c:pt idx="7505">
                  <c:v>24000</c:v>
                </c:pt>
                <c:pt idx="7506">
                  <c:v>24000</c:v>
                </c:pt>
                <c:pt idx="7507">
                  <c:v>24000</c:v>
                </c:pt>
                <c:pt idx="7508">
                  <c:v>24000</c:v>
                </c:pt>
                <c:pt idx="7509">
                  <c:v>24000</c:v>
                </c:pt>
                <c:pt idx="7510">
                  <c:v>24000</c:v>
                </c:pt>
                <c:pt idx="7511">
                  <c:v>24000</c:v>
                </c:pt>
                <c:pt idx="7512">
                  <c:v>24000</c:v>
                </c:pt>
                <c:pt idx="7513">
                  <c:v>24000</c:v>
                </c:pt>
                <c:pt idx="7514">
                  <c:v>24000</c:v>
                </c:pt>
                <c:pt idx="7515">
                  <c:v>24000</c:v>
                </c:pt>
                <c:pt idx="7516">
                  <c:v>24000</c:v>
                </c:pt>
                <c:pt idx="7517">
                  <c:v>24000</c:v>
                </c:pt>
                <c:pt idx="7518">
                  <c:v>24000</c:v>
                </c:pt>
                <c:pt idx="7519">
                  <c:v>24000</c:v>
                </c:pt>
                <c:pt idx="7520">
                  <c:v>24000</c:v>
                </c:pt>
                <c:pt idx="7521">
                  <c:v>24000</c:v>
                </c:pt>
                <c:pt idx="7522">
                  <c:v>24000</c:v>
                </c:pt>
                <c:pt idx="7523">
                  <c:v>24000</c:v>
                </c:pt>
                <c:pt idx="7524">
                  <c:v>24000</c:v>
                </c:pt>
                <c:pt idx="7525">
                  <c:v>23900</c:v>
                </c:pt>
                <c:pt idx="7526">
                  <c:v>23900</c:v>
                </c:pt>
                <c:pt idx="7527">
                  <c:v>23900</c:v>
                </c:pt>
                <c:pt idx="7528">
                  <c:v>23900</c:v>
                </c:pt>
                <c:pt idx="7529">
                  <c:v>23850</c:v>
                </c:pt>
                <c:pt idx="7530">
                  <c:v>23850</c:v>
                </c:pt>
                <c:pt idx="7531">
                  <c:v>23800</c:v>
                </c:pt>
                <c:pt idx="7532">
                  <c:v>23800</c:v>
                </c:pt>
                <c:pt idx="7533">
                  <c:v>23800</c:v>
                </c:pt>
                <c:pt idx="7534">
                  <c:v>23800</c:v>
                </c:pt>
                <c:pt idx="7535">
                  <c:v>23800</c:v>
                </c:pt>
                <c:pt idx="7536">
                  <c:v>23800</c:v>
                </c:pt>
                <c:pt idx="7537">
                  <c:v>23800</c:v>
                </c:pt>
                <c:pt idx="7538">
                  <c:v>23800</c:v>
                </c:pt>
                <c:pt idx="7539">
                  <c:v>23800</c:v>
                </c:pt>
                <c:pt idx="7540">
                  <c:v>23800</c:v>
                </c:pt>
                <c:pt idx="7541">
                  <c:v>23800</c:v>
                </c:pt>
                <c:pt idx="7542">
                  <c:v>23750</c:v>
                </c:pt>
                <c:pt idx="7543">
                  <c:v>23750</c:v>
                </c:pt>
                <c:pt idx="7544">
                  <c:v>23750</c:v>
                </c:pt>
                <c:pt idx="7545">
                  <c:v>23750</c:v>
                </c:pt>
                <c:pt idx="7546">
                  <c:v>23750</c:v>
                </c:pt>
                <c:pt idx="7547">
                  <c:v>23750</c:v>
                </c:pt>
                <c:pt idx="7548">
                  <c:v>23750</c:v>
                </c:pt>
                <c:pt idx="7549">
                  <c:v>23750</c:v>
                </c:pt>
                <c:pt idx="7550">
                  <c:v>23750</c:v>
                </c:pt>
                <c:pt idx="7551">
                  <c:v>23700</c:v>
                </c:pt>
                <c:pt idx="7552">
                  <c:v>23700</c:v>
                </c:pt>
                <c:pt idx="7553">
                  <c:v>23700</c:v>
                </c:pt>
                <c:pt idx="7554">
                  <c:v>23700</c:v>
                </c:pt>
                <c:pt idx="7555">
                  <c:v>23700</c:v>
                </c:pt>
                <c:pt idx="7556">
                  <c:v>23700</c:v>
                </c:pt>
                <c:pt idx="7557">
                  <c:v>23700</c:v>
                </c:pt>
                <c:pt idx="7558">
                  <c:v>23700</c:v>
                </c:pt>
                <c:pt idx="7559">
                  <c:v>23700</c:v>
                </c:pt>
                <c:pt idx="7560">
                  <c:v>23700</c:v>
                </c:pt>
                <c:pt idx="7561">
                  <c:v>23650</c:v>
                </c:pt>
                <c:pt idx="7562">
                  <c:v>23650</c:v>
                </c:pt>
                <c:pt idx="7563">
                  <c:v>23600</c:v>
                </c:pt>
                <c:pt idx="7564">
                  <c:v>23600</c:v>
                </c:pt>
                <c:pt idx="7565">
                  <c:v>23600</c:v>
                </c:pt>
                <c:pt idx="7566">
                  <c:v>23600</c:v>
                </c:pt>
                <c:pt idx="7567">
                  <c:v>23600</c:v>
                </c:pt>
                <c:pt idx="7568">
                  <c:v>23600</c:v>
                </c:pt>
                <c:pt idx="7569">
                  <c:v>23600</c:v>
                </c:pt>
                <c:pt idx="7570">
                  <c:v>23600</c:v>
                </c:pt>
                <c:pt idx="7571">
                  <c:v>23600</c:v>
                </c:pt>
                <c:pt idx="7572">
                  <c:v>23600</c:v>
                </c:pt>
                <c:pt idx="7573">
                  <c:v>23600</c:v>
                </c:pt>
                <c:pt idx="7574">
                  <c:v>23600</c:v>
                </c:pt>
                <c:pt idx="7575">
                  <c:v>23550</c:v>
                </c:pt>
                <c:pt idx="7576">
                  <c:v>23550</c:v>
                </c:pt>
                <c:pt idx="7577">
                  <c:v>23500</c:v>
                </c:pt>
                <c:pt idx="7578">
                  <c:v>23500</c:v>
                </c:pt>
                <c:pt idx="7579">
                  <c:v>23500</c:v>
                </c:pt>
                <c:pt idx="7580">
                  <c:v>23500</c:v>
                </c:pt>
                <c:pt idx="7581">
                  <c:v>23500</c:v>
                </c:pt>
                <c:pt idx="7582">
                  <c:v>23500</c:v>
                </c:pt>
                <c:pt idx="7583">
                  <c:v>23500</c:v>
                </c:pt>
                <c:pt idx="7584">
                  <c:v>23500</c:v>
                </c:pt>
                <c:pt idx="7585">
                  <c:v>23500</c:v>
                </c:pt>
                <c:pt idx="7586">
                  <c:v>23500</c:v>
                </c:pt>
                <c:pt idx="7587">
                  <c:v>23500</c:v>
                </c:pt>
                <c:pt idx="7588">
                  <c:v>23500</c:v>
                </c:pt>
                <c:pt idx="7589">
                  <c:v>23500</c:v>
                </c:pt>
                <c:pt idx="7590">
                  <c:v>23500</c:v>
                </c:pt>
                <c:pt idx="7591">
                  <c:v>23500</c:v>
                </c:pt>
                <c:pt idx="7592">
                  <c:v>23500</c:v>
                </c:pt>
                <c:pt idx="7593">
                  <c:v>23500</c:v>
                </c:pt>
                <c:pt idx="7594">
                  <c:v>23500</c:v>
                </c:pt>
                <c:pt idx="7595">
                  <c:v>23500</c:v>
                </c:pt>
                <c:pt idx="7596">
                  <c:v>23500</c:v>
                </c:pt>
                <c:pt idx="7597">
                  <c:v>23400</c:v>
                </c:pt>
                <c:pt idx="7598">
                  <c:v>23400</c:v>
                </c:pt>
                <c:pt idx="7599">
                  <c:v>23400</c:v>
                </c:pt>
                <c:pt idx="7600">
                  <c:v>23400</c:v>
                </c:pt>
                <c:pt idx="7601">
                  <c:v>23400</c:v>
                </c:pt>
                <c:pt idx="7602">
                  <c:v>23400</c:v>
                </c:pt>
                <c:pt idx="7603">
                  <c:v>23400</c:v>
                </c:pt>
                <c:pt idx="7604">
                  <c:v>23400</c:v>
                </c:pt>
                <c:pt idx="7605">
                  <c:v>23400</c:v>
                </c:pt>
                <c:pt idx="7606">
                  <c:v>23350</c:v>
                </c:pt>
                <c:pt idx="7607">
                  <c:v>23300</c:v>
                </c:pt>
                <c:pt idx="7608">
                  <c:v>23300</c:v>
                </c:pt>
                <c:pt idx="7609">
                  <c:v>23300</c:v>
                </c:pt>
                <c:pt idx="7610">
                  <c:v>23300</c:v>
                </c:pt>
                <c:pt idx="7611">
                  <c:v>23300</c:v>
                </c:pt>
                <c:pt idx="7612">
                  <c:v>23300</c:v>
                </c:pt>
                <c:pt idx="7613">
                  <c:v>23300</c:v>
                </c:pt>
                <c:pt idx="7614">
                  <c:v>23300</c:v>
                </c:pt>
                <c:pt idx="7615">
                  <c:v>23300</c:v>
                </c:pt>
                <c:pt idx="7616">
                  <c:v>23300</c:v>
                </c:pt>
                <c:pt idx="7617">
                  <c:v>23300</c:v>
                </c:pt>
                <c:pt idx="7618">
                  <c:v>23300</c:v>
                </c:pt>
                <c:pt idx="7619">
                  <c:v>23275</c:v>
                </c:pt>
                <c:pt idx="7620">
                  <c:v>23250</c:v>
                </c:pt>
                <c:pt idx="7621">
                  <c:v>23250</c:v>
                </c:pt>
                <c:pt idx="7622">
                  <c:v>23200</c:v>
                </c:pt>
                <c:pt idx="7623">
                  <c:v>23200</c:v>
                </c:pt>
                <c:pt idx="7624">
                  <c:v>23200</c:v>
                </c:pt>
                <c:pt idx="7625">
                  <c:v>23200</c:v>
                </c:pt>
                <c:pt idx="7626">
                  <c:v>23200</c:v>
                </c:pt>
                <c:pt idx="7627">
                  <c:v>23200</c:v>
                </c:pt>
                <c:pt idx="7628">
                  <c:v>23200</c:v>
                </c:pt>
                <c:pt idx="7629">
                  <c:v>23200</c:v>
                </c:pt>
                <c:pt idx="7630">
                  <c:v>23200</c:v>
                </c:pt>
                <c:pt idx="7631">
                  <c:v>23200</c:v>
                </c:pt>
                <c:pt idx="7632">
                  <c:v>23200</c:v>
                </c:pt>
                <c:pt idx="7633">
                  <c:v>23200</c:v>
                </c:pt>
                <c:pt idx="7634">
                  <c:v>23200</c:v>
                </c:pt>
                <c:pt idx="7635">
                  <c:v>23200</c:v>
                </c:pt>
                <c:pt idx="7636">
                  <c:v>23200</c:v>
                </c:pt>
                <c:pt idx="7637">
                  <c:v>23150</c:v>
                </c:pt>
                <c:pt idx="7638">
                  <c:v>23150</c:v>
                </c:pt>
                <c:pt idx="7639">
                  <c:v>23100</c:v>
                </c:pt>
                <c:pt idx="7640">
                  <c:v>23100</c:v>
                </c:pt>
                <c:pt idx="7641">
                  <c:v>23100</c:v>
                </c:pt>
                <c:pt idx="7642">
                  <c:v>23100</c:v>
                </c:pt>
                <c:pt idx="7643">
                  <c:v>23100</c:v>
                </c:pt>
                <c:pt idx="7644">
                  <c:v>23000</c:v>
                </c:pt>
                <c:pt idx="7645">
                  <c:v>23000</c:v>
                </c:pt>
                <c:pt idx="7646">
                  <c:v>23000</c:v>
                </c:pt>
                <c:pt idx="7647">
                  <c:v>23000</c:v>
                </c:pt>
                <c:pt idx="7648">
                  <c:v>23000</c:v>
                </c:pt>
                <c:pt idx="7649">
                  <c:v>23000</c:v>
                </c:pt>
                <c:pt idx="7650">
                  <c:v>23000</c:v>
                </c:pt>
                <c:pt idx="7651">
                  <c:v>23000</c:v>
                </c:pt>
                <c:pt idx="7652">
                  <c:v>23000</c:v>
                </c:pt>
                <c:pt idx="7653">
                  <c:v>23000</c:v>
                </c:pt>
                <c:pt idx="7654">
                  <c:v>23000</c:v>
                </c:pt>
                <c:pt idx="7655">
                  <c:v>23000</c:v>
                </c:pt>
                <c:pt idx="7656">
                  <c:v>23000</c:v>
                </c:pt>
                <c:pt idx="7657">
                  <c:v>23000</c:v>
                </c:pt>
                <c:pt idx="7658">
                  <c:v>23000</c:v>
                </c:pt>
                <c:pt idx="7659">
                  <c:v>23000</c:v>
                </c:pt>
                <c:pt idx="7660">
                  <c:v>23000</c:v>
                </c:pt>
                <c:pt idx="7661">
                  <c:v>23000</c:v>
                </c:pt>
                <c:pt idx="7662">
                  <c:v>23000</c:v>
                </c:pt>
                <c:pt idx="7663">
                  <c:v>23000</c:v>
                </c:pt>
                <c:pt idx="7664">
                  <c:v>23000</c:v>
                </c:pt>
                <c:pt idx="7665">
                  <c:v>23000</c:v>
                </c:pt>
                <c:pt idx="7666">
                  <c:v>23000</c:v>
                </c:pt>
                <c:pt idx="7667">
                  <c:v>23000</c:v>
                </c:pt>
                <c:pt idx="7668">
                  <c:v>22950</c:v>
                </c:pt>
                <c:pt idx="7669">
                  <c:v>22925</c:v>
                </c:pt>
                <c:pt idx="7670">
                  <c:v>22900</c:v>
                </c:pt>
                <c:pt idx="7671">
                  <c:v>22900</c:v>
                </c:pt>
                <c:pt idx="7672">
                  <c:v>22900</c:v>
                </c:pt>
                <c:pt idx="7673">
                  <c:v>22900</c:v>
                </c:pt>
                <c:pt idx="7674">
                  <c:v>22900</c:v>
                </c:pt>
                <c:pt idx="7675">
                  <c:v>22900</c:v>
                </c:pt>
                <c:pt idx="7676">
                  <c:v>22900</c:v>
                </c:pt>
                <c:pt idx="7677">
                  <c:v>22900</c:v>
                </c:pt>
                <c:pt idx="7678">
                  <c:v>22850</c:v>
                </c:pt>
                <c:pt idx="7679">
                  <c:v>22800</c:v>
                </c:pt>
                <c:pt idx="7680">
                  <c:v>22800</c:v>
                </c:pt>
                <c:pt idx="7681">
                  <c:v>22800</c:v>
                </c:pt>
                <c:pt idx="7682">
                  <c:v>22800</c:v>
                </c:pt>
                <c:pt idx="7683">
                  <c:v>22800</c:v>
                </c:pt>
                <c:pt idx="7684">
                  <c:v>22800</c:v>
                </c:pt>
                <c:pt idx="7685">
                  <c:v>22800</c:v>
                </c:pt>
                <c:pt idx="7686">
                  <c:v>22800</c:v>
                </c:pt>
                <c:pt idx="7687">
                  <c:v>22800</c:v>
                </c:pt>
                <c:pt idx="7688">
                  <c:v>22750</c:v>
                </c:pt>
                <c:pt idx="7689">
                  <c:v>22750</c:v>
                </c:pt>
                <c:pt idx="7690">
                  <c:v>22750</c:v>
                </c:pt>
                <c:pt idx="7691">
                  <c:v>22750</c:v>
                </c:pt>
                <c:pt idx="7692">
                  <c:v>22750</c:v>
                </c:pt>
                <c:pt idx="7693">
                  <c:v>22750</c:v>
                </c:pt>
                <c:pt idx="7694">
                  <c:v>22750</c:v>
                </c:pt>
                <c:pt idx="7695">
                  <c:v>22750</c:v>
                </c:pt>
                <c:pt idx="7696">
                  <c:v>22700</c:v>
                </c:pt>
                <c:pt idx="7697">
                  <c:v>22700</c:v>
                </c:pt>
                <c:pt idx="7698">
                  <c:v>22700</c:v>
                </c:pt>
                <c:pt idx="7699">
                  <c:v>22650</c:v>
                </c:pt>
                <c:pt idx="7700">
                  <c:v>22650</c:v>
                </c:pt>
                <c:pt idx="7701">
                  <c:v>22600</c:v>
                </c:pt>
                <c:pt idx="7702">
                  <c:v>22600</c:v>
                </c:pt>
                <c:pt idx="7703">
                  <c:v>22600</c:v>
                </c:pt>
                <c:pt idx="7704">
                  <c:v>22600</c:v>
                </c:pt>
                <c:pt idx="7705">
                  <c:v>22600</c:v>
                </c:pt>
                <c:pt idx="7706">
                  <c:v>22600</c:v>
                </c:pt>
                <c:pt idx="7707">
                  <c:v>22600</c:v>
                </c:pt>
                <c:pt idx="7708">
                  <c:v>22600</c:v>
                </c:pt>
                <c:pt idx="7709">
                  <c:v>22600</c:v>
                </c:pt>
                <c:pt idx="7710">
                  <c:v>22600</c:v>
                </c:pt>
                <c:pt idx="7711">
                  <c:v>22600</c:v>
                </c:pt>
                <c:pt idx="7712">
                  <c:v>22600</c:v>
                </c:pt>
                <c:pt idx="7713">
                  <c:v>22550</c:v>
                </c:pt>
                <c:pt idx="7714">
                  <c:v>22550</c:v>
                </c:pt>
                <c:pt idx="7715">
                  <c:v>22550</c:v>
                </c:pt>
                <c:pt idx="7716">
                  <c:v>22550</c:v>
                </c:pt>
                <c:pt idx="7717">
                  <c:v>22500</c:v>
                </c:pt>
                <c:pt idx="7718">
                  <c:v>22500</c:v>
                </c:pt>
                <c:pt idx="7719">
                  <c:v>22500</c:v>
                </c:pt>
                <c:pt idx="7720">
                  <c:v>22500</c:v>
                </c:pt>
                <c:pt idx="7721">
                  <c:v>22500</c:v>
                </c:pt>
                <c:pt idx="7722">
                  <c:v>22500</c:v>
                </c:pt>
                <c:pt idx="7723">
                  <c:v>22500</c:v>
                </c:pt>
                <c:pt idx="7724">
                  <c:v>22500</c:v>
                </c:pt>
                <c:pt idx="7725">
                  <c:v>22500</c:v>
                </c:pt>
                <c:pt idx="7726">
                  <c:v>22500</c:v>
                </c:pt>
                <c:pt idx="7727">
                  <c:v>22500</c:v>
                </c:pt>
                <c:pt idx="7728">
                  <c:v>22500</c:v>
                </c:pt>
                <c:pt idx="7729">
                  <c:v>22500</c:v>
                </c:pt>
                <c:pt idx="7730">
                  <c:v>22500</c:v>
                </c:pt>
                <c:pt idx="7731">
                  <c:v>22500</c:v>
                </c:pt>
                <c:pt idx="7732">
                  <c:v>22500</c:v>
                </c:pt>
                <c:pt idx="7733">
                  <c:v>22450</c:v>
                </c:pt>
                <c:pt idx="7734">
                  <c:v>22450</c:v>
                </c:pt>
                <c:pt idx="7735">
                  <c:v>22450</c:v>
                </c:pt>
                <c:pt idx="7736">
                  <c:v>22450</c:v>
                </c:pt>
                <c:pt idx="7737">
                  <c:v>22400</c:v>
                </c:pt>
                <c:pt idx="7738">
                  <c:v>22400</c:v>
                </c:pt>
                <c:pt idx="7739">
                  <c:v>22400</c:v>
                </c:pt>
                <c:pt idx="7740">
                  <c:v>22400</c:v>
                </c:pt>
                <c:pt idx="7741">
                  <c:v>22400</c:v>
                </c:pt>
                <c:pt idx="7742">
                  <c:v>22400</c:v>
                </c:pt>
                <c:pt idx="7743">
                  <c:v>22350</c:v>
                </c:pt>
                <c:pt idx="7744">
                  <c:v>22300</c:v>
                </c:pt>
                <c:pt idx="7745">
                  <c:v>22300</c:v>
                </c:pt>
                <c:pt idx="7746">
                  <c:v>22300</c:v>
                </c:pt>
                <c:pt idx="7747">
                  <c:v>22300</c:v>
                </c:pt>
                <c:pt idx="7748">
                  <c:v>22300</c:v>
                </c:pt>
                <c:pt idx="7749">
                  <c:v>22300</c:v>
                </c:pt>
                <c:pt idx="7750">
                  <c:v>22300</c:v>
                </c:pt>
                <c:pt idx="7751">
                  <c:v>22300</c:v>
                </c:pt>
                <c:pt idx="7752">
                  <c:v>22300</c:v>
                </c:pt>
                <c:pt idx="7753">
                  <c:v>22300</c:v>
                </c:pt>
                <c:pt idx="7754">
                  <c:v>22300</c:v>
                </c:pt>
                <c:pt idx="7755">
                  <c:v>22250</c:v>
                </c:pt>
                <c:pt idx="7756">
                  <c:v>22250</c:v>
                </c:pt>
                <c:pt idx="7757">
                  <c:v>22250</c:v>
                </c:pt>
                <c:pt idx="7758">
                  <c:v>22250</c:v>
                </c:pt>
                <c:pt idx="7759">
                  <c:v>22250</c:v>
                </c:pt>
                <c:pt idx="7760">
                  <c:v>22250</c:v>
                </c:pt>
                <c:pt idx="7761">
                  <c:v>22200</c:v>
                </c:pt>
                <c:pt idx="7762">
                  <c:v>22200</c:v>
                </c:pt>
                <c:pt idx="7763">
                  <c:v>22200</c:v>
                </c:pt>
                <c:pt idx="7764">
                  <c:v>22200</c:v>
                </c:pt>
                <c:pt idx="7765">
                  <c:v>22200</c:v>
                </c:pt>
                <c:pt idx="7766">
                  <c:v>22200</c:v>
                </c:pt>
                <c:pt idx="7767">
                  <c:v>22200</c:v>
                </c:pt>
                <c:pt idx="7768">
                  <c:v>22200</c:v>
                </c:pt>
                <c:pt idx="7769">
                  <c:v>22200</c:v>
                </c:pt>
                <c:pt idx="7770">
                  <c:v>22200</c:v>
                </c:pt>
                <c:pt idx="7771">
                  <c:v>22200</c:v>
                </c:pt>
                <c:pt idx="7772">
                  <c:v>22200</c:v>
                </c:pt>
                <c:pt idx="7773">
                  <c:v>22200</c:v>
                </c:pt>
                <c:pt idx="7774">
                  <c:v>22200</c:v>
                </c:pt>
                <c:pt idx="7775">
                  <c:v>22200</c:v>
                </c:pt>
                <c:pt idx="7776">
                  <c:v>22200</c:v>
                </c:pt>
                <c:pt idx="7777">
                  <c:v>22200</c:v>
                </c:pt>
                <c:pt idx="7778">
                  <c:v>22200</c:v>
                </c:pt>
                <c:pt idx="7779">
                  <c:v>22200</c:v>
                </c:pt>
                <c:pt idx="7780">
                  <c:v>22150</c:v>
                </c:pt>
                <c:pt idx="7781">
                  <c:v>22100</c:v>
                </c:pt>
                <c:pt idx="7782">
                  <c:v>22100</c:v>
                </c:pt>
                <c:pt idx="7783">
                  <c:v>22100</c:v>
                </c:pt>
                <c:pt idx="7784">
                  <c:v>22100</c:v>
                </c:pt>
                <c:pt idx="7785">
                  <c:v>22100</c:v>
                </c:pt>
                <c:pt idx="7786">
                  <c:v>22100</c:v>
                </c:pt>
                <c:pt idx="7787">
                  <c:v>22100</c:v>
                </c:pt>
                <c:pt idx="7788">
                  <c:v>22100</c:v>
                </c:pt>
                <c:pt idx="7789">
                  <c:v>22075</c:v>
                </c:pt>
                <c:pt idx="7790">
                  <c:v>22050</c:v>
                </c:pt>
                <c:pt idx="7791">
                  <c:v>22050</c:v>
                </c:pt>
                <c:pt idx="7792">
                  <c:v>22050</c:v>
                </c:pt>
                <c:pt idx="7793">
                  <c:v>22000</c:v>
                </c:pt>
                <c:pt idx="7794">
                  <c:v>22000</c:v>
                </c:pt>
                <c:pt idx="7795">
                  <c:v>22000</c:v>
                </c:pt>
                <c:pt idx="7796">
                  <c:v>22000</c:v>
                </c:pt>
                <c:pt idx="7797">
                  <c:v>22000</c:v>
                </c:pt>
                <c:pt idx="7798">
                  <c:v>22000</c:v>
                </c:pt>
                <c:pt idx="7799">
                  <c:v>22000</c:v>
                </c:pt>
                <c:pt idx="7800">
                  <c:v>22000</c:v>
                </c:pt>
                <c:pt idx="7801">
                  <c:v>22000</c:v>
                </c:pt>
                <c:pt idx="7802">
                  <c:v>22000</c:v>
                </c:pt>
                <c:pt idx="7803">
                  <c:v>22000</c:v>
                </c:pt>
                <c:pt idx="7804">
                  <c:v>22000</c:v>
                </c:pt>
                <c:pt idx="7805">
                  <c:v>22000</c:v>
                </c:pt>
                <c:pt idx="7806">
                  <c:v>22000</c:v>
                </c:pt>
                <c:pt idx="7807">
                  <c:v>22000</c:v>
                </c:pt>
                <c:pt idx="7808">
                  <c:v>22000</c:v>
                </c:pt>
                <c:pt idx="7809">
                  <c:v>22000</c:v>
                </c:pt>
                <c:pt idx="7810">
                  <c:v>22000</c:v>
                </c:pt>
                <c:pt idx="7811">
                  <c:v>22000</c:v>
                </c:pt>
                <c:pt idx="7812">
                  <c:v>22000</c:v>
                </c:pt>
                <c:pt idx="7813">
                  <c:v>22000</c:v>
                </c:pt>
                <c:pt idx="7814">
                  <c:v>22000</c:v>
                </c:pt>
                <c:pt idx="7815">
                  <c:v>21950</c:v>
                </c:pt>
                <c:pt idx="7816">
                  <c:v>21900</c:v>
                </c:pt>
                <c:pt idx="7817">
                  <c:v>21900</c:v>
                </c:pt>
                <c:pt idx="7818">
                  <c:v>21900</c:v>
                </c:pt>
                <c:pt idx="7819">
                  <c:v>21900</c:v>
                </c:pt>
                <c:pt idx="7820">
                  <c:v>21900</c:v>
                </c:pt>
                <c:pt idx="7821">
                  <c:v>21900</c:v>
                </c:pt>
                <c:pt idx="7822">
                  <c:v>21900</c:v>
                </c:pt>
                <c:pt idx="7823">
                  <c:v>21900</c:v>
                </c:pt>
                <c:pt idx="7824">
                  <c:v>21900</c:v>
                </c:pt>
                <c:pt idx="7825">
                  <c:v>21900</c:v>
                </c:pt>
                <c:pt idx="7826">
                  <c:v>21900</c:v>
                </c:pt>
                <c:pt idx="7827">
                  <c:v>21850</c:v>
                </c:pt>
                <c:pt idx="7828">
                  <c:v>21850</c:v>
                </c:pt>
                <c:pt idx="7829">
                  <c:v>21800</c:v>
                </c:pt>
                <c:pt idx="7830">
                  <c:v>21800</c:v>
                </c:pt>
                <c:pt idx="7831">
                  <c:v>21800</c:v>
                </c:pt>
                <c:pt idx="7832">
                  <c:v>21800</c:v>
                </c:pt>
                <c:pt idx="7833">
                  <c:v>21800</c:v>
                </c:pt>
                <c:pt idx="7834">
                  <c:v>21800</c:v>
                </c:pt>
                <c:pt idx="7835">
                  <c:v>21800</c:v>
                </c:pt>
                <c:pt idx="7836">
                  <c:v>21800</c:v>
                </c:pt>
                <c:pt idx="7837">
                  <c:v>21750</c:v>
                </c:pt>
                <c:pt idx="7838">
                  <c:v>21750</c:v>
                </c:pt>
                <c:pt idx="7839">
                  <c:v>21725</c:v>
                </c:pt>
                <c:pt idx="7840">
                  <c:v>21700</c:v>
                </c:pt>
                <c:pt idx="7841">
                  <c:v>21700</c:v>
                </c:pt>
                <c:pt idx="7842">
                  <c:v>21700</c:v>
                </c:pt>
                <c:pt idx="7843">
                  <c:v>21700</c:v>
                </c:pt>
                <c:pt idx="7844">
                  <c:v>21700</c:v>
                </c:pt>
                <c:pt idx="7845">
                  <c:v>21700</c:v>
                </c:pt>
                <c:pt idx="7846">
                  <c:v>21700</c:v>
                </c:pt>
                <c:pt idx="7847">
                  <c:v>21700</c:v>
                </c:pt>
                <c:pt idx="7848">
                  <c:v>21700</c:v>
                </c:pt>
                <c:pt idx="7849">
                  <c:v>21700</c:v>
                </c:pt>
                <c:pt idx="7850">
                  <c:v>21700</c:v>
                </c:pt>
                <c:pt idx="7851">
                  <c:v>21700</c:v>
                </c:pt>
                <c:pt idx="7852">
                  <c:v>21650</c:v>
                </c:pt>
                <c:pt idx="7853">
                  <c:v>21650</c:v>
                </c:pt>
                <c:pt idx="7854">
                  <c:v>21600</c:v>
                </c:pt>
                <c:pt idx="7855">
                  <c:v>21600</c:v>
                </c:pt>
                <c:pt idx="7856">
                  <c:v>21600</c:v>
                </c:pt>
                <c:pt idx="7857">
                  <c:v>21600</c:v>
                </c:pt>
                <c:pt idx="7858">
                  <c:v>21600</c:v>
                </c:pt>
                <c:pt idx="7859">
                  <c:v>21600</c:v>
                </c:pt>
                <c:pt idx="7860">
                  <c:v>21600</c:v>
                </c:pt>
                <c:pt idx="7861">
                  <c:v>21600</c:v>
                </c:pt>
                <c:pt idx="7862">
                  <c:v>21600</c:v>
                </c:pt>
                <c:pt idx="7863">
                  <c:v>21600</c:v>
                </c:pt>
                <c:pt idx="7864">
                  <c:v>21600</c:v>
                </c:pt>
                <c:pt idx="7865">
                  <c:v>21600</c:v>
                </c:pt>
                <c:pt idx="7866">
                  <c:v>21600</c:v>
                </c:pt>
                <c:pt idx="7867">
                  <c:v>21600</c:v>
                </c:pt>
                <c:pt idx="7868">
                  <c:v>21600</c:v>
                </c:pt>
                <c:pt idx="7869">
                  <c:v>21600</c:v>
                </c:pt>
                <c:pt idx="7870">
                  <c:v>21600</c:v>
                </c:pt>
                <c:pt idx="7871">
                  <c:v>21550</c:v>
                </c:pt>
                <c:pt idx="7872">
                  <c:v>21500</c:v>
                </c:pt>
                <c:pt idx="7873">
                  <c:v>21500</c:v>
                </c:pt>
                <c:pt idx="7874">
                  <c:v>21500</c:v>
                </c:pt>
                <c:pt idx="7875">
                  <c:v>21500</c:v>
                </c:pt>
                <c:pt idx="7876">
                  <c:v>21500</c:v>
                </c:pt>
                <c:pt idx="7877">
                  <c:v>21500</c:v>
                </c:pt>
                <c:pt idx="7878">
                  <c:v>21500</c:v>
                </c:pt>
                <c:pt idx="7879">
                  <c:v>21500</c:v>
                </c:pt>
                <c:pt idx="7880">
                  <c:v>21500</c:v>
                </c:pt>
                <c:pt idx="7881">
                  <c:v>21500</c:v>
                </c:pt>
                <c:pt idx="7882">
                  <c:v>21500</c:v>
                </c:pt>
                <c:pt idx="7883">
                  <c:v>21500</c:v>
                </c:pt>
                <c:pt idx="7884">
                  <c:v>21500</c:v>
                </c:pt>
                <c:pt idx="7885">
                  <c:v>21500</c:v>
                </c:pt>
                <c:pt idx="7886">
                  <c:v>21500</c:v>
                </c:pt>
                <c:pt idx="7887">
                  <c:v>21500</c:v>
                </c:pt>
                <c:pt idx="7888">
                  <c:v>21500</c:v>
                </c:pt>
                <c:pt idx="7889">
                  <c:v>21500</c:v>
                </c:pt>
                <c:pt idx="7890">
                  <c:v>21500</c:v>
                </c:pt>
                <c:pt idx="7891">
                  <c:v>21500</c:v>
                </c:pt>
                <c:pt idx="7892">
                  <c:v>21500</c:v>
                </c:pt>
                <c:pt idx="7893">
                  <c:v>21450</c:v>
                </c:pt>
                <c:pt idx="7894">
                  <c:v>21400</c:v>
                </c:pt>
                <c:pt idx="7895">
                  <c:v>21400</c:v>
                </c:pt>
                <c:pt idx="7896">
                  <c:v>21400</c:v>
                </c:pt>
                <c:pt idx="7897">
                  <c:v>21400</c:v>
                </c:pt>
                <c:pt idx="7898">
                  <c:v>21400</c:v>
                </c:pt>
                <c:pt idx="7899">
                  <c:v>21400</c:v>
                </c:pt>
                <c:pt idx="7900">
                  <c:v>21400</c:v>
                </c:pt>
                <c:pt idx="7901">
                  <c:v>21400</c:v>
                </c:pt>
                <c:pt idx="7902">
                  <c:v>21400</c:v>
                </c:pt>
                <c:pt idx="7903">
                  <c:v>21400</c:v>
                </c:pt>
                <c:pt idx="7904">
                  <c:v>21400</c:v>
                </c:pt>
                <c:pt idx="7905">
                  <c:v>21400</c:v>
                </c:pt>
                <c:pt idx="7906">
                  <c:v>21400</c:v>
                </c:pt>
                <c:pt idx="7907">
                  <c:v>21400</c:v>
                </c:pt>
                <c:pt idx="7908">
                  <c:v>21400</c:v>
                </c:pt>
                <c:pt idx="7909">
                  <c:v>21400</c:v>
                </c:pt>
                <c:pt idx="7910">
                  <c:v>21350</c:v>
                </c:pt>
                <c:pt idx="7911">
                  <c:v>21350</c:v>
                </c:pt>
                <c:pt idx="7912">
                  <c:v>21350</c:v>
                </c:pt>
                <c:pt idx="7913">
                  <c:v>21350</c:v>
                </c:pt>
                <c:pt idx="7914">
                  <c:v>21300</c:v>
                </c:pt>
                <c:pt idx="7915">
                  <c:v>21300</c:v>
                </c:pt>
                <c:pt idx="7916">
                  <c:v>21300</c:v>
                </c:pt>
                <c:pt idx="7917">
                  <c:v>21300</c:v>
                </c:pt>
                <c:pt idx="7918">
                  <c:v>21300</c:v>
                </c:pt>
                <c:pt idx="7919">
                  <c:v>21300</c:v>
                </c:pt>
                <c:pt idx="7920">
                  <c:v>21300</c:v>
                </c:pt>
                <c:pt idx="7921">
                  <c:v>21250</c:v>
                </c:pt>
                <c:pt idx="7922">
                  <c:v>21250</c:v>
                </c:pt>
                <c:pt idx="7923">
                  <c:v>21250</c:v>
                </c:pt>
                <c:pt idx="7924">
                  <c:v>21250</c:v>
                </c:pt>
                <c:pt idx="7925">
                  <c:v>21250</c:v>
                </c:pt>
                <c:pt idx="7926">
                  <c:v>21250</c:v>
                </c:pt>
                <c:pt idx="7927">
                  <c:v>21250</c:v>
                </c:pt>
                <c:pt idx="7928">
                  <c:v>21250</c:v>
                </c:pt>
                <c:pt idx="7929">
                  <c:v>21200</c:v>
                </c:pt>
                <c:pt idx="7930">
                  <c:v>21200</c:v>
                </c:pt>
                <c:pt idx="7931">
                  <c:v>21200</c:v>
                </c:pt>
                <c:pt idx="7932">
                  <c:v>21200</c:v>
                </c:pt>
                <c:pt idx="7933">
                  <c:v>21200</c:v>
                </c:pt>
                <c:pt idx="7934">
                  <c:v>21200</c:v>
                </c:pt>
                <c:pt idx="7935">
                  <c:v>21200</c:v>
                </c:pt>
                <c:pt idx="7936">
                  <c:v>21200</c:v>
                </c:pt>
                <c:pt idx="7937">
                  <c:v>21200</c:v>
                </c:pt>
                <c:pt idx="7938">
                  <c:v>21200</c:v>
                </c:pt>
                <c:pt idx="7939">
                  <c:v>21200</c:v>
                </c:pt>
                <c:pt idx="7940">
                  <c:v>21200</c:v>
                </c:pt>
                <c:pt idx="7941">
                  <c:v>21200</c:v>
                </c:pt>
                <c:pt idx="7942">
                  <c:v>21200</c:v>
                </c:pt>
                <c:pt idx="7943">
                  <c:v>21200</c:v>
                </c:pt>
                <c:pt idx="7944">
                  <c:v>21200</c:v>
                </c:pt>
                <c:pt idx="7945">
                  <c:v>21150</c:v>
                </c:pt>
                <c:pt idx="7946">
                  <c:v>21100</c:v>
                </c:pt>
                <c:pt idx="7947">
                  <c:v>21100</c:v>
                </c:pt>
                <c:pt idx="7948">
                  <c:v>21100</c:v>
                </c:pt>
                <c:pt idx="7949">
                  <c:v>21100</c:v>
                </c:pt>
                <c:pt idx="7950">
                  <c:v>21000</c:v>
                </c:pt>
                <c:pt idx="7951">
                  <c:v>21000</c:v>
                </c:pt>
                <c:pt idx="7952">
                  <c:v>21000</c:v>
                </c:pt>
                <c:pt idx="7953">
                  <c:v>21000</c:v>
                </c:pt>
                <c:pt idx="7954">
                  <c:v>21000</c:v>
                </c:pt>
                <c:pt idx="7955">
                  <c:v>21000</c:v>
                </c:pt>
                <c:pt idx="7956">
                  <c:v>21000</c:v>
                </c:pt>
                <c:pt idx="7957">
                  <c:v>21000</c:v>
                </c:pt>
                <c:pt idx="7958">
                  <c:v>21000</c:v>
                </c:pt>
                <c:pt idx="7959">
                  <c:v>21000</c:v>
                </c:pt>
                <c:pt idx="7960">
                  <c:v>21000</c:v>
                </c:pt>
                <c:pt idx="7961">
                  <c:v>21000</c:v>
                </c:pt>
                <c:pt idx="7962">
                  <c:v>21000</c:v>
                </c:pt>
                <c:pt idx="7963">
                  <c:v>21000</c:v>
                </c:pt>
                <c:pt idx="7964">
                  <c:v>21000</c:v>
                </c:pt>
                <c:pt idx="7965">
                  <c:v>21000</c:v>
                </c:pt>
                <c:pt idx="7966">
                  <c:v>21000</c:v>
                </c:pt>
                <c:pt idx="7967">
                  <c:v>21000</c:v>
                </c:pt>
                <c:pt idx="7968">
                  <c:v>21000</c:v>
                </c:pt>
                <c:pt idx="7969">
                  <c:v>21000</c:v>
                </c:pt>
                <c:pt idx="7970">
                  <c:v>21000</c:v>
                </c:pt>
                <c:pt idx="7971">
                  <c:v>21000</c:v>
                </c:pt>
                <c:pt idx="7972">
                  <c:v>21000</c:v>
                </c:pt>
                <c:pt idx="7973">
                  <c:v>21000</c:v>
                </c:pt>
                <c:pt idx="7974">
                  <c:v>21000</c:v>
                </c:pt>
                <c:pt idx="7975">
                  <c:v>20950</c:v>
                </c:pt>
                <c:pt idx="7976">
                  <c:v>20900</c:v>
                </c:pt>
                <c:pt idx="7977">
                  <c:v>20900</c:v>
                </c:pt>
                <c:pt idx="7978">
                  <c:v>20900</c:v>
                </c:pt>
                <c:pt idx="7979">
                  <c:v>20900</c:v>
                </c:pt>
                <c:pt idx="7980">
                  <c:v>20900</c:v>
                </c:pt>
                <c:pt idx="7981">
                  <c:v>20900</c:v>
                </c:pt>
                <c:pt idx="7982">
                  <c:v>20900</c:v>
                </c:pt>
                <c:pt idx="7983">
                  <c:v>20850</c:v>
                </c:pt>
                <c:pt idx="7984">
                  <c:v>20800</c:v>
                </c:pt>
                <c:pt idx="7985">
                  <c:v>20800</c:v>
                </c:pt>
                <c:pt idx="7986">
                  <c:v>20800</c:v>
                </c:pt>
                <c:pt idx="7987">
                  <c:v>20800</c:v>
                </c:pt>
                <c:pt idx="7988">
                  <c:v>20800</c:v>
                </c:pt>
                <c:pt idx="7989">
                  <c:v>20800</c:v>
                </c:pt>
                <c:pt idx="7990">
                  <c:v>20800</c:v>
                </c:pt>
                <c:pt idx="7991">
                  <c:v>20800</c:v>
                </c:pt>
                <c:pt idx="7992">
                  <c:v>20800</c:v>
                </c:pt>
                <c:pt idx="7993">
                  <c:v>20800</c:v>
                </c:pt>
                <c:pt idx="7994">
                  <c:v>20800</c:v>
                </c:pt>
                <c:pt idx="7995">
                  <c:v>20800</c:v>
                </c:pt>
                <c:pt idx="7996">
                  <c:v>20800</c:v>
                </c:pt>
                <c:pt idx="7997">
                  <c:v>20750</c:v>
                </c:pt>
                <c:pt idx="7998">
                  <c:v>20750</c:v>
                </c:pt>
                <c:pt idx="7999">
                  <c:v>20750</c:v>
                </c:pt>
                <c:pt idx="8000">
                  <c:v>20750</c:v>
                </c:pt>
                <c:pt idx="8001">
                  <c:v>20750</c:v>
                </c:pt>
                <c:pt idx="8002">
                  <c:v>20750</c:v>
                </c:pt>
                <c:pt idx="8003">
                  <c:v>20750</c:v>
                </c:pt>
                <c:pt idx="8004">
                  <c:v>20700</c:v>
                </c:pt>
                <c:pt idx="8005">
                  <c:v>20700</c:v>
                </c:pt>
                <c:pt idx="8006">
                  <c:v>20700</c:v>
                </c:pt>
                <c:pt idx="8007">
                  <c:v>20700</c:v>
                </c:pt>
                <c:pt idx="8008">
                  <c:v>20700</c:v>
                </c:pt>
                <c:pt idx="8009">
                  <c:v>20700</c:v>
                </c:pt>
                <c:pt idx="8010">
                  <c:v>20700</c:v>
                </c:pt>
                <c:pt idx="8011">
                  <c:v>20650</c:v>
                </c:pt>
                <c:pt idx="8012">
                  <c:v>20650</c:v>
                </c:pt>
                <c:pt idx="8013">
                  <c:v>20600</c:v>
                </c:pt>
                <c:pt idx="8014">
                  <c:v>20600</c:v>
                </c:pt>
                <c:pt idx="8015">
                  <c:v>20600</c:v>
                </c:pt>
                <c:pt idx="8016">
                  <c:v>20600</c:v>
                </c:pt>
                <c:pt idx="8017">
                  <c:v>20600</c:v>
                </c:pt>
                <c:pt idx="8018">
                  <c:v>20600</c:v>
                </c:pt>
                <c:pt idx="8019">
                  <c:v>20600</c:v>
                </c:pt>
                <c:pt idx="8020">
                  <c:v>20600</c:v>
                </c:pt>
                <c:pt idx="8021">
                  <c:v>20600</c:v>
                </c:pt>
                <c:pt idx="8022">
                  <c:v>20600</c:v>
                </c:pt>
                <c:pt idx="8023">
                  <c:v>20600</c:v>
                </c:pt>
                <c:pt idx="8024">
                  <c:v>20600</c:v>
                </c:pt>
                <c:pt idx="8025">
                  <c:v>20600</c:v>
                </c:pt>
                <c:pt idx="8026">
                  <c:v>20600</c:v>
                </c:pt>
                <c:pt idx="8027">
                  <c:v>20600</c:v>
                </c:pt>
                <c:pt idx="8028">
                  <c:v>20500</c:v>
                </c:pt>
                <c:pt idx="8029">
                  <c:v>20500</c:v>
                </c:pt>
                <c:pt idx="8030">
                  <c:v>20500</c:v>
                </c:pt>
                <c:pt idx="8031">
                  <c:v>20500</c:v>
                </c:pt>
                <c:pt idx="8032">
                  <c:v>20500</c:v>
                </c:pt>
                <c:pt idx="8033">
                  <c:v>20500</c:v>
                </c:pt>
                <c:pt idx="8034">
                  <c:v>20500</c:v>
                </c:pt>
                <c:pt idx="8035">
                  <c:v>20500</c:v>
                </c:pt>
                <c:pt idx="8036">
                  <c:v>20500</c:v>
                </c:pt>
                <c:pt idx="8037">
                  <c:v>20500</c:v>
                </c:pt>
                <c:pt idx="8038">
                  <c:v>20500</c:v>
                </c:pt>
                <c:pt idx="8039">
                  <c:v>20500</c:v>
                </c:pt>
                <c:pt idx="8040">
                  <c:v>20500</c:v>
                </c:pt>
                <c:pt idx="8041">
                  <c:v>20500</c:v>
                </c:pt>
                <c:pt idx="8042">
                  <c:v>20500</c:v>
                </c:pt>
                <c:pt idx="8043">
                  <c:v>20500</c:v>
                </c:pt>
                <c:pt idx="8044">
                  <c:v>20500</c:v>
                </c:pt>
                <c:pt idx="8045">
                  <c:v>20500</c:v>
                </c:pt>
                <c:pt idx="8046">
                  <c:v>20500</c:v>
                </c:pt>
                <c:pt idx="8047">
                  <c:v>20500</c:v>
                </c:pt>
                <c:pt idx="8048">
                  <c:v>20500</c:v>
                </c:pt>
                <c:pt idx="8049">
                  <c:v>20450</c:v>
                </c:pt>
                <c:pt idx="8050">
                  <c:v>20450</c:v>
                </c:pt>
                <c:pt idx="8051">
                  <c:v>20450</c:v>
                </c:pt>
                <c:pt idx="8052">
                  <c:v>20450</c:v>
                </c:pt>
                <c:pt idx="8053">
                  <c:v>20450</c:v>
                </c:pt>
                <c:pt idx="8054">
                  <c:v>20400</c:v>
                </c:pt>
                <c:pt idx="8055">
                  <c:v>20400</c:v>
                </c:pt>
                <c:pt idx="8056">
                  <c:v>20400</c:v>
                </c:pt>
                <c:pt idx="8057">
                  <c:v>20400</c:v>
                </c:pt>
                <c:pt idx="8058">
                  <c:v>20400</c:v>
                </c:pt>
                <c:pt idx="8059">
                  <c:v>20400</c:v>
                </c:pt>
                <c:pt idx="8060">
                  <c:v>20400</c:v>
                </c:pt>
                <c:pt idx="8061">
                  <c:v>20350</c:v>
                </c:pt>
                <c:pt idx="8062">
                  <c:v>20300</c:v>
                </c:pt>
                <c:pt idx="8063">
                  <c:v>20300</c:v>
                </c:pt>
                <c:pt idx="8064">
                  <c:v>20300</c:v>
                </c:pt>
                <c:pt idx="8065">
                  <c:v>20300</c:v>
                </c:pt>
                <c:pt idx="8066">
                  <c:v>20300</c:v>
                </c:pt>
                <c:pt idx="8067">
                  <c:v>20300</c:v>
                </c:pt>
                <c:pt idx="8068">
                  <c:v>20300</c:v>
                </c:pt>
                <c:pt idx="8069">
                  <c:v>20300</c:v>
                </c:pt>
                <c:pt idx="8070">
                  <c:v>20300</c:v>
                </c:pt>
                <c:pt idx="8071">
                  <c:v>20300</c:v>
                </c:pt>
                <c:pt idx="8072">
                  <c:v>20300</c:v>
                </c:pt>
                <c:pt idx="8073">
                  <c:v>20300</c:v>
                </c:pt>
                <c:pt idx="8074">
                  <c:v>20250</c:v>
                </c:pt>
                <c:pt idx="8075">
                  <c:v>20200</c:v>
                </c:pt>
                <c:pt idx="8076">
                  <c:v>20200</c:v>
                </c:pt>
                <c:pt idx="8077">
                  <c:v>20200</c:v>
                </c:pt>
                <c:pt idx="8078">
                  <c:v>20200</c:v>
                </c:pt>
                <c:pt idx="8079">
                  <c:v>20200</c:v>
                </c:pt>
                <c:pt idx="8080">
                  <c:v>20200</c:v>
                </c:pt>
                <c:pt idx="8081">
                  <c:v>20200</c:v>
                </c:pt>
                <c:pt idx="8082">
                  <c:v>20200</c:v>
                </c:pt>
                <c:pt idx="8083">
                  <c:v>20200</c:v>
                </c:pt>
                <c:pt idx="8084">
                  <c:v>20200</c:v>
                </c:pt>
                <c:pt idx="8085">
                  <c:v>20200</c:v>
                </c:pt>
                <c:pt idx="8086">
                  <c:v>20200</c:v>
                </c:pt>
                <c:pt idx="8087">
                  <c:v>20200</c:v>
                </c:pt>
                <c:pt idx="8088">
                  <c:v>20150</c:v>
                </c:pt>
                <c:pt idx="8089">
                  <c:v>20100</c:v>
                </c:pt>
                <c:pt idx="8090">
                  <c:v>20100</c:v>
                </c:pt>
                <c:pt idx="8091">
                  <c:v>20100</c:v>
                </c:pt>
                <c:pt idx="8092">
                  <c:v>20100</c:v>
                </c:pt>
                <c:pt idx="8093">
                  <c:v>20100</c:v>
                </c:pt>
                <c:pt idx="8094">
                  <c:v>20100</c:v>
                </c:pt>
                <c:pt idx="8095">
                  <c:v>20100</c:v>
                </c:pt>
                <c:pt idx="8096">
                  <c:v>20100</c:v>
                </c:pt>
                <c:pt idx="8097">
                  <c:v>20100</c:v>
                </c:pt>
                <c:pt idx="8098">
                  <c:v>20000</c:v>
                </c:pt>
                <c:pt idx="8099">
                  <c:v>20000</c:v>
                </c:pt>
                <c:pt idx="8100">
                  <c:v>20000</c:v>
                </c:pt>
                <c:pt idx="8101">
                  <c:v>20000</c:v>
                </c:pt>
                <c:pt idx="8102">
                  <c:v>20000</c:v>
                </c:pt>
                <c:pt idx="8103">
                  <c:v>20000</c:v>
                </c:pt>
                <c:pt idx="8104">
                  <c:v>20000</c:v>
                </c:pt>
                <c:pt idx="8105">
                  <c:v>20000</c:v>
                </c:pt>
                <c:pt idx="8106">
                  <c:v>20000</c:v>
                </c:pt>
                <c:pt idx="8107">
                  <c:v>20000</c:v>
                </c:pt>
                <c:pt idx="8108">
                  <c:v>20000</c:v>
                </c:pt>
                <c:pt idx="8109">
                  <c:v>20000</c:v>
                </c:pt>
                <c:pt idx="8110">
                  <c:v>20000</c:v>
                </c:pt>
                <c:pt idx="8111">
                  <c:v>20000</c:v>
                </c:pt>
                <c:pt idx="8112">
                  <c:v>20000</c:v>
                </c:pt>
                <c:pt idx="8113">
                  <c:v>20000</c:v>
                </c:pt>
                <c:pt idx="8114">
                  <c:v>20000</c:v>
                </c:pt>
                <c:pt idx="8115">
                  <c:v>20000</c:v>
                </c:pt>
                <c:pt idx="8116">
                  <c:v>20000</c:v>
                </c:pt>
                <c:pt idx="8117">
                  <c:v>20000</c:v>
                </c:pt>
                <c:pt idx="8118">
                  <c:v>19950</c:v>
                </c:pt>
                <c:pt idx="8119">
                  <c:v>19900</c:v>
                </c:pt>
                <c:pt idx="8120">
                  <c:v>19900</c:v>
                </c:pt>
                <c:pt idx="8121">
                  <c:v>19900</c:v>
                </c:pt>
                <c:pt idx="8122">
                  <c:v>19900</c:v>
                </c:pt>
                <c:pt idx="8123">
                  <c:v>19900</c:v>
                </c:pt>
                <c:pt idx="8124">
                  <c:v>19900</c:v>
                </c:pt>
                <c:pt idx="8125">
                  <c:v>19900</c:v>
                </c:pt>
                <c:pt idx="8126">
                  <c:v>19900</c:v>
                </c:pt>
                <c:pt idx="8127">
                  <c:v>19850</c:v>
                </c:pt>
                <c:pt idx="8128">
                  <c:v>19800</c:v>
                </c:pt>
                <c:pt idx="8129">
                  <c:v>19800</c:v>
                </c:pt>
                <c:pt idx="8130">
                  <c:v>19800</c:v>
                </c:pt>
                <c:pt idx="8131">
                  <c:v>19800</c:v>
                </c:pt>
                <c:pt idx="8132">
                  <c:v>19800</c:v>
                </c:pt>
                <c:pt idx="8133">
                  <c:v>19800</c:v>
                </c:pt>
                <c:pt idx="8134">
                  <c:v>19800</c:v>
                </c:pt>
                <c:pt idx="8135">
                  <c:v>19800</c:v>
                </c:pt>
                <c:pt idx="8136">
                  <c:v>19800</c:v>
                </c:pt>
                <c:pt idx="8137">
                  <c:v>19800</c:v>
                </c:pt>
                <c:pt idx="8138">
                  <c:v>19800</c:v>
                </c:pt>
                <c:pt idx="8139">
                  <c:v>19800</c:v>
                </c:pt>
                <c:pt idx="8140">
                  <c:v>19800</c:v>
                </c:pt>
                <c:pt idx="8141">
                  <c:v>19750</c:v>
                </c:pt>
                <c:pt idx="8142">
                  <c:v>19750</c:v>
                </c:pt>
                <c:pt idx="8143">
                  <c:v>19700</c:v>
                </c:pt>
                <c:pt idx="8144">
                  <c:v>19700</c:v>
                </c:pt>
                <c:pt idx="8145">
                  <c:v>19700</c:v>
                </c:pt>
                <c:pt idx="8146">
                  <c:v>19700</c:v>
                </c:pt>
                <c:pt idx="8147">
                  <c:v>19700</c:v>
                </c:pt>
                <c:pt idx="8148">
                  <c:v>19700</c:v>
                </c:pt>
                <c:pt idx="8149">
                  <c:v>19700</c:v>
                </c:pt>
                <c:pt idx="8150">
                  <c:v>19700</c:v>
                </c:pt>
                <c:pt idx="8151">
                  <c:v>19700</c:v>
                </c:pt>
                <c:pt idx="8152">
                  <c:v>19700</c:v>
                </c:pt>
                <c:pt idx="8153">
                  <c:v>19700</c:v>
                </c:pt>
                <c:pt idx="8154">
                  <c:v>19700</c:v>
                </c:pt>
                <c:pt idx="8155">
                  <c:v>19700</c:v>
                </c:pt>
                <c:pt idx="8156">
                  <c:v>19700</c:v>
                </c:pt>
                <c:pt idx="8157">
                  <c:v>19650</c:v>
                </c:pt>
                <c:pt idx="8158">
                  <c:v>19650</c:v>
                </c:pt>
                <c:pt idx="8159">
                  <c:v>19600</c:v>
                </c:pt>
                <c:pt idx="8160">
                  <c:v>19600</c:v>
                </c:pt>
                <c:pt idx="8161">
                  <c:v>19600</c:v>
                </c:pt>
                <c:pt idx="8162">
                  <c:v>19600</c:v>
                </c:pt>
                <c:pt idx="8163">
                  <c:v>19600</c:v>
                </c:pt>
                <c:pt idx="8164">
                  <c:v>19600</c:v>
                </c:pt>
                <c:pt idx="8165">
                  <c:v>19600</c:v>
                </c:pt>
                <c:pt idx="8166">
                  <c:v>19600</c:v>
                </c:pt>
                <c:pt idx="8167">
                  <c:v>19600</c:v>
                </c:pt>
                <c:pt idx="8168">
                  <c:v>19600</c:v>
                </c:pt>
                <c:pt idx="8169">
                  <c:v>19600</c:v>
                </c:pt>
                <c:pt idx="8170">
                  <c:v>19600</c:v>
                </c:pt>
                <c:pt idx="8171">
                  <c:v>19600</c:v>
                </c:pt>
                <c:pt idx="8172">
                  <c:v>19600</c:v>
                </c:pt>
                <c:pt idx="8173">
                  <c:v>19550</c:v>
                </c:pt>
                <c:pt idx="8174">
                  <c:v>19500</c:v>
                </c:pt>
                <c:pt idx="8175">
                  <c:v>19500</c:v>
                </c:pt>
                <c:pt idx="8176">
                  <c:v>19500</c:v>
                </c:pt>
                <c:pt idx="8177">
                  <c:v>19500</c:v>
                </c:pt>
                <c:pt idx="8178">
                  <c:v>19500</c:v>
                </c:pt>
                <c:pt idx="8179">
                  <c:v>19500</c:v>
                </c:pt>
                <c:pt idx="8180">
                  <c:v>19500</c:v>
                </c:pt>
                <c:pt idx="8181">
                  <c:v>19500</c:v>
                </c:pt>
                <c:pt idx="8182">
                  <c:v>19500</c:v>
                </c:pt>
                <c:pt idx="8183">
                  <c:v>19500</c:v>
                </c:pt>
                <c:pt idx="8184">
                  <c:v>19500</c:v>
                </c:pt>
                <c:pt idx="8185">
                  <c:v>19500</c:v>
                </c:pt>
                <c:pt idx="8186">
                  <c:v>19500</c:v>
                </c:pt>
                <c:pt idx="8187">
                  <c:v>19500</c:v>
                </c:pt>
                <c:pt idx="8188">
                  <c:v>19500</c:v>
                </c:pt>
                <c:pt idx="8189">
                  <c:v>19500</c:v>
                </c:pt>
                <c:pt idx="8190">
                  <c:v>19425</c:v>
                </c:pt>
                <c:pt idx="8191">
                  <c:v>19400</c:v>
                </c:pt>
                <c:pt idx="8192">
                  <c:v>19400</c:v>
                </c:pt>
                <c:pt idx="8193">
                  <c:v>19400</c:v>
                </c:pt>
                <c:pt idx="8194">
                  <c:v>19400</c:v>
                </c:pt>
                <c:pt idx="8195">
                  <c:v>19400</c:v>
                </c:pt>
                <c:pt idx="8196">
                  <c:v>19400</c:v>
                </c:pt>
                <c:pt idx="8197">
                  <c:v>19400</c:v>
                </c:pt>
                <c:pt idx="8198">
                  <c:v>19400</c:v>
                </c:pt>
                <c:pt idx="8199">
                  <c:v>19400</c:v>
                </c:pt>
                <c:pt idx="8200">
                  <c:v>19400</c:v>
                </c:pt>
                <c:pt idx="8201">
                  <c:v>19400</c:v>
                </c:pt>
                <c:pt idx="8202">
                  <c:v>19375</c:v>
                </c:pt>
                <c:pt idx="8203">
                  <c:v>19300</c:v>
                </c:pt>
                <c:pt idx="8204">
                  <c:v>19300</c:v>
                </c:pt>
                <c:pt idx="8205">
                  <c:v>19300</c:v>
                </c:pt>
                <c:pt idx="8206">
                  <c:v>19300</c:v>
                </c:pt>
                <c:pt idx="8207">
                  <c:v>19300</c:v>
                </c:pt>
                <c:pt idx="8208">
                  <c:v>19300</c:v>
                </c:pt>
                <c:pt idx="8209">
                  <c:v>19300</c:v>
                </c:pt>
                <c:pt idx="8210">
                  <c:v>19300</c:v>
                </c:pt>
                <c:pt idx="8211">
                  <c:v>19300</c:v>
                </c:pt>
                <c:pt idx="8212">
                  <c:v>19300</c:v>
                </c:pt>
                <c:pt idx="8213">
                  <c:v>19300</c:v>
                </c:pt>
                <c:pt idx="8214">
                  <c:v>19250</c:v>
                </c:pt>
                <c:pt idx="8215">
                  <c:v>19250</c:v>
                </c:pt>
                <c:pt idx="8216">
                  <c:v>19250</c:v>
                </c:pt>
                <c:pt idx="8217">
                  <c:v>19250</c:v>
                </c:pt>
                <c:pt idx="8218">
                  <c:v>19250</c:v>
                </c:pt>
                <c:pt idx="8219">
                  <c:v>19200</c:v>
                </c:pt>
                <c:pt idx="8220">
                  <c:v>19200</c:v>
                </c:pt>
                <c:pt idx="8221">
                  <c:v>19200</c:v>
                </c:pt>
                <c:pt idx="8222">
                  <c:v>19200</c:v>
                </c:pt>
                <c:pt idx="8223">
                  <c:v>19200</c:v>
                </c:pt>
                <c:pt idx="8224">
                  <c:v>19200</c:v>
                </c:pt>
                <c:pt idx="8225">
                  <c:v>19200</c:v>
                </c:pt>
                <c:pt idx="8226">
                  <c:v>19200</c:v>
                </c:pt>
                <c:pt idx="8227">
                  <c:v>19200</c:v>
                </c:pt>
                <c:pt idx="8228">
                  <c:v>19200</c:v>
                </c:pt>
                <c:pt idx="8229">
                  <c:v>19200</c:v>
                </c:pt>
                <c:pt idx="8230">
                  <c:v>19200</c:v>
                </c:pt>
                <c:pt idx="8231">
                  <c:v>19200</c:v>
                </c:pt>
                <c:pt idx="8232">
                  <c:v>19200</c:v>
                </c:pt>
                <c:pt idx="8233">
                  <c:v>19150</c:v>
                </c:pt>
                <c:pt idx="8234">
                  <c:v>19150</c:v>
                </c:pt>
                <c:pt idx="8235">
                  <c:v>19100</c:v>
                </c:pt>
                <c:pt idx="8236">
                  <c:v>19100</c:v>
                </c:pt>
                <c:pt idx="8237">
                  <c:v>19100</c:v>
                </c:pt>
                <c:pt idx="8238">
                  <c:v>19100</c:v>
                </c:pt>
                <c:pt idx="8239">
                  <c:v>19100</c:v>
                </c:pt>
                <c:pt idx="8240">
                  <c:v>19100</c:v>
                </c:pt>
                <c:pt idx="8241">
                  <c:v>19100</c:v>
                </c:pt>
                <c:pt idx="8242">
                  <c:v>19100</c:v>
                </c:pt>
                <c:pt idx="8243">
                  <c:v>19050</c:v>
                </c:pt>
                <c:pt idx="8244">
                  <c:v>19000</c:v>
                </c:pt>
                <c:pt idx="8245">
                  <c:v>19000</c:v>
                </c:pt>
                <c:pt idx="8246">
                  <c:v>19000</c:v>
                </c:pt>
                <c:pt idx="8247">
                  <c:v>19000</c:v>
                </c:pt>
                <c:pt idx="8248">
                  <c:v>19000</c:v>
                </c:pt>
                <c:pt idx="8249">
                  <c:v>19000</c:v>
                </c:pt>
                <c:pt idx="8250">
                  <c:v>19000</c:v>
                </c:pt>
                <c:pt idx="8251">
                  <c:v>19000</c:v>
                </c:pt>
                <c:pt idx="8252">
                  <c:v>19000</c:v>
                </c:pt>
                <c:pt idx="8253">
                  <c:v>19000</c:v>
                </c:pt>
                <c:pt idx="8254">
                  <c:v>19000</c:v>
                </c:pt>
                <c:pt idx="8255">
                  <c:v>19000</c:v>
                </c:pt>
                <c:pt idx="8256">
                  <c:v>19000</c:v>
                </c:pt>
                <c:pt idx="8257">
                  <c:v>19000</c:v>
                </c:pt>
                <c:pt idx="8258">
                  <c:v>19000</c:v>
                </c:pt>
                <c:pt idx="8259">
                  <c:v>19000</c:v>
                </c:pt>
                <c:pt idx="8260">
                  <c:v>19000</c:v>
                </c:pt>
                <c:pt idx="8261">
                  <c:v>19000</c:v>
                </c:pt>
                <c:pt idx="8262">
                  <c:v>19000</c:v>
                </c:pt>
                <c:pt idx="8263">
                  <c:v>19000</c:v>
                </c:pt>
                <c:pt idx="8264">
                  <c:v>19000</c:v>
                </c:pt>
                <c:pt idx="8265">
                  <c:v>19000</c:v>
                </c:pt>
                <c:pt idx="8266">
                  <c:v>19000</c:v>
                </c:pt>
                <c:pt idx="8267">
                  <c:v>19000</c:v>
                </c:pt>
                <c:pt idx="8268">
                  <c:v>19000</c:v>
                </c:pt>
                <c:pt idx="8269">
                  <c:v>18900</c:v>
                </c:pt>
                <c:pt idx="8270">
                  <c:v>18900</c:v>
                </c:pt>
                <c:pt idx="8271">
                  <c:v>18900</c:v>
                </c:pt>
                <c:pt idx="8272">
                  <c:v>18900</c:v>
                </c:pt>
                <c:pt idx="8273">
                  <c:v>18900</c:v>
                </c:pt>
                <c:pt idx="8274">
                  <c:v>18900</c:v>
                </c:pt>
                <c:pt idx="8275">
                  <c:v>18900</c:v>
                </c:pt>
                <c:pt idx="8276">
                  <c:v>18900</c:v>
                </c:pt>
                <c:pt idx="8277">
                  <c:v>18900</c:v>
                </c:pt>
                <c:pt idx="8278">
                  <c:v>18900</c:v>
                </c:pt>
                <c:pt idx="8279">
                  <c:v>18900</c:v>
                </c:pt>
                <c:pt idx="8280">
                  <c:v>18900</c:v>
                </c:pt>
                <c:pt idx="8281">
                  <c:v>18900</c:v>
                </c:pt>
                <c:pt idx="8282">
                  <c:v>18900</c:v>
                </c:pt>
                <c:pt idx="8283">
                  <c:v>18900</c:v>
                </c:pt>
                <c:pt idx="8284">
                  <c:v>18900</c:v>
                </c:pt>
                <c:pt idx="8285">
                  <c:v>18850</c:v>
                </c:pt>
                <c:pt idx="8286">
                  <c:v>18850</c:v>
                </c:pt>
                <c:pt idx="8287">
                  <c:v>18800</c:v>
                </c:pt>
                <c:pt idx="8288">
                  <c:v>18800</c:v>
                </c:pt>
                <c:pt idx="8289">
                  <c:v>18800</c:v>
                </c:pt>
                <c:pt idx="8290">
                  <c:v>18800</c:v>
                </c:pt>
                <c:pt idx="8291">
                  <c:v>18800</c:v>
                </c:pt>
                <c:pt idx="8292">
                  <c:v>18800</c:v>
                </c:pt>
                <c:pt idx="8293">
                  <c:v>18800</c:v>
                </c:pt>
                <c:pt idx="8294">
                  <c:v>18800</c:v>
                </c:pt>
                <c:pt idx="8295">
                  <c:v>18800</c:v>
                </c:pt>
                <c:pt idx="8296">
                  <c:v>18800</c:v>
                </c:pt>
                <c:pt idx="8297">
                  <c:v>18800</c:v>
                </c:pt>
                <c:pt idx="8298">
                  <c:v>18800</c:v>
                </c:pt>
                <c:pt idx="8299">
                  <c:v>18800</c:v>
                </c:pt>
                <c:pt idx="8300">
                  <c:v>18800</c:v>
                </c:pt>
                <c:pt idx="8301">
                  <c:v>18750</c:v>
                </c:pt>
                <c:pt idx="8302">
                  <c:v>18750</c:v>
                </c:pt>
                <c:pt idx="8303">
                  <c:v>18750</c:v>
                </c:pt>
                <c:pt idx="8304">
                  <c:v>18700</c:v>
                </c:pt>
                <c:pt idx="8305">
                  <c:v>18700</c:v>
                </c:pt>
                <c:pt idx="8306">
                  <c:v>18700</c:v>
                </c:pt>
                <c:pt idx="8307">
                  <c:v>18700</c:v>
                </c:pt>
                <c:pt idx="8308">
                  <c:v>18700</c:v>
                </c:pt>
                <c:pt idx="8309">
                  <c:v>18700</c:v>
                </c:pt>
                <c:pt idx="8310">
                  <c:v>18700</c:v>
                </c:pt>
                <c:pt idx="8311">
                  <c:v>18700</c:v>
                </c:pt>
                <c:pt idx="8312">
                  <c:v>18700</c:v>
                </c:pt>
                <c:pt idx="8313">
                  <c:v>18700</c:v>
                </c:pt>
                <c:pt idx="8314">
                  <c:v>18650</c:v>
                </c:pt>
                <c:pt idx="8315">
                  <c:v>18650</c:v>
                </c:pt>
                <c:pt idx="8316">
                  <c:v>18650</c:v>
                </c:pt>
                <c:pt idx="8317">
                  <c:v>18650</c:v>
                </c:pt>
                <c:pt idx="8318">
                  <c:v>18630</c:v>
                </c:pt>
                <c:pt idx="8319">
                  <c:v>18600</c:v>
                </c:pt>
                <c:pt idx="8320">
                  <c:v>18600</c:v>
                </c:pt>
                <c:pt idx="8321">
                  <c:v>18600</c:v>
                </c:pt>
                <c:pt idx="8322">
                  <c:v>18600</c:v>
                </c:pt>
                <c:pt idx="8323">
                  <c:v>18600</c:v>
                </c:pt>
                <c:pt idx="8324">
                  <c:v>18600</c:v>
                </c:pt>
                <c:pt idx="8325">
                  <c:v>18600</c:v>
                </c:pt>
                <c:pt idx="8326">
                  <c:v>18600</c:v>
                </c:pt>
                <c:pt idx="8327">
                  <c:v>18600</c:v>
                </c:pt>
                <c:pt idx="8328">
                  <c:v>18600</c:v>
                </c:pt>
                <c:pt idx="8329">
                  <c:v>18600</c:v>
                </c:pt>
                <c:pt idx="8330">
                  <c:v>18600</c:v>
                </c:pt>
                <c:pt idx="8331">
                  <c:v>18600</c:v>
                </c:pt>
                <c:pt idx="8332">
                  <c:v>18600</c:v>
                </c:pt>
                <c:pt idx="8333">
                  <c:v>18600</c:v>
                </c:pt>
                <c:pt idx="8334">
                  <c:v>18600</c:v>
                </c:pt>
                <c:pt idx="8335">
                  <c:v>18600</c:v>
                </c:pt>
                <c:pt idx="8336">
                  <c:v>18600</c:v>
                </c:pt>
                <c:pt idx="8337">
                  <c:v>18600</c:v>
                </c:pt>
                <c:pt idx="8338">
                  <c:v>18600</c:v>
                </c:pt>
                <c:pt idx="8339">
                  <c:v>18600</c:v>
                </c:pt>
                <c:pt idx="8340">
                  <c:v>18600</c:v>
                </c:pt>
                <c:pt idx="8341">
                  <c:v>18600</c:v>
                </c:pt>
                <c:pt idx="8342">
                  <c:v>18500</c:v>
                </c:pt>
                <c:pt idx="8343">
                  <c:v>18500</c:v>
                </c:pt>
                <c:pt idx="8344">
                  <c:v>18500</c:v>
                </c:pt>
                <c:pt idx="8345">
                  <c:v>18500</c:v>
                </c:pt>
                <c:pt idx="8346">
                  <c:v>18500</c:v>
                </c:pt>
                <c:pt idx="8347">
                  <c:v>18500</c:v>
                </c:pt>
                <c:pt idx="8348">
                  <c:v>18500</c:v>
                </c:pt>
                <c:pt idx="8349">
                  <c:v>18500</c:v>
                </c:pt>
                <c:pt idx="8350">
                  <c:v>18500</c:v>
                </c:pt>
                <c:pt idx="8351">
                  <c:v>18500</c:v>
                </c:pt>
                <c:pt idx="8352">
                  <c:v>18500</c:v>
                </c:pt>
                <c:pt idx="8353">
                  <c:v>18500</c:v>
                </c:pt>
                <c:pt idx="8354">
                  <c:v>18500</c:v>
                </c:pt>
                <c:pt idx="8355">
                  <c:v>18500</c:v>
                </c:pt>
                <c:pt idx="8356">
                  <c:v>18500</c:v>
                </c:pt>
                <c:pt idx="8357">
                  <c:v>18500</c:v>
                </c:pt>
                <c:pt idx="8358">
                  <c:v>18500</c:v>
                </c:pt>
                <c:pt idx="8359">
                  <c:v>18500</c:v>
                </c:pt>
                <c:pt idx="8360">
                  <c:v>18500</c:v>
                </c:pt>
                <c:pt idx="8361">
                  <c:v>18500</c:v>
                </c:pt>
                <c:pt idx="8362">
                  <c:v>18500</c:v>
                </c:pt>
                <c:pt idx="8363">
                  <c:v>18500</c:v>
                </c:pt>
                <c:pt idx="8364">
                  <c:v>18500</c:v>
                </c:pt>
                <c:pt idx="8365">
                  <c:v>18500</c:v>
                </c:pt>
                <c:pt idx="8366">
                  <c:v>18450</c:v>
                </c:pt>
                <c:pt idx="8367">
                  <c:v>18400</c:v>
                </c:pt>
                <c:pt idx="8368">
                  <c:v>18400</c:v>
                </c:pt>
                <c:pt idx="8369">
                  <c:v>18400</c:v>
                </c:pt>
                <c:pt idx="8370">
                  <c:v>18400</c:v>
                </c:pt>
                <c:pt idx="8371">
                  <c:v>18400</c:v>
                </c:pt>
                <c:pt idx="8372">
                  <c:v>18400</c:v>
                </c:pt>
                <c:pt idx="8373">
                  <c:v>18400</c:v>
                </c:pt>
                <c:pt idx="8374">
                  <c:v>18400</c:v>
                </c:pt>
                <c:pt idx="8375">
                  <c:v>18400</c:v>
                </c:pt>
                <c:pt idx="8376">
                  <c:v>18400</c:v>
                </c:pt>
                <c:pt idx="8377">
                  <c:v>18400</c:v>
                </c:pt>
                <c:pt idx="8378">
                  <c:v>18400</c:v>
                </c:pt>
                <c:pt idx="8379">
                  <c:v>18400</c:v>
                </c:pt>
                <c:pt idx="8380">
                  <c:v>18400</c:v>
                </c:pt>
                <c:pt idx="8381">
                  <c:v>18400</c:v>
                </c:pt>
                <c:pt idx="8382">
                  <c:v>18400</c:v>
                </c:pt>
                <c:pt idx="8383">
                  <c:v>18350</c:v>
                </c:pt>
                <c:pt idx="8384">
                  <c:v>18350</c:v>
                </c:pt>
                <c:pt idx="8385">
                  <c:v>18350</c:v>
                </c:pt>
                <c:pt idx="8386">
                  <c:v>18300</c:v>
                </c:pt>
                <c:pt idx="8387">
                  <c:v>18300</c:v>
                </c:pt>
                <c:pt idx="8388">
                  <c:v>18300</c:v>
                </c:pt>
                <c:pt idx="8389">
                  <c:v>18300</c:v>
                </c:pt>
                <c:pt idx="8390">
                  <c:v>18300</c:v>
                </c:pt>
                <c:pt idx="8391">
                  <c:v>18300</c:v>
                </c:pt>
                <c:pt idx="8392">
                  <c:v>18300</c:v>
                </c:pt>
                <c:pt idx="8393">
                  <c:v>18300</c:v>
                </c:pt>
                <c:pt idx="8394">
                  <c:v>18300</c:v>
                </c:pt>
                <c:pt idx="8395">
                  <c:v>18300</c:v>
                </c:pt>
                <c:pt idx="8396">
                  <c:v>18300</c:v>
                </c:pt>
                <c:pt idx="8397">
                  <c:v>18300</c:v>
                </c:pt>
                <c:pt idx="8398">
                  <c:v>18300</c:v>
                </c:pt>
                <c:pt idx="8399">
                  <c:v>18300</c:v>
                </c:pt>
                <c:pt idx="8400">
                  <c:v>18250</c:v>
                </c:pt>
                <c:pt idx="8401">
                  <c:v>18250</c:v>
                </c:pt>
                <c:pt idx="8402">
                  <c:v>18250</c:v>
                </c:pt>
                <c:pt idx="8403">
                  <c:v>18250</c:v>
                </c:pt>
                <c:pt idx="8404">
                  <c:v>18250</c:v>
                </c:pt>
                <c:pt idx="8405">
                  <c:v>18250</c:v>
                </c:pt>
                <c:pt idx="8406">
                  <c:v>18200</c:v>
                </c:pt>
                <c:pt idx="8407">
                  <c:v>18200</c:v>
                </c:pt>
                <c:pt idx="8408">
                  <c:v>18200</c:v>
                </c:pt>
                <c:pt idx="8409">
                  <c:v>18200</c:v>
                </c:pt>
                <c:pt idx="8410">
                  <c:v>18200</c:v>
                </c:pt>
                <c:pt idx="8411">
                  <c:v>18200</c:v>
                </c:pt>
                <c:pt idx="8412">
                  <c:v>18200</c:v>
                </c:pt>
                <c:pt idx="8413">
                  <c:v>18200</c:v>
                </c:pt>
                <c:pt idx="8414">
                  <c:v>18200</c:v>
                </c:pt>
                <c:pt idx="8415">
                  <c:v>18200</c:v>
                </c:pt>
                <c:pt idx="8416">
                  <c:v>18200</c:v>
                </c:pt>
                <c:pt idx="8417">
                  <c:v>18200</c:v>
                </c:pt>
                <c:pt idx="8418">
                  <c:v>18200</c:v>
                </c:pt>
                <c:pt idx="8419">
                  <c:v>18150</c:v>
                </c:pt>
                <c:pt idx="8420">
                  <c:v>18150</c:v>
                </c:pt>
                <c:pt idx="8421">
                  <c:v>18100</c:v>
                </c:pt>
                <c:pt idx="8422">
                  <c:v>18100</c:v>
                </c:pt>
                <c:pt idx="8423">
                  <c:v>18100</c:v>
                </c:pt>
                <c:pt idx="8424">
                  <c:v>18100</c:v>
                </c:pt>
                <c:pt idx="8425">
                  <c:v>18100</c:v>
                </c:pt>
                <c:pt idx="8426">
                  <c:v>18100</c:v>
                </c:pt>
                <c:pt idx="8427">
                  <c:v>18100</c:v>
                </c:pt>
                <c:pt idx="8428">
                  <c:v>18100</c:v>
                </c:pt>
                <c:pt idx="8429">
                  <c:v>18100</c:v>
                </c:pt>
                <c:pt idx="8430">
                  <c:v>18100</c:v>
                </c:pt>
                <c:pt idx="8431">
                  <c:v>18100</c:v>
                </c:pt>
                <c:pt idx="8432">
                  <c:v>18100</c:v>
                </c:pt>
                <c:pt idx="8433">
                  <c:v>18100</c:v>
                </c:pt>
                <c:pt idx="8434">
                  <c:v>18050</c:v>
                </c:pt>
                <c:pt idx="8435">
                  <c:v>18050</c:v>
                </c:pt>
                <c:pt idx="8436">
                  <c:v>18050</c:v>
                </c:pt>
                <c:pt idx="8437">
                  <c:v>18000</c:v>
                </c:pt>
                <c:pt idx="8438">
                  <c:v>18000</c:v>
                </c:pt>
                <c:pt idx="8439">
                  <c:v>18000</c:v>
                </c:pt>
                <c:pt idx="8440">
                  <c:v>18000</c:v>
                </c:pt>
                <c:pt idx="8441">
                  <c:v>18000</c:v>
                </c:pt>
                <c:pt idx="8442">
                  <c:v>18000</c:v>
                </c:pt>
                <c:pt idx="8443">
                  <c:v>18000</c:v>
                </c:pt>
                <c:pt idx="8444">
                  <c:v>18000</c:v>
                </c:pt>
                <c:pt idx="8445">
                  <c:v>18000</c:v>
                </c:pt>
                <c:pt idx="8446">
                  <c:v>18000</c:v>
                </c:pt>
                <c:pt idx="8447">
                  <c:v>18000</c:v>
                </c:pt>
                <c:pt idx="8448">
                  <c:v>18000</c:v>
                </c:pt>
                <c:pt idx="8449">
                  <c:v>18000</c:v>
                </c:pt>
                <c:pt idx="8450">
                  <c:v>18000</c:v>
                </c:pt>
                <c:pt idx="8451">
                  <c:v>18000</c:v>
                </c:pt>
                <c:pt idx="8452">
                  <c:v>18000</c:v>
                </c:pt>
                <c:pt idx="8453">
                  <c:v>18000</c:v>
                </c:pt>
                <c:pt idx="8454">
                  <c:v>18000</c:v>
                </c:pt>
                <c:pt idx="8455">
                  <c:v>18000</c:v>
                </c:pt>
                <c:pt idx="8456">
                  <c:v>18000</c:v>
                </c:pt>
                <c:pt idx="8457">
                  <c:v>18000</c:v>
                </c:pt>
                <c:pt idx="8458">
                  <c:v>18000</c:v>
                </c:pt>
                <c:pt idx="8459">
                  <c:v>18000</c:v>
                </c:pt>
                <c:pt idx="8460">
                  <c:v>18000</c:v>
                </c:pt>
                <c:pt idx="8461">
                  <c:v>18000</c:v>
                </c:pt>
                <c:pt idx="8462">
                  <c:v>18000</c:v>
                </c:pt>
                <c:pt idx="8463">
                  <c:v>17900</c:v>
                </c:pt>
                <c:pt idx="8464">
                  <c:v>17900</c:v>
                </c:pt>
                <c:pt idx="8465">
                  <c:v>17900</c:v>
                </c:pt>
                <c:pt idx="8466">
                  <c:v>17900</c:v>
                </c:pt>
                <c:pt idx="8467">
                  <c:v>17900</c:v>
                </c:pt>
                <c:pt idx="8468">
                  <c:v>17900</c:v>
                </c:pt>
                <c:pt idx="8469">
                  <c:v>17900</c:v>
                </c:pt>
                <c:pt idx="8470">
                  <c:v>17900</c:v>
                </c:pt>
                <c:pt idx="8471">
                  <c:v>17900</c:v>
                </c:pt>
                <c:pt idx="8472">
                  <c:v>17900</c:v>
                </c:pt>
                <c:pt idx="8473">
                  <c:v>17900</c:v>
                </c:pt>
                <c:pt idx="8474">
                  <c:v>17900</c:v>
                </c:pt>
                <c:pt idx="8475">
                  <c:v>17900</c:v>
                </c:pt>
                <c:pt idx="8476">
                  <c:v>17800</c:v>
                </c:pt>
                <c:pt idx="8477">
                  <c:v>17800</c:v>
                </c:pt>
                <c:pt idx="8478">
                  <c:v>17800</c:v>
                </c:pt>
                <c:pt idx="8479">
                  <c:v>17800</c:v>
                </c:pt>
                <c:pt idx="8480">
                  <c:v>17800</c:v>
                </c:pt>
                <c:pt idx="8481">
                  <c:v>17800</c:v>
                </c:pt>
                <c:pt idx="8482">
                  <c:v>17800</c:v>
                </c:pt>
                <c:pt idx="8483">
                  <c:v>17800</c:v>
                </c:pt>
                <c:pt idx="8484">
                  <c:v>17800</c:v>
                </c:pt>
                <c:pt idx="8485">
                  <c:v>17800</c:v>
                </c:pt>
                <c:pt idx="8486">
                  <c:v>17800</c:v>
                </c:pt>
                <c:pt idx="8487">
                  <c:v>17800</c:v>
                </c:pt>
                <c:pt idx="8488">
                  <c:v>17800</c:v>
                </c:pt>
                <c:pt idx="8489">
                  <c:v>17800</c:v>
                </c:pt>
                <c:pt idx="8490">
                  <c:v>17800</c:v>
                </c:pt>
                <c:pt idx="8491">
                  <c:v>17800</c:v>
                </c:pt>
                <c:pt idx="8492">
                  <c:v>17800</c:v>
                </c:pt>
                <c:pt idx="8493">
                  <c:v>17750</c:v>
                </c:pt>
                <c:pt idx="8494">
                  <c:v>17750</c:v>
                </c:pt>
                <c:pt idx="8495">
                  <c:v>17750</c:v>
                </c:pt>
                <c:pt idx="8496">
                  <c:v>17750</c:v>
                </c:pt>
                <c:pt idx="8497">
                  <c:v>17750</c:v>
                </c:pt>
                <c:pt idx="8498">
                  <c:v>17700</c:v>
                </c:pt>
                <c:pt idx="8499">
                  <c:v>17700</c:v>
                </c:pt>
                <c:pt idx="8500">
                  <c:v>17700</c:v>
                </c:pt>
                <c:pt idx="8501">
                  <c:v>17700</c:v>
                </c:pt>
                <c:pt idx="8502">
                  <c:v>17700</c:v>
                </c:pt>
                <c:pt idx="8503">
                  <c:v>17700</c:v>
                </c:pt>
                <c:pt idx="8504">
                  <c:v>17700</c:v>
                </c:pt>
                <c:pt idx="8505">
                  <c:v>17700</c:v>
                </c:pt>
                <c:pt idx="8506">
                  <c:v>17700</c:v>
                </c:pt>
                <c:pt idx="8507">
                  <c:v>17700</c:v>
                </c:pt>
                <c:pt idx="8508">
                  <c:v>17700</c:v>
                </c:pt>
                <c:pt idx="8509">
                  <c:v>17700</c:v>
                </c:pt>
                <c:pt idx="8510">
                  <c:v>17700</c:v>
                </c:pt>
                <c:pt idx="8511">
                  <c:v>17700</c:v>
                </c:pt>
                <c:pt idx="8512">
                  <c:v>17700</c:v>
                </c:pt>
                <c:pt idx="8513">
                  <c:v>17700</c:v>
                </c:pt>
                <c:pt idx="8514">
                  <c:v>17700</c:v>
                </c:pt>
                <c:pt idx="8515">
                  <c:v>17600</c:v>
                </c:pt>
                <c:pt idx="8516">
                  <c:v>17600</c:v>
                </c:pt>
                <c:pt idx="8517">
                  <c:v>17600</c:v>
                </c:pt>
                <c:pt idx="8518">
                  <c:v>17600</c:v>
                </c:pt>
                <c:pt idx="8519">
                  <c:v>17600</c:v>
                </c:pt>
                <c:pt idx="8520">
                  <c:v>17600</c:v>
                </c:pt>
                <c:pt idx="8521">
                  <c:v>17600</c:v>
                </c:pt>
                <c:pt idx="8522">
                  <c:v>17600</c:v>
                </c:pt>
                <c:pt idx="8523">
                  <c:v>17600</c:v>
                </c:pt>
                <c:pt idx="8524">
                  <c:v>17600</c:v>
                </c:pt>
                <c:pt idx="8525">
                  <c:v>17600</c:v>
                </c:pt>
                <c:pt idx="8526">
                  <c:v>17600</c:v>
                </c:pt>
                <c:pt idx="8527">
                  <c:v>17600</c:v>
                </c:pt>
                <c:pt idx="8528">
                  <c:v>17600</c:v>
                </c:pt>
                <c:pt idx="8529">
                  <c:v>17600</c:v>
                </c:pt>
                <c:pt idx="8530">
                  <c:v>17600</c:v>
                </c:pt>
                <c:pt idx="8531">
                  <c:v>17600</c:v>
                </c:pt>
                <c:pt idx="8532">
                  <c:v>17600</c:v>
                </c:pt>
                <c:pt idx="8533">
                  <c:v>17600</c:v>
                </c:pt>
                <c:pt idx="8534">
                  <c:v>17600</c:v>
                </c:pt>
                <c:pt idx="8535">
                  <c:v>17600</c:v>
                </c:pt>
                <c:pt idx="8536">
                  <c:v>17600</c:v>
                </c:pt>
                <c:pt idx="8537">
                  <c:v>17550</c:v>
                </c:pt>
                <c:pt idx="8538">
                  <c:v>17550</c:v>
                </c:pt>
                <c:pt idx="8539">
                  <c:v>17550</c:v>
                </c:pt>
                <c:pt idx="8540">
                  <c:v>17500</c:v>
                </c:pt>
                <c:pt idx="8541">
                  <c:v>17500</c:v>
                </c:pt>
                <c:pt idx="8542">
                  <c:v>17500</c:v>
                </c:pt>
                <c:pt idx="8543">
                  <c:v>17500</c:v>
                </c:pt>
                <c:pt idx="8544">
                  <c:v>17500</c:v>
                </c:pt>
                <c:pt idx="8545">
                  <c:v>17500</c:v>
                </c:pt>
                <c:pt idx="8546">
                  <c:v>17500</c:v>
                </c:pt>
                <c:pt idx="8547">
                  <c:v>17500</c:v>
                </c:pt>
                <c:pt idx="8548">
                  <c:v>17500</c:v>
                </c:pt>
                <c:pt idx="8549">
                  <c:v>17500</c:v>
                </c:pt>
                <c:pt idx="8550">
                  <c:v>17500</c:v>
                </c:pt>
                <c:pt idx="8551">
                  <c:v>17500</c:v>
                </c:pt>
                <c:pt idx="8552">
                  <c:v>17500</c:v>
                </c:pt>
                <c:pt idx="8553">
                  <c:v>17500</c:v>
                </c:pt>
                <c:pt idx="8554">
                  <c:v>17500</c:v>
                </c:pt>
                <c:pt idx="8555">
                  <c:v>17500</c:v>
                </c:pt>
                <c:pt idx="8556">
                  <c:v>17500</c:v>
                </c:pt>
                <c:pt idx="8557">
                  <c:v>17500</c:v>
                </c:pt>
                <c:pt idx="8558">
                  <c:v>17450</c:v>
                </c:pt>
                <c:pt idx="8559">
                  <c:v>17400</c:v>
                </c:pt>
                <c:pt idx="8560">
                  <c:v>17400</c:v>
                </c:pt>
                <c:pt idx="8561">
                  <c:v>17400</c:v>
                </c:pt>
                <c:pt idx="8562">
                  <c:v>17400</c:v>
                </c:pt>
                <c:pt idx="8563">
                  <c:v>17400</c:v>
                </c:pt>
                <c:pt idx="8564">
                  <c:v>17400</c:v>
                </c:pt>
                <c:pt idx="8565">
                  <c:v>17400</c:v>
                </c:pt>
                <c:pt idx="8566">
                  <c:v>17400</c:v>
                </c:pt>
                <c:pt idx="8567">
                  <c:v>17400</c:v>
                </c:pt>
                <c:pt idx="8568">
                  <c:v>17400</c:v>
                </c:pt>
                <c:pt idx="8569">
                  <c:v>17400</c:v>
                </c:pt>
                <c:pt idx="8570">
                  <c:v>17400</c:v>
                </c:pt>
                <c:pt idx="8571">
                  <c:v>17400</c:v>
                </c:pt>
                <c:pt idx="8572">
                  <c:v>17400</c:v>
                </c:pt>
                <c:pt idx="8573">
                  <c:v>17400</c:v>
                </c:pt>
                <c:pt idx="8574">
                  <c:v>17400</c:v>
                </c:pt>
                <c:pt idx="8575">
                  <c:v>17350</c:v>
                </c:pt>
                <c:pt idx="8576">
                  <c:v>17325</c:v>
                </c:pt>
                <c:pt idx="8577">
                  <c:v>17300</c:v>
                </c:pt>
                <c:pt idx="8578">
                  <c:v>17300</c:v>
                </c:pt>
                <c:pt idx="8579">
                  <c:v>17300</c:v>
                </c:pt>
                <c:pt idx="8580">
                  <c:v>17300</c:v>
                </c:pt>
                <c:pt idx="8581">
                  <c:v>17300</c:v>
                </c:pt>
                <c:pt idx="8582">
                  <c:v>17300</c:v>
                </c:pt>
                <c:pt idx="8583">
                  <c:v>17300</c:v>
                </c:pt>
                <c:pt idx="8584">
                  <c:v>17300</c:v>
                </c:pt>
                <c:pt idx="8585">
                  <c:v>17300</c:v>
                </c:pt>
                <c:pt idx="8586">
                  <c:v>17300</c:v>
                </c:pt>
                <c:pt idx="8587">
                  <c:v>17250</c:v>
                </c:pt>
                <c:pt idx="8588">
                  <c:v>17250</c:v>
                </c:pt>
                <c:pt idx="8589">
                  <c:v>17200</c:v>
                </c:pt>
                <c:pt idx="8590">
                  <c:v>17200</c:v>
                </c:pt>
                <c:pt idx="8591">
                  <c:v>17200</c:v>
                </c:pt>
                <c:pt idx="8592">
                  <c:v>17200</c:v>
                </c:pt>
                <c:pt idx="8593">
                  <c:v>17200</c:v>
                </c:pt>
                <c:pt idx="8594">
                  <c:v>17200</c:v>
                </c:pt>
                <c:pt idx="8595">
                  <c:v>17200</c:v>
                </c:pt>
                <c:pt idx="8596">
                  <c:v>17200</c:v>
                </c:pt>
                <c:pt idx="8597">
                  <c:v>17200</c:v>
                </c:pt>
                <c:pt idx="8598">
                  <c:v>17200</c:v>
                </c:pt>
                <c:pt idx="8599">
                  <c:v>17200</c:v>
                </c:pt>
                <c:pt idx="8600">
                  <c:v>17200</c:v>
                </c:pt>
                <c:pt idx="8601">
                  <c:v>17200</c:v>
                </c:pt>
                <c:pt idx="8602">
                  <c:v>17200</c:v>
                </c:pt>
                <c:pt idx="8603">
                  <c:v>17200</c:v>
                </c:pt>
                <c:pt idx="8604">
                  <c:v>17200</c:v>
                </c:pt>
                <c:pt idx="8605">
                  <c:v>17150</c:v>
                </c:pt>
                <c:pt idx="8606">
                  <c:v>17150</c:v>
                </c:pt>
                <c:pt idx="8607">
                  <c:v>17100</c:v>
                </c:pt>
                <c:pt idx="8608">
                  <c:v>17100</c:v>
                </c:pt>
                <c:pt idx="8609">
                  <c:v>17100</c:v>
                </c:pt>
                <c:pt idx="8610">
                  <c:v>17100</c:v>
                </c:pt>
                <c:pt idx="8611">
                  <c:v>17100</c:v>
                </c:pt>
                <c:pt idx="8612">
                  <c:v>17100</c:v>
                </c:pt>
                <c:pt idx="8613">
                  <c:v>17100</c:v>
                </c:pt>
                <c:pt idx="8614">
                  <c:v>17100</c:v>
                </c:pt>
                <c:pt idx="8615">
                  <c:v>17100</c:v>
                </c:pt>
                <c:pt idx="8616">
                  <c:v>17100</c:v>
                </c:pt>
                <c:pt idx="8617">
                  <c:v>17100</c:v>
                </c:pt>
                <c:pt idx="8618">
                  <c:v>17100</c:v>
                </c:pt>
                <c:pt idx="8619">
                  <c:v>17100</c:v>
                </c:pt>
                <c:pt idx="8620">
                  <c:v>17100</c:v>
                </c:pt>
                <c:pt idx="8621">
                  <c:v>17100</c:v>
                </c:pt>
                <c:pt idx="8622">
                  <c:v>17100</c:v>
                </c:pt>
                <c:pt idx="8623">
                  <c:v>17100</c:v>
                </c:pt>
                <c:pt idx="8624">
                  <c:v>17000</c:v>
                </c:pt>
                <c:pt idx="8625">
                  <c:v>17000</c:v>
                </c:pt>
                <c:pt idx="8626">
                  <c:v>17000</c:v>
                </c:pt>
                <c:pt idx="8627">
                  <c:v>17000</c:v>
                </c:pt>
                <c:pt idx="8628">
                  <c:v>17000</c:v>
                </c:pt>
                <c:pt idx="8629">
                  <c:v>17000</c:v>
                </c:pt>
                <c:pt idx="8630">
                  <c:v>17000</c:v>
                </c:pt>
                <c:pt idx="8631">
                  <c:v>17000</c:v>
                </c:pt>
                <c:pt idx="8632">
                  <c:v>17000</c:v>
                </c:pt>
                <c:pt idx="8633">
                  <c:v>17000</c:v>
                </c:pt>
                <c:pt idx="8634">
                  <c:v>17000</c:v>
                </c:pt>
                <c:pt idx="8635">
                  <c:v>17000</c:v>
                </c:pt>
                <c:pt idx="8636">
                  <c:v>17000</c:v>
                </c:pt>
                <c:pt idx="8637">
                  <c:v>17000</c:v>
                </c:pt>
                <c:pt idx="8638">
                  <c:v>17000</c:v>
                </c:pt>
                <c:pt idx="8639">
                  <c:v>17000</c:v>
                </c:pt>
                <c:pt idx="8640">
                  <c:v>17000</c:v>
                </c:pt>
                <c:pt idx="8641">
                  <c:v>17000</c:v>
                </c:pt>
                <c:pt idx="8642">
                  <c:v>17000</c:v>
                </c:pt>
                <c:pt idx="8643">
                  <c:v>17000</c:v>
                </c:pt>
                <c:pt idx="8644">
                  <c:v>17000</c:v>
                </c:pt>
                <c:pt idx="8645">
                  <c:v>17000</c:v>
                </c:pt>
                <c:pt idx="8646">
                  <c:v>17000</c:v>
                </c:pt>
                <c:pt idx="8647">
                  <c:v>17000</c:v>
                </c:pt>
                <c:pt idx="8648">
                  <c:v>17000</c:v>
                </c:pt>
                <c:pt idx="8649">
                  <c:v>17000</c:v>
                </c:pt>
                <c:pt idx="8650">
                  <c:v>17000</c:v>
                </c:pt>
                <c:pt idx="8651">
                  <c:v>17000</c:v>
                </c:pt>
                <c:pt idx="8652">
                  <c:v>17000</c:v>
                </c:pt>
                <c:pt idx="8653">
                  <c:v>17000</c:v>
                </c:pt>
                <c:pt idx="8654">
                  <c:v>17000</c:v>
                </c:pt>
                <c:pt idx="8655">
                  <c:v>17000</c:v>
                </c:pt>
                <c:pt idx="8656">
                  <c:v>17000</c:v>
                </c:pt>
                <c:pt idx="8657">
                  <c:v>17000</c:v>
                </c:pt>
                <c:pt idx="8658">
                  <c:v>17000</c:v>
                </c:pt>
                <c:pt idx="8659">
                  <c:v>17000</c:v>
                </c:pt>
                <c:pt idx="8660">
                  <c:v>17000</c:v>
                </c:pt>
                <c:pt idx="8661">
                  <c:v>16950</c:v>
                </c:pt>
                <c:pt idx="8662">
                  <c:v>16950</c:v>
                </c:pt>
                <c:pt idx="8663">
                  <c:v>16950</c:v>
                </c:pt>
                <c:pt idx="8664">
                  <c:v>16900</c:v>
                </c:pt>
                <c:pt idx="8665">
                  <c:v>16900</c:v>
                </c:pt>
                <c:pt idx="8666">
                  <c:v>16900</c:v>
                </c:pt>
                <c:pt idx="8667">
                  <c:v>16900</c:v>
                </c:pt>
                <c:pt idx="8668">
                  <c:v>16900</c:v>
                </c:pt>
                <c:pt idx="8669">
                  <c:v>16900</c:v>
                </c:pt>
                <c:pt idx="8670">
                  <c:v>16900</c:v>
                </c:pt>
                <c:pt idx="8671">
                  <c:v>16900</c:v>
                </c:pt>
                <c:pt idx="8672">
                  <c:v>16900</c:v>
                </c:pt>
                <c:pt idx="8673">
                  <c:v>16900</c:v>
                </c:pt>
                <c:pt idx="8674">
                  <c:v>16900</c:v>
                </c:pt>
                <c:pt idx="8675">
                  <c:v>16900</c:v>
                </c:pt>
                <c:pt idx="8676">
                  <c:v>16900</c:v>
                </c:pt>
                <c:pt idx="8677">
                  <c:v>16850</c:v>
                </c:pt>
                <c:pt idx="8678">
                  <c:v>16850</c:v>
                </c:pt>
                <c:pt idx="8679">
                  <c:v>16850</c:v>
                </c:pt>
                <c:pt idx="8680">
                  <c:v>16800</c:v>
                </c:pt>
                <c:pt idx="8681">
                  <c:v>16800</c:v>
                </c:pt>
                <c:pt idx="8682">
                  <c:v>16800</c:v>
                </c:pt>
                <c:pt idx="8683">
                  <c:v>16800</c:v>
                </c:pt>
                <c:pt idx="8684">
                  <c:v>16800</c:v>
                </c:pt>
                <c:pt idx="8685">
                  <c:v>16800</c:v>
                </c:pt>
                <c:pt idx="8686">
                  <c:v>16800</c:v>
                </c:pt>
                <c:pt idx="8687">
                  <c:v>16800</c:v>
                </c:pt>
                <c:pt idx="8688">
                  <c:v>16800</c:v>
                </c:pt>
                <c:pt idx="8689">
                  <c:v>16800</c:v>
                </c:pt>
                <c:pt idx="8690">
                  <c:v>16800</c:v>
                </c:pt>
                <c:pt idx="8691">
                  <c:v>16800</c:v>
                </c:pt>
                <c:pt idx="8692">
                  <c:v>16800</c:v>
                </c:pt>
                <c:pt idx="8693">
                  <c:v>16800</c:v>
                </c:pt>
                <c:pt idx="8694">
                  <c:v>16800</c:v>
                </c:pt>
                <c:pt idx="8695">
                  <c:v>16800</c:v>
                </c:pt>
                <c:pt idx="8696">
                  <c:v>16750</c:v>
                </c:pt>
                <c:pt idx="8697">
                  <c:v>16750</c:v>
                </c:pt>
                <c:pt idx="8698">
                  <c:v>16750</c:v>
                </c:pt>
                <c:pt idx="8699">
                  <c:v>16750</c:v>
                </c:pt>
                <c:pt idx="8700">
                  <c:v>16750</c:v>
                </c:pt>
                <c:pt idx="8701">
                  <c:v>16750</c:v>
                </c:pt>
                <c:pt idx="8702">
                  <c:v>16700</c:v>
                </c:pt>
                <c:pt idx="8703">
                  <c:v>16700</c:v>
                </c:pt>
                <c:pt idx="8704">
                  <c:v>16700</c:v>
                </c:pt>
                <c:pt idx="8705">
                  <c:v>16700</c:v>
                </c:pt>
                <c:pt idx="8706">
                  <c:v>16700</c:v>
                </c:pt>
                <c:pt idx="8707">
                  <c:v>16700</c:v>
                </c:pt>
                <c:pt idx="8708">
                  <c:v>16700</c:v>
                </c:pt>
                <c:pt idx="8709">
                  <c:v>16700</c:v>
                </c:pt>
                <c:pt idx="8710">
                  <c:v>16700</c:v>
                </c:pt>
                <c:pt idx="8711">
                  <c:v>16700</c:v>
                </c:pt>
                <c:pt idx="8712">
                  <c:v>16700</c:v>
                </c:pt>
                <c:pt idx="8713">
                  <c:v>16700</c:v>
                </c:pt>
                <c:pt idx="8714">
                  <c:v>16700</c:v>
                </c:pt>
                <c:pt idx="8715">
                  <c:v>16700</c:v>
                </c:pt>
                <c:pt idx="8716">
                  <c:v>16700</c:v>
                </c:pt>
                <c:pt idx="8717">
                  <c:v>16700</c:v>
                </c:pt>
                <c:pt idx="8718">
                  <c:v>16650</c:v>
                </c:pt>
                <c:pt idx="8719">
                  <c:v>16600</c:v>
                </c:pt>
                <c:pt idx="8720">
                  <c:v>16600</c:v>
                </c:pt>
                <c:pt idx="8721">
                  <c:v>16600</c:v>
                </c:pt>
                <c:pt idx="8722">
                  <c:v>16600</c:v>
                </c:pt>
                <c:pt idx="8723">
                  <c:v>16600</c:v>
                </c:pt>
                <c:pt idx="8724">
                  <c:v>16600</c:v>
                </c:pt>
                <c:pt idx="8725">
                  <c:v>16600</c:v>
                </c:pt>
                <c:pt idx="8726">
                  <c:v>16600</c:v>
                </c:pt>
                <c:pt idx="8727">
                  <c:v>16600</c:v>
                </c:pt>
                <c:pt idx="8728">
                  <c:v>16600</c:v>
                </c:pt>
                <c:pt idx="8729">
                  <c:v>16600</c:v>
                </c:pt>
                <c:pt idx="8730">
                  <c:v>16600</c:v>
                </c:pt>
                <c:pt idx="8731">
                  <c:v>16600</c:v>
                </c:pt>
                <c:pt idx="8732">
                  <c:v>16600</c:v>
                </c:pt>
                <c:pt idx="8733">
                  <c:v>16600</c:v>
                </c:pt>
                <c:pt idx="8734">
                  <c:v>16600</c:v>
                </c:pt>
                <c:pt idx="8735">
                  <c:v>16600</c:v>
                </c:pt>
                <c:pt idx="8736">
                  <c:v>16600</c:v>
                </c:pt>
                <c:pt idx="8737">
                  <c:v>16600</c:v>
                </c:pt>
                <c:pt idx="8738">
                  <c:v>16550</c:v>
                </c:pt>
                <c:pt idx="8739">
                  <c:v>16550</c:v>
                </c:pt>
                <c:pt idx="8740">
                  <c:v>16500</c:v>
                </c:pt>
                <c:pt idx="8741">
                  <c:v>16500</c:v>
                </c:pt>
                <c:pt idx="8742">
                  <c:v>16500</c:v>
                </c:pt>
                <c:pt idx="8743">
                  <c:v>16500</c:v>
                </c:pt>
                <c:pt idx="8744">
                  <c:v>16500</c:v>
                </c:pt>
                <c:pt idx="8745">
                  <c:v>16500</c:v>
                </c:pt>
                <c:pt idx="8746">
                  <c:v>16500</c:v>
                </c:pt>
                <c:pt idx="8747">
                  <c:v>16500</c:v>
                </c:pt>
                <c:pt idx="8748">
                  <c:v>16500</c:v>
                </c:pt>
                <c:pt idx="8749">
                  <c:v>16500</c:v>
                </c:pt>
                <c:pt idx="8750">
                  <c:v>16500</c:v>
                </c:pt>
                <c:pt idx="8751">
                  <c:v>16450</c:v>
                </c:pt>
                <c:pt idx="8752">
                  <c:v>16400</c:v>
                </c:pt>
                <c:pt idx="8753">
                  <c:v>16400</c:v>
                </c:pt>
                <c:pt idx="8754">
                  <c:v>16400</c:v>
                </c:pt>
                <c:pt idx="8755">
                  <c:v>16400</c:v>
                </c:pt>
                <c:pt idx="8756">
                  <c:v>16400</c:v>
                </c:pt>
                <c:pt idx="8757">
                  <c:v>16400</c:v>
                </c:pt>
                <c:pt idx="8758">
                  <c:v>16400</c:v>
                </c:pt>
                <c:pt idx="8759">
                  <c:v>16400</c:v>
                </c:pt>
                <c:pt idx="8760">
                  <c:v>16400</c:v>
                </c:pt>
                <c:pt idx="8761">
                  <c:v>16400</c:v>
                </c:pt>
                <c:pt idx="8762">
                  <c:v>16400</c:v>
                </c:pt>
                <c:pt idx="8763">
                  <c:v>16400</c:v>
                </c:pt>
                <c:pt idx="8764">
                  <c:v>16400</c:v>
                </c:pt>
                <c:pt idx="8765">
                  <c:v>16400</c:v>
                </c:pt>
                <c:pt idx="8766">
                  <c:v>16400</c:v>
                </c:pt>
                <c:pt idx="8767">
                  <c:v>16350</c:v>
                </c:pt>
                <c:pt idx="8768">
                  <c:v>16350</c:v>
                </c:pt>
                <c:pt idx="8769">
                  <c:v>16350</c:v>
                </c:pt>
                <c:pt idx="8770">
                  <c:v>16350</c:v>
                </c:pt>
                <c:pt idx="8771">
                  <c:v>16300</c:v>
                </c:pt>
                <c:pt idx="8772">
                  <c:v>16300</c:v>
                </c:pt>
                <c:pt idx="8773">
                  <c:v>16300</c:v>
                </c:pt>
                <c:pt idx="8774">
                  <c:v>16300</c:v>
                </c:pt>
                <c:pt idx="8775">
                  <c:v>16300</c:v>
                </c:pt>
                <c:pt idx="8776">
                  <c:v>16300</c:v>
                </c:pt>
                <c:pt idx="8777">
                  <c:v>16300</c:v>
                </c:pt>
                <c:pt idx="8778">
                  <c:v>16300</c:v>
                </c:pt>
                <c:pt idx="8779">
                  <c:v>16300</c:v>
                </c:pt>
                <c:pt idx="8780">
                  <c:v>16300</c:v>
                </c:pt>
                <c:pt idx="8781">
                  <c:v>16300</c:v>
                </c:pt>
                <c:pt idx="8782">
                  <c:v>16300</c:v>
                </c:pt>
                <c:pt idx="8783">
                  <c:v>16250</c:v>
                </c:pt>
                <c:pt idx="8784">
                  <c:v>16250</c:v>
                </c:pt>
                <c:pt idx="8785">
                  <c:v>16250</c:v>
                </c:pt>
                <c:pt idx="8786">
                  <c:v>16250</c:v>
                </c:pt>
                <c:pt idx="8787">
                  <c:v>16250</c:v>
                </c:pt>
                <c:pt idx="8788">
                  <c:v>16200</c:v>
                </c:pt>
                <c:pt idx="8789">
                  <c:v>16200</c:v>
                </c:pt>
                <c:pt idx="8790">
                  <c:v>16200</c:v>
                </c:pt>
                <c:pt idx="8791">
                  <c:v>16200</c:v>
                </c:pt>
                <c:pt idx="8792">
                  <c:v>16200</c:v>
                </c:pt>
                <c:pt idx="8793">
                  <c:v>16200</c:v>
                </c:pt>
                <c:pt idx="8794">
                  <c:v>16200</c:v>
                </c:pt>
                <c:pt idx="8795">
                  <c:v>16200</c:v>
                </c:pt>
                <c:pt idx="8796">
                  <c:v>16200</c:v>
                </c:pt>
                <c:pt idx="8797">
                  <c:v>16200</c:v>
                </c:pt>
                <c:pt idx="8798">
                  <c:v>16200</c:v>
                </c:pt>
                <c:pt idx="8799">
                  <c:v>16200</c:v>
                </c:pt>
                <c:pt idx="8800">
                  <c:v>16200</c:v>
                </c:pt>
                <c:pt idx="8801">
                  <c:v>16100</c:v>
                </c:pt>
                <c:pt idx="8802">
                  <c:v>16100</c:v>
                </c:pt>
                <c:pt idx="8803">
                  <c:v>16100</c:v>
                </c:pt>
                <c:pt idx="8804">
                  <c:v>16100</c:v>
                </c:pt>
                <c:pt idx="8805">
                  <c:v>16100</c:v>
                </c:pt>
                <c:pt idx="8806">
                  <c:v>16100</c:v>
                </c:pt>
                <c:pt idx="8807">
                  <c:v>16100</c:v>
                </c:pt>
                <c:pt idx="8808">
                  <c:v>16100</c:v>
                </c:pt>
                <c:pt idx="8809">
                  <c:v>16100</c:v>
                </c:pt>
                <c:pt idx="8810">
                  <c:v>16100</c:v>
                </c:pt>
                <c:pt idx="8811">
                  <c:v>16075</c:v>
                </c:pt>
                <c:pt idx="8812">
                  <c:v>16050</c:v>
                </c:pt>
                <c:pt idx="8813">
                  <c:v>16000</c:v>
                </c:pt>
                <c:pt idx="8814">
                  <c:v>16000</c:v>
                </c:pt>
                <c:pt idx="8815">
                  <c:v>16000</c:v>
                </c:pt>
                <c:pt idx="8816">
                  <c:v>16000</c:v>
                </c:pt>
                <c:pt idx="8817">
                  <c:v>16000</c:v>
                </c:pt>
                <c:pt idx="8818">
                  <c:v>16000</c:v>
                </c:pt>
                <c:pt idx="8819">
                  <c:v>16000</c:v>
                </c:pt>
                <c:pt idx="8820">
                  <c:v>16000</c:v>
                </c:pt>
                <c:pt idx="8821">
                  <c:v>16000</c:v>
                </c:pt>
                <c:pt idx="8822">
                  <c:v>16000</c:v>
                </c:pt>
                <c:pt idx="8823">
                  <c:v>16000</c:v>
                </c:pt>
                <c:pt idx="8824">
                  <c:v>16000</c:v>
                </c:pt>
                <c:pt idx="8825">
                  <c:v>16000</c:v>
                </c:pt>
                <c:pt idx="8826">
                  <c:v>16000</c:v>
                </c:pt>
                <c:pt idx="8827">
                  <c:v>16000</c:v>
                </c:pt>
                <c:pt idx="8828">
                  <c:v>16000</c:v>
                </c:pt>
                <c:pt idx="8829">
                  <c:v>16000</c:v>
                </c:pt>
                <c:pt idx="8830">
                  <c:v>16000</c:v>
                </c:pt>
                <c:pt idx="8831">
                  <c:v>16000</c:v>
                </c:pt>
                <c:pt idx="8832">
                  <c:v>16000</c:v>
                </c:pt>
                <c:pt idx="8833">
                  <c:v>16000</c:v>
                </c:pt>
                <c:pt idx="8834">
                  <c:v>16000</c:v>
                </c:pt>
                <c:pt idx="8835">
                  <c:v>16000</c:v>
                </c:pt>
                <c:pt idx="8836">
                  <c:v>16000</c:v>
                </c:pt>
                <c:pt idx="8837">
                  <c:v>16000</c:v>
                </c:pt>
                <c:pt idx="8838">
                  <c:v>16000</c:v>
                </c:pt>
                <c:pt idx="8839">
                  <c:v>16000</c:v>
                </c:pt>
                <c:pt idx="8840">
                  <c:v>16000</c:v>
                </c:pt>
                <c:pt idx="8841">
                  <c:v>16000</c:v>
                </c:pt>
                <c:pt idx="8842">
                  <c:v>16000</c:v>
                </c:pt>
                <c:pt idx="8843">
                  <c:v>16000</c:v>
                </c:pt>
                <c:pt idx="8844">
                  <c:v>16000</c:v>
                </c:pt>
                <c:pt idx="8845">
                  <c:v>16000</c:v>
                </c:pt>
                <c:pt idx="8846">
                  <c:v>16000</c:v>
                </c:pt>
                <c:pt idx="8847">
                  <c:v>15950</c:v>
                </c:pt>
                <c:pt idx="8848">
                  <c:v>15950</c:v>
                </c:pt>
                <c:pt idx="8849">
                  <c:v>15900</c:v>
                </c:pt>
                <c:pt idx="8850">
                  <c:v>15900</c:v>
                </c:pt>
                <c:pt idx="8851">
                  <c:v>15900</c:v>
                </c:pt>
                <c:pt idx="8852">
                  <c:v>15900</c:v>
                </c:pt>
                <c:pt idx="8853">
                  <c:v>15900</c:v>
                </c:pt>
                <c:pt idx="8854">
                  <c:v>15900</c:v>
                </c:pt>
                <c:pt idx="8855">
                  <c:v>15900</c:v>
                </c:pt>
                <c:pt idx="8856">
                  <c:v>15900</c:v>
                </c:pt>
                <c:pt idx="8857">
                  <c:v>15900</c:v>
                </c:pt>
                <c:pt idx="8858">
                  <c:v>15900</c:v>
                </c:pt>
                <c:pt idx="8859">
                  <c:v>15900</c:v>
                </c:pt>
                <c:pt idx="8860">
                  <c:v>15900</c:v>
                </c:pt>
                <c:pt idx="8861">
                  <c:v>15900</c:v>
                </c:pt>
                <c:pt idx="8862">
                  <c:v>15900</c:v>
                </c:pt>
                <c:pt idx="8863">
                  <c:v>15900</c:v>
                </c:pt>
                <c:pt idx="8864">
                  <c:v>15900</c:v>
                </c:pt>
                <c:pt idx="8865">
                  <c:v>15850</c:v>
                </c:pt>
                <c:pt idx="8866">
                  <c:v>15850</c:v>
                </c:pt>
                <c:pt idx="8867">
                  <c:v>15850</c:v>
                </c:pt>
                <c:pt idx="8868">
                  <c:v>15800</c:v>
                </c:pt>
                <c:pt idx="8869">
                  <c:v>15800</c:v>
                </c:pt>
                <c:pt idx="8870">
                  <c:v>15800</c:v>
                </c:pt>
                <c:pt idx="8871">
                  <c:v>15800</c:v>
                </c:pt>
                <c:pt idx="8872">
                  <c:v>15800</c:v>
                </c:pt>
                <c:pt idx="8873">
                  <c:v>15800</c:v>
                </c:pt>
                <c:pt idx="8874">
                  <c:v>15800</c:v>
                </c:pt>
                <c:pt idx="8875">
                  <c:v>15800</c:v>
                </c:pt>
                <c:pt idx="8876">
                  <c:v>15800</c:v>
                </c:pt>
                <c:pt idx="8877">
                  <c:v>15800</c:v>
                </c:pt>
                <c:pt idx="8878">
                  <c:v>15800</c:v>
                </c:pt>
                <c:pt idx="8879">
                  <c:v>15800</c:v>
                </c:pt>
                <c:pt idx="8880">
                  <c:v>15800</c:v>
                </c:pt>
                <c:pt idx="8881">
                  <c:v>15800</c:v>
                </c:pt>
                <c:pt idx="8882">
                  <c:v>15800</c:v>
                </c:pt>
                <c:pt idx="8883">
                  <c:v>15800</c:v>
                </c:pt>
                <c:pt idx="8884">
                  <c:v>15750</c:v>
                </c:pt>
                <c:pt idx="8885">
                  <c:v>15750</c:v>
                </c:pt>
                <c:pt idx="8886">
                  <c:v>15750</c:v>
                </c:pt>
                <c:pt idx="8887">
                  <c:v>15700</c:v>
                </c:pt>
                <c:pt idx="8888">
                  <c:v>15700</c:v>
                </c:pt>
                <c:pt idx="8889">
                  <c:v>15700</c:v>
                </c:pt>
                <c:pt idx="8890">
                  <c:v>15700</c:v>
                </c:pt>
                <c:pt idx="8891">
                  <c:v>15700</c:v>
                </c:pt>
                <c:pt idx="8892">
                  <c:v>15700</c:v>
                </c:pt>
                <c:pt idx="8893">
                  <c:v>15700</c:v>
                </c:pt>
                <c:pt idx="8894">
                  <c:v>15700</c:v>
                </c:pt>
                <c:pt idx="8895">
                  <c:v>15700</c:v>
                </c:pt>
                <c:pt idx="8896">
                  <c:v>15700</c:v>
                </c:pt>
                <c:pt idx="8897">
                  <c:v>15700</c:v>
                </c:pt>
                <c:pt idx="8898">
                  <c:v>15700</c:v>
                </c:pt>
                <c:pt idx="8899">
                  <c:v>15700</c:v>
                </c:pt>
                <c:pt idx="8900">
                  <c:v>15700</c:v>
                </c:pt>
                <c:pt idx="8901">
                  <c:v>15700</c:v>
                </c:pt>
                <c:pt idx="8902">
                  <c:v>15650</c:v>
                </c:pt>
                <c:pt idx="8903">
                  <c:v>15600</c:v>
                </c:pt>
                <c:pt idx="8904">
                  <c:v>15600</c:v>
                </c:pt>
                <c:pt idx="8905">
                  <c:v>15600</c:v>
                </c:pt>
                <c:pt idx="8906">
                  <c:v>15600</c:v>
                </c:pt>
                <c:pt idx="8907">
                  <c:v>15600</c:v>
                </c:pt>
                <c:pt idx="8908">
                  <c:v>15600</c:v>
                </c:pt>
                <c:pt idx="8909">
                  <c:v>15600</c:v>
                </c:pt>
                <c:pt idx="8910">
                  <c:v>15600</c:v>
                </c:pt>
                <c:pt idx="8911">
                  <c:v>15600</c:v>
                </c:pt>
                <c:pt idx="8912">
                  <c:v>15575</c:v>
                </c:pt>
                <c:pt idx="8913">
                  <c:v>15550</c:v>
                </c:pt>
                <c:pt idx="8914">
                  <c:v>15550</c:v>
                </c:pt>
                <c:pt idx="8915">
                  <c:v>15550</c:v>
                </c:pt>
                <c:pt idx="8916">
                  <c:v>15500</c:v>
                </c:pt>
                <c:pt idx="8917">
                  <c:v>15500</c:v>
                </c:pt>
                <c:pt idx="8918">
                  <c:v>15500</c:v>
                </c:pt>
                <c:pt idx="8919">
                  <c:v>15500</c:v>
                </c:pt>
                <c:pt idx="8920">
                  <c:v>15500</c:v>
                </c:pt>
                <c:pt idx="8921">
                  <c:v>15500</c:v>
                </c:pt>
                <c:pt idx="8922">
                  <c:v>15500</c:v>
                </c:pt>
                <c:pt idx="8923">
                  <c:v>15500</c:v>
                </c:pt>
                <c:pt idx="8924">
                  <c:v>15500</c:v>
                </c:pt>
                <c:pt idx="8925">
                  <c:v>15500</c:v>
                </c:pt>
                <c:pt idx="8926">
                  <c:v>15500</c:v>
                </c:pt>
                <c:pt idx="8927">
                  <c:v>15500</c:v>
                </c:pt>
                <c:pt idx="8928">
                  <c:v>15500</c:v>
                </c:pt>
                <c:pt idx="8929">
                  <c:v>15500</c:v>
                </c:pt>
                <c:pt idx="8930">
                  <c:v>15500</c:v>
                </c:pt>
                <c:pt idx="8931">
                  <c:v>15500</c:v>
                </c:pt>
                <c:pt idx="8932">
                  <c:v>15500</c:v>
                </c:pt>
                <c:pt idx="8933">
                  <c:v>15500</c:v>
                </c:pt>
                <c:pt idx="8934">
                  <c:v>15500</c:v>
                </c:pt>
                <c:pt idx="8935">
                  <c:v>15500</c:v>
                </c:pt>
                <c:pt idx="8936">
                  <c:v>15500</c:v>
                </c:pt>
                <c:pt idx="8937">
                  <c:v>15500</c:v>
                </c:pt>
                <c:pt idx="8938">
                  <c:v>15500</c:v>
                </c:pt>
                <c:pt idx="8939">
                  <c:v>15500</c:v>
                </c:pt>
                <c:pt idx="8940">
                  <c:v>15500</c:v>
                </c:pt>
                <c:pt idx="8941">
                  <c:v>15500</c:v>
                </c:pt>
                <c:pt idx="8942">
                  <c:v>15500</c:v>
                </c:pt>
                <c:pt idx="8943">
                  <c:v>15450</c:v>
                </c:pt>
                <c:pt idx="8944">
                  <c:v>15450</c:v>
                </c:pt>
                <c:pt idx="8945">
                  <c:v>15450</c:v>
                </c:pt>
                <c:pt idx="8946">
                  <c:v>15400</c:v>
                </c:pt>
                <c:pt idx="8947">
                  <c:v>15400</c:v>
                </c:pt>
                <c:pt idx="8948">
                  <c:v>15400</c:v>
                </c:pt>
                <c:pt idx="8949">
                  <c:v>15400</c:v>
                </c:pt>
                <c:pt idx="8950">
                  <c:v>15400</c:v>
                </c:pt>
                <c:pt idx="8951">
                  <c:v>15400</c:v>
                </c:pt>
                <c:pt idx="8952">
                  <c:v>15400</c:v>
                </c:pt>
                <c:pt idx="8953">
                  <c:v>15400</c:v>
                </c:pt>
                <c:pt idx="8954">
                  <c:v>15400</c:v>
                </c:pt>
                <c:pt idx="8955">
                  <c:v>15400</c:v>
                </c:pt>
                <c:pt idx="8956">
                  <c:v>15400</c:v>
                </c:pt>
                <c:pt idx="8957">
                  <c:v>15400</c:v>
                </c:pt>
                <c:pt idx="8958">
                  <c:v>15400</c:v>
                </c:pt>
                <c:pt idx="8959">
                  <c:v>15400</c:v>
                </c:pt>
                <c:pt idx="8960">
                  <c:v>15400</c:v>
                </c:pt>
                <c:pt idx="8961">
                  <c:v>15400</c:v>
                </c:pt>
                <c:pt idx="8962">
                  <c:v>15400</c:v>
                </c:pt>
                <c:pt idx="8963">
                  <c:v>15375</c:v>
                </c:pt>
                <c:pt idx="8964">
                  <c:v>15350</c:v>
                </c:pt>
                <c:pt idx="8965">
                  <c:v>15350</c:v>
                </c:pt>
                <c:pt idx="8966">
                  <c:v>15350</c:v>
                </c:pt>
                <c:pt idx="8967">
                  <c:v>15300</c:v>
                </c:pt>
                <c:pt idx="8968">
                  <c:v>15300</c:v>
                </c:pt>
                <c:pt idx="8969">
                  <c:v>15300</c:v>
                </c:pt>
                <c:pt idx="8970">
                  <c:v>15300</c:v>
                </c:pt>
                <c:pt idx="8971">
                  <c:v>15300</c:v>
                </c:pt>
                <c:pt idx="8972">
                  <c:v>15300</c:v>
                </c:pt>
                <c:pt idx="8973">
                  <c:v>15300</c:v>
                </c:pt>
                <c:pt idx="8974">
                  <c:v>15300</c:v>
                </c:pt>
                <c:pt idx="8975">
                  <c:v>15300</c:v>
                </c:pt>
                <c:pt idx="8976">
                  <c:v>15300</c:v>
                </c:pt>
                <c:pt idx="8977">
                  <c:v>15300</c:v>
                </c:pt>
                <c:pt idx="8978">
                  <c:v>15300</c:v>
                </c:pt>
                <c:pt idx="8979">
                  <c:v>15300</c:v>
                </c:pt>
                <c:pt idx="8980">
                  <c:v>15300</c:v>
                </c:pt>
                <c:pt idx="8981">
                  <c:v>15300</c:v>
                </c:pt>
                <c:pt idx="8982">
                  <c:v>15300</c:v>
                </c:pt>
                <c:pt idx="8983">
                  <c:v>15250</c:v>
                </c:pt>
                <c:pt idx="8984">
                  <c:v>15250</c:v>
                </c:pt>
                <c:pt idx="8985">
                  <c:v>15250</c:v>
                </c:pt>
                <c:pt idx="8986">
                  <c:v>15250</c:v>
                </c:pt>
                <c:pt idx="8987">
                  <c:v>15250</c:v>
                </c:pt>
                <c:pt idx="8988">
                  <c:v>15200</c:v>
                </c:pt>
                <c:pt idx="8989">
                  <c:v>15200</c:v>
                </c:pt>
                <c:pt idx="8990">
                  <c:v>15200</c:v>
                </c:pt>
                <c:pt idx="8991">
                  <c:v>15200</c:v>
                </c:pt>
                <c:pt idx="8992">
                  <c:v>15200</c:v>
                </c:pt>
                <c:pt idx="8993">
                  <c:v>15200</c:v>
                </c:pt>
                <c:pt idx="8994">
                  <c:v>15200</c:v>
                </c:pt>
                <c:pt idx="8995">
                  <c:v>15200</c:v>
                </c:pt>
                <c:pt idx="8996">
                  <c:v>15200</c:v>
                </c:pt>
                <c:pt idx="8997">
                  <c:v>15200</c:v>
                </c:pt>
                <c:pt idx="8998">
                  <c:v>15200</c:v>
                </c:pt>
                <c:pt idx="8999">
                  <c:v>15200</c:v>
                </c:pt>
                <c:pt idx="9000">
                  <c:v>15200</c:v>
                </c:pt>
                <c:pt idx="9001">
                  <c:v>15200</c:v>
                </c:pt>
                <c:pt idx="9002">
                  <c:v>15100</c:v>
                </c:pt>
                <c:pt idx="9003">
                  <c:v>15100</c:v>
                </c:pt>
                <c:pt idx="9004">
                  <c:v>15100</c:v>
                </c:pt>
                <c:pt idx="9005">
                  <c:v>15100</c:v>
                </c:pt>
                <c:pt idx="9006">
                  <c:v>15100</c:v>
                </c:pt>
                <c:pt idx="9007">
                  <c:v>15100</c:v>
                </c:pt>
                <c:pt idx="9008">
                  <c:v>15100</c:v>
                </c:pt>
                <c:pt idx="9009">
                  <c:v>15100</c:v>
                </c:pt>
                <c:pt idx="9010">
                  <c:v>15100</c:v>
                </c:pt>
                <c:pt idx="9011">
                  <c:v>15100</c:v>
                </c:pt>
                <c:pt idx="9012">
                  <c:v>15100</c:v>
                </c:pt>
                <c:pt idx="9013">
                  <c:v>15100</c:v>
                </c:pt>
                <c:pt idx="9014">
                  <c:v>15100</c:v>
                </c:pt>
                <c:pt idx="9015">
                  <c:v>15100</c:v>
                </c:pt>
                <c:pt idx="9016">
                  <c:v>15100</c:v>
                </c:pt>
                <c:pt idx="9017">
                  <c:v>15100</c:v>
                </c:pt>
                <c:pt idx="9018">
                  <c:v>15100</c:v>
                </c:pt>
                <c:pt idx="9019">
                  <c:v>15100</c:v>
                </c:pt>
                <c:pt idx="9020">
                  <c:v>15100</c:v>
                </c:pt>
                <c:pt idx="9021">
                  <c:v>15100</c:v>
                </c:pt>
                <c:pt idx="9022">
                  <c:v>15100</c:v>
                </c:pt>
                <c:pt idx="9023">
                  <c:v>15100</c:v>
                </c:pt>
                <c:pt idx="9024">
                  <c:v>15000</c:v>
                </c:pt>
                <c:pt idx="9025">
                  <c:v>15000</c:v>
                </c:pt>
                <c:pt idx="9026">
                  <c:v>15000</c:v>
                </c:pt>
                <c:pt idx="9027">
                  <c:v>15000</c:v>
                </c:pt>
                <c:pt idx="9028">
                  <c:v>15000</c:v>
                </c:pt>
                <c:pt idx="9029">
                  <c:v>15000</c:v>
                </c:pt>
                <c:pt idx="9030">
                  <c:v>15000</c:v>
                </c:pt>
                <c:pt idx="9031">
                  <c:v>15000</c:v>
                </c:pt>
                <c:pt idx="9032">
                  <c:v>15000</c:v>
                </c:pt>
                <c:pt idx="9033">
                  <c:v>15000</c:v>
                </c:pt>
                <c:pt idx="9034">
                  <c:v>15000</c:v>
                </c:pt>
                <c:pt idx="9035">
                  <c:v>15000</c:v>
                </c:pt>
                <c:pt idx="9036">
                  <c:v>15000</c:v>
                </c:pt>
                <c:pt idx="9037">
                  <c:v>15000</c:v>
                </c:pt>
                <c:pt idx="9038">
                  <c:v>15000</c:v>
                </c:pt>
                <c:pt idx="9039">
                  <c:v>15000</c:v>
                </c:pt>
                <c:pt idx="9040">
                  <c:v>15000</c:v>
                </c:pt>
                <c:pt idx="9041">
                  <c:v>15000</c:v>
                </c:pt>
                <c:pt idx="9042">
                  <c:v>15000</c:v>
                </c:pt>
                <c:pt idx="9043">
                  <c:v>15000</c:v>
                </c:pt>
                <c:pt idx="9044">
                  <c:v>15000</c:v>
                </c:pt>
                <c:pt idx="9045">
                  <c:v>15000</c:v>
                </c:pt>
                <c:pt idx="9046">
                  <c:v>15000</c:v>
                </c:pt>
                <c:pt idx="9047">
                  <c:v>15000</c:v>
                </c:pt>
                <c:pt idx="9048">
                  <c:v>15000</c:v>
                </c:pt>
                <c:pt idx="9049">
                  <c:v>15000</c:v>
                </c:pt>
                <c:pt idx="9050">
                  <c:v>15000</c:v>
                </c:pt>
                <c:pt idx="9051">
                  <c:v>15000</c:v>
                </c:pt>
                <c:pt idx="9052">
                  <c:v>15000</c:v>
                </c:pt>
                <c:pt idx="9053">
                  <c:v>15000</c:v>
                </c:pt>
                <c:pt idx="9054">
                  <c:v>15000</c:v>
                </c:pt>
                <c:pt idx="9055">
                  <c:v>14950</c:v>
                </c:pt>
                <c:pt idx="9056">
                  <c:v>14925</c:v>
                </c:pt>
                <c:pt idx="9057">
                  <c:v>14925</c:v>
                </c:pt>
                <c:pt idx="9058">
                  <c:v>14900</c:v>
                </c:pt>
                <c:pt idx="9059">
                  <c:v>14900</c:v>
                </c:pt>
                <c:pt idx="9060">
                  <c:v>14900</c:v>
                </c:pt>
                <c:pt idx="9061">
                  <c:v>14900</c:v>
                </c:pt>
                <c:pt idx="9062">
                  <c:v>14900</c:v>
                </c:pt>
                <c:pt idx="9063">
                  <c:v>14900</c:v>
                </c:pt>
                <c:pt idx="9064">
                  <c:v>14900</c:v>
                </c:pt>
                <c:pt idx="9065">
                  <c:v>14900</c:v>
                </c:pt>
                <c:pt idx="9066">
                  <c:v>14900</c:v>
                </c:pt>
                <c:pt idx="9067">
                  <c:v>14900</c:v>
                </c:pt>
                <c:pt idx="9068">
                  <c:v>14900</c:v>
                </c:pt>
                <c:pt idx="9069">
                  <c:v>14900</c:v>
                </c:pt>
                <c:pt idx="9070">
                  <c:v>14900</c:v>
                </c:pt>
                <c:pt idx="9071">
                  <c:v>14900</c:v>
                </c:pt>
                <c:pt idx="9072">
                  <c:v>14900</c:v>
                </c:pt>
                <c:pt idx="9073">
                  <c:v>14900</c:v>
                </c:pt>
                <c:pt idx="9074">
                  <c:v>14875</c:v>
                </c:pt>
                <c:pt idx="9075">
                  <c:v>14800</c:v>
                </c:pt>
                <c:pt idx="9076">
                  <c:v>14800</c:v>
                </c:pt>
                <c:pt idx="9077">
                  <c:v>14800</c:v>
                </c:pt>
                <c:pt idx="9078">
                  <c:v>14800</c:v>
                </c:pt>
                <c:pt idx="9079">
                  <c:v>14800</c:v>
                </c:pt>
                <c:pt idx="9080">
                  <c:v>14800</c:v>
                </c:pt>
                <c:pt idx="9081">
                  <c:v>14800</c:v>
                </c:pt>
                <c:pt idx="9082">
                  <c:v>14800</c:v>
                </c:pt>
                <c:pt idx="9083">
                  <c:v>14800</c:v>
                </c:pt>
                <c:pt idx="9084">
                  <c:v>14800</c:v>
                </c:pt>
                <c:pt idx="9085">
                  <c:v>14800</c:v>
                </c:pt>
                <c:pt idx="9086">
                  <c:v>14800</c:v>
                </c:pt>
                <c:pt idx="9087">
                  <c:v>14800</c:v>
                </c:pt>
                <c:pt idx="9088">
                  <c:v>14800</c:v>
                </c:pt>
                <c:pt idx="9089">
                  <c:v>14750</c:v>
                </c:pt>
                <c:pt idx="9090">
                  <c:v>14750</c:v>
                </c:pt>
                <c:pt idx="9091">
                  <c:v>14750</c:v>
                </c:pt>
                <c:pt idx="9092">
                  <c:v>14750</c:v>
                </c:pt>
                <c:pt idx="9093">
                  <c:v>14750</c:v>
                </c:pt>
                <c:pt idx="9094">
                  <c:v>14700</c:v>
                </c:pt>
                <c:pt idx="9095">
                  <c:v>14700</c:v>
                </c:pt>
                <c:pt idx="9096">
                  <c:v>14700</c:v>
                </c:pt>
                <c:pt idx="9097">
                  <c:v>14700</c:v>
                </c:pt>
                <c:pt idx="9098">
                  <c:v>14700</c:v>
                </c:pt>
                <c:pt idx="9099">
                  <c:v>14700</c:v>
                </c:pt>
                <c:pt idx="9100">
                  <c:v>14700</c:v>
                </c:pt>
                <c:pt idx="9101">
                  <c:v>14700</c:v>
                </c:pt>
                <c:pt idx="9102">
                  <c:v>14650</c:v>
                </c:pt>
                <c:pt idx="9103">
                  <c:v>14625</c:v>
                </c:pt>
                <c:pt idx="9104">
                  <c:v>14600</c:v>
                </c:pt>
                <c:pt idx="9105">
                  <c:v>14600</c:v>
                </c:pt>
                <c:pt idx="9106">
                  <c:v>14600</c:v>
                </c:pt>
                <c:pt idx="9107">
                  <c:v>14600</c:v>
                </c:pt>
                <c:pt idx="9108">
                  <c:v>14600</c:v>
                </c:pt>
                <c:pt idx="9109">
                  <c:v>14600</c:v>
                </c:pt>
                <c:pt idx="9110">
                  <c:v>14600</c:v>
                </c:pt>
                <c:pt idx="9111">
                  <c:v>14600</c:v>
                </c:pt>
                <c:pt idx="9112">
                  <c:v>14600</c:v>
                </c:pt>
                <c:pt idx="9113">
                  <c:v>14600</c:v>
                </c:pt>
                <c:pt idx="9114">
                  <c:v>14600</c:v>
                </c:pt>
                <c:pt idx="9115">
                  <c:v>14600</c:v>
                </c:pt>
                <c:pt idx="9116">
                  <c:v>14600</c:v>
                </c:pt>
                <c:pt idx="9117">
                  <c:v>14600</c:v>
                </c:pt>
                <c:pt idx="9118">
                  <c:v>14600</c:v>
                </c:pt>
                <c:pt idx="9119">
                  <c:v>14600</c:v>
                </c:pt>
                <c:pt idx="9120">
                  <c:v>14550</c:v>
                </c:pt>
                <c:pt idx="9121">
                  <c:v>14500</c:v>
                </c:pt>
                <c:pt idx="9122">
                  <c:v>14500</c:v>
                </c:pt>
                <c:pt idx="9123">
                  <c:v>14500</c:v>
                </c:pt>
                <c:pt idx="9124">
                  <c:v>14500</c:v>
                </c:pt>
                <c:pt idx="9125">
                  <c:v>14500</c:v>
                </c:pt>
                <c:pt idx="9126">
                  <c:v>14500</c:v>
                </c:pt>
                <c:pt idx="9127">
                  <c:v>14500</c:v>
                </c:pt>
                <c:pt idx="9128">
                  <c:v>14500</c:v>
                </c:pt>
                <c:pt idx="9129">
                  <c:v>14500</c:v>
                </c:pt>
                <c:pt idx="9130">
                  <c:v>14500</c:v>
                </c:pt>
                <c:pt idx="9131">
                  <c:v>14500</c:v>
                </c:pt>
                <c:pt idx="9132">
                  <c:v>14500</c:v>
                </c:pt>
                <c:pt idx="9133">
                  <c:v>14500</c:v>
                </c:pt>
                <c:pt idx="9134">
                  <c:v>14500</c:v>
                </c:pt>
                <c:pt idx="9135">
                  <c:v>14500</c:v>
                </c:pt>
                <c:pt idx="9136">
                  <c:v>14500</c:v>
                </c:pt>
                <c:pt idx="9137">
                  <c:v>14500</c:v>
                </c:pt>
                <c:pt idx="9138">
                  <c:v>14500</c:v>
                </c:pt>
                <c:pt idx="9139">
                  <c:v>14500</c:v>
                </c:pt>
                <c:pt idx="9140">
                  <c:v>14500</c:v>
                </c:pt>
                <c:pt idx="9141">
                  <c:v>14500</c:v>
                </c:pt>
                <c:pt idx="9142">
                  <c:v>14500</c:v>
                </c:pt>
                <c:pt idx="9143">
                  <c:v>14500</c:v>
                </c:pt>
                <c:pt idx="9144">
                  <c:v>14500</c:v>
                </c:pt>
                <c:pt idx="9145">
                  <c:v>14500</c:v>
                </c:pt>
                <c:pt idx="9146">
                  <c:v>14450</c:v>
                </c:pt>
                <c:pt idx="9147">
                  <c:v>14400</c:v>
                </c:pt>
                <c:pt idx="9148">
                  <c:v>14400</c:v>
                </c:pt>
                <c:pt idx="9149">
                  <c:v>14400</c:v>
                </c:pt>
                <c:pt idx="9150">
                  <c:v>14400</c:v>
                </c:pt>
                <c:pt idx="9151">
                  <c:v>14400</c:v>
                </c:pt>
                <c:pt idx="9152">
                  <c:v>14400</c:v>
                </c:pt>
                <c:pt idx="9153">
                  <c:v>14400</c:v>
                </c:pt>
                <c:pt idx="9154">
                  <c:v>14400</c:v>
                </c:pt>
                <c:pt idx="9155">
                  <c:v>14400</c:v>
                </c:pt>
                <c:pt idx="9156">
                  <c:v>14400</c:v>
                </c:pt>
                <c:pt idx="9157">
                  <c:v>14400</c:v>
                </c:pt>
                <c:pt idx="9158">
                  <c:v>14400</c:v>
                </c:pt>
                <c:pt idx="9159">
                  <c:v>14400</c:v>
                </c:pt>
                <c:pt idx="9160">
                  <c:v>14350</c:v>
                </c:pt>
                <c:pt idx="9161">
                  <c:v>14350</c:v>
                </c:pt>
                <c:pt idx="9162">
                  <c:v>14325</c:v>
                </c:pt>
                <c:pt idx="9163">
                  <c:v>14300</c:v>
                </c:pt>
                <c:pt idx="9164">
                  <c:v>14300</c:v>
                </c:pt>
                <c:pt idx="9165">
                  <c:v>14300</c:v>
                </c:pt>
                <c:pt idx="9166">
                  <c:v>14300</c:v>
                </c:pt>
                <c:pt idx="9167">
                  <c:v>14300</c:v>
                </c:pt>
                <c:pt idx="9168">
                  <c:v>14300</c:v>
                </c:pt>
                <c:pt idx="9169">
                  <c:v>14300</c:v>
                </c:pt>
                <c:pt idx="9170">
                  <c:v>14300</c:v>
                </c:pt>
                <c:pt idx="9171">
                  <c:v>14300</c:v>
                </c:pt>
                <c:pt idx="9172">
                  <c:v>14300</c:v>
                </c:pt>
                <c:pt idx="9173">
                  <c:v>14250</c:v>
                </c:pt>
                <c:pt idx="9174">
                  <c:v>14250</c:v>
                </c:pt>
                <c:pt idx="9175">
                  <c:v>14250</c:v>
                </c:pt>
                <c:pt idx="9176">
                  <c:v>14250</c:v>
                </c:pt>
                <c:pt idx="9177">
                  <c:v>14250</c:v>
                </c:pt>
                <c:pt idx="9178">
                  <c:v>14200</c:v>
                </c:pt>
                <c:pt idx="9179">
                  <c:v>14200</c:v>
                </c:pt>
                <c:pt idx="9180">
                  <c:v>14200</c:v>
                </c:pt>
                <c:pt idx="9181">
                  <c:v>14200</c:v>
                </c:pt>
                <c:pt idx="9182">
                  <c:v>14200</c:v>
                </c:pt>
                <c:pt idx="9183">
                  <c:v>14200</c:v>
                </c:pt>
                <c:pt idx="9184">
                  <c:v>14200</c:v>
                </c:pt>
                <c:pt idx="9185">
                  <c:v>14200</c:v>
                </c:pt>
                <c:pt idx="9186">
                  <c:v>14200</c:v>
                </c:pt>
                <c:pt idx="9187">
                  <c:v>14200</c:v>
                </c:pt>
                <c:pt idx="9188">
                  <c:v>14200</c:v>
                </c:pt>
                <c:pt idx="9189">
                  <c:v>14200</c:v>
                </c:pt>
                <c:pt idx="9190">
                  <c:v>14200</c:v>
                </c:pt>
                <c:pt idx="9191">
                  <c:v>14200</c:v>
                </c:pt>
                <c:pt idx="9192">
                  <c:v>14200</c:v>
                </c:pt>
                <c:pt idx="9193">
                  <c:v>14200</c:v>
                </c:pt>
                <c:pt idx="9194">
                  <c:v>14200</c:v>
                </c:pt>
                <c:pt idx="9195">
                  <c:v>14200</c:v>
                </c:pt>
                <c:pt idx="9196">
                  <c:v>14150</c:v>
                </c:pt>
                <c:pt idx="9197">
                  <c:v>14150</c:v>
                </c:pt>
                <c:pt idx="9198">
                  <c:v>14150</c:v>
                </c:pt>
                <c:pt idx="9199">
                  <c:v>14150</c:v>
                </c:pt>
                <c:pt idx="9200">
                  <c:v>14100</c:v>
                </c:pt>
                <c:pt idx="9201">
                  <c:v>14100</c:v>
                </c:pt>
                <c:pt idx="9202">
                  <c:v>14100</c:v>
                </c:pt>
                <c:pt idx="9203">
                  <c:v>14100</c:v>
                </c:pt>
                <c:pt idx="9204">
                  <c:v>14100</c:v>
                </c:pt>
                <c:pt idx="9205">
                  <c:v>14100</c:v>
                </c:pt>
                <c:pt idx="9206">
                  <c:v>14100</c:v>
                </c:pt>
                <c:pt idx="9207">
                  <c:v>14100</c:v>
                </c:pt>
                <c:pt idx="9208">
                  <c:v>14100</c:v>
                </c:pt>
                <c:pt idx="9209">
                  <c:v>14100</c:v>
                </c:pt>
                <c:pt idx="9210">
                  <c:v>14100</c:v>
                </c:pt>
                <c:pt idx="9211">
                  <c:v>14100</c:v>
                </c:pt>
                <c:pt idx="9212">
                  <c:v>14100</c:v>
                </c:pt>
                <c:pt idx="9213">
                  <c:v>14100</c:v>
                </c:pt>
                <c:pt idx="9214">
                  <c:v>14000</c:v>
                </c:pt>
                <c:pt idx="9215">
                  <c:v>14000</c:v>
                </c:pt>
                <c:pt idx="9216">
                  <c:v>14000</c:v>
                </c:pt>
                <c:pt idx="9217">
                  <c:v>14000</c:v>
                </c:pt>
                <c:pt idx="9218">
                  <c:v>14000</c:v>
                </c:pt>
                <c:pt idx="9219">
                  <c:v>14000</c:v>
                </c:pt>
                <c:pt idx="9220">
                  <c:v>14000</c:v>
                </c:pt>
                <c:pt idx="9221">
                  <c:v>14000</c:v>
                </c:pt>
                <c:pt idx="9222">
                  <c:v>14000</c:v>
                </c:pt>
                <c:pt idx="9223">
                  <c:v>14000</c:v>
                </c:pt>
                <c:pt idx="9224">
                  <c:v>14000</c:v>
                </c:pt>
                <c:pt idx="9225">
                  <c:v>14000</c:v>
                </c:pt>
                <c:pt idx="9226">
                  <c:v>14000</c:v>
                </c:pt>
                <c:pt idx="9227">
                  <c:v>14000</c:v>
                </c:pt>
                <c:pt idx="9228">
                  <c:v>14000</c:v>
                </c:pt>
                <c:pt idx="9229">
                  <c:v>14000</c:v>
                </c:pt>
                <c:pt idx="9230">
                  <c:v>14000</c:v>
                </c:pt>
                <c:pt idx="9231">
                  <c:v>14000</c:v>
                </c:pt>
                <c:pt idx="9232">
                  <c:v>14000</c:v>
                </c:pt>
                <c:pt idx="9233">
                  <c:v>14000</c:v>
                </c:pt>
                <c:pt idx="9234">
                  <c:v>14000</c:v>
                </c:pt>
                <c:pt idx="9235">
                  <c:v>14000</c:v>
                </c:pt>
                <c:pt idx="9236">
                  <c:v>14000</c:v>
                </c:pt>
                <c:pt idx="9237">
                  <c:v>14000</c:v>
                </c:pt>
                <c:pt idx="9238">
                  <c:v>14000</c:v>
                </c:pt>
                <c:pt idx="9239">
                  <c:v>14000</c:v>
                </c:pt>
                <c:pt idx="9240">
                  <c:v>14000</c:v>
                </c:pt>
                <c:pt idx="9241">
                  <c:v>13950</c:v>
                </c:pt>
                <c:pt idx="9242">
                  <c:v>13950</c:v>
                </c:pt>
                <c:pt idx="9243">
                  <c:v>13950</c:v>
                </c:pt>
                <c:pt idx="9244">
                  <c:v>13950</c:v>
                </c:pt>
                <c:pt idx="9245">
                  <c:v>13950</c:v>
                </c:pt>
                <c:pt idx="9246">
                  <c:v>13900</c:v>
                </c:pt>
                <c:pt idx="9247">
                  <c:v>13900</c:v>
                </c:pt>
                <c:pt idx="9248">
                  <c:v>13900</c:v>
                </c:pt>
                <c:pt idx="9249">
                  <c:v>13900</c:v>
                </c:pt>
                <c:pt idx="9250">
                  <c:v>13900</c:v>
                </c:pt>
                <c:pt idx="9251">
                  <c:v>13900</c:v>
                </c:pt>
                <c:pt idx="9252">
                  <c:v>13900</c:v>
                </c:pt>
                <c:pt idx="9253">
                  <c:v>13900</c:v>
                </c:pt>
                <c:pt idx="9254">
                  <c:v>13900</c:v>
                </c:pt>
                <c:pt idx="9255">
                  <c:v>13900</c:v>
                </c:pt>
                <c:pt idx="9256">
                  <c:v>13900</c:v>
                </c:pt>
                <c:pt idx="9257">
                  <c:v>13900</c:v>
                </c:pt>
                <c:pt idx="9258">
                  <c:v>13900</c:v>
                </c:pt>
                <c:pt idx="9259">
                  <c:v>13900</c:v>
                </c:pt>
                <c:pt idx="9260">
                  <c:v>13900</c:v>
                </c:pt>
                <c:pt idx="9261">
                  <c:v>13900</c:v>
                </c:pt>
                <c:pt idx="9262">
                  <c:v>13900</c:v>
                </c:pt>
                <c:pt idx="9263">
                  <c:v>13900</c:v>
                </c:pt>
                <c:pt idx="9264">
                  <c:v>13825</c:v>
                </c:pt>
                <c:pt idx="9265">
                  <c:v>13800</c:v>
                </c:pt>
                <c:pt idx="9266">
                  <c:v>13800</c:v>
                </c:pt>
                <c:pt idx="9267">
                  <c:v>13800</c:v>
                </c:pt>
                <c:pt idx="9268">
                  <c:v>13800</c:v>
                </c:pt>
                <c:pt idx="9269">
                  <c:v>13800</c:v>
                </c:pt>
                <c:pt idx="9270">
                  <c:v>13800</c:v>
                </c:pt>
                <c:pt idx="9271">
                  <c:v>13800</c:v>
                </c:pt>
                <c:pt idx="9272">
                  <c:v>13800</c:v>
                </c:pt>
                <c:pt idx="9273">
                  <c:v>13800</c:v>
                </c:pt>
                <c:pt idx="9274">
                  <c:v>13800</c:v>
                </c:pt>
                <c:pt idx="9275">
                  <c:v>13800</c:v>
                </c:pt>
                <c:pt idx="9276">
                  <c:v>13800</c:v>
                </c:pt>
                <c:pt idx="9277">
                  <c:v>13800</c:v>
                </c:pt>
                <c:pt idx="9278">
                  <c:v>13800</c:v>
                </c:pt>
                <c:pt idx="9279">
                  <c:v>13800</c:v>
                </c:pt>
                <c:pt idx="9280">
                  <c:v>13800</c:v>
                </c:pt>
                <c:pt idx="9281">
                  <c:v>13800</c:v>
                </c:pt>
                <c:pt idx="9282">
                  <c:v>13800</c:v>
                </c:pt>
                <c:pt idx="9283">
                  <c:v>13800</c:v>
                </c:pt>
                <c:pt idx="9284">
                  <c:v>13800</c:v>
                </c:pt>
                <c:pt idx="9285">
                  <c:v>13800</c:v>
                </c:pt>
                <c:pt idx="9286">
                  <c:v>13750</c:v>
                </c:pt>
                <c:pt idx="9287">
                  <c:v>13750</c:v>
                </c:pt>
                <c:pt idx="9288">
                  <c:v>13750</c:v>
                </c:pt>
                <c:pt idx="9289">
                  <c:v>13750</c:v>
                </c:pt>
                <c:pt idx="9290">
                  <c:v>13750</c:v>
                </c:pt>
                <c:pt idx="9291">
                  <c:v>13750</c:v>
                </c:pt>
                <c:pt idx="9292">
                  <c:v>13750</c:v>
                </c:pt>
                <c:pt idx="9293">
                  <c:v>13700</c:v>
                </c:pt>
                <c:pt idx="9294">
                  <c:v>13700</c:v>
                </c:pt>
                <c:pt idx="9295">
                  <c:v>13700</c:v>
                </c:pt>
                <c:pt idx="9296">
                  <c:v>13700</c:v>
                </c:pt>
                <c:pt idx="9297">
                  <c:v>13700</c:v>
                </c:pt>
                <c:pt idx="9298">
                  <c:v>13700</c:v>
                </c:pt>
                <c:pt idx="9299">
                  <c:v>13700</c:v>
                </c:pt>
                <c:pt idx="9300">
                  <c:v>13700</c:v>
                </c:pt>
                <c:pt idx="9301">
                  <c:v>13700</c:v>
                </c:pt>
                <c:pt idx="9302">
                  <c:v>13700</c:v>
                </c:pt>
                <c:pt idx="9303">
                  <c:v>13700</c:v>
                </c:pt>
                <c:pt idx="9304">
                  <c:v>13700</c:v>
                </c:pt>
                <c:pt idx="9305">
                  <c:v>13700</c:v>
                </c:pt>
                <c:pt idx="9306">
                  <c:v>13700</c:v>
                </c:pt>
                <c:pt idx="9307">
                  <c:v>13650</c:v>
                </c:pt>
                <c:pt idx="9308">
                  <c:v>13650</c:v>
                </c:pt>
                <c:pt idx="9309">
                  <c:v>13650</c:v>
                </c:pt>
                <c:pt idx="9310">
                  <c:v>13600</c:v>
                </c:pt>
                <c:pt idx="9311">
                  <c:v>13600</c:v>
                </c:pt>
                <c:pt idx="9312">
                  <c:v>13600</c:v>
                </c:pt>
                <c:pt idx="9313">
                  <c:v>13600</c:v>
                </c:pt>
                <c:pt idx="9314">
                  <c:v>13600</c:v>
                </c:pt>
                <c:pt idx="9315">
                  <c:v>13600</c:v>
                </c:pt>
                <c:pt idx="9316">
                  <c:v>13600</c:v>
                </c:pt>
                <c:pt idx="9317">
                  <c:v>13600</c:v>
                </c:pt>
                <c:pt idx="9318">
                  <c:v>13600</c:v>
                </c:pt>
                <c:pt idx="9319">
                  <c:v>13550</c:v>
                </c:pt>
                <c:pt idx="9320">
                  <c:v>13550</c:v>
                </c:pt>
                <c:pt idx="9321">
                  <c:v>13550</c:v>
                </c:pt>
                <c:pt idx="9322">
                  <c:v>13550</c:v>
                </c:pt>
                <c:pt idx="9323">
                  <c:v>13500</c:v>
                </c:pt>
                <c:pt idx="9324">
                  <c:v>13500</c:v>
                </c:pt>
                <c:pt idx="9325">
                  <c:v>13500</c:v>
                </c:pt>
                <c:pt idx="9326">
                  <c:v>13500</c:v>
                </c:pt>
                <c:pt idx="9327">
                  <c:v>13500</c:v>
                </c:pt>
                <c:pt idx="9328">
                  <c:v>13500</c:v>
                </c:pt>
                <c:pt idx="9329">
                  <c:v>13500</c:v>
                </c:pt>
                <c:pt idx="9330">
                  <c:v>13500</c:v>
                </c:pt>
                <c:pt idx="9331">
                  <c:v>13500</c:v>
                </c:pt>
                <c:pt idx="9332">
                  <c:v>13500</c:v>
                </c:pt>
                <c:pt idx="9333">
                  <c:v>13500</c:v>
                </c:pt>
                <c:pt idx="9334">
                  <c:v>13500</c:v>
                </c:pt>
                <c:pt idx="9335">
                  <c:v>13500</c:v>
                </c:pt>
                <c:pt idx="9336">
                  <c:v>13500</c:v>
                </c:pt>
                <c:pt idx="9337">
                  <c:v>13500</c:v>
                </c:pt>
                <c:pt idx="9338">
                  <c:v>13500</c:v>
                </c:pt>
                <c:pt idx="9339">
                  <c:v>13500</c:v>
                </c:pt>
                <c:pt idx="9340">
                  <c:v>13500</c:v>
                </c:pt>
                <c:pt idx="9341">
                  <c:v>13500</c:v>
                </c:pt>
                <c:pt idx="9342">
                  <c:v>13500</c:v>
                </c:pt>
                <c:pt idx="9343">
                  <c:v>13500</c:v>
                </c:pt>
                <c:pt idx="9344">
                  <c:v>13500</c:v>
                </c:pt>
                <c:pt idx="9345">
                  <c:v>13500</c:v>
                </c:pt>
                <c:pt idx="9346">
                  <c:v>13500</c:v>
                </c:pt>
                <c:pt idx="9347">
                  <c:v>13500</c:v>
                </c:pt>
                <c:pt idx="9348">
                  <c:v>13500</c:v>
                </c:pt>
                <c:pt idx="9349">
                  <c:v>13500</c:v>
                </c:pt>
                <c:pt idx="9350">
                  <c:v>13500</c:v>
                </c:pt>
                <c:pt idx="9351">
                  <c:v>13500</c:v>
                </c:pt>
                <c:pt idx="9352">
                  <c:v>13500</c:v>
                </c:pt>
                <c:pt idx="9353">
                  <c:v>13500</c:v>
                </c:pt>
                <c:pt idx="9354">
                  <c:v>13500</c:v>
                </c:pt>
                <c:pt idx="9355">
                  <c:v>13450</c:v>
                </c:pt>
                <c:pt idx="9356">
                  <c:v>13400</c:v>
                </c:pt>
                <c:pt idx="9357">
                  <c:v>13400</c:v>
                </c:pt>
                <c:pt idx="9358">
                  <c:v>13400</c:v>
                </c:pt>
                <c:pt idx="9359">
                  <c:v>13400</c:v>
                </c:pt>
                <c:pt idx="9360">
                  <c:v>13400</c:v>
                </c:pt>
                <c:pt idx="9361">
                  <c:v>13400</c:v>
                </c:pt>
                <c:pt idx="9362">
                  <c:v>13400</c:v>
                </c:pt>
                <c:pt idx="9363">
                  <c:v>13400</c:v>
                </c:pt>
                <c:pt idx="9364">
                  <c:v>13400</c:v>
                </c:pt>
                <c:pt idx="9365">
                  <c:v>13400</c:v>
                </c:pt>
                <c:pt idx="9366">
                  <c:v>13400</c:v>
                </c:pt>
                <c:pt idx="9367">
                  <c:v>13400</c:v>
                </c:pt>
                <c:pt idx="9368">
                  <c:v>13400</c:v>
                </c:pt>
                <c:pt idx="9369">
                  <c:v>13400</c:v>
                </c:pt>
                <c:pt idx="9370">
                  <c:v>13400</c:v>
                </c:pt>
                <c:pt idx="9371">
                  <c:v>13400</c:v>
                </c:pt>
                <c:pt idx="9372">
                  <c:v>13400</c:v>
                </c:pt>
                <c:pt idx="9373">
                  <c:v>13400</c:v>
                </c:pt>
                <c:pt idx="9374">
                  <c:v>13400</c:v>
                </c:pt>
                <c:pt idx="9375">
                  <c:v>13400</c:v>
                </c:pt>
                <c:pt idx="9376">
                  <c:v>13400</c:v>
                </c:pt>
                <c:pt idx="9377">
                  <c:v>13400</c:v>
                </c:pt>
                <c:pt idx="9378">
                  <c:v>13350</c:v>
                </c:pt>
                <c:pt idx="9379">
                  <c:v>13350</c:v>
                </c:pt>
                <c:pt idx="9380">
                  <c:v>13325</c:v>
                </c:pt>
                <c:pt idx="9381">
                  <c:v>13300</c:v>
                </c:pt>
                <c:pt idx="9382">
                  <c:v>13300</c:v>
                </c:pt>
                <c:pt idx="9383">
                  <c:v>13300</c:v>
                </c:pt>
                <c:pt idx="9384">
                  <c:v>13300</c:v>
                </c:pt>
                <c:pt idx="9385">
                  <c:v>13300</c:v>
                </c:pt>
                <c:pt idx="9386">
                  <c:v>13300</c:v>
                </c:pt>
                <c:pt idx="9387">
                  <c:v>13300</c:v>
                </c:pt>
                <c:pt idx="9388">
                  <c:v>13300</c:v>
                </c:pt>
                <c:pt idx="9389">
                  <c:v>13300</c:v>
                </c:pt>
                <c:pt idx="9390">
                  <c:v>13300</c:v>
                </c:pt>
                <c:pt idx="9391">
                  <c:v>13300</c:v>
                </c:pt>
                <c:pt idx="9392">
                  <c:v>13300</c:v>
                </c:pt>
                <c:pt idx="9393">
                  <c:v>13300</c:v>
                </c:pt>
                <c:pt idx="9394">
                  <c:v>13300</c:v>
                </c:pt>
                <c:pt idx="9395">
                  <c:v>13300</c:v>
                </c:pt>
                <c:pt idx="9396">
                  <c:v>13300</c:v>
                </c:pt>
                <c:pt idx="9397">
                  <c:v>13300</c:v>
                </c:pt>
                <c:pt idx="9398">
                  <c:v>13300</c:v>
                </c:pt>
                <c:pt idx="9399">
                  <c:v>13300</c:v>
                </c:pt>
                <c:pt idx="9400">
                  <c:v>13300</c:v>
                </c:pt>
                <c:pt idx="9401">
                  <c:v>13300</c:v>
                </c:pt>
                <c:pt idx="9402">
                  <c:v>13300</c:v>
                </c:pt>
                <c:pt idx="9403">
                  <c:v>13275</c:v>
                </c:pt>
                <c:pt idx="9404">
                  <c:v>13250</c:v>
                </c:pt>
                <c:pt idx="9405">
                  <c:v>13200</c:v>
                </c:pt>
                <c:pt idx="9406">
                  <c:v>13200</c:v>
                </c:pt>
                <c:pt idx="9407">
                  <c:v>13200</c:v>
                </c:pt>
                <c:pt idx="9408">
                  <c:v>13200</c:v>
                </c:pt>
                <c:pt idx="9409">
                  <c:v>13200</c:v>
                </c:pt>
                <c:pt idx="9410">
                  <c:v>13200</c:v>
                </c:pt>
                <c:pt idx="9411">
                  <c:v>13200</c:v>
                </c:pt>
                <c:pt idx="9412">
                  <c:v>13200</c:v>
                </c:pt>
                <c:pt idx="9413">
                  <c:v>13200</c:v>
                </c:pt>
                <c:pt idx="9414">
                  <c:v>13200</c:v>
                </c:pt>
                <c:pt idx="9415">
                  <c:v>13200</c:v>
                </c:pt>
                <c:pt idx="9416">
                  <c:v>13200</c:v>
                </c:pt>
                <c:pt idx="9417">
                  <c:v>13200</c:v>
                </c:pt>
                <c:pt idx="9418">
                  <c:v>13200</c:v>
                </c:pt>
                <c:pt idx="9419">
                  <c:v>13200</c:v>
                </c:pt>
                <c:pt idx="9420">
                  <c:v>13200</c:v>
                </c:pt>
                <c:pt idx="9421">
                  <c:v>13200</c:v>
                </c:pt>
                <c:pt idx="9422">
                  <c:v>13200</c:v>
                </c:pt>
                <c:pt idx="9423">
                  <c:v>13200</c:v>
                </c:pt>
                <c:pt idx="9424">
                  <c:v>13200</c:v>
                </c:pt>
                <c:pt idx="9425">
                  <c:v>13200</c:v>
                </c:pt>
                <c:pt idx="9426">
                  <c:v>13200</c:v>
                </c:pt>
                <c:pt idx="9427">
                  <c:v>13150</c:v>
                </c:pt>
                <c:pt idx="9428">
                  <c:v>13150</c:v>
                </c:pt>
                <c:pt idx="9429">
                  <c:v>13125</c:v>
                </c:pt>
                <c:pt idx="9430">
                  <c:v>13100</c:v>
                </c:pt>
                <c:pt idx="9431">
                  <c:v>13100</c:v>
                </c:pt>
                <c:pt idx="9432">
                  <c:v>13100</c:v>
                </c:pt>
                <c:pt idx="9433">
                  <c:v>13100</c:v>
                </c:pt>
                <c:pt idx="9434">
                  <c:v>13100</c:v>
                </c:pt>
                <c:pt idx="9435">
                  <c:v>13100</c:v>
                </c:pt>
                <c:pt idx="9436">
                  <c:v>13100</c:v>
                </c:pt>
                <c:pt idx="9437">
                  <c:v>13100</c:v>
                </c:pt>
                <c:pt idx="9438">
                  <c:v>13100</c:v>
                </c:pt>
                <c:pt idx="9439">
                  <c:v>13100</c:v>
                </c:pt>
                <c:pt idx="9440">
                  <c:v>13100</c:v>
                </c:pt>
                <c:pt idx="9441">
                  <c:v>13100</c:v>
                </c:pt>
                <c:pt idx="9442">
                  <c:v>13100</c:v>
                </c:pt>
                <c:pt idx="9443">
                  <c:v>13100</c:v>
                </c:pt>
                <c:pt idx="9444">
                  <c:v>13100</c:v>
                </c:pt>
                <c:pt idx="9445">
                  <c:v>13100</c:v>
                </c:pt>
                <c:pt idx="9446">
                  <c:v>13100</c:v>
                </c:pt>
                <c:pt idx="9447">
                  <c:v>13100</c:v>
                </c:pt>
                <c:pt idx="9448">
                  <c:v>13100</c:v>
                </c:pt>
                <c:pt idx="9449">
                  <c:v>13100</c:v>
                </c:pt>
                <c:pt idx="9450">
                  <c:v>13100</c:v>
                </c:pt>
                <c:pt idx="9451">
                  <c:v>13050</c:v>
                </c:pt>
                <c:pt idx="9452">
                  <c:v>13000</c:v>
                </c:pt>
                <c:pt idx="9453">
                  <c:v>13000</c:v>
                </c:pt>
                <c:pt idx="9454">
                  <c:v>13000</c:v>
                </c:pt>
                <c:pt idx="9455">
                  <c:v>13000</c:v>
                </c:pt>
                <c:pt idx="9456">
                  <c:v>13000</c:v>
                </c:pt>
                <c:pt idx="9457">
                  <c:v>13000</c:v>
                </c:pt>
                <c:pt idx="9458">
                  <c:v>13000</c:v>
                </c:pt>
                <c:pt idx="9459">
                  <c:v>13000</c:v>
                </c:pt>
                <c:pt idx="9460">
                  <c:v>13000</c:v>
                </c:pt>
                <c:pt idx="9461">
                  <c:v>13000</c:v>
                </c:pt>
                <c:pt idx="9462">
                  <c:v>13000</c:v>
                </c:pt>
                <c:pt idx="9463">
                  <c:v>13000</c:v>
                </c:pt>
                <c:pt idx="9464">
                  <c:v>13000</c:v>
                </c:pt>
                <c:pt idx="9465">
                  <c:v>13000</c:v>
                </c:pt>
                <c:pt idx="9466">
                  <c:v>13000</c:v>
                </c:pt>
                <c:pt idx="9467">
                  <c:v>13000</c:v>
                </c:pt>
                <c:pt idx="9468">
                  <c:v>13000</c:v>
                </c:pt>
                <c:pt idx="9469">
                  <c:v>13000</c:v>
                </c:pt>
                <c:pt idx="9470">
                  <c:v>13000</c:v>
                </c:pt>
                <c:pt idx="9471">
                  <c:v>13000</c:v>
                </c:pt>
                <c:pt idx="9472">
                  <c:v>13000</c:v>
                </c:pt>
                <c:pt idx="9473">
                  <c:v>13000</c:v>
                </c:pt>
                <c:pt idx="9474">
                  <c:v>13000</c:v>
                </c:pt>
                <c:pt idx="9475">
                  <c:v>13000</c:v>
                </c:pt>
                <c:pt idx="9476">
                  <c:v>13000</c:v>
                </c:pt>
                <c:pt idx="9477">
                  <c:v>13000</c:v>
                </c:pt>
                <c:pt idx="9478">
                  <c:v>13000</c:v>
                </c:pt>
                <c:pt idx="9479">
                  <c:v>13000</c:v>
                </c:pt>
                <c:pt idx="9480">
                  <c:v>13000</c:v>
                </c:pt>
                <c:pt idx="9481">
                  <c:v>13000</c:v>
                </c:pt>
                <c:pt idx="9482">
                  <c:v>13000</c:v>
                </c:pt>
                <c:pt idx="9483">
                  <c:v>13000</c:v>
                </c:pt>
                <c:pt idx="9484">
                  <c:v>13000</c:v>
                </c:pt>
                <c:pt idx="9485">
                  <c:v>13000</c:v>
                </c:pt>
                <c:pt idx="9486">
                  <c:v>12950</c:v>
                </c:pt>
                <c:pt idx="9487">
                  <c:v>12900</c:v>
                </c:pt>
                <c:pt idx="9488">
                  <c:v>12900</c:v>
                </c:pt>
                <c:pt idx="9489">
                  <c:v>12900</c:v>
                </c:pt>
                <c:pt idx="9490">
                  <c:v>12900</c:v>
                </c:pt>
                <c:pt idx="9491">
                  <c:v>12900</c:v>
                </c:pt>
                <c:pt idx="9492">
                  <c:v>12900</c:v>
                </c:pt>
                <c:pt idx="9493">
                  <c:v>12900</c:v>
                </c:pt>
                <c:pt idx="9494">
                  <c:v>12900</c:v>
                </c:pt>
                <c:pt idx="9495">
                  <c:v>12900</c:v>
                </c:pt>
                <c:pt idx="9496">
                  <c:v>12900</c:v>
                </c:pt>
                <c:pt idx="9497">
                  <c:v>12900</c:v>
                </c:pt>
                <c:pt idx="9498">
                  <c:v>12900</c:v>
                </c:pt>
                <c:pt idx="9499">
                  <c:v>12900</c:v>
                </c:pt>
                <c:pt idx="9500">
                  <c:v>12900</c:v>
                </c:pt>
                <c:pt idx="9501">
                  <c:v>12900</c:v>
                </c:pt>
                <c:pt idx="9502">
                  <c:v>12900</c:v>
                </c:pt>
                <c:pt idx="9503">
                  <c:v>12900</c:v>
                </c:pt>
                <c:pt idx="9504">
                  <c:v>12900</c:v>
                </c:pt>
                <c:pt idx="9505">
                  <c:v>12900</c:v>
                </c:pt>
                <c:pt idx="9506">
                  <c:v>12850</c:v>
                </c:pt>
                <c:pt idx="9507">
                  <c:v>12850</c:v>
                </c:pt>
                <c:pt idx="9508">
                  <c:v>12850</c:v>
                </c:pt>
                <c:pt idx="9509">
                  <c:v>12800</c:v>
                </c:pt>
                <c:pt idx="9510">
                  <c:v>12800</c:v>
                </c:pt>
                <c:pt idx="9511">
                  <c:v>12800</c:v>
                </c:pt>
                <c:pt idx="9512">
                  <c:v>12800</c:v>
                </c:pt>
                <c:pt idx="9513">
                  <c:v>12800</c:v>
                </c:pt>
                <c:pt idx="9514">
                  <c:v>12800</c:v>
                </c:pt>
                <c:pt idx="9515">
                  <c:v>12800</c:v>
                </c:pt>
                <c:pt idx="9516">
                  <c:v>12800</c:v>
                </c:pt>
                <c:pt idx="9517">
                  <c:v>12800</c:v>
                </c:pt>
                <c:pt idx="9518">
                  <c:v>12800</c:v>
                </c:pt>
                <c:pt idx="9519">
                  <c:v>12800</c:v>
                </c:pt>
                <c:pt idx="9520">
                  <c:v>12800</c:v>
                </c:pt>
                <c:pt idx="9521">
                  <c:v>12800</c:v>
                </c:pt>
                <c:pt idx="9522">
                  <c:v>12800</c:v>
                </c:pt>
                <c:pt idx="9523">
                  <c:v>12800</c:v>
                </c:pt>
                <c:pt idx="9524">
                  <c:v>12800</c:v>
                </c:pt>
                <c:pt idx="9525">
                  <c:v>12800</c:v>
                </c:pt>
                <c:pt idx="9526">
                  <c:v>12800</c:v>
                </c:pt>
                <c:pt idx="9527">
                  <c:v>12800</c:v>
                </c:pt>
                <c:pt idx="9528">
                  <c:v>12800</c:v>
                </c:pt>
                <c:pt idx="9529">
                  <c:v>12800</c:v>
                </c:pt>
                <c:pt idx="9530">
                  <c:v>12800</c:v>
                </c:pt>
                <c:pt idx="9531">
                  <c:v>12800</c:v>
                </c:pt>
                <c:pt idx="9532">
                  <c:v>12750</c:v>
                </c:pt>
                <c:pt idx="9533">
                  <c:v>12750</c:v>
                </c:pt>
                <c:pt idx="9534">
                  <c:v>12700</c:v>
                </c:pt>
                <c:pt idx="9535">
                  <c:v>12700</c:v>
                </c:pt>
                <c:pt idx="9536">
                  <c:v>12700</c:v>
                </c:pt>
                <c:pt idx="9537">
                  <c:v>12700</c:v>
                </c:pt>
                <c:pt idx="9538">
                  <c:v>12700</c:v>
                </c:pt>
                <c:pt idx="9539">
                  <c:v>12700</c:v>
                </c:pt>
                <c:pt idx="9540">
                  <c:v>12700</c:v>
                </c:pt>
                <c:pt idx="9541">
                  <c:v>12700</c:v>
                </c:pt>
                <c:pt idx="9542">
                  <c:v>12700</c:v>
                </c:pt>
                <c:pt idx="9543">
                  <c:v>12700</c:v>
                </c:pt>
                <c:pt idx="9544">
                  <c:v>12700</c:v>
                </c:pt>
                <c:pt idx="9545">
                  <c:v>12700</c:v>
                </c:pt>
                <c:pt idx="9546">
                  <c:v>12700</c:v>
                </c:pt>
                <c:pt idx="9547">
                  <c:v>12700</c:v>
                </c:pt>
                <c:pt idx="9548">
                  <c:v>12700</c:v>
                </c:pt>
                <c:pt idx="9549">
                  <c:v>12700</c:v>
                </c:pt>
                <c:pt idx="9550">
                  <c:v>12700</c:v>
                </c:pt>
                <c:pt idx="9551">
                  <c:v>12700</c:v>
                </c:pt>
                <c:pt idx="9552">
                  <c:v>12700</c:v>
                </c:pt>
                <c:pt idx="9553">
                  <c:v>12700</c:v>
                </c:pt>
                <c:pt idx="9554">
                  <c:v>12700</c:v>
                </c:pt>
                <c:pt idx="9555">
                  <c:v>12700</c:v>
                </c:pt>
                <c:pt idx="9556">
                  <c:v>12700</c:v>
                </c:pt>
                <c:pt idx="9557">
                  <c:v>12700</c:v>
                </c:pt>
                <c:pt idx="9558">
                  <c:v>12700</c:v>
                </c:pt>
                <c:pt idx="9559">
                  <c:v>12700</c:v>
                </c:pt>
                <c:pt idx="9560">
                  <c:v>12700</c:v>
                </c:pt>
                <c:pt idx="9561">
                  <c:v>12700</c:v>
                </c:pt>
                <c:pt idx="9562">
                  <c:v>12700</c:v>
                </c:pt>
                <c:pt idx="9563">
                  <c:v>12650</c:v>
                </c:pt>
                <c:pt idx="9564">
                  <c:v>12600</c:v>
                </c:pt>
                <c:pt idx="9565">
                  <c:v>12600</c:v>
                </c:pt>
                <c:pt idx="9566">
                  <c:v>12600</c:v>
                </c:pt>
                <c:pt idx="9567">
                  <c:v>12600</c:v>
                </c:pt>
                <c:pt idx="9568">
                  <c:v>12600</c:v>
                </c:pt>
                <c:pt idx="9569">
                  <c:v>12600</c:v>
                </c:pt>
                <c:pt idx="9570">
                  <c:v>12600</c:v>
                </c:pt>
                <c:pt idx="9571">
                  <c:v>12600</c:v>
                </c:pt>
                <c:pt idx="9572">
                  <c:v>12600</c:v>
                </c:pt>
                <c:pt idx="9573">
                  <c:v>12600</c:v>
                </c:pt>
                <c:pt idx="9574">
                  <c:v>12600</c:v>
                </c:pt>
                <c:pt idx="9575">
                  <c:v>12600</c:v>
                </c:pt>
                <c:pt idx="9576">
                  <c:v>12600</c:v>
                </c:pt>
                <c:pt idx="9577">
                  <c:v>12600</c:v>
                </c:pt>
                <c:pt idx="9578">
                  <c:v>12600</c:v>
                </c:pt>
                <c:pt idx="9579">
                  <c:v>12550</c:v>
                </c:pt>
                <c:pt idx="9580">
                  <c:v>12550</c:v>
                </c:pt>
                <c:pt idx="9581">
                  <c:v>12550</c:v>
                </c:pt>
                <c:pt idx="9582">
                  <c:v>12550</c:v>
                </c:pt>
                <c:pt idx="9583">
                  <c:v>12500</c:v>
                </c:pt>
                <c:pt idx="9584">
                  <c:v>12500</c:v>
                </c:pt>
                <c:pt idx="9585">
                  <c:v>12500</c:v>
                </c:pt>
                <c:pt idx="9586">
                  <c:v>12500</c:v>
                </c:pt>
                <c:pt idx="9587">
                  <c:v>12500</c:v>
                </c:pt>
                <c:pt idx="9588">
                  <c:v>12500</c:v>
                </c:pt>
                <c:pt idx="9589">
                  <c:v>12500</c:v>
                </c:pt>
                <c:pt idx="9590">
                  <c:v>12500</c:v>
                </c:pt>
                <c:pt idx="9591">
                  <c:v>12500</c:v>
                </c:pt>
                <c:pt idx="9592">
                  <c:v>12500</c:v>
                </c:pt>
                <c:pt idx="9593">
                  <c:v>12500</c:v>
                </c:pt>
                <c:pt idx="9594">
                  <c:v>12500</c:v>
                </c:pt>
                <c:pt idx="9595">
                  <c:v>12500</c:v>
                </c:pt>
                <c:pt idx="9596">
                  <c:v>12500</c:v>
                </c:pt>
                <c:pt idx="9597">
                  <c:v>12500</c:v>
                </c:pt>
                <c:pt idx="9598">
                  <c:v>12500</c:v>
                </c:pt>
                <c:pt idx="9599">
                  <c:v>12500</c:v>
                </c:pt>
                <c:pt idx="9600">
                  <c:v>12500</c:v>
                </c:pt>
                <c:pt idx="9601">
                  <c:v>12500</c:v>
                </c:pt>
                <c:pt idx="9602">
                  <c:v>12500</c:v>
                </c:pt>
                <c:pt idx="9603">
                  <c:v>12500</c:v>
                </c:pt>
                <c:pt idx="9604">
                  <c:v>12500</c:v>
                </c:pt>
                <c:pt idx="9605">
                  <c:v>12500</c:v>
                </c:pt>
                <c:pt idx="9606">
                  <c:v>12500</c:v>
                </c:pt>
                <c:pt idx="9607">
                  <c:v>12500</c:v>
                </c:pt>
                <c:pt idx="9608">
                  <c:v>12500</c:v>
                </c:pt>
                <c:pt idx="9609">
                  <c:v>12500</c:v>
                </c:pt>
                <c:pt idx="9610">
                  <c:v>12500</c:v>
                </c:pt>
                <c:pt idx="9611">
                  <c:v>12500</c:v>
                </c:pt>
                <c:pt idx="9612">
                  <c:v>12500</c:v>
                </c:pt>
                <c:pt idx="9613">
                  <c:v>12500</c:v>
                </c:pt>
                <c:pt idx="9614">
                  <c:v>12500</c:v>
                </c:pt>
                <c:pt idx="9615">
                  <c:v>12500</c:v>
                </c:pt>
                <c:pt idx="9616">
                  <c:v>12500</c:v>
                </c:pt>
                <c:pt idx="9617">
                  <c:v>12500</c:v>
                </c:pt>
                <c:pt idx="9618">
                  <c:v>12500</c:v>
                </c:pt>
                <c:pt idx="9619">
                  <c:v>12500</c:v>
                </c:pt>
                <c:pt idx="9620">
                  <c:v>12500</c:v>
                </c:pt>
                <c:pt idx="9621">
                  <c:v>12500</c:v>
                </c:pt>
                <c:pt idx="9622">
                  <c:v>12450</c:v>
                </c:pt>
                <c:pt idx="9623">
                  <c:v>12450</c:v>
                </c:pt>
                <c:pt idx="9624">
                  <c:v>12400</c:v>
                </c:pt>
                <c:pt idx="9625">
                  <c:v>12400</c:v>
                </c:pt>
                <c:pt idx="9626">
                  <c:v>12400</c:v>
                </c:pt>
                <c:pt idx="9627">
                  <c:v>12400</c:v>
                </c:pt>
                <c:pt idx="9628">
                  <c:v>12400</c:v>
                </c:pt>
                <c:pt idx="9629">
                  <c:v>12400</c:v>
                </c:pt>
                <c:pt idx="9630">
                  <c:v>12400</c:v>
                </c:pt>
                <c:pt idx="9631">
                  <c:v>12400</c:v>
                </c:pt>
                <c:pt idx="9632">
                  <c:v>12400</c:v>
                </c:pt>
                <c:pt idx="9633">
                  <c:v>12400</c:v>
                </c:pt>
                <c:pt idx="9634">
                  <c:v>12400</c:v>
                </c:pt>
                <c:pt idx="9635">
                  <c:v>12400</c:v>
                </c:pt>
                <c:pt idx="9636">
                  <c:v>12400</c:v>
                </c:pt>
                <c:pt idx="9637">
                  <c:v>12400</c:v>
                </c:pt>
                <c:pt idx="9638">
                  <c:v>12400</c:v>
                </c:pt>
                <c:pt idx="9639">
                  <c:v>12400</c:v>
                </c:pt>
                <c:pt idx="9640">
                  <c:v>12400</c:v>
                </c:pt>
                <c:pt idx="9641">
                  <c:v>12350</c:v>
                </c:pt>
                <c:pt idx="9642">
                  <c:v>12300</c:v>
                </c:pt>
                <c:pt idx="9643">
                  <c:v>12300</c:v>
                </c:pt>
                <c:pt idx="9644">
                  <c:v>12300</c:v>
                </c:pt>
                <c:pt idx="9645">
                  <c:v>12300</c:v>
                </c:pt>
                <c:pt idx="9646">
                  <c:v>12300</c:v>
                </c:pt>
                <c:pt idx="9647">
                  <c:v>12300</c:v>
                </c:pt>
                <c:pt idx="9648">
                  <c:v>12300</c:v>
                </c:pt>
                <c:pt idx="9649">
                  <c:v>12300</c:v>
                </c:pt>
                <c:pt idx="9650">
                  <c:v>12300</c:v>
                </c:pt>
                <c:pt idx="9651">
                  <c:v>12300</c:v>
                </c:pt>
                <c:pt idx="9652">
                  <c:v>12300</c:v>
                </c:pt>
                <c:pt idx="9653">
                  <c:v>12300</c:v>
                </c:pt>
                <c:pt idx="9654">
                  <c:v>12300</c:v>
                </c:pt>
                <c:pt idx="9655">
                  <c:v>12300</c:v>
                </c:pt>
                <c:pt idx="9656">
                  <c:v>12300</c:v>
                </c:pt>
                <c:pt idx="9657">
                  <c:v>12300</c:v>
                </c:pt>
                <c:pt idx="9658">
                  <c:v>12300</c:v>
                </c:pt>
                <c:pt idx="9659">
                  <c:v>12300</c:v>
                </c:pt>
                <c:pt idx="9660">
                  <c:v>12250</c:v>
                </c:pt>
                <c:pt idx="9661">
                  <c:v>12250</c:v>
                </c:pt>
                <c:pt idx="9662">
                  <c:v>12250</c:v>
                </c:pt>
                <c:pt idx="9663">
                  <c:v>12200</c:v>
                </c:pt>
                <c:pt idx="9664">
                  <c:v>12200</c:v>
                </c:pt>
                <c:pt idx="9665">
                  <c:v>12200</c:v>
                </c:pt>
                <c:pt idx="9666">
                  <c:v>12200</c:v>
                </c:pt>
                <c:pt idx="9667">
                  <c:v>12200</c:v>
                </c:pt>
                <c:pt idx="9668">
                  <c:v>12200</c:v>
                </c:pt>
                <c:pt idx="9669">
                  <c:v>12200</c:v>
                </c:pt>
                <c:pt idx="9670">
                  <c:v>12200</c:v>
                </c:pt>
                <c:pt idx="9671">
                  <c:v>12200</c:v>
                </c:pt>
                <c:pt idx="9672">
                  <c:v>12200</c:v>
                </c:pt>
                <c:pt idx="9673">
                  <c:v>12200</c:v>
                </c:pt>
                <c:pt idx="9674">
                  <c:v>12200</c:v>
                </c:pt>
                <c:pt idx="9675">
                  <c:v>12200</c:v>
                </c:pt>
                <c:pt idx="9676">
                  <c:v>12200</c:v>
                </c:pt>
                <c:pt idx="9677">
                  <c:v>12200</c:v>
                </c:pt>
                <c:pt idx="9678">
                  <c:v>12200</c:v>
                </c:pt>
                <c:pt idx="9679">
                  <c:v>12200</c:v>
                </c:pt>
                <c:pt idx="9680">
                  <c:v>12200</c:v>
                </c:pt>
                <c:pt idx="9681">
                  <c:v>12150</c:v>
                </c:pt>
                <c:pt idx="9682">
                  <c:v>12150</c:v>
                </c:pt>
                <c:pt idx="9683">
                  <c:v>12100</c:v>
                </c:pt>
                <c:pt idx="9684">
                  <c:v>12100</c:v>
                </c:pt>
                <c:pt idx="9685">
                  <c:v>12100</c:v>
                </c:pt>
                <c:pt idx="9686">
                  <c:v>12100</c:v>
                </c:pt>
                <c:pt idx="9687">
                  <c:v>12100</c:v>
                </c:pt>
                <c:pt idx="9688">
                  <c:v>12100</c:v>
                </c:pt>
                <c:pt idx="9689">
                  <c:v>12100</c:v>
                </c:pt>
                <c:pt idx="9690">
                  <c:v>12100</c:v>
                </c:pt>
                <c:pt idx="9691">
                  <c:v>12100</c:v>
                </c:pt>
                <c:pt idx="9692">
                  <c:v>12100</c:v>
                </c:pt>
                <c:pt idx="9693">
                  <c:v>12100</c:v>
                </c:pt>
                <c:pt idx="9694">
                  <c:v>12100</c:v>
                </c:pt>
                <c:pt idx="9695">
                  <c:v>12100</c:v>
                </c:pt>
                <c:pt idx="9696">
                  <c:v>12100</c:v>
                </c:pt>
                <c:pt idx="9697">
                  <c:v>12100</c:v>
                </c:pt>
                <c:pt idx="9698">
                  <c:v>12100</c:v>
                </c:pt>
                <c:pt idx="9699">
                  <c:v>12100</c:v>
                </c:pt>
                <c:pt idx="9700">
                  <c:v>12100</c:v>
                </c:pt>
                <c:pt idx="9701">
                  <c:v>12100</c:v>
                </c:pt>
                <c:pt idx="9702">
                  <c:v>12000</c:v>
                </c:pt>
                <c:pt idx="9703">
                  <c:v>12000</c:v>
                </c:pt>
                <c:pt idx="9704">
                  <c:v>12000</c:v>
                </c:pt>
                <c:pt idx="9705">
                  <c:v>12000</c:v>
                </c:pt>
                <c:pt idx="9706">
                  <c:v>12000</c:v>
                </c:pt>
                <c:pt idx="9707">
                  <c:v>12000</c:v>
                </c:pt>
                <c:pt idx="9708">
                  <c:v>12000</c:v>
                </c:pt>
                <c:pt idx="9709">
                  <c:v>12000</c:v>
                </c:pt>
                <c:pt idx="9710">
                  <c:v>12000</c:v>
                </c:pt>
                <c:pt idx="9711">
                  <c:v>12000</c:v>
                </c:pt>
                <c:pt idx="9712">
                  <c:v>12000</c:v>
                </c:pt>
                <c:pt idx="9713">
                  <c:v>12000</c:v>
                </c:pt>
                <c:pt idx="9714">
                  <c:v>12000</c:v>
                </c:pt>
                <c:pt idx="9715">
                  <c:v>12000</c:v>
                </c:pt>
                <c:pt idx="9716">
                  <c:v>12000</c:v>
                </c:pt>
                <c:pt idx="9717">
                  <c:v>12000</c:v>
                </c:pt>
                <c:pt idx="9718">
                  <c:v>12000</c:v>
                </c:pt>
                <c:pt idx="9719">
                  <c:v>12000</c:v>
                </c:pt>
                <c:pt idx="9720">
                  <c:v>12000</c:v>
                </c:pt>
                <c:pt idx="9721">
                  <c:v>12000</c:v>
                </c:pt>
                <c:pt idx="9722">
                  <c:v>12000</c:v>
                </c:pt>
                <c:pt idx="9723">
                  <c:v>12000</c:v>
                </c:pt>
                <c:pt idx="9724">
                  <c:v>12000</c:v>
                </c:pt>
                <c:pt idx="9725">
                  <c:v>12000</c:v>
                </c:pt>
                <c:pt idx="9726">
                  <c:v>12000</c:v>
                </c:pt>
                <c:pt idx="9727">
                  <c:v>12000</c:v>
                </c:pt>
                <c:pt idx="9728">
                  <c:v>12000</c:v>
                </c:pt>
                <c:pt idx="9729">
                  <c:v>12000</c:v>
                </c:pt>
                <c:pt idx="9730">
                  <c:v>12000</c:v>
                </c:pt>
                <c:pt idx="9731">
                  <c:v>12000</c:v>
                </c:pt>
                <c:pt idx="9732">
                  <c:v>12000</c:v>
                </c:pt>
                <c:pt idx="9733">
                  <c:v>11950</c:v>
                </c:pt>
                <c:pt idx="9734">
                  <c:v>11900</c:v>
                </c:pt>
                <c:pt idx="9735">
                  <c:v>11900</c:v>
                </c:pt>
                <c:pt idx="9736">
                  <c:v>11900</c:v>
                </c:pt>
                <c:pt idx="9737">
                  <c:v>11900</c:v>
                </c:pt>
                <c:pt idx="9738">
                  <c:v>11900</c:v>
                </c:pt>
                <c:pt idx="9739">
                  <c:v>11900</c:v>
                </c:pt>
                <c:pt idx="9740">
                  <c:v>11900</c:v>
                </c:pt>
                <c:pt idx="9741">
                  <c:v>11900</c:v>
                </c:pt>
                <c:pt idx="9742">
                  <c:v>11900</c:v>
                </c:pt>
                <c:pt idx="9743">
                  <c:v>11900</c:v>
                </c:pt>
                <c:pt idx="9744">
                  <c:v>11900</c:v>
                </c:pt>
                <c:pt idx="9745">
                  <c:v>11900</c:v>
                </c:pt>
                <c:pt idx="9746">
                  <c:v>11900</c:v>
                </c:pt>
                <c:pt idx="9747">
                  <c:v>11900</c:v>
                </c:pt>
                <c:pt idx="9748">
                  <c:v>11900</c:v>
                </c:pt>
                <c:pt idx="9749">
                  <c:v>11900</c:v>
                </c:pt>
                <c:pt idx="9750">
                  <c:v>11880</c:v>
                </c:pt>
                <c:pt idx="9751">
                  <c:v>11850</c:v>
                </c:pt>
                <c:pt idx="9752">
                  <c:v>11850</c:v>
                </c:pt>
                <c:pt idx="9753">
                  <c:v>11850</c:v>
                </c:pt>
                <c:pt idx="9754">
                  <c:v>11825</c:v>
                </c:pt>
                <c:pt idx="9755">
                  <c:v>11800</c:v>
                </c:pt>
                <c:pt idx="9756">
                  <c:v>11800</c:v>
                </c:pt>
                <c:pt idx="9757">
                  <c:v>11800</c:v>
                </c:pt>
                <c:pt idx="9758">
                  <c:v>11800</c:v>
                </c:pt>
                <c:pt idx="9759">
                  <c:v>11800</c:v>
                </c:pt>
                <c:pt idx="9760">
                  <c:v>11800</c:v>
                </c:pt>
                <c:pt idx="9761">
                  <c:v>11800</c:v>
                </c:pt>
                <c:pt idx="9762">
                  <c:v>11800</c:v>
                </c:pt>
                <c:pt idx="9763">
                  <c:v>11800</c:v>
                </c:pt>
                <c:pt idx="9764">
                  <c:v>11800</c:v>
                </c:pt>
                <c:pt idx="9765">
                  <c:v>11800</c:v>
                </c:pt>
                <c:pt idx="9766">
                  <c:v>11800</c:v>
                </c:pt>
                <c:pt idx="9767">
                  <c:v>11800</c:v>
                </c:pt>
                <c:pt idx="9768">
                  <c:v>11800</c:v>
                </c:pt>
                <c:pt idx="9769">
                  <c:v>11800</c:v>
                </c:pt>
                <c:pt idx="9770">
                  <c:v>11800</c:v>
                </c:pt>
                <c:pt idx="9771">
                  <c:v>11800</c:v>
                </c:pt>
                <c:pt idx="9772">
                  <c:v>11800</c:v>
                </c:pt>
                <c:pt idx="9773">
                  <c:v>11800</c:v>
                </c:pt>
                <c:pt idx="9774">
                  <c:v>11800</c:v>
                </c:pt>
                <c:pt idx="9775">
                  <c:v>11800</c:v>
                </c:pt>
                <c:pt idx="9776">
                  <c:v>11800</c:v>
                </c:pt>
                <c:pt idx="9777">
                  <c:v>11800</c:v>
                </c:pt>
                <c:pt idx="9778">
                  <c:v>11800</c:v>
                </c:pt>
                <c:pt idx="9779">
                  <c:v>11800</c:v>
                </c:pt>
                <c:pt idx="9780">
                  <c:v>11750</c:v>
                </c:pt>
                <c:pt idx="9781">
                  <c:v>11750</c:v>
                </c:pt>
                <c:pt idx="9782">
                  <c:v>11750</c:v>
                </c:pt>
                <c:pt idx="9783">
                  <c:v>11750</c:v>
                </c:pt>
                <c:pt idx="9784">
                  <c:v>11750</c:v>
                </c:pt>
                <c:pt idx="9785">
                  <c:v>11750</c:v>
                </c:pt>
                <c:pt idx="9786">
                  <c:v>11750</c:v>
                </c:pt>
                <c:pt idx="9787">
                  <c:v>11750</c:v>
                </c:pt>
                <c:pt idx="9788">
                  <c:v>11700</c:v>
                </c:pt>
                <c:pt idx="9789">
                  <c:v>11700</c:v>
                </c:pt>
                <c:pt idx="9790">
                  <c:v>11700</c:v>
                </c:pt>
                <c:pt idx="9791">
                  <c:v>11700</c:v>
                </c:pt>
                <c:pt idx="9792">
                  <c:v>11700</c:v>
                </c:pt>
                <c:pt idx="9793">
                  <c:v>11700</c:v>
                </c:pt>
                <c:pt idx="9794">
                  <c:v>11700</c:v>
                </c:pt>
                <c:pt idx="9795">
                  <c:v>11700</c:v>
                </c:pt>
                <c:pt idx="9796">
                  <c:v>11700</c:v>
                </c:pt>
                <c:pt idx="9797">
                  <c:v>11700</c:v>
                </c:pt>
                <c:pt idx="9798">
                  <c:v>11700</c:v>
                </c:pt>
                <c:pt idx="9799">
                  <c:v>11700</c:v>
                </c:pt>
                <c:pt idx="9800">
                  <c:v>11700</c:v>
                </c:pt>
                <c:pt idx="9801">
                  <c:v>11700</c:v>
                </c:pt>
                <c:pt idx="9802">
                  <c:v>11700</c:v>
                </c:pt>
                <c:pt idx="9803">
                  <c:v>11700</c:v>
                </c:pt>
                <c:pt idx="9804">
                  <c:v>11650</c:v>
                </c:pt>
                <c:pt idx="9805">
                  <c:v>11600</c:v>
                </c:pt>
                <c:pt idx="9806">
                  <c:v>11600</c:v>
                </c:pt>
                <c:pt idx="9807">
                  <c:v>11600</c:v>
                </c:pt>
                <c:pt idx="9808">
                  <c:v>11600</c:v>
                </c:pt>
                <c:pt idx="9809">
                  <c:v>11600</c:v>
                </c:pt>
                <c:pt idx="9810">
                  <c:v>11600</c:v>
                </c:pt>
                <c:pt idx="9811">
                  <c:v>11600</c:v>
                </c:pt>
                <c:pt idx="9812">
                  <c:v>11600</c:v>
                </c:pt>
                <c:pt idx="9813">
                  <c:v>11600</c:v>
                </c:pt>
                <c:pt idx="9814">
                  <c:v>11600</c:v>
                </c:pt>
                <c:pt idx="9815">
                  <c:v>11600</c:v>
                </c:pt>
                <c:pt idx="9816">
                  <c:v>11600</c:v>
                </c:pt>
                <c:pt idx="9817">
                  <c:v>11600</c:v>
                </c:pt>
                <c:pt idx="9818">
                  <c:v>11600</c:v>
                </c:pt>
                <c:pt idx="9819">
                  <c:v>11600</c:v>
                </c:pt>
                <c:pt idx="9820">
                  <c:v>11600</c:v>
                </c:pt>
                <c:pt idx="9821">
                  <c:v>11600</c:v>
                </c:pt>
                <c:pt idx="9822">
                  <c:v>11600</c:v>
                </c:pt>
                <c:pt idx="9823">
                  <c:v>11600</c:v>
                </c:pt>
                <c:pt idx="9824">
                  <c:v>11600</c:v>
                </c:pt>
                <c:pt idx="9825">
                  <c:v>11550</c:v>
                </c:pt>
                <c:pt idx="9826">
                  <c:v>11550</c:v>
                </c:pt>
                <c:pt idx="9827">
                  <c:v>11550</c:v>
                </c:pt>
                <c:pt idx="9828">
                  <c:v>11525</c:v>
                </c:pt>
                <c:pt idx="9829">
                  <c:v>11500</c:v>
                </c:pt>
                <c:pt idx="9830">
                  <c:v>11500</c:v>
                </c:pt>
                <c:pt idx="9831">
                  <c:v>11500</c:v>
                </c:pt>
                <c:pt idx="9832">
                  <c:v>11500</c:v>
                </c:pt>
                <c:pt idx="9833">
                  <c:v>11500</c:v>
                </c:pt>
                <c:pt idx="9834">
                  <c:v>11500</c:v>
                </c:pt>
                <c:pt idx="9835">
                  <c:v>11500</c:v>
                </c:pt>
                <c:pt idx="9836">
                  <c:v>11500</c:v>
                </c:pt>
                <c:pt idx="9837">
                  <c:v>11500</c:v>
                </c:pt>
                <c:pt idx="9838">
                  <c:v>11500</c:v>
                </c:pt>
                <c:pt idx="9839">
                  <c:v>11500</c:v>
                </c:pt>
                <c:pt idx="9840">
                  <c:v>11500</c:v>
                </c:pt>
                <c:pt idx="9841">
                  <c:v>11500</c:v>
                </c:pt>
                <c:pt idx="9842">
                  <c:v>11500</c:v>
                </c:pt>
                <c:pt idx="9843">
                  <c:v>11500</c:v>
                </c:pt>
                <c:pt idx="9844">
                  <c:v>11500</c:v>
                </c:pt>
                <c:pt idx="9845">
                  <c:v>11500</c:v>
                </c:pt>
                <c:pt idx="9846">
                  <c:v>11500</c:v>
                </c:pt>
                <c:pt idx="9847">
                  <c:v>11500</c:v>
                </c:pt>
                <c:pt idx="9848">
                  <c:v>11500</c:v>
                </c:pt>
                <c:pt idx="9849">
                  <c:v>11500</c:v>
                </c:pt>
                <c:pt idx="9850">
                  <c:v>11500</c:v>
                </c:pt>
                <c:pt idx="9851">
                  <c:v>11500</c:v>
                </c:pt>
                <c:pt idx="9852">
                  <c:v>11500</c:v>
                </c:pt>
                <c:pt idx="9853">
                  <c:v>11500</c:v>
                </c:pt>
                <c:pt idx="9854">
                  <c:v>11500</c:v>
                </c:pt>
                <c:pt idx="9855">
                  <c:v>11500</c:v>
                </c:pt>
                <c:pt idx="9856">
                  <c:v>11500</c:v>
                </c:pt>
                <c:pt idx="9857">
                  <c:v>11500</c:v>
                </c:pt>
                <c:pt idx="9858">
                  <c:v>11500</c:v>
                </c:pt>
                <c:pt idx="9859">
                  <c:v>11500</c:v>
                </c:pt>
                <c:pt idx="9860">
                  <c:v>11500</c:v>
                </c:pt>
                <c:pt idx="9861">
                  <c:v>11500</c:v>
                </c:pt>
                <c:pt idx="9862">
                  <c:v>11500</c:v>
                </c:pt>
                <c:pt idx="9863">
                  <c:v>11500</c:v>
                </c:pt>
                <c:pt idx="9864">
                  <c:v>11450</c:v>
                </c:pt>
                <c:pt idx="9865">
                  <c:v>11450</c:v>
                </c:pt>
                <c:pt idx="9866">
                  <c:v>11400</c:v>
                </c:pt>
                <c:pt idx="9867">
                  <c:v>11400</c:v>
                </c:pt>
                <c:pt idx="9868">
                  <c:v>11400</c:v>
                </c:pt>
                <c:pt idx="9869">
                  <c:v>11400</c:v>
                </c:pt>
                <c:pt idx="9870">
                  <c:v>11400</c:v>
                </c:pt>
                <c:pt idx="9871">
                  <c:v>11400</c:v>
                </c:pt>
                <c:pt idx="9872">
                  <c:v>11400</c:v>
                </c:pt>
                <c:pt idx="9873">
                  <c:v>11400</c:v>
                </c:pt>
                <c:pt idx="9874">
                  <c:v>11400</c:v>
                </c:pt>
                <c:pt idx="9875">
                  <c:v>11400</c:v>
                </c:pt>
                <c:pt idx="9876">
                  <c:v>11400</c:v>
                </c:pt>
                <c:pt idx="9877">
                  <c:v>11400</c:v>
                </c:pt>
                <c:pt idx="9878">
                  <c:v>11400</c:v>
                </c:pt>
                <c:pt idx="9879">
                  <c:v>11400</c:v>
                </c:pt>
                <c:pt idx="9880">
                  <c:v>11400</c:v>
                </c:pt>
                <c:pt idx="9881">
                  <c:v>11400</c:v>
                </c:pt>
                <c:pt idx="9882">
                  <c:v>11400</c:v>
                </c:pt>
                <c:pt idx="9883">
                  <c:v>11400</c:v>
                </c:pt>
                <c:pt idx="9884">
                  <c:v>11400</c:v>
                </c:pt>
                <c:pt idx="9885">
                  <c:v>11400</c:v>
                </c:pt>
                <c:pt idx="9886">
                  <c:v>11400</c:v>
                </c:pt>
                <c:pt idx="9887">
                  <c:v>11400</c:v>
                </c:pt>
                <c:pt idx="9888">
                  <c:v>11400</c:v>
                </c:pt>
                <c:pt idx="9889">
                  <c:v>11400</c:v>
                </c:pt>
                <c:pt idx="9890">
                  <c:v>11400</c:v>
                </c:pt>
                <c:pt idx="9891">
                  <c:v>11400</c:v>
                </c:pt>
                <c:pt idx="9892">
                  <c:v>11350</c:v>
                </c:pt>
                <c:pt idx="9893">
                  <c:v>11300</c:v>
                </c:pt>
                <c:pt idx="9894">
                  <c:v>11300</c:v>
                </c:pt>
                <c:pt idx="9895">
                  <c:v>11300</c:v>
                </c:pt>
                <c:pt idx="9896">
                  <c:v>11300</c:v>
                </c:pt>
                <c:pt idx="9897">
                  <c:v>11300</c:v>
                </c:pt>
                <c:pt idx="9898">
                  <c:v>11300</c:v>
                </c:pt>
                <c:pt idx="9899">
                  <c:v>11300</c:v>
                </c:pt>
                <c:pt idx="9900">
                  <c:v>11300</c:v>
                </c:pt>
                <c:pt idx="9901">
                  <c:v>11300</c:v>
                </c:pt>
                <c:pt idx="9902">
                  <c:v>11300</c:v>
                </c:pt>
                <c:pt idx="9903">
                  <c:v>11300</c:v>
                </c:pt>
                <c:pt idx="9904">
                  <c:v>11300</c:v>
                </c:pt>
                <c:pt idx="9905">
                  <c:v>11300</c:v>
                </c:pt>
                <c:pt idx="9906">
                  <c:v>11300</c:v>
                </c:pt>
                <c:pt idx="9907">
                  <c:v>11300</c:v>
                </c:pt>
                <c:pt idx="9908">
                  <c:v>11300</c:v>
                </c:pt>
                <c:pt idx="9909">
                  <c:v>11300</c:v>
                </c:pt>
                <c:pt idx="9910">
                  <c:v>11300</c:v>
                </c:pt>
                <c:pt idx="9911">
                  <c:v>11300</c:v>
                </c:pt>
                <c:pt idx="9912">
                  <c:v>11300</c:v>
                </c:pt>
                <c:pt idx="9913">
                  <c:v>11300</c:v>
                </c:pt>
                <c:pt idx="9914">
                  <c:v>11300</c:v>
                </c:pt>
                <c:pt idx="9915">
                  <c:v>11300</c:v>
                </c:pt>
                <c:pt idx="9916">
                  <c:v>11250</c:v>
                </c:pt>
                <c:pt idx="9917">
                  <c:v>11200</c:v>
                </c:pt>
                <c:pt idx="9918">
                  <c:v>11200</c:v>
                </c:pt>
                <c:pt idx="9919">
                  <c:v>11200</c:v>
                </c:pt>
                <c:pt idx="9920">
                  <c:v>11200</c:v>
                </c:pt>
                <c:pt idx="9921">
                  <c:v>11200</c:v>
                </c:pt>
                <c:pt idx="9922">
                  <c:v>11200</c:v>
                </c:pt>
                <c:pt idx="9923">
                  <c:v>11200</c:v>
                </c:pt>
                <c:pt idx="9924">
                  <c:v>11200</c:v>
                </c:pt>
                <c:pt idx="9925">
                  <c:v>11200</c:v>
                </c:pt>
                <c:pt idx="9926">
                  <c:v>11200</c:v>
                </c:pt>
                <c:pt idx="9927">
                  <c:v>11200</c:v>
                </c:pt>
                <c:pt idx="9928">
                  <c:v>11200</c:v>
                </c:pt>
                <c:pt idx="9929">
                  <c:v>11200</c:v>
                </c:pt>
                <c:pt idx="9930">
                  <c:v>11200</c:v>
                </c:pt>
                <c:pt idx="9931">
                  <c:v>11200</c:v>
                </c:pt>
                <c:pt idx="9932">
                  <c:v>11200</c:v>
                </c:pt>
                <c:pt idx="9933">
                  <c:v>11200</c:v>
                </c:pt>
                <c:pt idx="9934">
                  <c:v>11150</c:v>
                </c:pt>
                <c:pt idx="9935">
                  <c:v>11100</c:v>
                </c:pt>
                <c:pt idx="9936">
                  <c:v>11100</c:v>
                </c:pt>
                <c:pt idx="9937">
                  <c:v>11100</c:v>
                </c:pt>
                <c:pt idx="9938">
                  <c:v>11100</c:v>
                </c:pt>
                <c:pt idx="9939">
                  <c:v>11100</c:v>
                </c:pt>
                <c:pt idx="9940">
                  <c:v>11100</c:v>
                </c:pt>
                <c:pt idx="9941">
                  <c:v>11100</c:v>
                </c:pt>
                <c:pt idx="9942">
                  <c:v>11100</c:v>
                </c:pt>
                <c:pt idx="9943">
                  <c:v>11100</c:v>
                </c:pt>
                <c:pt idx="9944">
                  <c:v>11100</c:v>
                </c:pt>
                <c:pt idx="9945">
                  <c:v>11100</c:v>
                </c:pt>
                <c:pt idx="9946">
                  <c:v>11100</c:v>
                </c:pt>
                <c:pt idx="9947">
                  <c:v>11100</c:v>
                </c:pt>
                <c:pt idx="9948">
                  <c:v>11100</c:v>
                </c:pt>
                <c:pt idx="9949">
                  <c:v>11100</c:v>
                </c:pt>
                <c:pt idx="9950">
                  <c:v>11100</c:v>
                </c:pt>
                <c:pt idx="9951">
                  <c:v>11100</c:v>
                </c:pt>
                <c:pt idx="9952">
                  <c:v>11100</c:v>
                </c:pt>
                <c:pt idx="9953">
                  <c:v>11050</c:v>
                </c:pt>
                <c:pt idx="9954">
                  <c:v>11050</c:v>
                </c:pt>
                <c:pt idx="9955">
                  <c:v>11000</c:v>
                </c:pt>
                <c:pt idx="9956">
                  <c:v>11000</c:v>
                </c:pt>
                <c:pt idx="9957">
                  <c:v>11000</c:v>
                </c:pt>
                <c:pt idx="9958">
                  <c:v>11000</c:v>
                </c:pt>
                <c:pt idx="9959">
                  <c:v>11000</c:v>
                </c:pt>
                <c:pt idx="9960">
                  <c:v>11000</c:v>
                </c:pt>
                <c:pt idx="9961">
                  <c:v>11000</c:v>
                </c:pt>
                <c:pt idx="9962">
                  <c:v>11000</c:v>
                </c:pt>
                <c:pt idx="9963">
                  <c:v>11000</c:v>
                </c:pt>
                <c:pt idx="9964">
                  <c:v>11000</c:v>
                </c:pt>
                <c:pt idx="9965">
                  <c:v>11000</c:v>
                </c:pt>
                <c:pt idx="9966">
                  <c:v>11000</c:v>
                </c:pt>
                <c:pt idx="9967">
                  <c:v>11000</c:v>
                </c:pt>
                <c:pt idx="9968">
                  <c:v>11000</c:v>
                </c:pt>
                <c:pt idx="9969">
                  <c:v>11000</c:v>
                </c:pt>
                <c:pt idx="9970">
                  <c:v>11000</c:v>
                </c:pt>
                <c:pt idx="9971">
                  <c:v>11000</c:v>
                </c:pt>
                <c:pt idx="9972">
                  <c:v>11000</c:v>
                </c:pt>
                <c:pt idx="9973">
                  <c:v>11000</c:v>
                </c:pt>
                <c:pt idx="9974">
                  <c:v>11000</c:v>
                </c:pt>
                <c:pt idx="9975">
                  <c:v>11000</c:v>
                </c:pt>
                <c:pt idx="9976">
                  <c:v>11000</c:v>
                </c:pt>
                <c:pt idx="9977">
                  <c:v>11000</c:v>
                </c:pt>
                <c:pt idx="9978">
                  <c:v>11000</c:v>
                </c:pt>
                <c:pt idx="9979">
                  <c:v>11000</c:v>
                </c:pt>
                <c:pt idx="9980">
                  <c:v>11000</c:v>
                </c:pt>
                <c:pt idx="9981">
                  <c:v>11000</c:v>
                </c:pt>
                <c:pt idx="9982">
                  <c:v>11000</c:v>
                </c:pt>
                <c:pt idx="9983">
                  <c:v>11000</c:v>
                </c:pt>
                <c:pt idx="9984">
                  <c:v>11000</c:v>
                </c:pt>
                <c:pt idx="9985">
                  <c:v>11000</c:v>
                </c:pt>
                <c:pt idx="9986">
                  <c:v>11000</c:v>
                </c:pt>
                <c:pt idx="9987">
                  <c:v>11000</c:v>
                </c:pt>
                <c:pt idx="9988">
                  <c:v>11000</c:v>
                </c:pt>
                <c:pt idx="9989">
                  <c:v>11000</c:v>
                </c:pt>
                <c:pt idx="9990">
                  <c:v>11000</c:v>
                </c:pt>
                <c:pt idx="9991">
                  <c:v>10950</c:v>
                </c:pt>
                <c:pt idx="9992">
                  <c:v>10900</c:v>
                </c:pt>
                <c:pt idx="9993">
                  <c:v>10900</c:v>
                </c:pt>
                <c:pt idx="9994">
                  <c:v>10900</c:v>
                </c:pt>
                <c:pt idx="9995">
                  <c:v>10900</c:v>
                </c:pt>
                <c:pt idx="9996">
                  <c:v>10900</c:v>
                </c:pt>
                <c:pt idx="9997">
                  <c:v>10900</c:v>
                </c:pt>
                <c:pt idx="9998">
                  <c:v>10900</c:v>
                </c:pt>
                <c:pt idx="9999">
                  <c:v>10900</c:v>
                </c:pt>
                <c:pt idx="10000">
                  <c:v>10900</c:v>
                </c:pt>
                <c:pt idx="10001">
                  <c:v>10900</c:v>
                </c:pt>
                <c:pt idx="10002">
                  <c:v>10900</c:v>
                </c:pt>
                <c:pt idx="10003">
                  <c:v>10900</c:v>
                </c:pt>
                <c:pt idx="10004">
                  <c:v>10900</c:v>
                </c:pt>
                <c:pt idx="10005">
                  <c:v>10900</c:v>
                </c:pt>
                <c:pt idx="10006">
                  <c:v>10900</c:v>
                </c:pt>
                <c:pt idx="10007">
                  <c:v>10900</c:v>
                </c:pt>
                <c:pt idx="10008">
                  <c:v>10900</c:v>
                </c:pt>
                <c:pt idx="10009">
                  <c:v>10850</c:v>
                </c:pt>
                <c:pt idx="10010">
                  <c:v>10850</c:v>
                </c:pt>
                <c:pt idx="10011">
                  <c:v>10850</c:v>
                </c:pt>
                <c:pt idx="10012">
                  <c:v>10850</c:v>
                </c:pt>
                <c:pt idx="10013">
                  <c:v>10800</c:v>
                </c:pt>
                <c:pt idx="10014">
                  <c:v>10800</c:v>
                </c:pt>
                <c:pt idx="10015">
                  <c:v>10800</c:v>
                </c:pt>
                <c:pt idx="10016">
                  <c:v>10800</c:v>
                </c:pt>
                <c:pt idx="10017">
                  <c:v>10800</c:v>
                </c:pt>
                <c:pt idx="10018">
                  <c:v>10800</c:v>
                </c:pt>
                <c:pt idx="10019">
                  <c:v>10800</c:v>
                </c:pt>
                <c:pt idx="10020">
                  <c:v>10800</c:v>
                </c:pt>
                <c:pt idx="10021">
                  <c:v>10800</c:v>
                </c:pt>
                <c:pt idx="10022">
                  <c:v>10800</c:v>
                </c:pt>
                <c:pt idx="10023">
                  <c:v>10800</c:v>
                </c:pt>
                <c:pt idx="10024">
                  <c:v>10800</c:v>
                </c:pt>
                <c:pt idx="10025">
                  <c:v>10800</c:v>
                </c:pt>
                <c:pt idx="10026">
                  <c:v>10800</c:v>
                </c:pt>
                <c:pt idx="10027">
                  <c:v>10800</c:v>
                </c:pt>
                <c:pt idx="10028">
                  <c:v>10800</c:v>
                </c:pt>
                <c:pt idx="10029">
                  <c:v>10800</c:v>
                </c:pt>
                <c:pt idx="10030">
                  <c:v>10800</c:v>
                </c:pt>
                <c:pt idx="10031">
                  <c:v>10800</c:v>
                </c:pt>
                <c:pt idx="10032">
                  <c:v>10800</c:v>
                </c:pt>
                <c:pt idx="10033">
                  <c:v>10800</c:v>
                </c:pt>
                <c:pt idx="10034">
                  <c:v>10800</c:v>
                </c:pt>
                <c:pt idx="10035">
                  <c:v>10800</c:v>
                </c:pt>
                <c:pt idx="10036">
                  <c:v>10800</c:v>
                </c:pt>
                <c:pt idx="10037">
                  <c:v>10750</c:v>
                </c:pt>
                <c:pt idx="10038">
                  <c:v>10750</c:v>
                </c:pt>
                <c:pt idx="10039">
                  <c:v>10725</c:v>
                </c:pt>
                <c:pt idx="10040">
                  <c:v>10725</c:v>
                </c:pt>
                <c:pt idx="10041">
                  <c:v>10725</c:v>
                </c:pt>
                <c:pt idx="10042">
                  <c:v>10700</c:v>
                </c:pt>
                <c:pt idx="10043">
                  <c:v>10700</c:v>
                </c:pt>
                <c:pt idx="10044">
                  <c:v>10700</c:v>
                </c:pt>
                <c:pt idx="10045">
                  <c:v>10700</c:v>
                </c:pt>
                <c:pt idx="10046">
                  <c:v>10700</c:v>
                </c:pt>
                <c:pt idx="10047">
                  <c:v>10700</c:v>
                </c:pt>
                <c:pt idx="10048">
                  <c:v>10700</c:v>
                </c:pt>
                <c:pt idx="10049">
                  <c:v>10700</c:v>
                </c:pt>
                <c:pt idx="10050">
                  <c:v>10700</c:v>
                </c:pt>
                <c:pt idx="10051">
                  <c:v>10700</c:v>
                </c:pt>
                <c:pt idx="10052">
                  <c:v>10700</c:v>
                </c:pt>
                <c:pt idx="10053">
                  <c:v>10700</c:v>
                </c:pt>
                <c:pt idx="10054">
                  <c:v>10700</c:v>
                </c:pt>
                <c:pt idx="10055">
                  <c:v>10700</c:v>
                </c:pt>
                <c:pt idx="10056">
                  <c:v>10700</c:v>
                </c:pt>
                <c:pt idx="10057">
                  <c:v>10700</c:v>
                </c:pt>
                <c:pt idx="10058">
                  <c:v>10700</c:v>
                </c:pt>
                <c:pt idx="10059">
                  <c:v>10700</c:v>
                </c:pt>
                <c:pt idx="10060">
                  <c:v>10700</c:v>
                </c:pt>
                <c:pt idx="10061">
                  <c:v>10700</c:v>
                </c:pt>
                <c:pt idx="10062">
                  <c:v>10700</c:v>
                </c:pt>
                <c:pt idx="10063">
                  <c:v>10700</c:v>
                </c:pt>
                <c:pt idx="10064">
                  <c:v>10650</c:v>
                </c:pt>
                <c:pt idx="10065">
                  <c:v>10600</c:v>
                </c:pt>
                <c:pt idx="10066">
                  <c:v>10600</c:v>
                </c:pt>
                <c:pt idx="10067">
                  <c:v>10600</c:v>
                </c:pt>
                <c:pt idx="10068">
                  <c:v>10600</c:v>
                </c:pt>
                <c:pt idx="10069">
                  <c:v>10600</c:v>
                </c:pt>
                <c:pt idx="10070">
                  <c:v>10600</c:v>
                </c:pt>
                <c:pt idx="10071">
                  <c:v>10600</c:v>
                </c:pt>
                <c:pt idx="10072">
                  <c:v>10600</c:v>
                </c:pt>
                <c:pt idx="10073">
                  <c:v>10600</c:v>
                </c:pt>
                <c:pt idx="10074">
                  <c:v>10600</c:v>
                </c:pt>
                <c:pt idx="10075">
                  <c:v>10600</c:v>
                </c:pt>
                <c:pt idx="10076">
                  <c:v>10600</c:v>
                </c:pt>
                <c:pt idx="10077">
                  <c:v>10600</c:v>
                </c:pt>
                <c:pt idx="10078">
                  <c:v>10600</c:v>
                </c:pt>
                <c:pt idx="10079">
                  <c:v>10600</c:v>
                </c:pt>
                <c:pt idx="10080">
                  <c:v>10600</c:v>
                </c:pt>
                <c:pt idx="10081">
                  <c:v>10600</c:v>
                </c:pt>
                <c:pt idx="10082">
                  <c:v>10600</c:v>
                </c:pt>
                <c:pt idx="10083">
                  <c:v>10600</c:v>
                </c:pt>
                <c:pt idx="10084">
                  <c:v>10600</c:v>
                </c:pt>
                <c:pt idx="10085">
                  <c:v>10550</c:v>
                </c:pt>
                <c:pt idx="10086">
                  <c:v>10550</c:v>
                </c:pt>
                <c:pt idx="10087">
                  <c:v>10550</c:v>
                </c:pt>
                <c:pt idx="10088">
                  <c:v>10550</c:v>
                </c:pt>
                <c:pt idx="10089">
                  <c:v>10525</c:v>
                </c:pt>
                <c:pt idx="10090">
                  <c:v>10500</c:v>
                </c:pt>
                <c:pt idx="10091">
                  <c:v>10500</c:v>
                </c:pt>
                <c:pt idx="10092">
                  <c:v>10500</c:v>
                </c:pt>
                <c:pt idx="10093">
                  <c:v>10500</c:v>
                </c:pt>
                <c:pt idx="10094">
                  <c:v>10500</c:v>
                </c:pt>
                <c:pt idx="10095">
                  <c:v>10500</c:v>
                </c:pt>
                <c:pt idx="10096">
                  <c:v>10500</c:v>
                </c:pt>
                <c:pt idx="10097">
                  <c:v>10500</c:v>
                </c:pt>
                <c:pt idx="10098">
                  <c:v>10500</c:v>
                </c:pt>
                <c:pt idx="10099">
                  <c:v>10500</c:v>
                </c:pt>
                <c:pt idx="10100">
                  <c:v>10500</c:v>
                </c:pt>
                <c:pt idx="10101">
                  <c:v>10500</c:v>
                </c:pt>
                <c:pt idx="10102">
                  <c:v>10500</c:v>
                </c:pt>
                <c:pt idx="10103">
                  <c:v>10500</c:v>
                </c:pt>
                <c:pt idx="10104">
                  <c:v>10500</c:v>
                </c:pt>
                <c:pt idx="10105">
                  <c:v>10500</c:v>
                </c:pt>
                <c:pt idx="10106">
                  <c:v>10500</c:v>
                </c:pt>
                <c:pt idx="10107">
                  <c:v>10500</c:v>
                </c:pt>
                <c:pt idx="10108">
                  <c:v>10500</c:v>
                </c:pt>
                <c:pt idx="10109">
                  <c:v>10500</c:v>
                </c:pt>
                <c:pt idx="10110">
                  <c:v>10500</c:v>
                </c:pt>
                <c:pt idx="10111">
                  <c:v>10500</c:v>
                </c:pt>
                <c:pt idx="10112">
                  <c:v>10500</c:v>
                </c:pt>
                <c:pt idx="10113">
                  <c:v>10500</c:v>
                </c:pt>
                <c:pt idx="10114">
                  <c:v>10500</c:v>
                </c:pt>
                <c:pt idx="10115">
                  <c:v>10500</c:v>
                </c:pt>
                <c:pt idx="10116">
                  <c:v>10500</c:v>
                </c:pt>
                <c:pt idx="10117">
                  <c:v>10500</c:v>
                </c:pt>
                <c:pt idx="10118">
                  <c:v>10500</c:v>
                </c:pt>
                <c:pt idx="10119">
                  <c:v>10500</c:v>
                </c:pt>
                <c:pt idx="10120">
                  <c:v>10500</c:v>
                </c:pt>
                <c:pt idx="10121">
                  <c:v>10500</c:v>
                </c:pt>
                <c:pt idx="10122">
                  <c:v>10500</c:v>
                </c:pt>
                <c:pt idx="10123">
                  <c:v>10450</c:v>
                </c:pt>
                <c:pt idx="10124">
                  <c:v>10450</c:v>
                </c:pt>
                <c:pt idx="10125">
                  <c:v>10450</c:v>
                </c:pt>
                <c:pt idx="10126">
                  <c:v>10450</c:v>
                </c:pt>
                <c:pt idx="10127">
                  <c:v>10400</c:v>
                </c:pt>
                <c:pt idx="10128">
                  <c:v>10400</c:v>
                </c:pt>
                <c:pt idx="10129">
                  <c:v>10400</c:v>
                </c:pt>
                <c:pt idx="10130">
                  <c:v>10400</c:v>
                </c:pt>
                <c:pt idx="10131">
                  <c:v>10400</c:v>
                </c:pt>
                <c:pt idx="10132">
                  <c:v>10400</c:v>
                </c:pt>
                <c:pt idx="10133">
                  <c:v>10400</c:v>
                </c:pt>
                <c:pt idx="10134">
                  <c:v>10400</c:v>
                </c:pt>
                <c:pt idx="10135">
                  <c:v>10400</c:v>
                </c:pt>
                <c:pt idx="10136">
                  <c:v>10400</c:v>
                </c:pt>
                <c:pt idx="10137">
                  <c:v>10400</c:v>
                </c:pt>
                <c:pt idx="10138">
                  <c:v>10400</c:v>
                </c:pt>
                <c:pt idx="10139">
                  <c:v>10400</c:v>
                </c:pt>
                <c:pt idx="10140">
                  <c:v>10400</c:v>
                </c:pt>
                <c:pt idx="10141">
                  <c:v>10400</c:v>
                </c:pt>
                <c:pt idx="10142">
                  <c:v>10400</c:v>
                </c:pt>
                <c:pt idx="10143">
                  <c:v>10400</c:v>
                </c:pt>
                <c:pt idx="10144">
                  <c:v>10400</c:v>
                </c:pt>
                <c:pt idx="10145">
                  <c:v>10400</c:v>
                </c:pt>
                <c:pt idx="10146">
                  <c:v>10400</c:v>
                </c:pt>
                <c:pt idx="10147">
                  <c:v>10350</c:v>
                </c:pt>
                <c:pt idx="10148">
                  <c:v>10325</c:v>
                </c:pt>
                <c:pt idx="10149">
                  <c:v>10300</c:v>
                </c:pt>
                <c:pt idx="10150">
                  <c:v>10300</c:v>
                </c:pt>
                <c:pt idx="10151">
                  <c:v>10300</c:v>
                </c:pt>
                <c:pt idx="10152">
                  <c:v>10300</c:v>
                </c:pt>
                <c:pt idx="10153">
                  <c:v>10300</c:v>
                </c:pt>
                <c:pt idx="10154">
                  <c:v>10300</c:v>
                </c:pt>
                <c:pt idx="10155">
                  <c:v>10300</c:v>
                </c:pt>
                <c:pt idx="10156">
                  <c:v>10300</c:v>
                </c:pt>
                <c:pt idx="10157">
                  <c:v>10300</c:v>
                </c:pt>
                <c:pt idx="10158">
                  <c:v>10300</c:v>
                </c:pt>
                <c:pt idx="10159">
                  <c:v>10300</c:v>
                </c:pt>
                <c:pt idx="10160">
                  <c:v>10300</c:v>
                </c:pt>
                <c:pt idx="10161">
                  <c:v>10300</c:v>
                </c:pt>
                <c:pt idx="10162">
                  <c:v>10300</c:v>
                </c:pt>
                <c:pt idx="10163">
                  <c:v>10300</c:v>
                </c:pt>
                <c:pt idx="10164">
                  <c:v>10300</c:v>
                </c:pt>
                <c:pt idx="10165">
                  <c:v>10300</c:v>
                </c:pt>
                <c:pt idx="10166">
                  <c:v>10300</c:v>
                </c:pt>
                <c:pt idx="10167">
                  <c:v>10300</c:v>
                </c:pt>
                <c:pt idx="10168">
                  <c:v>10250</c:v>
                </c:pt>
                <c:pt idx="10169">
                  <c:v>10250</c:v>
                </c:pt>
                <c:pt idx="10170">
                  <c:v>10250</c:v>
                </c:pt>
                <c:pt idx="10171">
                  <c:v>10250</c:v>
                </c:pt>
                <c:pt idx="10172">
                  <c:v>10200</c:v>
                </c:pt>
                <c:pt idx="10173">
                  <c:v>10200</c:v>
                </c:pt>
                <c:pt idx="10174">
                  <c:v>10200</c:v>
                </c:pt>
                <c:pt idx="10175">
                  <c:v>10200</c:v>
                </c:pt>
                <c:pt idx="10176">
                  <c:v>10200</c:v>
                </c:pt>
                <c:pt idx="10177">
                  <c:v>10200</c:v>
                </c:pt>
                <c:pt idx="10178">
                  <c:v>10200</c:v>
                </c:pt>
                <c:pt idx="10179">
                  <c:v>10200</c:v>
                </c:pt>
                <c:pt idx="10180">
                  <c:v>10200</c:v>
                </c:pt>
                <c:pt idx="10181">
                  <c:v>10200</c:v>
                </c:pt>
                <c:pt idx="10182">
                  <c:v>10200</c:v>
                </c:pt>
                <c:pt idx="10183">
                  <c:v>10200</c:v>
                </c:pt>
                <c:pt idx="10184">
                  <c:v>10200</c:v>
                </c:pt>
                <c:pt idx="10185">
                  <c:v>10200</c:v>
                </c:pt>
                <c:pt idx="10186">
                  <c:v>10200</c:v>
                </c:pt>
                <c:pt idx="10187">
                  <c:v>10200</c:v>
                </c:pt>
                <c:pt idx="10188">
                  <c:v>10200</c:v>
                </c:pt>
                <c:pt idx="10189">
                  <c:v>10200</c:v>
                </c:pt>
                <c:pt idx="10190">
                  <c:v>10200</c:v>
                </c:pt>
                <c:pt idx="10191">
                  <c:v>10200</c:v>
                </c:pt>
                <c:pt idx="10192">
                  <c:v>10200</c:v>
                </c:pt>
                <c:pt idx="10193">
                  <c:v>10200</c:v>
                </c:pt>
                <c:pt idx="10194">
                  <c:v>10200</c:v>
                </c:pt>
                <c:pt idx="10195">
                  <c:v>10150</c:v>
                </c:pt>
                <c:pt idx="10196">
                  <c:v>10150</c:v>
                </c:pt>
                <c:pt idx="10197">
                  <c:v>10150</c:v>
                </c:pt>
                <c:pt idx="10198">
                  <c:v>10100</c:v>
                </c:pt>
                <c:pt idx="10199">
                  <c:v>10100</c:v>
                </c:pt>
                <c:pt idx="10200">
                  <c:v>10100</c:v>
                </c:pt>
                <c:pt idx="10201">
                  <c:v>10100</c:v>
                </c:pt>
                <c:pt idx="10202">
                  <c:v>10100</c:v>
                </c:pt>
                <c:pt idx="10203">
                  <c:v>10100</c:v>
                </c:pt>
                <c:pt idx="10204">
                  <c:v>10100</c:v>
                </c:pt>
                <c:pt idx="10205">
                  <c:v>10100</c:v>
                </c:pt>
                <c:pt idx="10206">
                  <c:v>10100</c:v>
                </c:pt>
                <c:pt idx="10207">
                  <c:v>10100</c:v>
                </c:pt>
                <c:pt idx="10208">
                  <c:v>10100</c:v>
                </c:pt>
                <c:pt idx="10209">
                  <c:v>10100</c:v>
                </c:pt>
                <c:pt idx="10210">
                  <c:v>10100</c:v>
                </c:pt>
                <c:pt idx="10211">
                  <c:v>10100</c:v>
                </c:pt>
                <c:pt idx="10212">
                  <c:v>10100</c:v>
                </c:pt>
                <c:pt idx="10213">
                  <c:v>10100</c:v>
                </c:pt>
                <c:pt idx="10214">
                  <c:v>10100</c:v>
                </c:pt>
                <c:pt idx="10215">
                  <c:v>10100</c:v>
                </c:pt>
                <c:pt idx="10216">
                  <c:v>10100</c:v>
                </c:pt>
                <c:pt idx="10217">
                  <c:v>10100</c:v>
                </c:pt>
                <c:pt idx="10218">
                  <c:v>10100</c:v>
                </c:pt>
                <c:pt idx="10219">
                  <c:v>10050</c:v>
                </c:pt>
                <c:pt idx="10220">
                  <c:v>10050</c:v>
                </c:pt>
                <c:pt idx="10221">
                  <c:v>10050</c:v>
                </c:pt>
                <c:pt idx="10222">
                  <c:v>10000</c:v>
                </c:pt>
                <c:pt idx="10223">
                  <c:v>10000</c:v>
                </c:pt>
                <c:pt idx="10224">
                  <c:v>10000</c:v>
                </c:pt>
                <c:pt idx="10225">
                  <c:v>10000</c:v>
                </c:pt>
                <c:pt idx="10226">
                  <c:v>10000</c:v>
                </c:pt>
                <c:pt idx="10227">
                  <c:v>10000</c:v>
                </c:pt>
                <c:pt idx="10228">
                  <c:v>10000</c:v>
                </c:pt>
                <c:pt idx="10229">
                  <c:v>10000</c:v>
                </c:pt>
                <c:pt idx="10230">
                  <c:v>10000</c:v>
                </c:pt>
                <c:pt idx="10231">
                  <c:v>10000</c:v>
                </c:pt>
                <c:pt idx="10232">
                  <c:v>10000</c:v>
                </c:pt>
                <c:pt idx="10233">
                  <c:v>10000</c:v>
                </c:pt>
                <c:pt idx="10234">
                  <c:v>10000</c:v>
                </c:pt>
                <c:pt idx="10235">
                  <c:v>10000</c:v>
                </c:pt>
                <c:pt idx="10236">
                  <c:v>10000</c:v>
                </c:pt>
                <c:pt idx="10237">
                  <c:v>10000</c:v>
                </c:pt>
                <c:pt idx="10238">
                  <c:v>10000</c:v>
                </c:pt>
                <c:pt idx="10239">
                  <c:v>10000</c:v>
                </c:pt>
                <c:pt idx="10240">
                  <c:v>10000</c:v>
                </c:pt>
                <c:pt idx="10241">
                  <c:v>10000</c:v>
                </c:pt>
                <c:pt idx="10242">
                  <c:v>10000</c:v>
                </c:pt>
                <c:pt idx="10243">
                  <c:v>10000</c:v>
                </c:pt>
                <c:pt idx="10244">
                  <c:v>10000</c:v>
                </c:pt>
                <c:pt idx="10245">
                  <c:v>10000</c:v>
                </c:pt>
                <c:pt idx="10246">
                  <c:v>10000</c:v>
                </c:pt>
                <c:pt idx="10247">
                  <c:v>10000</c:v>
                </c:pt>
                <c:pt idx="10248">
                  <c:v>10000</c:v>
                </c:pt>
                <c:pt idx="10249">
                  <c:v>10000</c:v>
                </c:pt>
                <c:pt idx="10250">
                  <c:v>10000</c:v>
                </c:pt>
                <c:pt idx="10251">
                  <c:v>10000</c:v>
                </c:pt>
                <c:pt idx="10252">
                  <c:v>10000</c:v>
                </c:pt>
                <c:pt idx="10253">
                  <c:v>10000</c:v>
                </c:pt>
                <c:pt idx="10254">
                  <c:v>10000</c:v>
                </c:pt>
                <c:pt idx="10255">
                  <c:v>10000</c:v>
                </c:pt>
                <c:pt idx="10256">
                  <c:v>10000</c:v>
                </c:pt>
                <c:pt idx="10257">
                  <c:v>10000</c:v>
                </c:pt>
                <c:pt idx="10258">
                  <c:v>10000</c:v>
                </c:pt>
                <c:pt idx="10259">
                  <c:v>10000</c:v>
                </c:pt>
                <c:pt idx="10260">
                  <c:v>10000</c:v>
                </c:pt>
                <c:pt idx="10261">
                  <c:v>10000</c:v>
                </c:pt>
                <c:pt idx="10262">
                  <c:v>10000</c:v>
                </c:pt>
                <c:pt idx="10263">
                  <c:v>10000</c:v>
                </c:pt>
                <c:pt idx="10264">
                  <c:v>10000</c:v>
                </c:pt>
                <c:pt idx="10265">
                  <c:v>10000</c:v>
                </c:pt>
                <c:pt idx="10266">
                  <c:v>10000</c:v>
                </c:pt>
                <c:pt idx="10267">
                  <c:v>10000</c:v>
                </c:pt>
                <c:pt idx="10268">
                  <c:v>10000</c:v>
                </c:pt>
                <c:pt idx="10269">
                  <c:v>10000</c:v>
                </c:pt>
                <c:pt idx="10270">
                  <c:v>10000</c:v>
                </c:pt>
                <c:pt idx="10271">
                  <c:v>9975</c:v>
                </c:pt>
                <c:pt idx="10272">
                  <c:v>9950</c:v>
                </c:pt>
                <c:pt idx="10273">
                  <c:v>9950</c:v>
                </c:pt>
                <c:pt idx="10274">
                  <c:v>9900</c:v>
                </c:pt>
                <c:pt idx="10275">
                  <c:v>9900</c:v>
                </c:pt>
                <c:pt idx="10276">
                  <c:v>9900</c:v>
                </c:pt>
                <c:pt idx="10277">
                  <c:v>9900</c:v>
                </c:pt>
                <c:pt idx="10278">
                  <c:v>9900</c:v>
                </c:pt>
                <c:pt idx="10279">
                  <c:v>9900</c:v>
                </c:pt>
                <c:pt idx="10280">
                  <c:v>9900</c:v>
                </c:pt>
                <c:pt idx="10281">
                  <c:v>9900</c:v>
                </c:pt>
                <c:pt idx="10282">
                  <c:v>9900</c:v>
                </c:pt>
                <c:pt idx="10283">
                  <c:v>9900</c:v>
                </c:pt>
                <c:pt idx="10284">
                  <c:v>9900</c:v>
                </c:pt>
                <c:pt idx="10285">
                  <c:v>9900</c:v>
                </c:pt>
                <c:pt idx="10286">
                  <c:v>9900</c:v>
                </c:pt>
                <c:pt idx="10287">
                  <c:v>9900</c:v>
                </c:pt>
                <c:pt idx="10288">
                  <c:v>9900</c:v>
                </c:pt>
                <c:pt idx="10289">
                  <c:v>9900</c:v>
                </c:pt>
                <c:pt idx="10290">
                  <c:v>9900</c:v>
                </c:pt>
                <c:pt idx="10291">
                  <c:v>9900</c:v>
                </c:pt>
                <c:pt idx="10292">
                  <c:v>9850</c:v>
                </c:pt>
                <c:pt idx="10293">
                  <c:v>9850</c:v>
                </c:pt>
                <c:pt idx="10294">
                  <c:v>9850</c:v>
                </c:pt>
                <c:pt idx="10295">
                  <c:v>9850</c:v>
                </c:pt>
                <c:pt idx="10296">
                  <c:v>9825</c:v>
                </c:pt>
                <c:pt idx="10297">
                  <c:v>9800</c:v>
                </c:pt>
                <c:pt idx="10298">
                  <c:v>9800</c:v>
                </c:pt>
                <c:pt idx="10299">
                  <c:v>9800</c:v>
                </c:pt>
                <c:pt idx="10300">
                  <c:v>9800</c:v>
                </c:pt>
                <c:pt idx="10301">
                  <c:v>9800</c:v>
                </c:pt>
                <c:pt idx="10302">
                  <c:v>9800</c:v>
                </c:pt>
                <c:pt idx="10303">
                  <c:v>9800</c:v>
                </c:pt>
                <c:pt idx="10304">
                  <c:v>9800</c:v>
                </c:pt>
                <c:pt idx="10305">
                  <c:v>9800</c:v>
                </c:pt>
                <c:pt idx="10306">
                  <c:v>9800</c:v>
                </c:pt>
                <c:pt idx="10307">
                  <c:v>9800</c:v>
                </c:pt>
                <c:pt idx="10308">
                  <c:v>9800</c:v>
                </c:pt>
                <c:pt idx="10309">
                  <c:v>9800</c:v>
                </c:pt>
                <c:pt idx="10310">
                  <c:v>9800</c:v>
                </c:pt>
                <c:pt idx="10311">
                  <c:v>9800</c:v>
                </c:pt>
                <c:pt idx="10312">
                  <c:v>9800</c:v>
                </c:pt>
                <c:pt idx="10313">
                  <c:v>9800</c:v>
                </c:pt>
                <c:pt idx="10314">
                  <c:v>9750</c:v>
                </c:pt>
                <c:pt idx="10315">
                  <c:v>9750</c:v>
                </c:pt>
                <c:pt idx="10316">
                  <c:v>9750</c:v>
                </c:pt>
                <c:pt idx="10317">
                  <c:v>9700</c:v>
                </c:pt>
                <c:pt idx="10318">
                  <c:v>9700</c:v>
                </c:pt>
                <c:pt idx="10319">
                  <c:v>9700</c:v>
                </c:pt>
                <c:pt idx="10320">
                  <c:v>9700</c:v>
                </c:pt>
                <c:pt idx="10321">
                  <c:v>9700</c:v>
                </c:pt>
                <c:pt idx="10322">
                  <c:v>9700</c:v>
                </c:pt>
                <c:pt idx="10323">
                  <c:v>9700</c:v>
                </c:pt>
                <c:pt idx="10324">
                  <c:v>9700</c:v>
                </c:pt>
                <c:pt idx="10325">
                  <c:v>9700</c:v>
                </c:pt>
                <c:pt idx="10326">
                  <c:v>9700</c:v>
                </c:pt>
                <c:pt idx="10327">
                  <c:v>9700</c:v>
                </c:pt>
                <c:pt idx="10328">
                  <c:v>9700</c:v>
                </c:pt>
                <c:pt idx="10329">
                  <c:v>9700</c:v>
                </c:pt>
                <c:pt idx="10330">
                  <c:v>9700</c:v>
                </c:pt>
                <c:pt idx="10331">
                  <c:v>9700</c:v>
                </c:pt>
                <c:pt idx="10332">
                  <c:v>9700</c:v>
                </c:pt>
                <c:pt idx="10333">
                  <c:v>9700</c:v>
                </c:pt>
                <c:pt idx="10334">
                  <c:v>9700</c:v>
                </c:pt>
                <c:pt idx="10335">
                  <c:v>9700</c:v>
                </c:pt>
                <c:pt idx="10336">
                  <c:v>9700</c:v>
                </c:pt>
                <c:pt idx="10337">
                  <c:v>9700</c:v>
                </c:pt>
                <c:pt idx="10338">
                  <c:v>9700</c:v>
                </c:pt>
                <c:pt idx="10339">
                  <c:v>9700</c:v>
                </c:pt>
                <c:pt idx="10340">
                  <c:v>9650</c:v>
                </c:pt>
                <c:pt idx="10341">
                  <c:v>9650</c:v>
                </c:pt>
                <c:pt idx="10342">
                  <c:v>9650</c:v>
                </c:pt>
                <c:pt idx="10343">
                  <c:v>9650</c:v>
                </c:pt>
                <c:pt idx="10344">
                  <c:v>9600</c:v>
                </c:pt>
                <c:pt idx="10345">
                  <c:v>9600</c:v>
                </c:pt>
                <c:pt idx="10346">
                  <c:v>9600</c:v>
                </c:pt>
                <c:pt idx="10347">
                  <c:v>9600</c:v>
                </c:pt>
                <c:pt idx="10348">
                  <c:v>9600</c:v>
                </c:pt>
                <c:pt idx="10349">
                  <c:v>9600</c:v>
                </c:pt>
                <c:pt idx="10350">
                  <c:v>9600</c:v>
                </c:pt>
                <c:pt idx="10351">
                  <c:v>9600</c:v>
                </c:pt>
                <c:pt idx="10352">
                  <c:v>9600</c:v>
                </c:pt>
                <c:pt idx="10353">
                  <c:v>9600</c:v>
                </c:pt>
                <c:pt idx="10354">
                  <c:v>9600</c:v>
                </c:pt>
                <c:pt idx="10355">
                  <c:v>9600</c:v>
                </c:pt>
                <c:pt idx="10356">
                  <c:v>9600</c:v>
                </c:pt>
                <c:pt idx="10357">
                  <c:v>9600</c:v>
                </c:pt>
                <c:pt idx="10358">
                  <c:v>9600</c:v>
                </c:pt>
                <c:pt idx="10359">
                  <c:v>9500</c:v>
                </c:pt>
                <c:pt idx="10360">
                  <c:v>9500</c:v>
                </c:pt>
                <c:pt idx="10361">
                  <c:v>9500</c:v>
                </c:pt>
                <c:pt idx="10362">
                  <c:v>9500</c:v>
                </c:pt>
                <c:pt idx="10363">
                  <c:v>9500</c:v>
                </c:pt>
                <c:pt idx="10364">
                  <c:v>9500</c:v>
                </c:pt>
                <c:pt idx="10365">
                  <c:v>9500</c:v>
                </c:pt>
                <c:pt idx="10366">
                  <c:v>9500</c:v>
                </c:pt>
                <c:pt idx="10367">
                  <c:v>9500</c:v>
                </c:pt>
                <c:pt idx="10368">
                  <c:v>9500</c:v>
                </c:pt>
                <c:pt idx="10369">
                  <c:v>9500</c:v>
                </c:pt>
                <c:pt idx="10370">
                  <c:v>9500</c:v>
                </c:pt>
                <c:pt idx="10371">
                  <c:v>9500</c:v>
                </c:pt>
                <c:pt idx="10372">
                  <c:v>9500</c:v>
                </c:pt>
                <c:pt idx="10373">
                  <c:v>9500</c:v>
                </c:pt>
                <c:pt idx="10374">
                  <c:v>9500</c:v>
                </c:pt>
                <c:pt idx="10375">
                  <c:v>9500</c:v>
                </c:pt>
                <c:pt idx="10376">
                  <c:v>9500</c:v>
                </c:pt>
                <c:pt idx="10377">
                  <c:v>9500</c:v>
                </c:pt>
                <c:pt idx="10378">
                  <c:v>9500</c:v>
                </c:pt>
                <c:pt idx="10379">
                  <c:v>9500</c:v>
                </c:pt>
                <c:pt idx="10380">
                  <c:v>9500</c:v>
                </c:pt>
                <c:pt idx="10381">
                  <c:v>9500</c:v>
                </c:pt>
                <c:pt idx="10382">
                  <c:v>9500</c:v>
                </c:pt>
                <c:pt idx="10383">
                  <c:v>9500</c:v>
                </c:pt>
                <c:pt idx="10384">
                  <c:v>9500</c:v>
                </c:pt>
                <c:pt idx="10385">
                  <c:v>9500</c:v>
                </c:pt>
                <c:pt idx="10386">
                  <c:v>9500</c:v>
                </c:pt>
                <c:pt idx="10387">
                  <c:v>9500</c:v>
                </c:pt>
                <c:pt idx="10388">
                  <c:v>9500</c:v>
                </c:pt>
                <c:pt idx="10389">
                  <c:v>9500</c:v>
                </c:pt>
                <c:pt idx="10390">
                  <c:v>9500</c:v>
                </c:pt>
                <c:pt idx="10391">
                  <c:v>9500</c:v>
                </c:pt>
                <c:pt idx="10392">
                  <c:v>9500</c:v>
                </c:pt>
                <c:pt idx="10393">
                  <c:v>9500</c:v>
                </c:pt>
                <c:pt idx="10394">
                  <c:v>9500</c:v>
                </c:pt>
                <c:pt idx="10395">
                  <c:v>9500</c:v>
                </c:pt>
                <c:pt idx="10396">
                  <c:v>9400</c:v>
                </c:pt>
                <c:pt idx="10397">
                  <c:v>9400</c:v>
                </c:pt>
                <c:pt idx="10398">
                  <c:v>9400</c:v>
                </c:pt>
                <c:pt idx="10399">
                  <c:v>9400</c:v>
                </c:pt>
                <c:pt idx="10400">
                  <c:v>9400</c:v>
                </c:pt>
                <c:pt idx="10401">
                  <c:v>9400</c:v>
                </c:pt>
                <c:pt idx="10402">
                  <c:v>9400</c:v>
                </c:pt>
                <c:pt idx="10403">
                  <c:v>9400</c:v>
                </c:pt>
                <c:pt idx="10404">
                  <c:v>9400</c:v>
                </c:pt>
                <c:pt idx="10405">
                  <c:v>9400</c:v>
                </c:pt>
                <c:pt idx="10406">
                  <c:v>9400</c:v>
                </c:pt>
                <c:pt idx="10407">
                  <c:v>9400</c:v>
                </c:pt>
                <c:pt idx="10408">
                  <c:v>9400</c:v>
                </c:pt>
                <c:pt idx="10409">
                  <c:v>9400</c:v>
                </c:pt>
                <c:pt idx="10410">
                  <c:v>9400</c:v>
                </c:pt>
                <c:pt idx="10411">
                  <c:v>9350</c:v>
                </c:pt>
                <c:pt idx="10412">
                  <c:v>9350</c:v>
                </c:pt>
                <c:pt idx="10413">
                  <c:v>9350</c:v>
                </c:pt>
                <c:pt idx="10414">
                  <c:v>9300</c:v>
                </c:pt>
                <c:pt idx="10415">
                  <c:v>9300</c:v>
                </c:pt>
                <c:pt idx="10416">
                  <c:v>9300</c:v>
                </c:pt>
                <c:pt idx="10417">
                  <c:v>9300</c:v>
                </c:pt>
                <c:pt idx="10418">
                  <c:v>9300</c:v>
                </c:pt>
                <c:pt idx="10419">
                  <c:v>9300</c:v>
                </c:pt>
                <c:pt idx="10420">
                  <c:v>9300</c:v>
                </c:pt>
                <c:pt idx="10421">
                  <c:v>9300</c:v>
                </c:pt>
                <c:pt idx="10422">
                  <c:v>9300</c:v>
                </c:pt>
                <c:pt idx="10423">
                  <c:v>9300</c:v>
                </c:pt>
                <c:pt idx="10424">
                  <c:v>9300</c:v>
                </c:pt>
                <c:pt idx="10425">
                  <c:v>9300</c:v>
                </c:pt>
                <c:pt idx="10426">
                  <c:v>9300</c:v>
                </c:pt>
                <c:pt idx="10427">
                  <c:v>9300</c:v>
                </c:pt>
                <c:pt idx="10428">
                  <c:v>9300</c:v>
                </c:pt>
                <c:pt idx="10429">
                  <c:v>9300</c:v>
                </c:pt>
                <c:pt idx="10430">
                  <c:v>9300</c:v>
                </c:pt>
                <c:pt idx="10431">
                  <c:v>9300</c:v>
                </c:pt>
                <c:pt idx="10432">
                  <c:v>9300</c:v>
                </c:pt>
                <c:pt idx="10433">
                  <c:v>9300</c:v>
                </c:pt>
                <c:pt idx="10434">
                  <c:v>9300</c:v>
                </c:pt>
                <c:pt idx="10435">
                  <c:v>9300</c:v>
                </c:pt>
                <c:pt idx="10436">
                  <c:v>9300</c:v>
                </c:pt>
                <c:pt idx="10437">
                  <c:v>9300</c:v>
                </c:pt>
                <c:pt idx="10438">
                  <c:v>9300</c:v>
                </c:pt>
                <c:pt idx="10439">
                  <c:v>9300</c:v>
                </c:pt>
                <c:pt idx="10440">
                  <c:v>9300</c:v>
                </c:pt>
                <c:pt idx="10441">
                  <c:v>9300</c:v>
                </c:pt>
                <c:pt idx="10442">
                  <c:v>9250</c:v>
                </c:pt>
                <c:pt idx="10443">
                  <c:v>9250</c:v>
                </c:pt>
                <c:pt idx="10444">
                  <c:v>9250</c:v>
                </c:pt>
                <c:pt idx="10445">
                  <c:v>9250</c:v>
                </c:pt>
                <c:pt idx="10446">
                  <c:v>9250</c:v>
                </c:pt>
                <c:pt idx="10447">
                  <c:v>9225</c:v>
                </c:pt>
                <c:pt idx="10448">
                  <c:v>9200</c:v>
                </c:pt>
                <c:pt idx="10449">
                  <c:v>9200</c:v>
                </c:pt>
                <c:pt idx="10450">
                  <c:v>9200</c:v>
                </c:pt>
                <c:pt idx="10451">
                  <c:v>9200</c:v>
                </c:pt>
                <c:pt idx="10452">
                  <c:v>9200</c:v>
                </c:pt>
                <c:pt idx="10453">
                  <c:v>9200</c:v>
                </c:pt>
                <c:pt idx="10454">
                  <c:v>9200</c:v>
                </c:pt>
                <c:pt idx="10455">
                  <c:v>9200</c:v>
                </c:pt>
                <c:pt idx="10456">
                  <c:v>9200</c:v>
                </c:pt>
                <c:pt idx="10457">
                  <c:v>9200</c:v>
                </c:pt>
                <c:pt idx="10458">
                  <c:v>9200</c:v>
                </c:pt>
                <c:pt idx="10459">
                  <c:v>9200</c:v>
                </c:pt>
                <c:pt idx="10460">
                  <c:v>9200</c:v>
                </c:pt>
                <c:pt idx="10461">
                  <c:v>9200</c:v>
                </c:pt>
                <c:pt idx="10462">
                  <c:v>9200</c:v>
                </c:pt>
                <c:pt idx="10463">
                  <c:v>9200</c:v>
                </c:pt>
                <c:pt idx="10464">
                  <c:v>9200</c:v>
                </c:pt>
                <c:pt idx="10465">
                  <c:v>9200</c:v>
                </c:pt>
                <c:pt idx="10466">
                  <c:v>9200</c:v>
                </c:pt>
                <c:pt idx="10467">
                  <c:v>9200</c:v>
                </c:pt>
                <c:pt idx="10468">
                  <c:v>9200</c:v>
                </c:pt>
                <c:pt idx="10469">
                  <c:v>9200</c:v>
                </c:pt>
                <c:pt idx="10470">
                  <c:v>9200</c:v>
                </c:pt>
                <c:pt idx="10471">
                  <c:v>9200</c:v>
                </c:pt>
                <c:pt idx="10472">
                  <c:v>9200</c:v>
                </c:pt>
                <c:pt idx="10473">
                  <c:v>9200</c:v>
                </c:pt>
                <c:pt idx="10474">
                  <c:v>9200</c:v>
                </c:pt>
                <c:pt idx="10475">
                  <c:v>9200</c:v>
                </c:pt>
                <c:pt idx="10476">
                  <c:v>9175</c:v>
                </c:pt>
                <c:pt idx="10477">
                  <c:v>9150</c:v>
                </c:pt>
                <c:pt idx="10478">
                  <c:v>9150</c:v>
                </c:pt>
                <c:pt idx="10479">
                  <c:v>9150</c:v>
                </c:pt>
                <c:pt idx="10480">
                  <c:v>9125</c:v>
                </c:pt>
                <c:pt idx="10481">
                  <c:v>9100</c:v>
                </c:pt>
                <c:pt idx="10482">
                  <c:v>9100</c:v>
                </c:pt>
                <c:pt idx="10483">
                  <c:v>9100</c:v>
                </c:pt>
                <c:pt idx="10484">
                  <c:v>9100</c:v>
                </c:pt>
                <c:pt idx="10485">
                  <c:v>9100</c:v>
                </c:pt>
                <c:pt idx="10486">
                  <c:v>9100</c:v>
                </c:pt>
                <c:pt idx="10487">
                  <c:v>9100</c:v>
                </c:pt>
                <c:pt idx="10488">
                  <c:v>9100</c:v>
                </c:pt>
                <c:pt idx="10489">
                  <c:v>9100</c:v>
                </c:pt>
                <c:pt idx="10490">
                  <c:v>9100</c:v>
                </c:pt>
                <c:pt idx="10491">
                  <c:v>9100</c:v>
                </c:pt>
                <c:pt idx="10492">
                  <c:v>9100</c:v>
                </c:pt>
                <c:pt idx="10493">
                  <c:v>9100</c:v>
                </c:pt>
                <c:pt idx="10494">
                  <c:v>9100</c:v>
                </c:pt>
                <c:pt idx="10495">
                  <c:v>9100</c:v>
                </c:pt>
                <c:pt idx="10496">
                  <c:v>9100</c:v>
                </c:pt>
                <c:pt idx="10497">
                  <c:v>9050</c:v>
                </c:pt>
                <c:pt idx="10498">
                  <c:v>9050</c:v>
                </c:pt>
                <c:pt idx="10499">
                  <c:v>9050</c:v>
                </c:pt>
                <c:pt idx="10500">
                  <c:v>9000</c:v>
                </c:pt>
                <c:pt idx="10501">
                  <c:v>9000</c:v>
                </c:pt>
                <c:pt idx="10502">
                  <c:v>9000</c:v>
                </c:pt>
                <c:pt idx="10503">
                  <c:v>9000</c:v>
                </c:pt>
                <c:pt idx="10504">
                  <c:v>9000</c:v>
                </c:pt>
                <c:pt idx="10505">
                  <c:v>9000</c:v>
                </c:pt>
                <c:pt idx="10506">
                  <c:v>9000</c:v>
                </c:pt>
                <c:pt idx="10507">
                  <c:v>9000</c:v>
                </c:pt>
                <c:pt idx="10508">
                  <c:v>9000</c:v>
                </c:pt>
                <c:pt idx="10509">
                  <c:v>9000</c:v>
                </c:pt>
                <c:pt idx="10510">
                  <c:v>9000</c:v>
                </c:pt>
                <c:pt idx="10511">
                  <c:v>9000</c:v>
                </c:pt>
                <c:pt idx="10512">
                  <c:v>9000</c:v>
                </c:pt>
                <c:pt idx="10513">
                  <c:v>9000</c:v>
                </c:pt>
                <c:pt idx="10514">
                  <c:v>9000</c:v>
                </c:pt>
                <c:pt idx="10515">
                  <c:v>9000</c:v>
                </c:pt>
                <c:pt idx="10516">
                  <c:v>9000</c:v>
                </c:pt>
                <c:pt idx="10517">
                  <c:v>9000</c:v>
                </c:pt>
                <c:pt idx="10518">
                  <c:v>9000</c:v>
                </c:pt>
                <c:pt idx="10519">
                  <c:v>9000</c:v>
                </c:pt>
                <c:pt idx="10520">
                  <c:v>9000</c:v>
                </c:pt>
                <c:pt idx="10521">
                  <c:v>9000</c:v>
                </c:pt>
                <c:pt idx="10522">
                  <c:v>9000</c:v>
                </c:pt>
                <c:pt idx="10523">
                  <c:v>9000</c:v>
                </c:pt>
                <c:pt idx="10524">
                  <c:v>9000</c:v>
                </c:pt>
                <c:pt idx="10525">
                  <c:v>9000</c:v>
                </c:pt>
                <c:pt idx="10526">
                  <c:v>9000</c:v>
                </c:pt>
                <c:pt idx="10527">
                  <c:v>9000</c:v>
                </c:pt>
                <c:pt idx="10528">
                  <c:v>9000</c:v>
                </c:pt>
                <c:pt idx="10529">
                  <c:v>9000</c:v>
                </c:pt>
                <c:pt idx="10530">
                  <c:v>9000</c:v>
                </c:pt>
                <c:pt idx="10531">
                  <c:v>9000</c:v>
                </c:pt>
                <c:pt idx="10532">
                  <c:v>9000</c:v>
                </c:pt>
                <c:pt idx="10533">
                  <c:v>9000</c:v>
                </c:pt>
                <c:pt idx="10534">
                  <c:v>9000</c:v>
                </c:pt>
                <c:pt idx="10535">
                  <c:v>9000</c:v>
                </c:pt>
                <c:pt idx="10536">
                  <c:v>9000</c:v>
                </c:pt>
                <c:pt idx="10537">
                  <c:v>9000</c:v>
                </c:pt>
                <c:pt idx="10538">
                  <c:v>9000</c:v>
                </c:pt>
                <c:pt idx="10539">
                  <c:v>9000</c:v>
                </c:pt>
                <c:pt idx="10540">
                  <c:v>8900</c:v>
                </c:pt>
                <c:pt idx="10541">
                  <c:v>8900</c:v>
                </c:pt>
                <c:pt idx="10542">
                  <c:v>8900</c:v>
                </c:pt>
                <c:pt idx="10543">
                  <c:v>8900</c:v>
                </c:pt>
                <c:pt idx="10544">
                  <c:v>8900</c:v>
                </c:pt>
                <c:pt idx="10545">
                  <c:v>8900</c:v>
                </c:pt>
                <c:pt idx="10546">
                  <c:v>8900</c:v>
                </c:pt>
                <c:pt idx="10547">
                  <c:v>8900</c:v>
                </c:pt>
                <c:pt idx="10548">
                  <c:v>8900</c:v>
                </c:pt>
                <c:pt idx="10549">
                  <c:v>8900</c:v>
                </c:pt>
                <c:pt idx="10550">
                  <c:v>8900</c:v>
                </c:pt>
                <c:pt idx="10551">
                  <c:v>8900</c:v>
                </c:pt>
                <c:pt idx="10552">
                  <c:v>8900</c:v>
                </c:pt>
                <c:pt idx="10553">
                  <c:v>8900</c:v>
                </c:pt>
                <c:pt idx="10554">
                  <c:v>8900</c:v>
                </c:pt>
                <c:pt idx="10555">
                  <c:v>8900</c:v>
                </c:pt>
                <c:pt idx="10556">
                  <c:v>8900</c:v>
                </c:pt>
                <c:pt idx="10557">
                  <c:v>8800</c:v>
                </c:pt>
                <c:pt idx="10558">
                  <c:v>8800</c:v>
                </c:pt>
                <c:pt idx="10559">
                  <c:v>8800</c:v>
                </c:pt>
                <c:pt idx="10560">
                  <c:v>8800</c:v>
                </c:pt>
                <c:pt idx="10561">
                  <c:v>8800</c:v>
                </c:pt>
                <c:pt idx="10562">
                  <c:v>8800</c:v>
                </c:pt>
                <c:pt idx="10563">
                  <c:v>8800</c:v>
                </c:pt>
                <c:pt idx="10564">
                  <c:v>8800</c:v>
                </c:pt>
                <c:pt idx="10565">
                  <c:v>8800</c:v>
                </c:pt>
                <c:pt idx="10566">
                  <c:v>8800</c:v>
                </c:pt>
                <c:pt idx="10567">
                  <c:v>8800</c:v>
                </c:pt>
                <c:pt idx="10568">
                  <c:v>8800</c:v>
                </c:pt>
                <c:pt idx="10569">
                  <c:v>8800</c:v>
                </c:pt>
                <c:pt idx="10570">
                  <c:v>8800</c:v>
                </c:pt>
                <c:pt idx="10571">
                  <c:v>8800</c:v>
                </c:pt>
                <c:pt idx="10572">
                  <c:v>8800</c:v>
                </c:pt>
                <c:pt idx="10573">
                  <c:v>8800</c:v>
                </c:pt>
                <c:pt idx="10574">
                  <c:v>8750</c:v>
                </c:pt>
                <c:pt idx="10575">
                  <c:v>8750</c:v>
                </c:pt>
                <c:pt idx="10576">
                  <c:v>8750</c:v>
                </c:pt>
                <c:pt idx="10577">
                  <c:v>8700</c:v>
                </c:pt>
                <c:pt idx="10578">
                  <c:v>8700</c:v>
                </c:pt>
                <c:pt idx="10579">
                  <c:v>8700</c:v>
                </c:pt>
                <c:pt idx="10580">
                  <c:v>8700</c:v>
                </c:pt>
                <c:pt idx="10581">
                  <c:v>8700</c:v>
                </c:pt>
                <c:pt idx="10582">
                  <c:v>8700</c:v>
                </c:pt>
                <c:pt idx="10583">
                  <c:v>8700</c:v>
                </c:pt>
                <c:pt idx="10584">
                  <c:v>8700</c:v>
                </c:pt>
                <c:pt idx="10585">
                  <c:v>8700</c:v>
                </c:pt>
                <c:pt idx="10586">
                  <c:v>8700</c:v>
                </c:pt>
                <c:pt idx="10587">
                  <c:v>8700</c:v>
                </c:pt>
                <c:pt idx="10588">
                  <c:v>8700</c:v>
                </c:pt>
                <c:pt idx="10589">
                  <c:v>8700</c:v>
                </c:pt>
                <c:pt idx="10590">
                  <c:v>8700</c:v>
                </c:pt>
                <c:pt idx="10591">
                  <c:v>8700</c:v>
                </c:pt>
                <c:pt idx="10592">
                  <c:v>8700</c:v>
                </c:pt>
                <c:pt idx="10593">
                  <c:v>8700</c:v>
                </c:pt>
                <c:pt idx="10594">
                  <c:v>8700</c:v>
                </c:pt>
                <c:pt idx="10595">
                  <c:v>8700</c:v>
                </c:pt>
                <c:pt idx="10596">
                  <c:v>8700</c:v>
                </c:pt>
                <c:pt idx="10597">
                  <c:v>8650</c:v>
                </c:pt>
                <c:pt idx="10598">
                  <c:v>8650</c:v>
                </c:pt>
                <c:pt idx="10599">
                  <c:v>8600</c:v>
                </c:pt>
                <c:pt idx="10600">
                  <c:v>8600</c:v>
                </c:pt>
                <c:pt idx="10601">
                  <c:v>8600</c:v>
                </c:pt>
                <c:pt idx="10602">
                  <c:v>8600</c:v>
                </c:pt>
                <c:pt idx="10603">
                  <c:v>8600</c:v>
                </c:pt>
                <c:pt idx="10604">
                  <c:v>8600</c:v>
                </c:pt>
                <c:pt idx="10605">
                  <c:v>8600</c:v>
                </c:pt>
                <c:pt idx="10606">
                  <c:v>8600</c:v>
                </c:pt>
                <c:pt idx="10607">
                  <c:v>8600</c:v>
                </c:pt>
                <c:pt idx="10608">
                  <c:v>8600</c:v>
                </c:pt>
                <c:pt idx="10609">
                  <c:v>8600</c:v>
                </c:pt>
                <c:pt idx="10610">
                  <c:v>8600</c:v>
                </c:pt>
                <c:pt idx="10611">
                  <c:v>8600</c:v>
                </c:pt>
                <c:pt idx="10612">
                  <c:v>8600</c:v>
                </c:pt>
                <c:pt idx="10613">
                  <c:v>8600</c:v>
                </c:pt>
                <c:pt idx="10614">
                  <c:v>8600</c:v>
                </c:pt>
                <c:pt idx="10615">
                  <c:v>8600</c:v>
                </c:pt>
                <c:pt idx="10616">
                  <c:v>8600</c:v>
                </c:pt>
                <c:pt idx="10617">
                  <c:v>8600</c:v>
                </c:pt>
                <c:pt idx="10618">
                  <c:v>8600</c:v>
                </c:pt>
                <c:pt idx="10619">
                  <c:v>8600</c:v>
                </c:pt>
                <c:pt idx="10620">
                  <c:v>8600</c:v>
                </c:pt>
                <c:pt idx="10621">
                  <c:v>8600</c:v>
                </c:pt>
                <c:pt idx="10622">
                  <c:v>8600</c:v>
                </c:pt>
                <c:pt idx="10623">
                  <c:v>8550</c:v>
                </c:pt>
                <c:pt idx="10624">
                  <c:v>8550</c:v>
                </c:pt>
                <c:pt idx="10625">
                  <c:v>8550</c:v>
                </c:pt>
                <c:pt idx="10626">
                  <c:v>8500</c:v>
                </c:pt>
                <c:pt idx="10627">
                  <c:v>8500</c:v>
                </c:pt>
                <c:pt idx="10628">
                  <c:v>8500</c:v>
                </c:pt>
                <c:pt idx="10629">
                  <c:v>8500</c:v>
                </c:pt>
                <c:pt idx="10630">
                  <c:v>8500</c:v>
                </c:pt>
                <c:pt idx="10631">
                  <c:v>8500</c:v>
                </c:pt>
                <c:pt idx="10632">
                  <c:v>8500</c:v>
                </c:pt>
                <c:pt idx="10633">
                  <c:v>8500</c:v>
                </c:pt>
                <c:pt idx="10634">
                  <c:v>8500</c:v>
                </c:pt>
                <c:pt idx="10635">
                  <c:v>8500</c:v>
                </c:pt>
                <c:pt idx="10636">
                  <c:v>8500</c:v>
                </c:pt>
                <c:pt idx="10637">
                  <c:v>8500</c:v>
                </c:pt>
                <c:pt idx="10638">
                  <c:v>8500</c:v>
                </c:pt>
                <c:pt idx="10639">
                  <c:v>8500</c:v>
                </c:pt>
                <c:pt idx="10640">
                  <c:v>8500</c:v>
                </c:pt>
                <c:pt idx="10641">
                  <c:v>8500</c:v>
                </c:pt>
                <c:pt idx="10642">
                  <c:v>8500</c:v>
                </c:pt>
                <c:pt idx="10643">
                  <c:v>8500</c:v>
                </c:pt>
                <c:pt idx="10644">
                  <c:v>8500</c:v>
                </c:pt>
                <c:pt idx="10645">
                  <c:v>8500</c:v>
                </c:pt>
                <c:pt idx="10646">
                  <c:v>8500</c:v>
                </c:pt>
                <c:pt idx="10647">
                  <c:v>8500</c:v>
                </c:pt>
                <c:pt idx="10648">
                  <c:v>8500</c:v>
                </c:pt>
                <c:pt idx="10649">
                  <c:v>8500</c:v>
                </c:pt>
                <c:pt idx="10650">
                  <c:v>8500</c:v>
                </c:pt>
                <c:pt idx="10651">
                  <c:v>8500</c:v>
                </c:pt>
                <c:pt idx="10652">
                  <c:v>8500</c:v>
                </c:pt>
                <c:pt idx="10653">
                  <c:v>8500</c:v>
                </c:pt>
                <c:pt idx="10654">
                  <c:v>8500</c:v>
                </c:pt>
                <c:pt idx="10655">
                  <c:v>8500</c:v>
                </c:pt>
                <c:pt idx="10656">
                  <c:v>8500</c:v>
                </c:pt>
                <c:pt idx="10657">
                  <c:v>8500</c:v>
                </c:pt>
                <c:pt idx="10658">
                  <c:v>8500</c:v>
                </c:pt>
                <c:pt idx="10659">
                  <c:v>8500</c:v>
                </c:pt>
                <c:pt idx="10660">
                  <c:v>8500</c:v>
                </c:pt>
                <c:pt idx="10661">
                  <c:v>8500</c:v>
                </c:pt>
                <c:pt idx="10662">
                  <c:v>8500</c:v>
                </c:pt>
                <c:pt idx="10663">
                  <c:v>8500</c:v>
                </c:pt>
                <c:pt idx="10664">
                  <c:v>8500</c:v>
                </c:pt>
                <c:pt idx="10665">
                  <c:v>8500</c:v>
                </c:pt>
                <c:pt idx="10666">
                  <c:v>8500</c:v>
                </c:pt>
                <c:pt idx="10667">
                  <c:v>8500</c:v>
                </c:pt>
                <c:pt idx="10668">
                  <c:v>8500</c:v>
                </c:pt>
                <c:pt idx="10669">
                  <c:v>8500</c:v>
                </c:pt>
                <c:pt idx="10670">
                  <c:v>8500</c:v>
                </c:pt>
                <c:pt idx="10671">
                  <c:v>8475</c:v>
                </c:pt>
                <c:pt idx="10672">
                  <c:v>8450</c:v>
                </c:pt>
                <c:pt idx="10673">
                  <c:v>8400</c:v>
                </c:pt>
                <c:pt idx="10674">
                  <c:v>8400</c:v>
                </c:pt>
                <c:pt idx="10675">
                  <c:v>8400</c:v>
                </c:pt>
                <c:pt idx="10676">
                  <c:v>8400</c:v>
                </c:pt>
                <c:pt idx="10677">
                  <c:v>8400</c:v>
                </c:pt>
                <c:pt idx="10678">
                  <c:v>8400</c:v>
                </c:pt>
                <c:pt idx="10679">
                  <c:v>8400</c:v>
                </c:pt>
                <c:pt idx="10680">
                  <c:v>8400</c:v>
                </c:pt>
                <c:pt idx="10681">
                  <c:v>8400</c:v>
                </c:pt>
                <c:pt idx="10682">
                  <c:v>8400</c:v>
                </c:pt>
                <c:pt idx="10683">
                  <c:v>8400</c:v>
                </c:pt>
                <c:pt idx="10684">
                  <c:v>8400</c:v>
                </c:pt>
                <c:pt idx="10685">
                  <c:v>8400</c:v>
                </c:pt>
                <c:pt idx="10686">
                  <c:v>8400</c:v>
                </c:pt>
                <c:pt idx="10687">
                  <c:v>8400</c:v>
                </c:pt>
                <c:pt idx="10688">
                  <c:v>8400</c:v>
                </c:pt>
                <c:pt idx="10689">
                  <c:v>8400</c:v>
                </c:pt>
                <c:pt idx="10690">
                  <c:v>8400</c:v>
                </c:pt>
                <c:pt idx="10691">
                  <c:v>8400</c:v>
                </c:pt>
                <c:pt idx="10692">
                  <c:v>8400</c:v>
                </c:pt>
                <c:pt idx="10693">
                  <c:v>8400</c:v>
                </c:pt>
                <c:pt idx="10694">
                  <c:v>8400</c:v>
                </c:pt>
                <c:pt idx="10695">
                  <c:v>8400</c:v>
                </c:pt>
                <c:pt idx="10696">
                  <c:v>8400</c:v>
                </c:pt>
                <c:pt idx="10697">
                  <c:v>8350</c:v>
                </c:pt>
                <c:pt idx="10698">
                  <c:v>8350</c:v>
                </c:pt>
                <c:pt idx="10699">
                  <c:v>8350</c:v>
                </c:pt>
                <c:pt idx="10700">
                  <c:v>8350</c:v>
                </c:pt>
                <c:pt idx="10701">
                  <c:v>8350</c:v>
                </c:pt>
                <c:pt idx="10702">
                  <c:v>8300</c:v>
                </c:pt>
                <c:pt idx="10703">
                  <c:v>8300</c:v>
                </c:pt>
                <c:pt idx="10704">
                  <c:v>8300</c:v>
                </c:pt>
                <c:pt idx="10705">
                  <c:v>8300</c:v>
                </c:pt>
                <c:pt idx="10706">
                  <c:v>8300</c:v>
                </c:pt>
                <c:pt idx="10707">
                  <c:v>8300</c:v>
                </c:pt>
                <c:pt idx="10708">
                  <c:v>8300</c:v>
                </c:pt>
                <c:pt idx="10709">
                  <c:v>8300</c:v>
                </c:pt>
                <c:pt idx="10710">
                  <c:v>8300</c:v>
                </c:pt>
                <c:pt idx="10711">
                  <c:v>8300</c:v>
                </c:pt>
                <c:pt idx="10712">
                  <c:v>8300</c:v>
                </c:pt>
                <c:pt idx="10713">
                  <c:v>8300</c:v>
                </c:pt>
                <c:pt idx="10714">
                  <c:v>8300</c:v>
                </c:pt>
                <c:pt idx="10715">
                  <c:v>8300</c:v>
                </c:pt>
                <c:pt idx="10716">
                  <c:v>8300</c:v>
                </c:pt>
                <c:pt idx="10717">
                  <c:v>8300</c:v>
                </c:pt>
                <c:pt idx="10718">
                  <c:v>8300</c:v>
                </c:pt>
                <c:pt idx="10719">
                  <c:v>8300</c:v>
                </c:pt>
                <c:pt idx="10720">
                  <c:v>8300</c:v>
                </c:pt>
                <c:pt idx="10721">
                  <c:v>8300</c:v>
                </c:pt>
                <c:pt idx="10722">
                  <c:v>8300</c:v>
                </c:pt>
                <c:pt idx="10723">
                  <c:v>8300</c:v>
                </c:pt>
                <c:pt idx="10724">
                  <c:v>8275</c:v>
                </c:pt>
                <c:pt idx="10725">
                  <c:v>8250</c:v>
                </c:pt>
                <c:pt idx="10726">
                  <c:v>8250</c:v>
                </c:pt>
                <c:pt idx="10727">
                  <c:v>8250</c:v>
                </c:pt>
                <c:pt idx="10728">
                  <c:v>8200</c:v>
                </c:pt>
                <c:pt idx="10729">
                  <c:v>8200</c:v>
                </c:pt>
                <c:pt idx="10730">
                  <c:v>8200</c:v>
                </c:pt>
                <c:pt idx="10731">
                  <c:v>8200</c:v>
                </c:pt>
                <c:pt idx="10732">
                  <c:v>8200</c:v>
                </c:pt>
                <c:pt idx="10733">
                  <c:v>8200</c:v>
                </c:pt>
                <c:pt idx="10734">
                  <c:v>8200</c:v>
                </c:pt>
                <c:pt idx="10735">
                  <c:v>8200</c:v>
                </c:pt>
                <c:pt idx="10736">
                  <c:v>8200</c:v>
                </c:pt>
                <c:pt idx="10737">
                  <c:v>8200</c:v>
                </c:pt>
                <c:pt idx="10738">
                  <c:v>8200</c:v>
                </c:pt>
                <c:pt idx="10739">
                  <c:v>8200</c:v>
                </c:pt>
                <c:pt idx="10740">
                  <c:v>8200</c:v>
                </c:pt>
                <c:pt idx="10741">
                  <c:v>8200</c:v>
                </c:pt>
                <c:pt idx="10742">
                  <c:v>8200</c:v>
                </c:pt>
                <c:pt idx="10743">
                  <c:v>8200</c:v>
                </c:pt>
                <c:pt idx="10744">
                  <c:v>8200</c:v>
                </c:pt>
                <c:pt idx="10745">
                  <c:v>8200</c:v>
                </c:pt>
                <c:pt idx="10746">
                  <c:v>8200</c:v>
                </c:pt>
                <c:pt idx="10747">
                  <c:v>8200</c:v>
                </c:pt>
                <c:pt idx="10748">
                  <c:v>8150</c:v>
                </c:pt>
                <c:pt idx="10749">
                  <c:v>8150</c:v>
                </c:pt>
                <c:pt idx="10750">
                  <c:v>8125</c:v>
                </c:pt>
                <c:pt idx="10751">
                  <c:v>8100</c:v>
                </c:pt>
                <c:pt idx="10752">
                  <c:v>8100</c:v>
                </c:pt>
                <c:pt idx="10753">
                  <c:v>8100</c:v>
                </c:pt>
                <c:pt idx="10754">
                  <c:v>8100</c:v>
                </c:pt>
                <c:pt idx="10755">
                  <c:v>8100</c:v>
                </c:pt>
                <c:pt idx="10756">
                  <c:v>8100</c:v>
                </c:pt>
                <c:pt idx="10757">
                  <c:v>8100</c:v>
                </c:pt>
                <c:pt idx="10758">
                  <c:v>8100</c:v>
                </c:pt>
                <c:pt idx="10759">
                  <c:v>8100</c:v>
                </c:pt>
                <c:pt idx="10760">
                  <c:v>8100</c:v>
                </c:pt>
                <c:pt idx="10761">
                  <c:v>8100</c:v>
                </c:pt>
                <c:pt idx="10762">
                  <c:v>8100</c:v>
                </c:pt>
                <c:pt idx="10763">
                  <c:v>8100</c:v>
                </c:pt>
                <c:pt idx="10764">
                  <c:v>8100</c:v>
                </c:pt>
                <c:pt idx="10765">
                  <c:v>8100</c:v>
                </c:pt>
                <c:pt idx="10766">
                  <c:v>8100</c:v>
                </c:pt>
                <c:pt idx="10767">
                  <c:v>8100</c:v>
                </c:pt>
                <c:pt idx="10768">
                  <c:v>8100</c:v>
                </c:pt>
                <c:pt idx="10769">
                  <c:v>8100</c:v>
                </c:pt>
                <c:pt idx="10770">
                  <c:v>8100</c:v>
                </c:pt>
                <c:pt idx="10771">
                  <c:v>8100</c:v>
                </c:pt>
                <c:pt idx="10772">
                  <c:v>8100</c:v>
                </c:pt>
                <c:pt idx="10773">
                  <c:v>8100</c:v>
                </c:pt>
                <c:pt idx="10774">
                  <c:v>8100</c:v>
                </c:pt>
                <c:pt idx="10775">
                  <c:v>8075</c:v>
                </c:pt>
                <c:pt idx="10776">
                  <c:v>8025</c:v>
                </c:pt>
                <c:pt idx="10777">
                  <c:v>8025</c:v>
                </c:pt>
                <c:pt idx="10778">
                  <c:v>8000</c:v>
                </c:pt>
                <c:pt idx="10779">
                  <c:v>8000</c:v>
                </c:pt>
                <c:pt idx="10780">
                  <c:v>8000</c:v>
                </c:pt>
                <c:pt idx="10781">
                  <c:v>8000</c:v>
                </c:pt>
                <c:pt idx="10782">
                  <c:v>8000</c:v>
                </c:pt>
                <c:pt idx="10783">
                  <c:v>8000</c:v>
                </c:pt>
                <c:pt idx="10784">
                  <c:v>8000</c:v>
                </c:pt>
                <c:pt idx="10785">
                  <c:v>8000</c:v>
                </c:pt>
                <c:pt idx="10786">
                  <c:v>8000</c:v>
                </c:pt>
                <c:pt idx="10787">
                  <c:v>8000</c:v>
                </c:pt>
                <c:pt idx="10788">
                  <c:v>8000</c:v>
                </c:pt>
                <c:pt idx="10789">
                  <c:v>8000</c:v>
                </c:pt>
                <c:pt idx="10790">
                  <c:v>8000</c:v>
                </c:pt>
                <c:pt idx="10791">
                  <c:v>8000</c:v>
                </c:pt>
                <c:pt idx="10792">
                  <c:v>8000</c:v>
                </c:pt>
                <c:pt idx="10793">
                  <c:v>8000</c:v>
                </c:pt>
                <c:pt idx="10794">
                  <c:v>8000</c:v>
                </c:pt>
                <c:pt idx="10795">
                  <c:v>8000</c:v>
                </c:pt>
                <c:pt idx="10796">
                  <c:v>8000</c:v>
                </c:pt>
                <c:pt idx="10797">
                  <c:v>8000</c:v>
                </c:pt>
                <c:pt idx="10798">
                  <c:v>8000</c:v>
                </c:pt>
                <c:pt idx="10799">
                  <c:v>8000</c:v>
                </c:pt>
                <c:pt idx="10800">
                  <c:v>8000</c:v>
                </c:pt>
                <c:pt idx="10801">
                  <c:v>8000</c:v>
                </c:pt>
                <c:pt idx="10802">
                  <c:v>8000</c:v>
                </c:pt>
                <c:pt idx="10803">
                  <c:v>8000</c:v>
                </c:pt>
                <c:pt idx="10804">
                  <c:v>8000</c:v>
                </c:pt>
                <c:pt idx="10805">
                  <c:v>8000</c:v>
                </c:pt>
                <c:pt idx="10806">
                  <c:v>8000</c:v>
                </c:pt>
                <c:pt idx="10807">
                  <c:v>8000</c:v>
                </c:pt>
                <c:pt idx="10808">
                  <c:v>8000</c:v>
                </c:pt>
                <c:pt idx="10809">
                  <c:v>8000</c:v>
                </c:pt>
                <c:pt idx="10810">
                  <c:v>8000</c:v>
                </c:pt>
                <c:pt idx="10811">
                  <c:v>8000</c:v>
                </c:pt>
                <c:pt idx="10812">
                  <c:v>8000</c:v>
                </c:pt>
                <c:pt idx="10813">
                  <c:v>8000</c:v>
                </c:pt>
                <c:pt idx="10814">
                  <c:v>8000</c:v>
                </c:pt>
                <c:pt idx="10815">
                  <c:v>8000</c:v>
                </c:pt>
                <c:pt idx="10816">
                  <c:v>8000</c:v>
                </c:pt>
                <c:pt idx="10817">
                  <c:v>8000</c:v>
                </c:pt>
                <c:pt idx="10818">
                  <c:v>8000</c:v>
                </c:pt>
                <c:pt idx="10819">
                  <c:v>8000</c:v>
                </c:pt>
                <c:pt idx="10820">
                  <c:v>8000</c:v>
                </c:pt>
                <c:pt idx="10821">
                  <c:v>8000</c:v>
                </c:pt>
                <c:pt idx="10822">
                  <c:v>8000</c:v>
                </c:pt>
                <c:pt idx="10823">
                  <c:v>8000</c:v>
                </c:pt>
                <c:pt idx="10824">
                  <c:v>8000</c:v>
                </c:pt>
                <c:pt idx="10825">
                  <c:v>8000</c:v>
                </c:pt>
                <c:pt idx="10826">
                  <c:v>7950</c:v>
                </c:pt>
                <c:pt idx="10827">
                  <c:v>7950</c:v>
                </c:pt>
                <c:pt idx="10828">
                  <c:v>7900</c:v>
                </c:pt>
                <c:pt idx="10829">
                  <c:v>7900</c:v>
                </c:pt>
                <c:pt idx="10830">
                  <c:v>7900</c:v>
                </c:pt>
                <c:pt idx="10831">
                  <c:v>7900</c:v>
                </c:pt>
                <c:pt idx="10832">
                  <c:v>7900</c:v>
                </c:pt>
                <c:pt idx="10833">
                  <c:v>7900</c:v>
                </c:pt>
                <c:pt idx="10834">
                  <c:v>7900</c:v>
                </c:pt>
                <c:pt idx="10835">
                  <c:v>7900</c:v>
                </c:pt>
                <c:pt idx="10836">
                  <c:v>7900</c:v>
                </c:pt>
                <c:pt idx="10837">
                  <c:v>7900</c:v>
                </c:pt>
                <c:pt idx="10838">
                  <c:v>7900</c:v>
                </c:pt>
                <c:pt idx="10839">
                  <c:v>7900</c:v>
                </c:pt>
                <c:pt idx="10840">
                  <c:v>7900</c:v>
                </c:pt>
                <c:pt idx="10841">
                  <c:v>7900</c:v>
                </c:pt>
                <c:pt idx="10842">
                  <c:v>7900</c:v>
                </c:pt>
                <c:pt idx="10843">
                  <c:v>7900</c:v>
                </c:pt>
                <c:pt idx="10844">
                  <c:v>7900</c:v>
                </c:pt>
                <c:pt idx="10845">
                  <c:v>7900</c:v>
                </c:pt>
                <c:pt idx="10846">
                  <c:v>7900</c:v>
                </c:pt>
                <c:pt idx="10847">
                  <c:v>7900</c:v>
                </c:pt>
                <c:pt idx="10848">
                  <c:v>7900</c:v>
                </c:pt>
                <c:pt idx="10849">
                  <c:v>7900</c:v>
                </c:pt>
                <c:pt idx="10850">
                  <c:v>7900</c:v>
                </c:pt>
                <c:pt idx="10851">
                  <c:v>7850</c:v>
                </c:pt>
                <c:pt idx="10852">
                  <c:v>7800</c:v>
                </c:pt>
                <c:pt idx="10853">
                  <c:v>7800</c:v>
                </c:pt>
                <c:pt idx="10854">
                  <c:v>7800</c:v>
                </c:pt>
                <c:pt idx="10855">
                  <c:v>7800</c:v>
                </c:pt>
                <c:pt idx="10856">
                  <c:v>7800</c:v>
                </c:pt>
                <c:pt idx="10857">
                  <c:v>7800</c:v>
                </c:pt>
                <c:pt idx="10858">
                  <c:v>7800</c:v>
                </c:pt>
                <c:pt idx="10859">
                  <c:v>7800</c:v>
                </c:pt>
                <c:pt idx="10860">
                  <c:v>7800</c:v>
                </c:pt>
                <c:pt idx="10861">
                  <c:v>7800</c:v>
                </c:pt>
                <c:pt idx="10862">
                  <c:v>7800</c:v>
                </c:pt>
                <c:pt idx="10863">
                  <c:v>7800</c:v>
                </c:pt>
                <c:pt idx="10864">
                  <c:v>7800</c:v>
                </c:pt>
                <c:pt idx="10865">
                  <c:v>7800</c:v>
                </c:pt>
                <c:pt idx="10866">
                  <c:v>7800</c:v>
                </c:pt>
                <c:pt idx="10867">
                  <c:v>7800</c:v>
                </c:pt>
                <c:pt idx="10868">
                  <c:v>7800</c:v>
                </c:pt>
                <c:pt idx="10869">
                  <c:v>7800</c:v>
                </c:pt>
                <c:pt idx="10870">
                  <c:v>7800</c:v>
                </c:pt>
                <c:pt idx="10871">
                  <c:v>7800</c:v>
                </c:pt>
                <c:pt idx="10872">
                  <c:v>7800</c:v>
                </c:pt>
                <c:pt idx="10873">
                  <c:v>7800</c:v>
                </c:pt>
                <c:pt idx="10874">
                  <c:v>7800</c:v>
                </c:pt>
                <c:pt idx="10875">
                  <c:v>7750</c:v>
                </c:pt>
                <c:pt idx="10876">
                  <c:v>7750</c:v>
                </c:pt>
                <c:pt idx="10877">
                  <c:v>7750</c:v>
                </c:pt>
                <c:pt idx="10878">
                  <c:v>7750</c:v>
                </c:pt>
                <c:pt idx="10879">
                  <c:v>7725</c:v>
                </c:pt>
                <c:pt idx="10880">
                  <c:v>7700</c:v>
                </c:pt>
                <c:pt idx="10881">
                  <c:v>7700</c:v>
                </c:pt>
                <c:pt idx="10882">
                  <c:v>7700</c:v>
                </c:pt>
                <c:pt idx="10883">
                  <c:v>7700</c:v>
                </c:pt>
                <c:pt idx="10884">
                  <c:v>7700</c:v>
                </c:pt>
                <c:pt idx="10885">
                  <c:v>7700</c:v>
                </c:pt>
                <c:pt idx="10886">
                  <c:v>7700</c:v>
                </c:pt>
                <c:pt idx="10887">
                  <c:v>7700</c:v>
                </c:pt>
                <c:pt idx="10888">
                  <c:v>7700</c:v>
                </c:pt>
                <c:pt idx="10889">
                  <c:v>7700</c:v>
                </c:pt>
                <c:pt idx="10890">
                  <c:v>7700</c:v>
                </c:pt>
                <c:pt idx="10891">
                  <c:v>7700</c:v>
                </c:pt>
                <c:pt idx="10892">
                  <c:v>7700</c:v>
                </c:pt>
                <c:pt idx="10893">
                  <c:v>7700</c:v>
                </c:pt>
                <c:pt idx="10894">
                  <c:v>7700</c:v>
                </c:pt>
                <c:pt idx="10895">
                  <c:v>7700</c:v>
                </c:pt>
                <c:pt idx="10896">
                  <c:v>7700</c:v>
                </c:pt>
                <c:pt idx="10897">
                  <c:v>7700</c:v>
                </c:pt>
                <c:pt idx="10898">
                  <c:v>7650</c:v>
                </c:pt>
                <c:pt idx="10899">
                  <c:v>7650</c:v>
                </c:pt>
                <c:pt idx="10900">
                  <c:v>7650</c:v>
                </c:pt>
                <c:pt idx="10901">
                  <c:v>7650</c:v>
                </c:pt>
                <c:pt idx="10902">
                  <c:v>7650</c:v>
                </c:pt>
                <c:pt idx="10903">
                  <c:v>7650</c:v>
                </c:pt>
                <c:pt idx="10904">
                  <c:v>7650</c:v>
                </c:pt>
                <c:pt idx="10905">
                  <c:v>7600</c:v>
                </c:pt>
                <c:pt idx="10906">
                  <c:v>7600</c:v>
                </c:pt>
                <c:pt idx="10907">
                  <c:v>7600</c:v>
                </c:pt>
                <c:pt idx="10908">
                  <c:v>7600</c:v>
                </c:pt>
                <c:pt idx="10909">
                  <c:v>7600</c:v>
                </c:pt>
                <c:pt idx="10910">
                  <c:v>7600</c:v>
                </c:pt>
                <c:pt idx="10911">
                  <c:v>7600</c:v>
                </c:pt>
                <c:pt idx="10912">
                  <c:v>7600</c:v>
                </c:pt>
                <c:pt idx="10913">
                  <c:v>7600</c:v>
                </c:pt>
                <c:pt idx="10914">
                  <c:v>7600</c:v>
                </c:pt>
                <c:pt idx="10915">
                  <c:v>7600</c:v>
                </c:pt>
                <c:pt idx="10916">
                  <c:v>7600</c:v>
                </c:pt>
                <c:pt idx="10917">
                  <c:v>7600</c:v>
                </c:pt>
                <c:pt idx="10918">
                  <c:v>7600</c:v>
                </c:pt>
                <c:pt idx="10919">
                  <c:v>7600</c:v>
                </c:pt>
                <c:pt idx="10920">
                  <c:v>7600</c:v>
                </c:pt>
                <c:pt idx="10921">
                  <c:v>7600</c:v>
                </c:pt>
                <c:pt idx="10922">
                  <c:v>7600</c:v>
                </c:pt>
                <c:pt idx="10923">
                  <c:v>7600</c:v>
                </c:pt>
                <c:pt idx="10924">
                  <c:v>7600</c:v>
                </c:pt>
                <c:pt idx="10925">
                  <c:v>7600</c:v>
                </c:pt>
                <c:pt idx="10926">
                  <c:v>7600</c:v>
                </c:pt>
                <c:pt idx="10927">
                  <c:v>7600</c:v>
                </c:pt>
                <c:pt idx="10928">
                  <c:v>7600</c:v>
                </c:pt>
                <c:pt idx="10929">
                  <c:v>7600</c:v>
                </c:pt>
                <c:pt idx="10930">
                  <c:v>7600</c:v>
                </c:pt>
                <c:pt idx="10931">
                  <c:v>7550</c:v>
                </c:pt>
                <c:pt idx="10932">
                  <c:v>7500</c:v>
                </c:pt>
                <c:pt idx="10933">
                  <c:v>7500</c:v>
                </c:pt>
                <c:pt idx="10934">
                  <c:v>7500</c:v>
                </c:pt>
                <c:pt idx="10935">
                  <c:v>7500</c:v>
                </c:pt>
                <c:pt idx="10936">
                  <c:v>7500</c:v>
                </c:pt>
                <c:pt idx="10937">
                  <c:v>7500</c:v>
                </c:pt>
                <c:pt idx="10938">
                  <c:v>7500</c:v>
                </c:pt>
                <c:pt idx="10939">
                  <c:v>7500</c:v>
                </c:pt>
                <c:pt idx="10940">
                  <c:v>7500</c:v>
                </c:pt>
                <c:pt idx="10941">
                  <c:v>7500</c:v>
                </c:pt>
                <c:pt idx="10942">
                  <c:v>7500</c:v>
                </c:pt>
                <c:pt idx="10943">
                  <c:v>7500</c:v>
                </c:pt>
                <c:pt idx="10944">
                  <c:v>7500</c:v>
                </c:pt>
                <c:pt idx="10945">
                  <c:v>7500</c:v>
                </c:pt>
                <c:pt idx="10946">
                  <c:v>7500</c:v>
                </c:pt>
                <c:pt idx="10947">
                  <c:v>7500</c:v>
                </c:pt>
                <c:pt idx="10948">
                  <c:v>7500</c:v>
                </c:pt>
                <c:pt idx="10949">
                  <c:v>7500</c:v>
                </c:pt>
                <c:pt idx="10950">
                  <c:v>7500</c:v>
                </c:pt>
                <c:pt idx="10951">
                  <c:v>7500</c:v>
                </c:pt>
                <c:pt idx="10952">
                  <c:v>7500</c:v>
                </c:pt>
                <c:pt idx="10953">
                  <c:v>7500</c:v>
                </c:pt>
                <c:pt idx="10954">
                  <c:v>7500</c:v>
                </c:pt>
                <c:pt idx="10955">
                  <c:v>7500</c:v>
                </c:pt>
                <c:pt idx="10956">
                  <c:v>7500</c:v>
                </c:pt>
                <c:pt idx="10957">
                  <c:v>7500</c:v>
                </c:pt>
                <c:pt idx="10958">
                  <c:v>7500</c:v>
                </c:pt>
                <c:pt idx="10959">
                  <c:v>7500</c:v>
                </c:pt>
                <c:pt idx="10960">
                  <c:v>7500</c:v>
                </c:pt>
                <c:pt idx="10961">
                  <c:v>7500</c:v>
                </c:pt>
                <c:pt idx="10962">
                  <c:v>7500</c:v>
                </c:pt>
                <c:pt idx="10963">
                  <c:v>7500</c:v>
                </c:pt>
                <c:pt idx="10964">
                  <c:v>7500</c:v>
                </c:pt>
                <c:pt idx="10965">
                  <c:v>7500</c:v>
                </c:pt>
                <c:pt idx="10966">
                  <c:v>7500</c:v>
                </c:pt>
                <c:pt idx="10967">
                  <c:v>7500</c:v>
                </c:pt>
                <c:pt idx="10968">
                  <c:v>7500</c:v>
                </c:pt>
                <c:pt idx="10969">
                  <c:v>7500</c:v>
                </c:pt>
                <c:pt idx="10970">
                  <c:v>7500</c:v>
                </c:pt>
                <c:pt idx="10971">
                  <c:v>7500</c:v>
                </c:pt>
                <c:pt idx="10972">
                  <c:v>7500</c:v>
                </c:pt>
                <c:pt idx="10973">
                  <c:v>7500</c:v>
                </c:pt>
                <c:pt idx="10974">
                  <c:v>7500</c:v>
                </c:pt>
                <c:pt idx="10975">
                  <c:v>7500</c:v>
                </c:pt>
                <c:pt idx="10976">
                  <c:v>7500</c:v>
                </c:pt>
                <c:pt idx="10977">
                  <c:v>7500</c:v>
                </c:pt>
                <c:pt idx="10978">
                  <c:v>7500</c:v>
                </c:pt>
                <c:pt idx="10979">
                  <c:v>7500</c:v>
                </c:pt>
                <c:pt idx="10980">
                  <c:v>7450</c:v>
                </c:pt>
                <c:pt idx="10981">
                  <c:v>7450</c:v>
                </c:pt>
                <c:pt idx="10982">
                  <c:v>7400</c:v>
                </c:pt>
                <c:pt idx="10983">
                  <c:v>7400</c:v>
                </c:pt>
                <c:pt idx="10984">
                  <c:v>7400</c:v>
                </c:pt>
                <c:pt idx="10985">
                  <c:v>7400</c:v>
                </c:pt>
                <c:pt idx="10986">
                  <c:v>7400</c:v>
                </c:pt>
                <c:pt idx="10987">
                  <c:v>7400</c:v>
                </c:pt>
                <c:pt idx="10988">
                  <c:v>7400</c:v>
                </c:pt>
                <c:pt idx="10989">
                  <c:v>7400</c:v>
                </c:pt>
                <c:pt idx="10990">
                  <c:v>7400</c:v>
                </c:pt>
                <c:pt idx="10991">
                  <c:v>7400</c:v>
                </c:pt>
                <c:pt idx="10992">
                  <c:v>7400</c:v>
                </c:pt>
                <c:pt idx="10993">
                  <c:v>7400</c:v>
                </c:pt>
                <c:pt idx="10994">
                  <c:v>7400</c:v>
                </c:pt>
                <c:pt idx="10995">
                  <c:v>7400</c:v>
                </c:pt>
                <c:pt idx="10996">
                  <c:v>7400</c:v>
                </c:pt>
                <c:pt idx="10997">
                  <c:v>7400</c:v>
                </c:pt>
                <c:pt idx="10998">
                  <c:v>7400</c:v>
                </c:pt>
                <c:pt idx="10999">
                  <c:v>7400</c:v>
                </c:pt>
                <c:pt idx="11000">
                  <c:v>7400</c:v>
                </c:pt>
                <c:pt idx="11001">
                  <c:v>7400</c:v>
                </c:pt>
                <c:pt idx="11002">
                  <c:v>7400</c:v>
                </c:pt>
                <c:pt idx="11003">
                  <c:v>7350</c:v>
                </c:pt>
                <c:pt idx="11004">
                  <c:v>7350</c:v>
                </c:pt>
                <c:pt idx="11005">
                  <c:v>7300</c:v>
                </c:pt>
                <c:pt idx="11006">
                  <c:v>7300</c:v>
                </c:pt>
                <c:pt idx="11007">
                  <c:v>7300</c:v>
                </c:pt>
                <c:pt idx="11008">
                  <c:v>7300</c:v>
                </c:pt>
                <c:pt idx="11009">
                  <c:v>7300</c:v>
                </c:pt>
                <c:pt idx="11010">
                  <c:v>7300</c:v>
                </c:pt>
                <c:pt idx="11011">
                  <c:v>7300</c:v>
                </c:pt>
                <c:pt idx="11012">
                  <c:v>7300</c:v>
                </c:pt>
                <c:pt idx="11013">
                  <c:v>7300</c:v>
                </c:pt>
                <c:pt idx="11014">
                  <c:v>7300</c:v>
                </c:pt>
                <c:pt idx="11015">
                  <c:v>7300</c:v>
                </c:pt>
                <c:pt idx="11016">
                  <c:v>7300</c:v>
                </c:pt>
                <c:pt idx="11017">
                  <c:v>7300</c:v>
                </c:pt>
                <c:pt idx="11018">
                  <c:v>7300</c:v>
                </c:pt>
                <c:pt idx="11019">
                  <c:v>7300</c:v>
                </c:pt>
                <c:pt idx="11020">
                  <c:v>7300</c:v>
                </c:pt>
                <c:pt idx="11021">
                  <c:v>7300</c:v>
                </c:pt>
                <c:pt idx="11022">
                  <c:v>7300</c:v>
                </c:pt>
                <c:pt idx="11023">
                  <c:v>7300</c:v>
                </c:pt>
                <c:pt idx="11024">
                  <c:v>7300</c:v>
                </c:pt>
                <c:pt idx="11025">
                  <c:v>7300</c:v>
                </c:pt>
                <c:pt idx="11026">
                  <c:v>7300</c:v>
                </c:pt>
                <c:pt idx="11027">
                  <c:v>7300</c:v>
                </c:pt>
                <c:pt idx="11028">
                  <c:v>7300</c:v>
                </c:pt>
                <c:pt idx="11029">
                  <c:v>7300</c:v>
                </c:pt>
                <c:pt idx="11030">
                  <c:v>7300</c:v>
                </c:pt>
                <c:pt idx="11031">
                  <c:v>7300</c:v>
                </c:pt>
                <c:pt idx="11032">
                  <c:v>7300</c:v>
                </c:pt>
                <c:pt idx="11033">
                  <c:v>7300</c:v>
                </c:pt>
                <c:pt idx="11034">
                  <c:v>7300</c:v>
                </c:pt>
                <c:pt idx="11035">
                  <c:v>7250</c:v>
                </c:pt>
                <c:pt idx="11036">
                  <c:v>7250</c:v>
                </c:pt>
                <c:pt idx="11037">
                  <c:v>7200</c:v>
                </c:pt>
                <c:pt idx="11038">
                  <c:v>7200</c:v>
                </c:pt>
                <c:pt idx="11039">
                  <c:v>7200</c:v>
                </c:pt>
                <c:pt idx="11040">
                  <c:v>7200</c:v>
                </c:pt>
                <c:pt idx="11041">
                  <c:v>7200</c:v>
                </c:pt>
                <c:pt idx="11042">
                  <c:v>7200</c:v>
                </c:pt>
                <c:pt idx="11043">
                  <c:v>7200</c:v>
                </c:pt>
                <c:pt idx="11044">
                  <c:v>7200</c:v>
                </c:pt>
                <c:pt idx="11045">
                  <c:v>7200</c:v>
                </c:pt>
                <c:pt idx="11046">
                  <c:v>7200</c:v>
                </c:pt>
                <c:pt idx="11047">
                  <c:v>7200</c:v>
                </c:pt>
                <c:pt idx="11048">
                  <c:v>7200</c:v>
                </c:pt>
                <c:pt idx="11049">
                  <c:v>7200</c:v>
                </c:pt>
                <c:pt idx="11050">
                  <c:v>7200</c:v>
                </c:pt>
                <c:pt idx="11051">
                  <c:v>7200</c:v>
                </c:pt>
                <c:pt idx="11052">
                  <c:v>7200</c:v>
                </c:pt>
                <c:pt idx="11053">
                  <c:v>7200</c:v>
                </c:pt>
                <c:pt idx="11054">
                  <c:v>7200</c:v>
                </c:pt>
                <c:pt idx="11055">
                  <c:v>7200</c:v>
                </c:pt>
                <c:pt idx="11056">
                  <c:v>7200</c:v>
                </c:pt>
                <c:pt idx="11057">
                  <c:v>7200</c:v>
                </c:pt>
                <c:pt idx="11058">
                  <c:v>7200</c:v>
                </c:pt>
                <c:pt idx="11059">
                  <c:v>7200</c:v>
                </c:pt>
                <c:pt idx="11060">
                  <c:v>7200</c:v>
                </c:pt>
                <c:pt idx="11061">
                  <c:v>7200</c:v>
                </c:pt>
                <c:pt idx="11062">
                  <c:v>7200</c:v>
                </c:pt>
                <c:pt idx="11063">
                  <c:v>7200</c:v>
                </c:pt>
                <c:pt idx="11064">
                  <c:v>7200</c:v>
                </c:pt>
                <c:pt idx="11065">
                  <c:v>7200</c:v>
                </c:pt>
                <c:pt idx="11066">
                  <c:v>7200</c:v>
                </c:pt>
                <c:pt idx="11067">
                  <c:v>7200</c:v>
                </c:pt>
                <c:pt idx="11068">
                  <c:v>7200</c:v>
                </c:pt>
                <c:pt idx="11069">
                  <c:v>7200</c:v>
                </c:pt>
                <c:pt idx="11070">
                  <c:v>7200</c:v>
                </c:pt>
                <c:pt idx="11071">
                  <c:v>7200</c:v>
                </c:pt>
                <c:pt idx="11072">
                  <c:v>7200</c:v>
                </c:pt>
                <c:pt idx="11073">
                  <c:v>7200</c:v>
                </c:pt>
                <c:pt idx="11074">
                  <c:v>7150</c:v>
                </c:pt>
                <c:pt idx="11075">
                  <c:v>7150</c:v>
                </c:pt>
                <c:pt idx="11076">
                  <c:v>7150</c:v>
                </c:pt>
                <c:pt idx="11077">
                  <c:v>7150</c:v>
                </c:pt>
                <c:pt idx="11078">
                  <c:v>7150</c:v>
                </c:pt>
                <c:pt idx="11079">
                  <c:v>7100</c:v>
                </c:pt>
                <c:pt idx="11080">
                  <c:v>7100</c:v>
                </c:pt>
                <c:pt idx="11081">
                  <c:v>7100</c:v>
                </c:pt>
                <c:pt idx="11082">
                  <c:v>7100</c:v>
                </c:pt>
                <c:pt idx="11083">
                  <c:v>7100</c:v>
                </c:pt>
                <c:pt idx="11084">
                  <c:v>7100</c:v>
                </c:pt>
                <c:pt idx="11085">
                  <c:v>7100</c:v>
                </c:pt>
                <c:pt idx="11086">
                  <c:v>7100</c:v>
                </c:pt>
                <c:pt idx="11087">
                  <c:v>7100</c:v>
                </c:pt>
                <c:pt idx="11088">
                  <c:v>7100</c:v>
                </c:pt>
                <c:pt idx="11089">
                  <c:v>7100</c:v>
                </c:pt>
                <c:pt idx="11090">
                  <c:v>7100</c:v>
                </c:pt>
                <c:pt idx="11091">
                  <c:v>7100</c:v>
                </c:pt>
                <c:pt idx="11092">
                  <c:v>7100</c:v>
                </c:pt>
                <c:pt idx="11093">
                  <c:v>7100</c:v>
                </c:pt>
                <c:pt idx="11094">
                  <c:v>7100</c:v>
                </c:pt>
                <c:pt idx="11095">
                  <c:v>7100</c:v>
                </c:pt>
                <c:pt idx="11096">
                  <c:v>7100</c:v>
                </c:pt>
                <c:pt idx="11097">
                  <c:v>7100</c:v>
                </c:pt>
                <c:pt idx="11098">
                  <c:v>7100</c:v>
                </c:pt>
                <c:pt idx="11099">
                  <c:v>7100</c:v>
                </c:pt>
                <c:pt idx="11100">
                  <c:v>7100</c:v>
                </c:pt>
                <c:pt idx="11101">
                  <c:v>7100</c:v>
                </c:pt>
                <c:pt idx="11102">
                  <c:v>7100</c:v>
                </c:pt>
                <c:pt idx="11103">
                  <c:v>7100</c:v>
                </c:pt>
                <c:pt idx="11104">
                  <c:v>7075</c:v>
                </c:pt>
                <c:pt idx="11105">
                  <c:v>7050</c:v>
                </c:pt>
                <c:pt idx="11106">
                  <c:v>7050</c:v>
                </c:pt>
                <c:pt idx="11107">
                  <c:v>7050</c:v>
                </c:pt>
                <c:pt idx="11108">
                  <c:v>7050</c:v>
                </c:pt>
                <c:pt idx="11109">
                  <c:v>7000</c:v>
                </c:pt>
                <c:pt idx="11110">
                  <c:v>7000</c:v>
                </c:pt>
                <c:pt idx="11111">
                  <c:v>7000</c:v>
                </c:pt>
                <c:pt idx="11112">
                  <c:v>7000</c:v>
                </c:pt>
                <c:pt idx="11113">
                  <c:v>7000</c:v>
                </c:pt>
                <c:pt idx="11114">
                  <c:v>7000</c:v>
                </c:pt>
                <c:pt idx="11115">
                  <c:v>7000</c:v>
                </c:pt>
                <c:pt idx="11116">
                  <c:v>7000</c:v>
                </c:pt>
                <c:pt idx="11117">
                  <c:v>7000</c:v>
                </c:pt>
                <c:pt idx="11118">
                  <c:v>7000</c:v>
                </c:pt>
                <c:pt idx="11119">
                  <c:v>7000</c:v>
                </c:pt>
                <c:pt idx="11120">
                  <c:v>7000</c:v>
                </c:pt>
                <c:pt idx="11121">
                  <c:v>7000</c:v>
                </c:pt>
                <c:pt idx="11122">
                  <c:v>7000</c:v>
                </c:pt>
                <c:pt idx="11123">
                  <c:v>7000</c:v>
                </c:pt>
                <c:pt idx="11124">
                  <c:v>7000</c:v>
                </c:pt>
                <c:pt idx="11125">
                  <c:v>7000</c:v>
                </c:pt>
                <c:pt idx="11126">
                  <c:v>7000</c:v>
                </c:pt>
                <c:pt idx="11127">
                  <c:v>7000</c:v>
                </c:pt>
                <c:pt idx="11128">
                  <c:v>7000</c:v>
                </c:pt>
                <c:pt idx="11129">
                  <c:v>7000</c:v>
                </c:pt>
                <c:pt idx="11130">
                  <c:v>7000</c:v>
                </c:pt>
                <c:pt idx="11131">
                  <c:v>7000</c:v>
                </c:pt>
                <c:pt idx="11132">
                  <c:v>7000</c:v>
                </c:pt>
                <c:pt idx="11133">
                  <c:v>7000</c:v>
                </c:pt>
                <c:pt idx="11134">
                  <c:v>7000</c:v>
                </c:pt>
                <c:pt idx="11135">
                  <c:v>7000</c:v>
                </c:pt>
                <c:pt idx="11136">
                  <c:v>7000</c:v>
                </c:pt>
                <c:pt idx="11137">
                  <c:v>7000</c:v>
                </c:pt>
                <c:pt idx="11138">
                  <c:v>7000</c:v>
                </c:pt>
                <c:pt idx="11139">
                  <c:v>7000</c:v>
                </c:pt>
                <c:pt idx="11140">
                  <c:v>7000</c:v>
                </c:pt>
                <c:pt idx="11141">
                  <c:v>7000</c:v>
                </c:pt>
                <c:pt idx="11142">
                  <c:v>7000</c:v>
                </c:pt>
                <c:pt idx="11143">
                  <c:v>7000</c:v>
                </c:pt>
                <c:pt idx="11144">
                  <c:v>7000</c:v>
                </c:pt>
                <c:pt idx="11145">
                  <c:v>7000</c:v>
                </c:pt>
                <c:pt idx="11146">
                  <c:v>7000</c:v>
                </c:pt>
                <c:pt idx="11147">
                  <c:v>7000</c:v>
                </c:pt>
                <c:pt idx="11148">
                  <c:v>7000</c:v>
                </c:pt>
                <c:pt idx="11149">
                  <c:v>7000</c:v>
                </c:pt>
                <c:pt idx="11150">
                  <c:v>7000</c:v>
                </c:pt>
                <c:pt idx="11151">
                  <c:v>7000</c:v>
                </c:pt>
                <c:pt idx="11152">
                  <c:v>7000</c:v>
                </c:pt>
                <c:pt idx="11153">
                  <c:v>7000</c:v>
                </c:pt>
                <c:pt idx="11154">
                  <c:v>7000</c:v>
                </c:pt>
                <c:pt idx="11155">
                  <c:v>7000</c:v>
                </c:pt>
                <c:pt idx="11156">
                  <c:v>7000</c:v>
                </c:pt>
                <c:pt idx="11157">
                  <c:v>7000</c:v>
                </c:pt>
                <c:pt idx="11158">
                  <c:v>6950</c:v>
                </c:pt>
                <c:pt idx="11159">
                  <c:v>6950</c:v>
                </c:pt>
                <c:pt idx="11160">
                  <c:v>6950</c:v>
                </c:pt>
                <c:pt idx="11161">
                  <c:v>6900</c:v>
                </c:pt>
                <c:pt idx="11162">
                  <c:v>6900</c:v>
                </c:pt>
                <c:pt idx="11163">
                  <c:v>6900</c:v>
                </c:pt>
                <c:pt idx="11164">
                  <c:v>6900</c:v>
                </c:pt>
                <c:pt idx="11165">
                  <c:v>6900</c:v>
                </c:pt>
                <c:pt idx="11166">
                  <c:v>6900</c:v>
                </c:pt>
                <c:pt idx="11167">
                  <c:v>6900</c:v>
                </c:pt>
                <c:pt idx="11168">
                  <c:v>6900</c:v>
                </c:pt>
                <c:pt idx="11169">
                  <c:v>6900</c:v>
                </c:pt>
                <c:pt idx="11170">
                  <c:v>6900</c:v>
                </c:pt>
                <c:pt idx="11171">
                  <c:v>6900</c:v>
                </c:pt>
                <c:pt idx="11172">
                  <c:v>6900</c:v>
                </c:pt>
                <c:pt idx="11173">
                  <c:v>6900</c:v>
                </c:pt>
                <c:pt idx="11174">
                  <c:v>6900</c:v>
                </c:pt>
                <c:pt idx="11175">
                  <c:v>6900</c:v>
                </c:pt>
                <c:pt idx="11176">
                  <c:v>6900</c:v>
                </c:pt>
                <c:pt idx="11177">
                  <c:v>6900</c:v>
                </c:pt>
                <c:pt idx="11178">
                  <c:v>6900</c:v>
                </c:pt>
                <c:pt idx="11179">
                  <c:v>6900</c:v>
                </c:pt>
                <c:pt idx="11180">
                  <c:v>6900</c:v>
                </c:pt>
                <c:pt idx="11181">
                  <c:v>6900</c:v>
                </c:pt>
                <c:pt idx="11182">
                  <c:v>6900</c:v>
                </c:pt>
                <c:pt idx="11183">
                  <c:v>6900</c:v>
                </c:pt>
                <c:pt idx="11184">
                  <c:v>6900</c:v>
                </c:pt>
                <c:pt idx="11185">
                  <c:v>6900</c:v>
                </c:pt>
                <c:pt idx="11186">
                  <c:v>6900</c:v>
                </c:pt>
                <c:pt idx="11187">
                  <c:v>6850</c:v>
                </c:pt>
                <c:pt idx="11188">
                  <c:v>6850</c:v>
                </c:pt>
                <c:pt idx="11189">
                  <c:v>6850</c:v>
                </c:pt>
                <c:pt idx="11190">
                  <c:v>6850</c:v>
                </c:pt>
                <c:pt idx="11191">
                  <c:v>6825</c:v>
                </c:pt>
                <c:pt idx="11192">
                  <c:v>6800</c:v>
                </c:pt>
                <c:pt idx="11193">
                  <c:v>6800</c:v>
                </c:pt>
                <c:pt idx="11194">
                  <c:v>6800</c:v>
                </c:pt>
                <c:pt idx="11195">
                  <c:v>6800</c:v>
                </c:pt>
                <c:pt idx="11196">
                  <c:v>6800</c:v>
                </c:pt>
                <c:pt idx="11197">
                  <c:v>6800</c:v>
                </c:pt>
                <c:pt idx="11198">
                  <c:v>6800</c:v>
                </c:pt>
                <c:pt idx="11199">
                  <c:v>6800</c:v>
                </c:pt>
                <c:pt idx="11200">
                  <c:v>6800</c:v>
                </c:pt>
                <c:pt idx="11201">
                  <c:v>6800</c:v>
                </c:pt>
                <c:pt idx="11202">
                  <c:v>6800</c:v>
                </c:pt>
                <c:pt idx="11203">
                  <c:v>6800</c:v>
                </c:pt>
                <c:pt idx="11204">
                  <c:v>6800</c:v>
                </c:pt>
                <c:pt idx="11205">
                  <c:v>6800</c:v>
                </c:pt>
                <c:pt idx="11206">
                  <c:v>6800</c:v>
                </c:pt>
                <c:pt idx="11207">
                  <c:v>6800</c:v>
                </c:pt>
                <c:pt idx="11208">
                  <c:v>6800</c:v>
                </c:pt>
                <c:pt idx="11209">
                  <c:v>6800</c:v>
                </c:pt>
                <c:pt idx="11210">
                  <c:v>6800</c:v>
                </c:pt>
                <c:pt idx="11211">
                  <c:v>6800</c:v>
                </c:pt>
                <c:pt idx="11212">
                  <c:v>6750</c:v>
                </c:pt>
                <c:pt idx="11213">
                  <c:v>6750</c:v>
                </c:pt>
                <c:pt idx="11214">
                  <c:v>6750</c:v>
                </c:pt>
                <c:pt idx="11215">
                  <c:v>6750</c:v>
                </c:pt>
                <c:pt idx="11216">
                  <c:v>6700</c:v>
                </c:pt>
                <c:pt idx="11217">
                  <c:v>6700</c:v>
                </c:pt>
                <c:pt idx="11218">
                  <c:v>6700</c:v>
                </c:pt>
                <c:pt idx="11219">
                  <c:v>6700</c:v>
                </c:pt>
                <c:pt idx="11220">
                  <c:v>6700</c:v>
                </c:pt>
                <c:pt idx="11221">
                  <c:v>6700</c:v>
                </c:pt>
                <c:pt idx="11222">
                  <c:v>6700</c:v>
                </c:pt>
                <c:pt idx="11223">
                  <c:v>6700</c:v>
                </c:pt>
                <c:pt idx="11224">
                  <c:v>6700</c:v>
                </c:pt>
                <c:pt idx="11225">
                  <c:v>6700</c:v>
                </c:pt>
                <c:pt idx="11226">
                  <c:v>6700</c:v>
                </c:pt>
                <c:pt idx="11227">
                  <c:v>6700</c:v>
                </c:pt>
                <c:pt idx="11228">
                  <c:v>6700</c:v>
                </c:pt>
                <c:pt idx="11229">
                  <c:v>6700</c:v>
                </c:pt>
                <c:pt idx="11230">
                  <c:v>6700</c:v>
                </c:pt>
                <c:pt idx="11231">
                  <c:v>6700</c:v>
                </c:pt>
                <c:pt idx="11232">
                  <c:v>6700</c:v>
                </c:pt>
                <c:pt idx="11233">
                  <c:v>6700</c:v>
                </c:pt>
                <c:pt idx="11234">
                  <c:v>6700</c:v>
                </c:pt>
                <c:pt idx="11235">
                  <c:v>6650</c:v>
                </c:pt>
                <c:pt idx="11236">
                  <c:v>6650</c:v>
                </c:pt>
                <c:pt idx="11237">
                  <c:v>6600</c:v>
                </c:pt>
                <c:pt idx="11238">
                  <c:v>6600</c:v>
                </c:pt>
                <c:pt idx="11239">
                  <c:v>6600</c:v>
                </c:pt>
                <c:pt idx="11240">
                  <c:v>6600</c:v>
                </c:pt>
                <c:pt idx="11241">
                  <c:v>6600</c:v>
                </c:pt>
                <c:pt idx="11242">
                  <c:v>6600</c:v>
                </c:pt>
                <c:pt idx="11243">
                  <c:v>6600</c:v>
                </c:pt>
                <c:pt idx="11244">
                  <c:v>6600</c:v>
                </c:pt>
                <c:pt idx="11245">
                  <c:v>6600</c:v>
                </c:pt>
                <c:pt idx="11246">
                  <c:v>6600</c:v>
                </c:pt>
                <c:pt idx="11247">
                  <c:v>6600</c:v>
                </c:pt>
                <c:pt idx="11248">
                  <c:v>6600</c:v>
                </c:pt>
                <c:pt idx="11249">
                  <c:v>6600</c:v>
                </c:pt>
                <c:pt idx="11250">
                  <c:v>6600</c:v>
                </c:pt>
                <c:pt idx="11251">
                  <c:v>6600</c:v>
                </c:pt>
                <c:pt idx="11252">
                  <c:v>6600</c:v>
                </c:pt>
                <c:pt idx="11253">
                  <c:v>6600</c:v>
                </c:pt>
                <c:pt idx="11254">
                  <c:v>6600</c:v>
                </c:pt>
                <c:pt idx="11255">
                  <c:v>6600</c:v>
                </c:pt>
                <c:pt idx="11256">
                  <c:v>6600</c:v>
                </c:pt>
                <c:pt idx="11257">
                  <c:v>6600</c:v>
                </c:pt>
                <c:pt idx="11258">
                  <c:v>6600</c:v>
                </c:pt>
                <c:pt idx="11259">
                  <c:v>6600</c:v>
                </c:pt>
                <c:pt idx="11260">
                  <c:v>6600</c:v>
                </c:pt>
                <c:pt idx="11261">
                  <c:v>6600</c:v>
                </c:pt>
                <c:pt idx="11262">
                  <c:v>6550</c:v>
                </c:pt>
                <c:pt idx="11263">
                  <c:v>6550</c:v>
                </c:pt>
                <c:pt idx="11264">
                  <c:v>6525</c:v>
                </c:pt>
                <c:pt idx="11265">
                  <c:v>6500</c:v>
                </c:pt>
                <c:pt idx="11266">
                  <c:v>6500</c:v>
                </c:pt>
                <c:pt idx="11267">
                  <c:v>6500</c:v>
                </c:pt>
                <c:pt idx="11268">
                  <c:v>6500</c:v>
                </c:pt>
                <c:pt idx="11269">
                  <c:v>6500</c:v>
                </c:pt>
                <c:pt idx="11270">
                  <c:v>6500</c:v>
                </c:pt>
                <c:pt idx="11271">
                  <c:v>6500</c:v>
                </c:pt>
                <c:pt idx="11272">
                  <c:v>6500</c:v>
                </c:pt>
                <c:pt idx="11273">
                  <c:v>6500</c:v>
                </c:pt>
                <c:pt idx="11274">
                  <c:v>6500</c:v>
                </c:pt>
                <c:pt idx="11275">
                  <c:v>6500</c:v>
                </c:pt>
                <c:pt idx="11276">
                  <c:v>6500</c:v>
                </c:pt>
                <c:pt idx="11277">
                  <c:v>6500</c:v>
                </c:pt>
                <c:pt idx="11278">
                  <c:v>6500</c:v>
                </c:pt>
                <c:pt idx="11279">
                  <c:v>6500</c:v>
                </c:pt>
                <c:pt idx="11280">
                  <c:v>6500</c:v>
                </c:pt>
                <c:pt idx="11281">
                  <c:v>6500</c:v>
                </c:pt>
                <c:pt idx="11282">
                  <c:v>6500</c:v>
                </c:pt>
                <c:pt idx="11283">
                  <c:v>6500</c:v>
                </c:pt>
                <c:pt idx="11284">
                  <c:v>6500</c:v>
                </c:pt>
                <c:pt idx="11285">
                  <c:v>6500</c:v>
                </c:pt>
                <c:pt idx="11286">
                  <c:v>6500</c:v>
                </c:pt>
                <c:pt idx="11287">
                  <c:v>6500</c:v>
                </c:pt>
                <c:pt idx="11288">
                  <c:v>6500</c:v>
                </c:pt>
                <c:pt idx="11289">
                  <c:v>6500</c:v>
                </c:pt>
                <c:pt idx="11290">
                  <c:v>6500</c:v>
                </c:pt>
                <c:pt idx="11291">
                  <c:v>6500</c:v>
                </c:pt>
                <c:pt idx="11292">
                  <c:v>6500</c:v>
                </c:pt>
                <c:pt idx="11293">
                  <c:v>6500</c:v>
                </c:pt>
                <c:pt idx="11294">
                  <c:v>6500</c:v>
                </c:pt>
                <c:pt idx="11295">
                  <c:v>6500</c:v>
                </c:pt>
                <c:pt idx="11296">
                  <c:v>6500</c:v>
                </c:pt>
                <c:pt idx="11297">
                  <c:v>6500</c:v>
                </c:pt>
                <c:pt idx="11298">
                  <c:v>6500</c:v>
                </c:pt>
                <c:pt idx="11299">
                  <c:v>6500</c:v>
                </c:pt>
                <c:pt idx="11300">
                  <c:v>6500</c:v>
                </c:pt>
                <c:pt idx="11301">
                  <c:v>6450</c:v>
                </c:pt>
                <c:pt idx="11302">
                  <c:v>6450</c:v>
                </c:pt>
                <c:pt idx="11303">
                  <c:v>6400</c:v>
                </c:pt>
                <c:pt idx="11304">
                  <c:v>6400</c:v>
                </c:pt>
                <c:pt idx="11305">
                  <c:v>6400</c:v>
                </c:pt>
                <c:pt idx="11306">
                  <c:v>6400</c:v>
                </c:pt>
                <c:pt idx="11307">
                  <c:v>6400</c:v>
                </c:pt>
                <c:pt idx="11308">
                  <c:v>6400</c:v>
                </c:pt>
                <c:pt idx="11309">
                  <c:v>6400</c:v>
                </c:pt>
                <c:pt idx="11310">
                  <c:v>6400</c:v>
                </c:pt>
                <c:pt idx="11311">
                  <c:v>6400</c:v>
                </c:pt>
                <c:pt idx="11312">
                  <c:v>6400</c:v>
                </c:pt>
                <c:pt idx="11313">
                  <c:v>6400</c:v>
                </c:pt>
                <c:pt idx="11314">
                  <c:v>6400</c:v>
                </c:pt>
                <c:pt idx="11315">
                  <c:v>6400</c:v>
                </c:pt>
                <c:pt idx="11316">
                  <c:v>6400</c:v>
                </c:pt>
                <c:pt idx="11317">
                  <c:v>6400</c:v>
                </c:pt>
                <c:pt idx="11318">
                  <c:v>6400</c:v>
                </c:pt>
                <c:pt idx="11319">
                  <c:v>6400</c:v>
                </c:pt>
                <c:pt idx="11320">
                  <c:v>6400</c:v>
                </c:pt>
                <c:pt idx="11321">
                  <c:v>6400</c:v>
                </c:pt>
                <c:pt idx="11322">
                  <c:v>6400</c:v>
                </c:pt>
                <c:pt idx="11323">
                  <c:v>6400</c:v>
                </c:pt>
                <c:pt idx="11324">
                  <c:v>6350</c:v>
                </c:pt>
                <c:pt idx="11325">
                  <c:v>6350</c:v>
                </c:pt>
                <c:pt idx="11326">
                  <c:v>6350</c:v>
                </c:pt>
                <c:pt idx="11327">
                  <c:v>6300</c:v>
                </c:pt>
                <c:pt idx="11328">
                  <c:v>6300</c:v>
                </c:pt>
                <c:pt idx="11329">
                  <c:v>6300</c:v>
                </c:pt>
                <c:pt idx="11330">
                  <c:v>6300</c:v>
                </c:pt>
                <c:pt idx="11331">
                  <c:v>6300</c:v>
                </c:pt>
                <c:pt idx="11332">
                  <c:v>6300</c:v>
                </c:pt>
                <c:pt idx="11333">
                  <c:v>6300</c:v>
                </c:pt>
                <c:pt idx="11334">
                  <c:v>6300</c:v>
                </c:pt>
                <c:pt idx="11335">
                  <c:v>6300</c:v>
                </c:pt>
                <c:pt idx="11336">
                  <c:v>6300</c:v>
                </c:pt>
                <c:pt idx="11337">
                  <c:v>6300</c:v>
                </c:pt>
                <c:pt idx="11338">
                  <c:v>6300</c:v>
                </c:pt>
                <c:pt idx="11339">
                  <c:v>6300</c:v>
                </c:pt>
                <c:pt idx="11340">
                  <c:v>6300</c:v>
                </c:pt>
                <c:pt idx="11341">
                  <c:v>6300</c:v>
                </c:pt>
                <c:pt idx="11342">
                  <c:v>6300</c:v>
                </c:pt>
                <c:pt idx="11343">
                  <c:v>6300</c:v>
                </c:pt>
                <c:pt idx="11344">
                  <c:v>6300</c:v>
                </c:pt>
                <c:pt idx="11345">
                  <c:v>6300</c:v>
                </c:pt>
                <c:pt idx="11346">
                  <c:v>6300</c:v>
                </c:pt>
                <c:pt idx="11347">
                  <c:v>6300</c:v>
                </c:pt>
                <c:pt idx="11348">
                  <c:v>6300</c:v>
                </c:pt>
                <c:pt idx="11349">
                  <c:v>6300</c:v>
                </c:pt>
                <c:pt idx="11350">
                  <c:v>6250</c:v>
                </c:pt>
                <c:pt idx="11351">
                  <c:v>6250</c:v>
                </c:pt>
                <c:pt idx="11352">
                  <c:v>6250</c:v>
                </c:pt>
                <c:pt idx="11353">
                  <c:v>6250</c:v>
                </c:pt>
                <c:pt idx="11354">
                  <c:v>6250</c:v>
                </c:pt>
                <c:pt idx="11355">
                  <c:v>6250</c:v>
                </c:pt>
                <c:pt idx="11356">
                  <c:v>6250</c:v>
                </c:pt>
                <c:pt idx="11357">
                  <c:v>6250</c:v>
                </c:pt>
                <c:pt idx="11358">
                  <c:v>6200</c:v>
                </c:pt>
                <c:pt idx="11359">
                  <c:v>6200</c:v>
                </c:pt>
                <c:pt idx="11360">
                  <c:v>6200</c:v>
                </c:pt>
                <c:pt idx="11361">
                  <c:v>6200</c:v>
                </c:pt>
                <c:pt idx="11362">
                  <c:v>6200</c:v>
                </c:pt>
                <c:pt idx="11363">
                  <c:v>6200</c:v>
                </c:pt>
                <c:pt idx="11364">
                  <c:v>6200</c:v>
                </c:pt>
                <c:pt idx="11365">
                  <c:v>6200</c:v>
                </c:pt>
                <c:pt idx="11366">
                  <c:v>6200</c:v>
                </c:pt>
                <c:pt idx="11367">
                  <c:v>6200</c:v>
                </c:pt>
                <c:pt idx="11368">
                  <c:v>6200</c:v>
                </c:pt>
                <c:pt idx="11369">
                  <c:v>6200</c:v>
                </c:pt>
                <c:pt idx="11370">
                  <c:v>6200</c:v>
                </c:pt>
                <c:pt idx="11371">
                  <c:v>6200</c:v>
                </c:pt>
                <c:pt idx="11372">
                  <c:v>6200</c:v>
                </c:pt>
                <c:pt idx="11373">
                  <c:v>6200</c:v>
                </c:pt>
                <c:pt idx="11374">
                  <c:v>6200</c:v>
                </c:pt>
                <c:pt idx="11375">
                  <c:v>6200</c:v>
                </c:pt>
                <c:pt idx="11376">
                  <c:v>6200</c:v>
                </c:pt>
                <c:pt idx="11377">
                  <c:v>6200</c:v>
                </c:pt>
                <c:pt idx="11378">
                  <c:v>6200</c:v>
                </c:pt>
                <c:pt idx="11379">
                  <c:v>6200</c:v>
                </c:pt>
                <c:pt idx="11380">
                  <c:v>6150</c:v>
                </c:pt>
                <c:pt idx="11381">
                  <c:v>6150</c:v>
                </c:pt>
                <c:pt idx="11382">
                  <c:v>6150</c:v>
                </c:pt>
                <c:pt idx="11383">
                  <c:v>6100</c:v>
                </c:pt>
                <c:pt idx="11384">
                  <c:v>6100</c:v>
                </c:pt>
                <c:pt idx="11385">
                  <c:v>6100</c:v>
                </c:pt>
                <c:pt idx="11386">
                  <c:v>6100</c:v>
                </c:pt>
                <c:pt idx="11387">
                  <c:v>6100</c:v>
                </c:pt>
                <c:pt idx="11388">
                  <c:v>6100</c:v>
                </c:pt>
                <c:pt idx="11389">
                  <c:v>6100</c:v>
                </c:pt>
                <c:pt idx="11390">
                  <c:v>6100</c:v>
                </c:pt>
                <c:pt idx="11391">
                  <c:v>6100</c:v>
                </c:pt>
                <c:pt idx="11392">
                  <c:v>6100</c:v>
                </c:pt>
                <c:pt idx="11393">
                  <c:v>6100</c:v>
                </c:pt>
                <c:pt idx="11394">
                  <c:v>6100</c:v>
                </c:pt>
                <c:pt idx="11395">
                  <c:v>6100</c:v>
                </c:pt>
                <c:pt idx="11396">
                  <c:v>6100</c:v>
                </c:pt>
                <c:pt idx="11397">
                  <c:v>6100</c:v>
                </c:pt>
                <c:pt idx="11398">
                  <c:v>6100</c:v>
                </c:pt>
                <c:pt idx="11399">
                  <c:v>6100</c:v>
                </c:pt>
                <c:pt idx="11400">
                  <c:v>6100</c:v>
                </c:pt>
                <c:pt idx="11401">
                  <c:v>6100</c:v>
                </c:pt>
                <c:pt idx="11402">
                  <c:v>6100</c:v>
                </c:pt>
                <c:pt idx="11403">
                  <c:v>6100</c:v>
                </c:pt>
                <c:pt idx="11404">
                  <c:v>6075</c:v>
                </c:pt>
                <c:pt idx="11405">
                  <c:v>6050</c:v>
                </c:pt>
                <c:pt idx="11406">
                  <c:v>6050</c:v>
                </c:pt>
                <c:pt idx="11407">
                  <c:v>6050</c:v>
                </c:pt>
                <c:pt idx="11408">
                  <c:v>6050</c:v>
                </c:pt>
                <c:pt idx="11409">
                  <c:v>6050</c:v>
                </c:pt>
                <c:pt idx="11410">
                  <c:v>6050</c:v>
                </c:pt>
                <c:pt idx="11411">
                  <c:v>6000</c:v>
                </c:pt>
                <c:pt idx="11412">
                  <c:v>6000</c:v>
                </c:pt>
                <c:pt idx="11413">
                  <c:v>6000</c:v>
                </c:pt>
                <c:pt idx="11414">
                  <c:v>6000</c:v>
                </c:pt>
                <c:pt idx="11415">
                  <c:v>6000</c:v>
                </c:pt>
                <c:pt idx="11416">
                  <c:v>6000</c:v>
                </c:pt>
                <c:pt idx="11417">
                  <c:v>6000</c:v>
                </c:pt>
                <c:pt idx="11418">
                  <c:v>6000</c:v>
                </c:pt>
                <c:pt idx="11419">
                  <c:v>6000</c:v>
                </c:pt>
                <c:pt idx="11420">
                  <c:v>6000</c:v>
                </c:pt>
                <c:pt idx="11421">
                  <c:v>6000</c:v>
                </c:pt>
                <c:pt idx="11422">
                  <c:v>6000</c:v>
                </c:pt>
                <c:pt idx="11423">
                  <c:v>6000</c:v>
                </c:pt>
                <c:pt idx="11424">
                  <c:v>6000</c:v>
                </c:pt>
                <c:pt idx="11425">
                  <c:v>6000</c:v>
                </c:pt>
                <c:pt idx="11426">
                  <c:v>6000</c:v>
                </c:pt>
                <c:pt idx="11427">
                  <c:v>6000</c:v>
                </c:pt>
                <c:pt idx="11428">
                  <c:v>6000</c:v>
                </c:pt>
                <c:pt idx="11429">
                  <c:v>6000</c:v>
                </c:pt>
                <c:pt idx="11430">
                  <c:v>6000</c:v>
                </c:pt>
                <c:pt idx="11431">
                  <c:v>6000</c:v>
                </c:pt>
                <c:pt idx="11432">
                  <c:v>6000</c:v>
                </c:pt>
                <c:pt idx="11433">
                  <c:v>6000</c:v>
                </c:pt>
                <c:pt idx="11434">
                  <c:v>6000</c:v>
                </c:pt>
                <c:pt idx="11435">
                  <c:v>6000</c:v>
                </c:pt>
                <c:pt idx="11436">
                  <c:v>6000</c:v>
                </c:pt>
                <c:pt idx="11437">
                  <c:v>6000</c:v>
                </c:pt>
                <c:pt idx="11438">
                  <c:v>6000</c:v>
                </c:pt>
                <c:pt idx="11439">
                  <c:v>6000</c:v>
                </c:pt>
                <c:pt idx="11440">
                  <c:v>6000</c:v>
                </c:pt>
                <c:pt idx="11441">
                  <c:v>6000</c:v>
                </c:pt>
                <c:pt idx="11442">
                  <c:v>6000</c:v>
                </c:pt>
                <c:pt idx="11443">
                  <c:v>6000</c:v>
                </c:pt>
                <c:pt idx="11444">
                  <c:v>6000</c:v>
                </c:pt>
                <c:pt idx="11445">
                  <c:v>6000</c:v>
                </c:pt>
                <c:pt idx="11446">
                  <c:v>6000</c:v>
                </c:pt>
                <c:pt idx="11447">
                  <c:v>6000</c:v>
                </c:pt>
                <c:pt idx="11448">
                  <c:v>6000</c:v>
                </c:pt>
                <c:pt idx="11449">
                  <c:v>6000</c:v>
                </c:pt>
                <c:pt idx="11450">
                  <c:v>6000</c:v>
                </c:pt>
                <c:pt idx="11451">
                  <c:v>6000</c:v>
                </c:pt>
                <c:pt idx="11452">
                  <c:v>6000</c:v>
                </c:pt>
                <c:pt idx="11453">
                  <c:v>6000</c:v>
                </c:pt>
                <c:pt idx="11454">
                  <c:v>6000</c:v>
                </c:pt>
                <c:pt idx="11455">
                  <c:v>5925</c:v>
                </c:pt>
                <c:pt idx="11456">
                  <c:v>5925</c:v>
                </c:pt>
                <c:pt idx="11457">
                  <c:v>5900</c:v>
                </c:pt>
                <c:pt idx="11458">
                  <c:v>5900</c:v>
                </c:pt>
                <c:pt idx="11459">
                  <c:v>5900</c:v>
                </c:pt>
                <c:pt idx="11460">
                  <c:v>5900</c:v>
                </c:pt>
                <c:pt idx="11461">
                  <c:v>5900</c:v>
                </c:pt>
                <c:pt idx="11462">
                  <c:v>5900</c:v>
                </c:pt>
                <c:pt idx="11463">
                  <c:v>5900</c:v>
                </c:pt>
                <c:pt idx="11464">
                  <c:v>5900</c:v>
                </c:pt>
                <c:pt idx="11465">
                  <c:v>5900</c:v>
                </c:pt>
                <c:pt idx="11466">
                  <c:v>5900</c:v>
                </c:pt>
                <c:pt idx="11467">
                  <c:v>5900</c:v>
                </c:pt>
                <c:pt idx="11468">
                  <c:v>5900</c:v>
                </c:pt>
                <c:pt idx="11469">
                  <c:v>5900</c:v>
                </c:pt>
                <c:pt idx="11470">
                  <c:v>5900</c:v>
                </c:pt>
                <c:pt idx="11471">
                  <c:v>5900</c:v>
                </c:pt>
                <c:pt idx="11472">
                  <c:v>5900</c:v>
                </c:pt>
                <c:pt idx="11473">
                  <c:v>5900</c:v>
                </c:pt>
                <c:pt idx="11474">
                  <c:v>5900</c:v>
                </c:pt>
                <c:pt idx="11475">
                  <c:v>5900</c:v>
                </c:pt>
                <c:pt idx="11476">
                  <c:v>5900</c:v>
                </c:pt>
                <c:pt idx="11477">
                  <c:v>5900</c:v>
                </c:pt>
                <c:pt idx="11478">
                  <c:v>5900</c:v>
                </c:pt>
                <c:pt idx="11479">
                  <c:v>5900</c:v>
                </c:pt>
                <c:pt idx="11480">
                  <c:v>5850</c:v>
                </c:pt>
                <c:pt idx="11481">
                  <c:v>5850</c:v>
                </c:pt>
                <c:pt idx="11482">
                  <c:v>5850</c:v>
                </c:pt>
                <c:pt idx="11483">
                  <c:v>5825</c:v>
                </c:pt>
                <c:pt idx="11484">
                  <c:v>5800</c:v>
                </c:pt>
                <c:pt idx="11485">
                  <c:v>5800</c:v>
                </c:pt>
                <c:pt idx="11486">
                  <c:v>5800</c:v>
                </c:pt>
                <c:pt idx="11487">
                  <c:v>5800</c:v>
                </c:pt>
                <c:pt idx="11488">
                  <c:v>5800</c:v>
                </c:pt>
                <c:pt idx="11489">
                  <c:v>5800</c:v>
                </c:pt>
                <c:pt idx="11490">
                  <c:v>5800</c:v>
                </c:pt>
                <c:pt idx="11491">
                  <c:v>5800</c:v>
                </c:pt>
                <c:pt idx="11492">
                  <c:v>5800</c:v>
                </c:pt>
                <c:pt idx="11493">
                  <c:v>5800</c:v>
                </c:pt>
                <c:pt idx="11494">
                  <c:v>5800</c:v>
                </c:pt>
                <c:pt idx="11495">
                  <c:v>5800</c:v>
                </c:pt>
                <c:pt idx="11496">
                  <c:v>5800</c:v>
                </c:pt>
                <c:pt idx="11497">
                  <c:v>5800</c:v>
                </c:pt>
                <c:pt idx="11498">
                  <c:v>5800</c:v>
                </c:pt>
                <c:pt idx="11499">
                  <c:v>5800</c:v>
                </c:pt>
                <c:pt idx="11500">
                  <c:v>5800</c:v>
                </c:pt>
                <c:pt idx="11501">
                  <c:v>5800</c:v>
                </c:pt>
                <c:pt idx="11502">
                  <c:v>5800</c:v>
                </c:pt>
                <c:pt idx="11503">
                  <c:v>5800</c:v>
                </c:pt>
                <c:pt idx="11504">
                  <c:v>5800</c:v>
                </c:pt>
                <c:pt idx="11505">
                  <c:v>5800</c:v>
                </c:pt>
                <c:pt idx="11506">
                  <c:v>5800</c:v>
                </c:pt>
                <c:pt idx="11507">
                  <c:v>5800</c:v>
                </c:pt>
                <c:pt idx="11508">
                  <c:v>5800</c:v>
                </c:pt>
                <c:pt idx="11509">
                  <c:v>5800</c:v>
                </c:pt>
                <c:pt idx="11510">
                  <c:v>5800</c:v>
                </c:pt>
                <c:pt idx="11511">
                  <c:v>5800</c:v>
                </c:pt>
                <c:pt idx="11512">
                  <c:v>5800</c:v>
                </c:pt>
                <c:pt idx="11513">
                  <c:v>5800</c:v>
                </c:pt>
                <c:pt idx="11514">
                  <c:v>5800</c:v>
                </c:pt>
                <c:pt idx="11515">
                  <c:v>5800</c:v>
                </c:pt>
                <c:pt idx="11516">
                  <c:v>5750</c:v>
                </c:pt>
                <c:pt idx="11517">
                  <c:v>5750</c:v>
                </c:pt>
                <c:pt idx="11518">
                  <c:v>5750</c:v>
                </c:pt>
                <c:pt idx="11519">
                  <c:v>5750</c:v>
                </c:pt>
                <c:pt idx="11520">
                  <c:v>5700</c:v>
                </c:pt>
                <c:pt idx="11521">
                  <c:v>5700</c:v>
                </c:pt>
                <c:pt idx="11522">
                  <c:v>5700</c:v>
                </c:pt>
                <c:pt idx="11523">
                  <c:v>5700</c:v>
                </c:pt>
                <c:pt idx="11524">
                  <c:v>5700</c:v>
                </c:pt>
                <c:pt idx="11525">
                  <c:v>5700</c:v>
                </c:pt>
                <c:pt idx="11526">
                  <c:v>5700</c:v>
                </c:pt>
                <c:pt idx="11527">
                  <c:v>5700</c:v>
                </c:pt>
                <c:pt idx="11528">
                  <c:v>5700</c:v>
                </c:pt>
                <c:pt idx="11529">
                  <c:v>5700</c:v>
                </c:pt>
                <c:pt idx="11530">
                  <c:v>5700</c:v>
                </c:pt>
                <c:pt idx="11531">
                  <c:v>5700</c:v>
                </c:pt>
                <c:pt idx="11532">
                  <c:v>5700</c:v>
                </c:pt>
                <c:pt idx="11533">
                  <c:v>5700</c:v>
                </c:pt>
                <c:pt idx="11534">
                  <c:v>5700</c:v>
                </c:pt>
                <c:pt idx="11535">
                  <c:v>5700</c:v>
                </c:pt>
                <c:pt idx="11536">
                  <c:v>5700</c:v>
                </c:pt>
                <c:pt idx="11537">
                  <c:v>5700</c:v>
                </c:pt>
                <c:pt idx="11538">
                  <c:v>5700</c:v>
                </c:pt>
                <c:pt idx="11539">
                  <c:v>5700</c:v>
                </c:pt>
                <c:pt idx="11540">
                  <c:v>5700</c:v>
                </c:pt>
                <c:pt idx="11541">
                  <c:v>5700</c:v>
                </c:pt>
                <c:pt idx="11542">
                  <c:v>5700</c:v>
                </c:pt>
                <c:pt idx="11543">
                  <c:v>5700</c:v>
                </c:pt>
                <c:pt idx="11544">
                  <c:v>5700</c:v>
                </c:pt>
                <c:pt idx="11545">
                  <c:v>5700</c:v>
                </c:pt>
                <c:pt idx="11546">
                  <c:v>5700</c:v>
                </c:pt>
                <c:pt idx="11547">
                  <c:v>5700</c:v>
                </c:pt>
                <c:pt idx="11548">
                  <c:v>5700</c:v>
                </c:pt>
                <c:pt idx="11549">
                  <c:v>5700</c:v>
                </c:pt>
                <c:pt idx="11550">
                  <c:v>5700</c:v>
                </c:pt>
                <c:pt idx="11551">
                  <c:v>5700</c:v>
                </c:pt>
                <c:pt idx="11552">
                  <c:v>5700</c:v>
                </c:pt>
                <c:pt idx="11553">
                  <c:v>5700</c:v>
                </c:pt>
                <c:pt idx="11554">
                  <c:v>5675</c:v>
                </c:pt>
                <c:pt idx="11555">
                  <c:v>5650</c:v>
                </c:pt>
                <c:pt idx="11556">
                  <c:v>5625</c:v>
                </c:pt>
                <c:pt idx="11557">
                  <c:v>5600</c:v>
                </c:pt>
                <c:pt idx="11558">
                  <c:v>5600</c:v>
                </c:pt>
                <c:pt idx="11559">
                  <c:v>5600</c:v>
                </c:pt>
                <c:pt idx="11560">
                  <c:v>5600</c:v>
                </c:pt>
                <c:pt idx="11561">
                  <c:v>5600</c:v>
                </c:pt>
                <c:pt idx="11562">
                  <c:v>5600</c:v>
                </c:pt>
                <c:pt idx="11563">
                  <c:v>5600</c:v>
                </c:pt>
                <c:pt idx="11564">
                  <c:v>5600</c:v>
                </c:pt>
                <c:pt idx="11565">
                  <c:v>5600</c:v>
                </c:pt>
                <c:pt idx="11566">
                  <c:v>5600</c:v>
                </c:pt>
                <c:pt idx="11567">
                  <c:v>5600</c:v>
                </c:pt>
                <c:pt idx="11568">
                  <c:v>5600</c:v>
                </c:pt>
                <c:pt idx="11569">
                  <c:v>5600</c:v>
                </c:pt>
                <c:pt idx="11570">
                  <c:v>5600</c:v>
                </c:pt>
                <c:pt idx="11571">
                  <c:v>5600</c:v>
                </c:pt>
                <c:pt idx="11572">
                  <c:v>5600</c:v>
                </c:pt>
                <c:pt idx="11573">
                  <c:v>5600</c:v>
                </c:pt>
                <c:pt idx="11574">
                  <c:v>5600</c:v>
                </c:pt>
                <c:pt idx="11575">
                  <c:v>5600</c:v>
                </c:pt>
                <c:pt idx="11576">
                  <c:v>5600</c:v>
                </c:pt>
                <c:pt idx="11577">
                  <c:v>5600</c:v>
                </c:pt>
                <c:pt idx="11578">
                  <c:v>5600</c:v>
                </c:pt>
                <c:pt idx="11579">
                  <c:v>5600</c:v>
                </c:pt>
                <c:pt idx="11580">
                  <c:v>5600</c:v>
                </c:pt>
                <c:pt idx="11581">
                  <c:v>5600</c:v>
                </c:pt>
                <c:pt idx="11582">
                  <c:v>5600</c:v>
                </c:pt>
                <c:pt idx="11583">
                  <c:v>5600</c:v>
                </c:pt>
                <c:pt idx="11584">
                  <c:v>5600</c:v>
                </c:pt>
                <c:pt idx="11585">
                  <c:v>5600</c:v>
                </c:pt>
                <c:pt idx="11586">
                  <c:v>5600</c:v>
                </c:pt>
                <c:pt idx="11587">
                  <c:v>5600</c:v>
                </c:pt>
                <c:pt idx="11588">
                  <c:v>5600</c:v>
                </c:pt>
                <c:pt idx="11589">
                  <c:v>5600</c:v>
                </c:pt>
                <c:pt idx="11590">
                  <c:v>5600</c:v>
                </c:pt>
                <c:pt idx="11591">
                  <c:v>5550</c:v>
                </c:pt>
                <c:pt idx="11592">
                  <c:v>5550</c:v>
                </c:pt>
                <c:pt idx="11593">
                  <c:v>5550</c:v>
                </c:pt>
                <c:pt idx="11594">
                  <c:v>5525</c:v>
                </c:pt>
                <c:pt idx="11595">
                  <c:v>5500</c:v>
                </c:pt>
                <c:pt idx="11596">
                  <c:v>5500</c:v>
                </c:pt>
                <c:pt idx="11597">
                  <c:v>5500</c:v>
                </c:pt>
                <c:pt idx="11598">
                  <c:v>5500</c:v>
                </c:pt>
                <c:pt idx="11599">
                  <c:v>5500</c:v>
                </c:pt>
                <c:pt idx="11600">
                  <c:v>5500</c:v>
                </c:pt>
                <c:pt idx="11601">
                  <c:v>5500</c:v>
                </c:pt>
                <c:pt idx="11602">
                  <c:v>5500</c:v>
                </c:pt>
                <c:pt idx="11603">
                  <c:v>5500</c:v>
                </c:pt>
                <c:pt idx="11604">
                  <c:v>5500</c:v>
                </c:pt>
                <c:pt idx="11605">
                  <c:v>5500</c:v>
                </c:pt>
                <c:pt idx="11606">
                  <c:v>5500</c:v>
                </c:pt>
                <c:pt idx="11607">
                  <c:v>5500</c:v>
                </c:pt>
                <c:pt idx="11608">
                  <c:v>5500</c:v>
                </c:pt>
                <c:pt idx="11609">
                  <c:v>5500</c:v>
                </c:pt>
                <c:pt idx="11610">
                  <c:v>5500</c:v>
                </c:pt>
                <c:pt idx="11611">
                  <c:v>5500</c:v>
                </c:pt>
                <c:pt idx="11612">
                  <c:v>5500</c:v>
                </c:pt>
                <c:pt idx="11613">
                  <c:v>5500</c:v>
                </c:pt>
                <c:pt idx="11614">
                  <c:v>5500</c:v>
                </c:pt>
                <c:pt idx="11615">
                  <c:v>5500</c:v>
                </c:pt>
                <c:pt idx="11616">
                  <c:v>5500</c:v>
                </c:pt>
                <c:pt idx="11617">
                  <c:v>5500</c:v>
                </c:pt>
                <c:pt idx="11618">
                  <c:v>5500</c:v>
                </c:pt>
                <c:pt idx="11619">
                  <c:v>5500</c:v>
                </c:pt>
                <c:pt idx="11620">
                  <c:v>5500</c:v>
                </c:pt>
                <c:pt idx="11621">
                  <c:v>5500</c:v>
                </c:pt>
                <c:pt idx="11622">
                  <c:v>5500</c:v>
                </c:pt>
                <c:pt idx="11623">
                  <c:v>5500</c:v>
                </c:pt>
                <c:pt idx="11624">
                  <c:v>5500</c:v>
                </c:pt>
                <c:pt idx="11625">
                  <c:v>5500</c:v>
                </c:pt>
                <c:pt idx="11626">
                  <c:v>5500</c:v>
                </c:pt>
                <c:pt idx="11627">
                  <c:v>5500</c:v>
                </c:pt>
                <c:pt idx="11628">
                  <c:v>5450</c:v>
                </c:pt>
                <c:pt idx="11629">
                  <c:v>5450</c:v>
                </c:pt>
                <c:pt idx="11630">
                  <c:v>5400</c:v>
                </c:pt>
                <c:pt idx="11631">
                  <c:v>5400</c:v>
                </c:pt>
                <c:pt idx="11632">
                  <c:v>5400</c:v>
                </c:pt>
                <c:pt idx="11633">
                  <c:v>5400</c:v>
                </c:pt>
                <c:pt idx="11634">
                  <c:v>5400</c:v>
                </c:pt>
                <c:pt idx="11635">
                  <c:v>5400</c:v>
                </c:pt>
                <c:pt idx="11636">
                  <c:v>5400</c:v>
                </c:pt>
                <c:pt idx="11637">
                  <c:v>5400</c:v>
                </c:pt>
                <c:pt idx="11638">
                  <c:v>5400</c:v>
                </c:pt>
                <c:pt idx="11639">
                  <c:v>5400</c:v>
                </c:pt>
                <c:pt idx="11640">
                  <c:v>5400</c:v>
                </c:pt>
                <c:pt idx="11641">
                  <c:v>5400</c:v>
                </c:pt>
                <c:pt idx="11642">
                  <c:v>5400</c:v>
                </c:pt>
                <c:pt idx="11643">
                  <c:v>5400</c:v>
                </c:pt>
                <c:pt idx="11644">
                  <c:v>5400</c:v>
                </c:pt>
                <c:pt idx="11645">
                  <c:v>5400</c:v>
                </c:pt>
                <c:pt idx="11646">
                  <c:v>5400</c:v>
                </c:pt>
                <c:pt idx="11647">
                  <c:v>5400</c:v>
                </c:pt>
                <c:pt idx="11648">
                  <c:v>5400</c:v>
                </c:pt>
                <c:pt idx="11649">
                  <c:v>5400</c:v>
                </c:pt>
                <c:pt idx="11650">
                  <c:v>5400</c:v>
                </c:pt>
                <c:pt idx="11651">
                  <c:v>5400</c:v>
                </c:pt>
                <c:pt idx="11652">
                  <c:v>5400</c:v>
                </c:pt>
                <c:pt idx="11653">
                  <c:v>5400</c:v>
                </c:pt>
                <c:pt idx="11654">
                  <c:v>5400</c:v>
                </c:pt>
                <c:pt idx="11655">
                  <c:v>5400</c:v>
                </c:pt>
                <c:pt idx="11656">
                  <c:v>5400</c:v>
                </c:pt>
                <c:pt idx="11657">
                  <c:v>5395</c:v>
                </c:pt>
                <c:pt idx="11658">
                  <c:v>5350</c:v>
                </c:pt>
                <c:pt idx="11659">
                  <c:v>5350</c:v>
                </c:pt>
                <c:pt idx="11660">
                  <c:v>5350</c:v>
                </c:pt>
                <c:pt idx="11661">
                  <c:v>5350</c:v>
                </c:pt>
                <c:pt idx="11662">
                  <c:v>5350</c:v>
                </c:pt>
                <c:pt idx="11663">
                  <c:v>5350</c:v>
                </c:pt>
                <c:pt idx="11664">
                  <c:v>5300</c:v>
                </c:pt>
                <c:pt idx="11665">
                  <c:v>5300</c:v>
                </c:pt>
                <c:pt idx="11666">
                  <c:v>5300</c:v>
                </c:pt>
                <c:pt idx="11667">
                  <c:v>5300</c:v>
                </c:pt>
                <c:pt idx="11668">
                  <c:v>5300</c:v>
                </c:pt>
                <c:pt idx="11669">
                  <c:v>5300</c:v>
                </c:pt>
                <c:pt idx="11670">
                  <c:v>5300</c:v>
                </c:pt>
                <c:pt idx="11671">
                  <c:v>5300</c:v>
                </c:pt>
                <c:pt idx="11672">
                  <c:v>5300</c:v>
                </c:pt>
                <c:pt idx="11673">
                  <c:v>5300</c:v>
                </c:pt>
                <c:pt idx="11674">
                  <c:v>5300</c:v>
                </c:pt>
                <c:pt idx="11675">
                  <c:v>5300</c:v>
                </c:pt>
                <c:pt idx="11676">
                  <c:v>5300</c:v>
                </c:pt>
                <c:pt idx="11677">
                  <c:v>5300</c:v>
                </c:pt>
                <c:pt idx="11678">
                  <c:v>5300</c:v>
                </c:pt>
                <c:pt idx="11679">
                  <c:v>5300</c:v>
                </c:pt>
                <c:pt idx="11680">
                  <c:v>5300</c:v>
                </c:pt>
                <c:pt idx="11681">
                  <c:v>5300</c:v>
                </c:pt>
                <c:pt idx="11682">
                  <c:v>5300</c:v>
                </c:pt>
                <c:pt idx="11683">
                  <c:v>5300</c:v>
                </c:pt>
                <c:pt idx="11684">
                  <c:v>5300</c:v>
                </c:pt>
                <c:pt idx="11685">
                  <c:v>5300</c:v>
                </c:pt>
                <c:pt idx="11686">
                  <c:v>5300</c:v>
                </c:pt>
                <c:pt idx="11687">
                  <c:v>5300</c:v>
                </c:pt>
                <c:pt idx="11688">
                  <c:v>5300</c:v>
                </c:pt>
                <c:pt idx="11689">
                  <c:v>5300</c:v>
                </c:pt>
                <c:pt idx="11690">
                  <c:v>5300</c:v>
                </c:pt>
                <c:pt idx="11691">
                  <c:v>5300</c:v>
                </c:pt>
                <c:pt idx="11692">
                  <c:v>5300</c:v>
                </c:pt>
                <c:pt idx="11693">
                  <c:v>5300</c:v>
                </c:pt>
                <c:pt idx="11694">
                  <c:v>5300</c:v>
                </c:pt>
                <c:pt idx="11695">
                  <c:v>5300</c:v>
                </c:pt>
                <c:pt idx="11696">
                  <c:v>5250</c:v>
                </c:pt>
                <c:pt idx="11697">
                  <c:v>5250</c:v>
                </c:pt>
                <c:pt idx="11698">
                  <c:v>5250</c:v>
                </c:pt>
                <c:pt idx="11699">
                  <c:v>5200</c:v>
                </c:pt>
                <c:pt idx="11700">
                  <c:v>5200</c:v>
                </c:pt>
                <c:pt idx="11701">
                  <c:v>5200</c:v>
                </c:pt>
                <c:pt idx="11702">
                  <c:v>5200</c:v>
                </c:pt>
                <c:pt idx="11703">
                  <c:v>5200</c:v>
                </c:pt>
                <c:pt idx="11704">
                  <c:v>5200</c:v>
                </c:pt>
                <c:pt idx="11705">
                  <c:v>5200</c:v>
                </c:pt>
                <c:pt idx="11706">
                  <c:v>5200</c:v>
                </c:pt>
                <c:pt idx="11707">
                  <c:v>5200</c:v>
                </c:pt>
                <c:pt idx="11708">
                  <c:v>5200</c:v>
                </c:pt>
                <c:pt idx="11709">
                  <c:v>5200</c:v>
                </c:pt>
                <c:pt idx="11710">
                  <c:v>5200</c:v>
                </c:pt>
                <c:pt idx="11711">
                  <c:v>5200</c:v>
                </c:pt>
                <c:pt idx="11712">
                  <c:v>5200</c:v>
                </c:pt>
                <c:pt idx="11713">
                  <c:v>5200</c:v>
                </c:pt>
                <c:pt idx="11714">
                  <c:v>5200</c:v>
                </c:pt>
                <c:pt idx="11715">
                  <c:v>5200</c:v>
                </c:pt>
                <c:pt idx="11716">
                  <c:v>5200</c:v>
                </c:pt>
                <c:pt idx="11717">
                  <c:v>5200</c:v>
                </c:pt>
                <c:pt idx="11718">
                  <c:v>5200</c:v>
                </c:pt>
                <c:pt idx="11719">
                  <c:v>5200</c:v>
                </c:pt>
                <c:pt idx="11720">
                  <c:v>5200</c:v>
                </c:pt>
                <c:pt idx="11721">
                  <c:v>5200</c:v>
                </c:pt>
                <c:pt idx="11722">
                  <c:v>5200</c:v>
                </c:pt>
                <c:pt idx="11723">
                  <c:v>5175</c:v>
                </c:pt>
                <c:pt idx="11724">
                  <c:v>5150</c:v>
                </c:pt>
                <c:pt idx="11725">
                  <c:v>5150</c:v>
                </c:pt>
                <c:pt idx="11726">
                  <c:v>5150</c:v>
                </c:pt>
                <c:pt idx="11727">
                  <c:v>5100</c:v>
                </c:pt>
                <c:pt idx="11728">
                  <c:v>5100</c:v>
                </c:pt>
                <c:pt idx="11729">
                  <c:v>5100</c:v>
                </c:pt>
                <c:pt idx="11730">
                  <c:v>5100</c:v>
                </c:pt>
                <c:pt idx="11731">
                  <c:v>5100</c:v>
                </c:pt>
                <c:pt idx="11732">
                  <c:v>5100</c:v>
                </c:pt>
                <c:pt idx="11733">
                  <c:v>5100</c:v>
                </c:pt>
                <c:pt idx="11734">
                  <c:v>5100</c:v>
                </c:pt>
                <c:pt idx="11735">
                  <c:v>5100</c:v>
                </c:pt>
                <c:pt idx="11736">
                  <c:v>5100</c:v>
                </c:pt>
                <c:pt idx="11737">
                  <c:v>5100</c:v>
                </c:pt>
                <c:pt idx="11738">
                  <c:v>5100</c:v>
                </c:pt>
                <c:pt idx="11739">
                  <c:v>5100</c:v>
                </c:pt>
                <c:pt idx="11740">
                  <c:v>5100</c:v>
                </c:pt>
                <c:pt idx="11741">
                  <c:v>5100</c:v>
                </c:pt>
                <c:pt idx="11742">
                  <c:v>5100</c:v>
                </c:pt>
                <c:pt idx="11743">
                  <c:v>5100</c:v>
                </c:pt>
                <c:pt idx="11744">
                  <c:v>5100</c:v>
                </c:pt>
                <c:pt idx="11745">
                  <c:v>5100</c:v>
                </c:pt>
                <c:pt idx="11746">
                  <c:v>5100</c:v>
                </c:pt>
                <c:pt idx="11747">
                  <c:v>5100</c:v>
                </c:pt>
                <c:pt idx="11748">
                  <c:v>5100</c:v>
                </c:pt>
                <c:pt idx="11749">
                  <c:v>5100</c:v>
                </c:pt>
                <c:pt idx="11750">
                  <c:v>5100</c:v>
                </c:pt>
                <c:pt idx="11751">
                  <c:v>5100</c:v>
                </c:pt>
                <c:pt idx="11752">
                  <c:v>5050</c:v>
                </c:pt>
                <c:pt idx="11753">
                  <c:v>5050</c:v>
                </c:pt>
                <c:pt idx="11754">
                  <c:v>5050</c:v>
                </c:pt>
                <c:pt idx="11755">
                  <c:v>5000</c:v>
                </c:pt>
                <c:pt idx="11756">
                  <c:v>5000</c:v>
                </c:pt>
                <c:pt idx="11757">
                  <c:v>5000</c:v>
                </c:pt>
                <c:pt idx="11758">
                  <c:v>5000</c:v>
                </c:pt>
                <c:pt idx="11759">
                  <c:v>5000</c:v>
                </c:pt>
                <c:pt idx="11760">
                  <c:v>5000</c:v>
                </c:pt>
                <c:pt idx="11761">
                  <c:v>5000</c:v>
                </c:pt>
                <c:pt idx="11762">
                  <c:v>5000</c:v>
                </c:pt>
                <c:pt idx="11763">
                  <c:v>5000</c:v>
                </c:pt>
                <c:pt idx="11764">
                  <c:v>5000</c:v>
                </c:pt>
                <c:pt idx="11765">
                  <c:v>5000</c:v>
                </c:pt>
                <c:pt idx="11766">
                  <c:v>5000</c:v>
                </c:pt>
                <c:pt idx="11767">
                  <c:v>5000</c:v>
                </c:pt>
                <c:pt idx="11768">
                  <c:v>5000</c:v>
                </c:pt>
                <c:pt idx="11769">
                  <c:v>5000</c:v>
                </c:pt>
                <c:pt idx="11770">
                  <c:v>5000</c:v>
                </c:pt>
                <c:pt idx="11771">
                  <c:v>5000</c:v>
                </c:pt>
                <c:pt idx="11772">
                  <c:v>5000</c:v>
                </c:pt>
                <c:pt idx="11773">
                  <c:v>5000</c:v>
                </c:pt>
                <c:pt idx="11774">
                  <c:v>5000</c:v>
                </c:pt>
                <c:pt idx="11775">
                  <c:v>5000</c:v>
                </c:pt>
                <c:pt idx="11776">
                  <c:v>5000</c:v>
                </c:pt>
                <c:pt idx="11777">
                  <c:v>5000</c:v>
                </c:pt>
                <c:pt idx="11778">
                  <c:v>5000</c:v>
                </c:pt>
                <c:pt idx="11779">
                  <c:v>5000</c:v>
                </c:pt>
                <c:pt idx="11780">
                  <c:v>5000</c:v>
                </c:pt>
                <c:pt idx="11781">
                  <c:v>5000</c:v>
                </c:pt>
                <c:pt idx="11782">
                  <c:v>5000</c:v>
                </c:pt>
                <c:pt idx="11783">
                  <c:v>5000</c:v>
                </c:pt>
                <c:pt idx="11784">
                  <c:v>5000</c:v>
                </c:pt>
                <c:pt idx="11785">
                  <c:v>5000</c:v>
                </c:pt>
                <c:pt idx="11786">
                  <c:v>5000</c:v>
                </c:pt>
                <c:pt idx="11787">
                  <c:v>5000</c:v>
                </c:pt>
                <c:pt idx="11788">
                  <c:v>5000</c:v>
                </c:pt>
                <c:pt idx="11789">
                  <c:v>5000</c:v>
                </c:pt>
                <c:pt idx="11790">
                  <c:v>5000</c:v>
                </c:pt>
                <c:pt idx="11791">
                  <c:v>5000</c:v>
                </c:pt>
                <c:pt idx="11792">
                  <c:v>5000</c:v>
                </c:pt>
                <c:pt idx="11793">
                  <c:v>5000</c:v>
                </c:pt>
                <c:pt idx="11794">
                  <c:v>5000</c:v>
                </c:pt>
                <c:pt idx="11795">
                  <c:v>5000</c:v>
                </c:pt>
                <c:pt idx="11796">
                  <c:v>5000</c:v>
                </c:pt>
                <c:pt idx="11797">
                  <c:v>5000</c:v>
                </c:pt>
                <c:pt idx="11798">
                  <c:v>5000</c:v>
                </c:pt>
                <c:pt idx="11799">
                  <c:v>5000</c:v>
                </c:pt>
                <c:pt idx="11800">
                  <c:v>4950</c:v>
                </c:pt>
                <c:pt idx="11801">
                  <c:v>4950</c:v>
                </c:pt>
                <c:pt idx="11802">
                  <c:v>4950</c:v>
                </c:pt>
                <c:pt idx="11803">
                  <c:v>4900</c:v>
                </c:pt>
                <c:pt idx="11804">
                  <c:v>4900</c:v>
                </c:pt>
                <c:pt idx="11805">
                  <c:v>4900</c:v>
                </c:pt>
                <c:pt idx="11806">
                  <c:v>4900</c:v>
                </c:pt>
                <c:pt idx="11807">
                  <c:v>4900</c:v>
                </c:pt>
                <c:pt idx="11808">
                  <c:v>4900</c:v>
                </c:pt>
                <c:pt idx="11809">
                  <c:v>4900</c:v>
                </c:pt>
                <c:pt idx="11810">
                  <c:v>4900</c:v>
                </c:pt>
                <c:pt idx="11811">
                  <c:v>4900</c:v>
                </c:pt>
                <c:pt idx="11812">
                  <c:v>4900</c:v>
                </c:pt>
                <c:pt idx="11813">
                  <c:v>4900</c:v>
                </c:pt>
                <c:pt idx="11814">
                  <c:v>4900</c:v>
                </c:pt>
                <c:pt idx="11815">
                  <c:v>4900</c:v>
                </c:pt>
                <c:pt idx="11816">
                  <c:v>4900</c:v>
                </c:pt>
                <c:pt idx="11817">
                  <c:v>4900</c:v>
                </c:pt>
                <c:pt idx="11818">
                  <c:v>4900</c:v>
                </c:pt>
                <c:pt idx="11819">
                  <c:v>4900</c:v>
                </c:pt>
                <c:pt idx="11820">
                  <c:v>4900</c:v>
                </c:pt>
                <c:pt idx="11821">
                  <c:v>4900</c:v>
                </c:pt>
                <c:pt idx="11822">
                  <c:v>4900</c:v>
                </c:pt>
                <c:pt idx="11823">
                  <c:v>4900</c:v>
                </c:pt>
                <c:pt idx="11824">
                  <c:v>4900</c:v>
                </c:pt>
                <c:pt idx="11825">
                  <c:v>4900</c:v>
                </c:pt>
                <c:pt idx="11826">
                  <c:v>4900</c:v>
                </c:pt>
                <c:pt idx="11827">
                  <c:v>4850</c:v>
                </c:pt>
                <c:pt idx="11828">
                  <c:v>4850</c:v>
                </c:pt>
                <c:pt idx="11829">
                  <c:v>4850</c:v>
                </c:pt>
                <c:pt idx="11830">
                  <c:v>4825</c:v>
                </c:pt>
                <c:pt idx="11831">
                  <c:v>4805</c:v>
                </c:pt>
                <c:pt idx="11832">
                  <c:v>4800</c:v>
                </c:pt>
                <c:pt idx="11833">
                  <c:v>4800</c:v>
                </c:pt>
                <c:pt idx="11834">
                  <c:v>4800</c:v>
                </c:pt>
                <c:pt idx="11835">
                  <c:v>4800</c:v>
                </c:pt>
                <c:pt idx="11836">
                  <c:v>4800</c:v>
                </c:pt>
                <c:pt idx="11837">
                  <c:v>4800</c:v>
                </c:pt>
                <c:pt idx="11838">
                  <c:v>4800</c:v>
                </c:pt>
                <c:pt idx="11839">
                  <c:v>4800</c:v>
                </c:pt>
                <c:pt idx="11840">
                  <c:v>4800</c:v>
                </c:pt>
                <c:pt idx="11841">
                  <c:v>4800</c:v>
                </c:pt>
                <c:pt idx="11842">
                  <c:v>4800</c:v>
                </c:pt>
                <c:pt idx="11843">
                  <c:v>4800</c:v>
                </c:pt>
                <c:pt idx="11844">
                  <c:v>4800</c:v>
                </c:pt>
                <c:pt idx="11845">
                  <c:v>4800</c:v>
                </c:pt>
                <c:pt idx="11846">
                  <c:v>4800</c:v>
                </c:pt>
                <c:pt idx="11847">
                  <c:v>4800</c:v>
                </c:pt>
                <c:pt idx="11848">
                  <c:v>4800</c:v>
                </c:pt>
                <c:pt idx="11849">
                  <c:v>4800</c:v>
                </c:pt>
                <c:pt idx="11850">
                  <c:v>4800</c:v>
                </c:pt>
                <c:pt idx="11851">
                  <c:v>4800</c:v>
                </c:pt>
                <c:pt idx="11852">
                  <c:v>4800</c:v>
                </c:pt>
                <c:pt idx="11853">
                  <c:v>4800</c:v>
                </c:pt>
                <c:pt idx="11854">
                  <c:v>4800</c:v>
                </c:pt>
                <c:pt idx="11855">
                  <c:v>4800</c:v>
                </c:pt>
                <c:pt idx="11856">
                  <c:v>4800</c:v>
                </c:pt>
                <c:pt idx="11857">
                  <c:v>4780</c:v>
                </c:pt>
                <c:pt idx="11858">
                  <c:v>4750</c:v>
                </c:pt>
                <c:pt idx="11859">
                  <c:v>4750</c:v>
                </c:pt>
                <c:pt idx="11860">
                  <c:v>4750</c:v>
                </c:pt>
                <c:pt idx="11861">
                  <c:v>4700</c:v>
                </c:pt>
                <c:pt idx="11862">
                  <c:v>4700</c:v>
                </c:pt>
                <c:pt idx="11863">
                  <c:v>4700</c:v>
                </c:pt>
                <c:pt idx="11864">
                  <c:v>4700</c:v>
                </c:pt>
                <c:pt idx="11865">
                  <c:v>4700</c:v>
                </c:pt>
                <c:pt idx="11866">
                  <c:v>4700</c:v>
                </c:pt>
                <c:pt idx="11867">
                  <c:v>4700</c:v>
                </c:pt>
                <c:pt idx="11868">
                  <c:v>4700</c:v>
                </c:pt>
                <c:pt idx="11869">
                  <c:v>4700</c:v>
                </c:pt>
                <c:pt idx="11870">
                  <c:v>4700</c:v>
                </c:pt>
                <c:pt idx="11871">
                  <c:v>4700</c:v>
                </c:pt>
                <c:pt idx="11872">
                  <c:v>4700</c:v>
                </c:pt>
                <c:pt idx="11873">
                  <c:v>4700</c:v>
                </c:pt>
                <c:pt idx="11874">
                  <c:v>4700</c:v>
                </c:pt>
                <c:pt idx="11875">
                  <c:v>4700</c:v>
                </c:pt>
                <c:pt idx="11876">
                  <c:v>4700</c:v>
                </c:pt>
                <c:pt idx="11877">
                  <c:v>4700</c:v>
                </c:pt>
                <c:pt idx="11878">
                  <c:v>4700</c:v>
                </c:pt>
                <c:pt idx="11879">
                  <c:v>4700</c:v>
                </c:pt>
                <c:pt idx="11880">
                  <c:v>4700</c:v>
                </c:pt>
                <c:pt idx="11881">
                  <c:v>4700</c:v>
                </c:pt>
                <c:pt idx="11882">
                  <c:v>4700</c:v>
                </c:pt>
                <c:pt idx="11883">
                  <c:v>4700</c:v>
                </c:pt>
                <c:pt idx="11884">
                  <c:v>4700</c:v>
                </c:pt>
                <c:pt idx="11885">
                  <c:v>4700</c:v>
                </c:pt>
                <c:pt idx="11886">
                  <c:v>4700</c:v>
                </c:pt>
                <c:pt idx="11887">
                  <c:v>4700</c:v>
                </c:pt>
                <c:pt idx="11888">
                  <c:v>4700</c:v>
                </c:pt>
                <c:pt idx="11889">
                  <c:v>4700</c:v>
                </c:pt>
                <c:pt idx="11890">
                  <c:v>4700</c:v>
                </c:pt>
                <c:pt idx="11891">
                  <c:v>4700</c:v>
                </c:pt>
                <c:pt idx="11892">
                  <c:v>4700</c:v>
                </c:pt>
                <c:pt idx="11893">
                  <c:v>4700</c:v>
                </c:pt>
                <c:pt idx="11894">
                  <c:v>4700</c:v>
                </c:pt>
                <c:pt idx="11895">
                  <c:v>4700</c:v>
                </c:pt>
                <c:pt idx="11896">
                  <c:v>4700</c:v>
                </c:pt>
                <c:pt idx="11897">
                  <c:v>4650</c:v>
                </c:pt>
                <c:pt idx="11898">
                  <c:v>4650</c:v>
                </c:pt>
                <c:pt idx="11899">
                  <c:v>4650</c:v>
                </c:pt>
                <c:pt idx="11900">
                  <c:v>4600</c:v>
                </c:pt>
                <c:pt idx="11901">
                  <c:v>4600</c:v>
                </c:pt>
                <c:pt idx="11902">
                  <c:v>4600</c:v>
                </c:pt>
                <c:pt idx="11903">
                  <c:v>4600</c:v>
                </c:pt>
                <c:pt idx="11904">
                  <c:v>4600</c:v>
                </c:pt>
                <c:pt idx="11905">
                  <c:v>4600</c:v>
                </c:pt>
                <c:pt idx="11906">
                  <c:v>4600</c:v>
                </c:pt>
                <c:pt idx="11907">
                  <c:v>4600</c:v>
                </c:pt>
                <c:pt idx="11908">
                  <c:v>4600</c:v>
                </c:pt>
                <c:pt idx="11909">
                  <c:v>4600</c:v>
                </c:pt>
                <c:pt idx="11910">
                  <c:v>4600</c:v>
                </c:pt>
                <c:pt idx="11911">
                  <c:v>4600</c:v>
                </c:pt>
                <c:pt idx="11912">
                  <c:v>4600</c:v>
                </c:pt>
                <c:pt idx="11913">
                  <c:v>4600</c:v>
                </c:pt>
                <c:pt idx="11914">
                  <c:v>4600</c:v>
                </c:pt>
                <c:pt idx="11915">
                  <c:v>4600</c:v>
                </c:pt>
                <c:pt idx="11916">
                  <c:v>4600</c:v>
                </c:pt>
                <c:pt idx="11917">
                  <c:v>4600</c:v>
                </c:pt>
                <c:pt idx="11918">
                  <c:v>4600</c:v>
                </c:pt>
                <c:pt idx="11919">
                  <c:v>4600</c:v>
                </c:pt>
                <c:pt idx="11920">
                  <c:v>4600</c:v>
                </c:pt>
                <c:pt idx="11921">
                  <c:v>4600</c:v>
                </c:pt>
                <c:pt idx="11922">
                  <c:v>4600</c:v>
                </c:pt>
                <c:pt idx="11923">
                  <c:v>4600</c:v>
                </c:pt>
                <c:pt idx="11924">
                  <c:v>4600</c:v>
                </c:pt>
                <c:pt idx="11925">
                  <c:v>4600</c:v>
                </c:pt>
                <c:pt idx="11926">
                  <c:v>4600</c:v>
                </c:pt>
                <c:pt idx="11927">
                  <c:v>4600</c:v>
                </c:pt>
                <c:pt idx="11928">
                  <c:v>4600</c:v>
                </c:pt>
                <c:pt idx="11929">
                  <c:v>4600</c:v>
                </c:pt>
                <c:pt idx="11930">
                  <c:v>4600</c:v>
                </c:pt>
                <c:pt idx="11931">
                  <c:v>4600</c:v>
                </c:pt>
                <c:pt idx="11932">
                  <c:v>4600</c:v>
                </c:pt>
                <c:pt idx="11933">
                  <c:v>4600</c:v>
                </c:pt>
                <c:pt idx="11934">
                  <c:v>4600</c:v>
                </c:pt>
                <c:pt idx="11935">
                  <c:v>4600</c:v>
                </c:pt>
                <c:pt idx="11936">
                  <c:v>4600</c:v>
                </c:pt>
                <c:pt idx="11937">
                  <c:v>4550</c:v>
                </c:pt>
                <c:pt idx="11938">
                  <c:v>4550</c:v>
                </c:pt>
                <c:pt idx="11939">
                  <c:v>4550</c:v>
                </c:pt>
                <c:pt idx="11940">
                  <c:v>4500</c:v>
                </c:pt>
                <c:pt idx="11941">
                  <c:v>4500</c:v>
                </c:pt>
                <c:pt idx="11942">
                  <c:v>4500</c:v>
                </c:pt>
                <c:pt idx="11943">
                  <c:v>4500</c:v>
                </c:pt>
                <c:pt idx="11944">
                  <c:v>4500</c:v>
                </c:pt>
                <c:pt idx="11945">
                  <c:v>4500</c:v>
                </c:pt>
                <c:pt idx="11946">
                  <c:v>4500</c:v>
                </c:pt>
                <c:pt idx="11947">
                  <c:v>4500</c:v>
                </c:pt>
                <c:pt idx="11948">
                  <c:v>4500</c:v>
                </c:pt>
                <c:pt idx="11949">
                  <c:v>4500</c:v>
                </c:pt>
                <c:pt idx="11950">
                  <c:v>4500</c:v>
                </c:pt>
                <c:pt idx="11951">
                  <c:v>4500</c:v>
                </c:pt>
                <c:pt idx="11952">
                  <c:v>4500</c:v>
                </c:pt>
                <c:pt idx="11953">
                  <c:v>4500</c:v>
                </c:pt>
                <c:pt idx="11954">
                  <c:v>4500</c:v>
                </c:pt>
                <c:pt idx="11955">
                  <c:v>4500</c:v>
                </c:pt>
                <c:pt idx="11956">
                  <c:v>4500</c:v>
                </c:pt>
                <c:pt idx="11957">
                  <c:v>4500</c:v>
                </c:pt>
                <c:pt idx="11958">
                  <c:v>4500</c:v>
                </c:pt>
                <c:pt idx="11959">
                  <c:v>4500</c:v>
                </c:pt>
                <c:pt idx="11960">
                  <c:v>4500</c:v>
                </c:pt>
                <c:pt idx="11961">
                  <c:v>4500</c:v>
                </c:pt>
                <c:pt idx="11962">
                  <c:v>4500</c:v>
                </c:pt>
                <c:pt idx="11963">
                  <c:v>4500</c:v>
                </c:pt>
                <c:pt idx="11964">
                  <c:v>4500</c:v>
                </c:pt>
                <c:pt idx="11965">
                  <c:v>4500</c:v>
                </c:pt>
                <c:pt idx="11966">
                  <c:v>4500</c:v>
                </c:pt>
                <c:pt idx="11967">
                  <c:v>4500</c:v>
                </c:pt>
                <c:pt idx="11968">
                  <c:v>4500</c:v>
                </c:pt>
                <c:pt idx="11969">
                  <c:v>4500</c:v>
                </c:pt>
                <c:pt idx="11970">
                  <c:v>4500</c:v>
                </c:pt>
                <c:pt idx="11971">
                  <c:v>4500</c:v>
                </c:pt>
                <c:pt idx="11972">
                  <c:v>4500</c:v>
                </c:pt>
                <c:pt idx="11973">
                  <c:v>4500</c:v>
                </c:pt>
                <c:pt idx="11974">
                  <c:v>4500</c:v>
                </c:pt>
                <c:pt idx="11975">
                  <c:v>4500</c:v>
                </c:pt>
                <c:pt idx="11976">
                  <c:v>4500</c:v>
                </c:pt>
                <c:pt idx="11977">
                  <c:v>4500</c:v>
                </c:pt>
                <c:pt idx="11978">
                  <c:v>4500</c:v>
                </c:pt>
                <c:pt idx="11979">
                  <c:v>4500</c:v>
                </c:pt>
                <c:pt idx="11980">
                  <c:v>4500</c:v>
                </c:pt>
                <c:pt idx="11981">
                  <c:v>4500</c:v>
                </c:pt>
                <c:pt idx="11982">
                  <c:v>4500</c:v>
                </c:pt>
                <c:pt idx="11983">
                  <c:v>4500</c:v>
                </c:pt>
                <c:pt idx="11984">
                  <c:v>4500</c:v>
                </c:pt>
                <c:pt idx="11985">
                  <c:v>4500</c:v>
                </c:pt>
                <c:pt idx="11986">
                  <c:v>4500</c:v>
                </c:pt>
                <c:pt idx="11987">
                  <c:v>4500</c:v>
                </c:pt>
                <c:pt idx="11988">
                  <c:v>4500</c:v>
                </c:pt>
                <c:pt idx="11989">
                  <c:v>4450</c:v>
                </c:pt>
                <c:pt idx="11990">
                  <c:v>4450</c:v>
                </c:pt>
                <c:pt idx="11991">
                  <c:v>4450</c:v>
                </c:pt>
                <c:pt idx="11992">
                  <c:v>4450</c:v>
                </c:pt>
                <c:pt idx="11993">
                  <c:v>4450</c:v>
                </c:pt>
                <c:pt idx="11994">
                  <c:v>4450</c:v>
                </c:pt>
                <c:pt idx="11995">
                  <c:v>4450</c:v>
                </c:pt>
                <c:pt idx="11996">
                  <c:v>4449</c:v>
                </c:pt>
                <c:pt idx="11997">
                  <c:v>4425</c:v>
                </c:pt>
                <c:pt idx="11998">
                  <c:v>4400</c:v>
                </c:pt>
                <c:pt idx="11999">
                  <c:v>4400</c:v>
                </c:pt>
                <c:pt idx="12000">
                  <c:v>4400</c:v>
                </c:pt>
                <c:pt idx="12001">
                  <c:v>4400</c:v>
                </c:pt>
                <c:pt idx="12002">
                  <c:v>4400</c:v>
                </c:pt>
                <c:pt idx="12003">
                  <c:v>4400</c:v>
                </c:pt>
                <c:pt idx="12004">
                  <c:v>4400</c:v>
                </c:pt>
                <c:pt idx="12005">
                  <c:v>4400</c:v>
                </c:pt>
                <c:pt idx="12006">
                  <c:v>4400</c:v>
                </c:pt>
                <c:pt idx="12007">
                  <c:v>4400</c:v>
                </c:pt>
                <c:pt idx="12008">
                  <c:v>4400</c:v>
                </c:pt>
                <c:pt idx="12009">
                  <c:v>4400</c:v>
                </c:pt>
                <c:pt idx="12010">
                  <c:v>4400</c:v>
                </c:pt>
                <c:pt idx="12011">
                  <c:v>4400</c:v>
                </c:pt>
                <c:pt idx="12012">
                  <c:v>4400</c:v>
                </c:pt>
                <c:pt idx="12013">
                  <c:v>4400</c:v>
                </c:pt>
                <c:pt idx="12014">
                  <c:v>4400</c:v>
                </c:pt>
                <c:pt idx="12015">
                  <c:v>4400</c:v>
                </c:pt>
                <c:pt idx="12016">
                  <c:v>4400</c:v>
                </c:pt>
                <c:pt idx="12017">
                  <c:v>4400</c:v>
                </c:pt>
                <c:pt idx="12018">
                  <c:v>4400</c:v>
                </c:pt>
                <c:pt idx="12019">
                  <c:v>4400</c:v>
                </c:pt>
                <c:pt idx="12020">
                  <c:v>4400</c:v>
                </c:pt>
                <c:pt idx="12021">
                  <c:v>4400</c:v>
                </c:pt>
                <c:pt idx="12022">
                  <c:v>4400</c:v>
                </c:pt>
                <c:pt idx="12023">
                  <c:v>4400</c:v>
                </c:pt>
                <c:pt idx="12024">
                  <c:v>4400</c:v>
                </c:pt>
                <c:pt idx="12025">
                  <c:v>4400</c:v>
                </c:pt>
                <c:pt idx="12026">
                  <c:v>4375</c:v>
                </c:pt>
                <c:pt idx="12027">
                  <c:v>4350</c:v>
                </c:pt>
                <c:pt idx="12028">
                  <c:v>4350</c:v>
                </c:pt>
                <c:pt idx="12029">
                  <c:v>4350</c:v>
                </c:pt>
                <c:pt idx="12030">
                  <c:v>4350</c:v>
                </c:pt>
                <c:pt idx="12031">
                  <c:v>4300</c:v>
                </c:pt>
                <c:pt idx="12032">
                  <c:v>4300</c:v>
                </c:pt>
                <c:pt idx="12033">
                  <c:v>4300</c:v>
                </c:pt>
                <c:pt idx="12034">
                  <c:v>4300</c:v>
                </c:pt>
                <c:pt idx="12035">
                  <c:v>4300</c:v>
                </c:pt>
                <c:pt idx="12036">
                  <c:v>4300</c:v>
                </c:pt>
                <c:pt idx="12037">
                  <c:v>4300</c:v>
                </c:pt>
                <c:pt idx="12038">
                  <c:v>4300</c:v>
                </c:pt>
                <c:pt idx="12039">
                  <c:v>4300</c:v>
                </c:pt>
                <c:pt idx="12040">
                  <c:v>4300</c:v>
                </c:pt>
                <c:pt idx="12041">
                  <c:v>4300</c:v>
                </c:pt>
                <c:pt idx="12042">
                  <c:v>4300</c:v>
                </c:pt>
                <c:pt idx="12043">
                  <c:v>4300</c:v>
                </c:pt>
                <c:pt idx="12044">
                  <c:v>4300</c:v>
                </c:pt>
                <c:pt idx="12045">
                  <c:v>4300</c:v>
                </c:pt>
                <c:pt idx="12046">
                  <c:v>4300</c:v>
                </c:pt>
                <c:pt idx="12047">
                  <c:v>4300</c:v>
                </c:pt>
                <c:pt idx="12048">
                  <c:v>4300</c:v>
                </c:pt>
                <c:pt idx="12049">
                  <c:v>4300</c:v>
                </c:pt>
                <c:pt idx="12050">
                  <c:v>4300</c:v>
                </c:pt>
                <c:pt idx="12051">
                  <c:v>4300</c:v>
                </c:pt>
                <c:pt idx="12052">
                  <c:v>4300</c:v>
                </c:pt>
                <c:pt idx="12053">
                  <c:v>4300</c:v>
                </c:pt>
                <c:pt idx="12054">
                  <c:v>4300</c:v>
                </c:pt>
                <c:pt idx="12055">
                  <c:v>4300</c:v>
                </c:pt>
                <c:pt idx="12056">
                  <c:v>4300</c:v>
                </c:pt>
                <c:pt idx="12057">
                  <c:v>4300</c:v>
                </c:pt>
                <c:pt idx="12058">
                  <c:v>4300</c:v>
                </c:pt>
                <c:pt idx="12059">
                  <c:v>4300</c:v>
                </c:pt>
                <c:pt idx="12060">
                  <c:v>4300</c:v>
                </c:pt>
                <c:pt idx="12061">
                  <c:v>4300</c:v>
                </c:pt>
                <c:pt idx="12062">
                  <c:v>4300</c:v>
                </c:pt>
                <c:pt idx="12063">
                  <c:v>4300</c:v>
                </c:pt>
                <c:pt idx="12064">
                  <c:v>4300</c:v>
                </c:pt>
                <c:pt idx="12065">
                  <c:v>4300</c:v>
                </c:pt>
                <c:pt idx="12066">
                  <c:v>4300</c:v>
                </c:pt>
                <c:pt idx="12067">
                  <c:v>4300</c:v>
                </c:pt>
                <c:pt idx="12068">
                  <c:v>4300</c:v>
                </c:pt>
                <c:pt idx="12069">
                  <c:v>4300</c:v>
                </c:pt>
                <c:pt idx="12070">
                  <c:v>4300</c:v>
                </c:pt>
                <c:pt idx="12071">
                  <c:v>4300</c:v>
                </c:pt>
                <c:pt idx="12072">
                  <c:v>4300</c:v>
                </c:pt>
                <c:pt idx="12073">
                  <c:v>4250</c:v>
                </c:pt>
                <c:pt idx="12074">
                  <c:v>4250</c:v>
                </c:pt>
                <c:pt idx="12075">
                  <c:v>4250</c:v>
                </c:pt>
                <c:pt idx="12076">
                  <c:v>4250</c:v>
                </c:pt>
                <c:pt idx="12077">
                  <c:v>4250</c:v>
                </c:pt>
                <c:pt idx="12078">
                  <c:v>4250</c:v>
                </c:pt>
                <c:pt idx="12079">
                  <c:v>4200</c:v>
                </c:pt>
                <c:pt idx="12080">
                  <c:v>4200</c:v>
                </c:pt>
                <c:pt idx="12081">
                  <c:v>4200</c:v>
                </c:pt>
                <c:pt idx="12082">
                  <c:v>4200</c:v>
                </c:pt>
                <c:pt idx="12083">
                  <c:v>4200</c:v>
                </c:pt>
                <c:pt idx="12084">
                  <c:v>4200</c:v>
                </c:pt>
                <c:pt idx="12085">
                  <c:v>4200</c:v>
                </c:pt>
                <c:pt idx="12086">
                  <c:v>4200</c:v>
                </c:pt>
                <c:pt idx="12087">
                  <c:v>4200</c:v>
                </c:pt>
                <c:pt idx="12088">
                  <c:v>4200</c:v>
                </c:pt>
                <c:pt idx="12089">
                  <c:v>4200</c:v>
                </c:pt>
                <c:pt idx="12090">
                  <c:v>4200</c:v>
                </c:pt>
                <c:pt idx="12091">
                  <c:v>4200</c:v>
                </c:pt>
                <c:pt idx="12092">
                  <c:v>4200</c:v>
                </c:pt>
                <c:pt idx="12093">
                  <c:v>4200</c:v>
                </c:pt>
                <c:pt idx="12094">
                  <c:v>4200</c:v>
                </c:pt>
                <c:pt idx="12095">
                  <c:v>4200</c:v>
                </c:pt>
                <c:pt idx="12096">
                  <c:v>4200</c:v>
                </c:pt>
                <c:pt idx="12097">
                  <c:v>4200</c:v>
                </c:pt>
                <c:pt idx="12098">
                  <c:v>4200</c:v>
                </c:pt>
                <c:pt idx="12099">
                  <c:v>4200</c:v>
                </c:pt>
                <c:pt idx="12100">
                  <c:v>4200</c:v>
                </c:pt>
                <c:pt idx="12101">
                  <c:v>4200</c:v>
                </c:pt>
                <c:pt idx="12102">
                  <c:v>4200</c:v>
                </c:pt>
                <c:pt idx="12103">
                  <c:v>4200</c:v>
                </c:pt>
                <c:pt idx="12104">
                  <c:v>4200</c:v>
                </c:pt>
                <c:pt idx="12105">
                  <c:v>4200</c:v>
                </c:pt>
                <c:pt idx="12106">
                  <c:v>4200</c:v>
                </c:pt>
                <c:pt idx="12107">
                  <c:v>4200</c:v>
                </c:pt>
                <c:pt idx="12108">
                  <c:v>4200</c:v>
                </c:pt>
                <c:pt idx="12109">
                  <c:v>4200</c:v>
                </c:pt>
                <c:pt idx="12110">
                  <c:v>4200</c:v>
                </c:pt>
                <c:pt idx="12111">
                  <c:v>4200</c:v>
                </c:pt>
                <c:pt idx="12112">
                  <c:v>4200</c:v>
                </c:pt>
                <c:pt idx="12113">
                  <c:v>4200</c:v>
                </c:pt>
                <c:pt idx="12114">
                  <c:v>4200</c:v>
                </c:pt>
                <c:pt idx="12115">
                  <c:v>4200</c:v>
                </c:pt>
                <c:pt idx="12116">
                  <c:v>4200</c:v>
                </c:pt>
                <c:pt idx="12117">
                  <c:v>4200</c:v>
                </c:pt>
                <c:pt idx="12118">
                  <c:v>4150</c:v>
                </c:pt>
                <c:pt idx="12119">
                  <c:v>4150</c:v>
                </c:pt>
                <c:pt idx="12120">
                  <c:v>4150</c:v>
                </c:pt>
                <c:pt idx="12121">
                  <c:v>4150</c:v>
                </c:pt>
                <c:pt idx="12122">
                  <c:v>4100</c:v>
                </c:pt>
                <c:pt idx="12123">
                  <c:v>4100</c:v>
                </c:pt>
                <c:pt idx="12124">
                  <c:v>4100</c:v>
                </c:pt>
                <c:pt idx="12125">
                  <c:v>4100</c:v>
                </c:pt>
                <c:pt idx="12126">
                  <c:v>4100</c:v>
                </c:pt>
                <c:pt idx="12127">
                  <c:v>4100</c:v>
                </c:pt>
                <c:pt idx="12128">
                  <c:v>4100</c:v>
                </c:pt>
                <c:pt idx="12129">
                  <c:v>4100</c:v>
                </c:pt>
                <c:pt idx="12130">
                  <c:v>4100</c:v>
                </c:pt>
                <c:pt idx="12131">
                  <c:v>4100</c:v>
                </c:pt>
                <c:pt idx="12132">
                  <c:v>4100</c:v>
                </c:pt>
                <c:pt idx="12133">
                  <c:v>4100</c:v>
                </c:pt>
                <c:pt idx="12134">
                  <c:v>4100</c:v>
                </c:pt>
                <c:pt idx="12135">
                  <c:v>4100</c:v>
                </c:pt>
                <c:pt idx="12136">
                  <c:v>4100</c:v>
                </c:pt>
                <c:pt idx="12137">
                  <c:v>4100</c:v>
                </c:pt>
                <c:pt idx="12138">
                  <c:v>4100</c:v>
                </c:pt>
                <c:pt idx="12139">
                  <c:v>4100</c:v>
                </c:pt>
                <c:pt idx="12140">
                  <c:v>4100</c:v>
                </c:pt>
                <c:pt idx="12141">
                  <c:v>4100</c:v>
                </c:pt>
                <c:pt idx="12142">
                  <c:v>4100</c:v>
                </c:pt>
                <c:pt idx="12143">
                  <c:v>4100</c:v>
                </c:pt>
                <c:pt idx="12144">
                  <c:v>4100</c:v>
                </c:pt>
                <c:pt idx="12145">
                  <c:v>4100</c:v>
                </c:pt>
                <c:pt idx="12146">
                  <c:v>4100</c:v>
                </c:pt>
                <c:pt idx="12147">
                  <c:v>4100</c:v>
                </c:pt>
                <c:pt idx="12148">
                  <c:v>4100</c:v>
                </c:pt>
                <c:pt idx="12149">
                  <c:v>4100</c:v>
                </c:pt>
                <c:pt idx="12150">
                  <c:v>4100</c:v>
                </c:pt>
                <c:pt idx="12151">
                  <c:v>4100</c:v>
                </c:pt>
                <c:pt idx="12152">
                  <c:v>4100</c:v>
                </c:pt>
                <c:pt idx="12153">
                  <c:v>4100</c:v>
                </c:pt>
                <c:pt idx="12154">
                  <c:v>4100</c:v>
                </c:pt>
                <c:pt idx="12155">
                  <c:v>4075</c:v>
                </c:pt>
                <c:pt idx="12156">
                  <c:v>4050</c:v>
                </c:pt>
                <c:pt idx="12157">
                  <c:v>4050</c:v>
                </c:pt>
                <c:pt idx="12158">
                  <c:v>4050</c:v>
                </c:pt>
                <c:pt idx="12159">
                  <c:v>4050</c:v>
                </c:pt>
                <c:pt idx="12160">
                  <c:v>4025</c:v>
                </c:pt>
                <c:pt idx="12161">
                  <c:v>4000</c:v>
                </c:pt>
                <c:pt idx="12162">
                  <c:v>4000</c:v>
                </c:pt>
                <c:pt idx="12163">
                  <c:v>4000</c:v>
                </c:pt>
                <c:pt idx="12164">
                  <c:v>4000</c:v>
                </c:pt>
                <c:pt idx="12165">
                  <c:v>4000</c:v>
                </c:pt>
                <c:pt idx="12166">
                  <c:v>4000</c:v>
                </c:pt>
                <c:pt idx="12167">
                  <c:v>4000</c:v>
                </c:pt>
                <c:pt idx="12168">
                  <c:v>4000</c:v>
                </c:pt>
                <c:pt idx="12169">
                  <c:v>4000</c:v>
                </c:pt>
                <c:pt idx="12170">
                  <c:v>4000</c:v>
                </c:pt>
                <c:pt idx="12171">
                  <c:v>4000</c:v>
                </c:pt>
                <c:pt idx="12172">
                  <c:v>4000</c:v>
                </c:pt>
                <c:pt idx="12173">
                  <c:v>4000</c:v>
                </c:pt>
                <c:pt idx="12174">
                  <c:v>4000</c:v>
                </c:pt>
                <c:pt idx="12175">
                  <c:v>4000</c:v>
                </c:pt>
                <c:pt idx="12176">
                  <c:v>4000</c:v>
                </c:pt>
                <c:pt idx="12177">
                  <c:v>4000</c:v>
                </c:pt>
                <c:pt idx="12178">
                  <c:v>4000</c:v>
                </c:pt>
                <c:pt idx="12179">
                  <c:v>4000</c:v>
                </c:pt>
                <c:pt idx="12180">
                  <c:v>4000</c:v>
                </c:pt>
                <c:pt idx="12181">
                  <c:v>4000</c:v>
                </c:pt>
                <c:pt idx="12182">
                  <c:v>4000</c:v>
                </c:pt>
                <c:pt idx="12183">
                  <c:v>4000</c:v>
                </c:pt>
                <c:pt idx="12184">
                  <c:v>4000</c:v>
                </c:pt>
                <c:pt idx="12185">
                  <c:v>4000</c:v>
                </c:pt>
                <c:pt idx="12186">
                  <c:v>4000</c:v>
                </c:pt>
                <c:pt idx="12187">
                  <c:v>4000</c:v>
                </c:pt>
                <c:pt idx="12188">
                  <c:v>4000</c:v>
                </c:pt>
                <c:pt idx="12189">
                  <c:v>4000</c:v>
                </c:pt>
                <c:pt idx="12190">
                  <c:v>4000</c:v>
                </c:pt>
                <c:pt idx="12191">
                  <c:v>4000</c:v>
                </c:pt>
                <c:pt idx="12192">
                  <c:v>4000</c:v>
                </c:pt>
                <c:pt idx="12193">
                  <c:v>4000</c:v>
                </c:pt>
                <c:pt idx="12194">
                  <c:v>4000</c:v>
                </c:pt>
                <c:pt idx="12195">
                  <c:v>4000</c:v>
                </c:pt>
                <c:pt idx="12196">
                  <c:v>4000</c:v>
                </c:pt>
                <c:pt idx="12197">
                  <c:v>4000</c:v>
                </c:pt>
                <c:pt idx="12198">
                  <c:v>4000</c:v>
                </c:pt>
                <c:pt idx="12199">
                  <c:v>4000</c:v>
                </c:pt>
                <c:pt idx="12200">
                  <c:v>4000</c:v>
                </c:pt>
                <c:pt idx="12201">
                  <c:v>4000</c:v>
                </c:pt>
                <c:pt idx="12202">
                  <c:v>4000</c:v>
                </c:pt>
                <c:pt idx="12203">
                  <c:v>4000</c:v>
                </c:pt>
                <c:pt idx="12204">
                  <c:v>4000</c:v>
                </c:pt>
                <c:pt idx="12205">
                  <c:v>4000</c:v>
                </c:pt>
                <c:pt idx="12206">
                  <c:v>4000</c:v>
                </c:pt>
                <c:pt idx="12207">
                  <c:v>4000</c:v>
                </c:pt>
                <c:pt idx="12208">
                  <c:v>4000</c:v>
                </c:pt>
                <c:pt idx="12209">
                  <c:v>4000</c:v>
                </c:pt>
                <c:pt idx="12210">
                  <c:v>4000</c:v>
                </c:pt>
                <c:pt idx="12211">
                  <c:v>4000</c:v>
                </c:pt>
                <c:pt idx="12212">
                  <c:v>4000</c:v>
                </c:pt>
                <c:pt idx="12213">
                  <c:v>4000</c:v>
                </c:pt>
                <c:pt idx="12214">
                  <c:v>4000</c:v>
                </c:pt>
                <c:pt idx="12215">
                  <c:v>4000</c:v>
                </c:pt>
                <c:pt idx="12216">
                  <c:v>4000</c:v>
                </c:pt>
                <c:pt idx="12217">
                  <c:v>4000</c:v>
                </c:pt>
                <c:pt idx="12218">
                  <c:v>4000</c:v>
                </c:pt>
                <c:pt idx="12219">
                  <c:v>4000</c:v>
                </c:pt>
                <c:pt idx="12220">
                  <c:v>4000</c:v>
                </c:pt>
                <c:pt idx="12221">
                  <c:v>4000</c:v>
                </c:pt>
                <c:pt idx="12222">
                  <c:v>4000</c:v>
                </c:pt>
                <c:pt idx="12223">
                  <c:v>3950</c:v>
                </c:pt>
                <c:pt idx="12224">
                  <c:v>3950</c:v>
                </c:pt>
                <c:pt idx="12225">
                  <c:v>3950</c:v>
                </c:pt>
                <c:pt idx="12226">
                  <c:v>3950</c:v>
                </c:pt>
                <c:pt idx="12227">
                  <c:v>3950</c:v>
                </c:pt>
                <c:pt idx="12228">
                  <c:v>3950</c:v>
                </c:pt>
                <c:pt idx="12229">
                  <c:v>3925</c:v>
                </c:pt>
                <c:pt idx="12230">
                  <c:v>3925</c:v>
                </c:pt>
                <c:pt idx="12231">
                  <c:v>3900</c:v>
                </c:pt>
                <c:pt idx="12232">
                  <c:v>3900</c:v>
                </c:pt>
                <c:pt idx="12233">
                  <c:v>3900</c:v>
                </c:pt>
                <c:pt idx="12234">
                  <c:v>3900</c:v>
                </c:pt>
                <c:pt idx="12235">
                  <c:v>3900</c:v>
                </c:pt>
                <c:pt idx="12236">
                  <c:v>3900</c:v>
                </c:pt>
                <c:pt idx="12237">
                  <c:v>3900</c:v>
                </c:pt>
                <c:pt idx="12238">
                  <c:v>3900</c:v>
                </c:pt>
                <c:pt idx="12239">
                  <c:v>3900</c:v>
                </c:pt>
                <c:pt idx="12240">
                  <c:v>3900</c:v>
                </c:pt>
                <c:pt idx="12241">
                  <c:v>3900</c:v>
                </c:pt>
                <c:pt idx="12242">
                  <c:v>3900</c:v>
                </c:pt>
                <c:pt idx="12243">
                  <c:v>3900</c:v>
                </c:pt>
                <c:pt idx="12244">
                  <c:v>3900</c:v>
                </c:pt>
                <c:pt idx="12245">
                  <c:v>3900</c:v>
                </c:pt>
                <c:pt idx="12246">
                  <c:v>3900</c:v>
                </c:pt>
                <c:pt idx="12247">
                  <c:v>3900</c:v>
                </c:pt>
                <c:pt idx="12248">
                  <c:v>3900</c:v>
                </c:pt>
                <c:pt idx="12249">
                  <c:v>3900</c:v>
                </c:pt>
                <c:pt idx="12250">
                  <c:v>3900</c:v>
                </c:pt>
                <c:pt idx="12251">
                  <c:v>3900</c:v>
                </c:pt>
                <c:pt idx="12252">
                  <c:v>3900</c:v>
                </c:pt>
                <c:pt idx="12253">
                  <c:v>3900</c:v>
                </c:pt>
                <c:pt idx="12254">
                  <c:v>3850</c:v>
                </c:pt>
                <c:pt idx="12255">
                  <c:v>3850</c:v>
                </c:pt>
                <c:pt idx="12256">
                  <c:v>3850</c:v>
                </c:pt>
                <c:pt idx="12257">
                  <c:v>3850</c:v>
                </c:pt>
                <c:pt idx="12258">
                  <c:v>3850</c:v>
                </c:pt>
                <c:pt idx="12259">
                  <c:v>3850</c:v>
                </c:pt>
                <c:pt idx="12260">
                  <c:v>3825</c:v>
                </c:pt>
                <c:pt idx="12261">
                  <c:v>3800</c:v>
                </c:pt>
                <c:pt idx="12262">
                  <c:v>3800</c:v>
                </c:pt>
                <c:pt idx="12263">
                  <c:v>3800</c:v>
                </c:pt>
                <c:pt idx="12264">
                  <c:v>3800</c:v>
                </c:pt>
                <c:pt idx="12265">
                  <c:v>3800</c:v>
                </c:pt>
                <c:pt idx="12266">
                  <c:v>3800</c:v>
                </c:pt>
                <c:pt idx="12267">
                  <c:v>3800</c:v>
                </c:pt>
                <c:pt idx="12268">
                  <c:v>3800</c:v>
                </c:pt>
                <c:pt idx="12269">
                  <c:v>3800</c:v>
                </c:pt>
                <c:pt idx="12270">
                  <c:v>3800</c:v>
                </c:pt>
                <c:pt idx="12271">
                  <c:v>3800</c:v>
                </c:pt>
                <c:pt idx="12272">
                  <c:v>3800</c:v>
                </c:pt>
                <c:pt idx="12273">
                  <c:v>3800</c:v>
                </c:pt>
                <c:pt idx="12274">
                  <c:v>3800</c:v>
                </c:pt>
                <c:pt idx="12275">
                  <c:v>3800</c:v>
                </c:pt>
                <c:pt idx="12276">
                  <c:v>3800</c:v>
                </c:pt>
                <c:pt idx="12277">
                  <c:v>3800</c:v>
                </c:pt>
                <c:pt idx="12278">
                  <c:v>3800</c:v>
                </c:pt>
                <c:pt idx="12279">
                  <c:v>3800</c:v>
                </c:pt>
                <c:pt idx="12280">
                  <c:v>3800</c:v>
                </c:pt>
                <c:pt idx="12281">
                  <c:v>3800</c:v>
                </c:pt>
                <c:pt idx="12282">
                  <c:v>3800</c:v>
                </c:pt>
                <c:pt idx="12283">
                  <c:v>3800</c:v>
                </c:pt>
                <c:pt idx="12284">
                  <c:v>3800</c:v>
                </c:pt>
                <c:pt idx="12285">
                  <c:v>3800</c:v>
                </c:pt>
                <c:pt idx="12286">
                  <c:v>3800</c:v>
                </c:pt>
                <c:pt idx="12287">
                  <c:v>3800</c:v>
                </c:pt>
                <c:pt idx="12288">
                  <c:v>3800</c:v>
                </c:pt>
                <c:pt idx="12289">
                  <c:v>3800</c:v>
                </c:pt>
                <c:pt idx="12290">
                  <c:v>3800</c:v>
                </c:pt>
                <c:pt idx="12291">
                  <c:v>3800</c:v>
                </c:pt>
                <c:pt idx="12292">
                  <c:v>3800</c:v>
                </c:pt>
                <c:pt idx="12293">
                  <c:v>3750</c:v>
                </c:pt>
                <c:pt idx="12294">
                  <c:v>3750</c:v>
                </c:pt>
                <c:pt idx="12295">
                  <c:v>3750</c:v>
                </c:pt>
                <c:pt idx="12296">
                  <c:v>3700</c:v>
                </c:pt>
                <c:pt idx="12297">
                  <c:v>3700</c:v>
                </c:pt>
                <c:pt idx="12298">
                  <c:v>3700</c:v>
                </c:pt>
                <c:pt idx="12299">
                  <c:v>3700</c:v>
                </c:pt>
                <c:pt idx="12300">
                  <c:v>3700</c:v>
                </c:pt>
                <c:pt idx="12301">
                  <c:v>3700</c:v>
                </c:pt>
                <c:pt idx="12302">
                  <c:v>3700</c:v>
                </c:pt>
                <c:pt idx="12303">
                  <c:v>3700</c:v>
                </c:pt>
                <c:pt idx="12304">
                  <c:v>3700</c:v>
                </c:pt>
                <c:pt idx="12305">
                  <c:v>3700</c:v>
                </c:pt>
                <c:pt idx="12306">
                  <c:v>3700</c:v>
                </c:pt>
                <c:pt idx="12307">
                  <c:v>3700</c:v>
                </c:pt>
                <c:pt idx="12308">
                  <c:v>3700</c:v>
                </c:pt>
                <c:pt idx="12309">
                  <c:v>3700</c:v>
                </c:pt>
                <c:pt idx="12310">
                  <c:v>3700</c:v>
                </c:pt>
                <c:pt idx="12311">
                  <c:v>3700</c:v>
                </c:pt>
                <c:pt idx="12312">
                  <c:v>3700</c:v>
                </c:pt>
                <c:pt idx="12313">
                  <c:v>3700</c:v>
                </c:pt>
                <c:pt idx="12314">
                  <c:v>3700</c:v>
                </c:pt>
                <c:pt idx="12315">
                  <c:v>3700</c:v>
                </c:pt>
                <c:pt idx="12316">
                  <c:v>3700</c:v>
                </c:pt>
                <c:pt idx="12317">
                  <c:v>3700</c:v>
                </c:pt>
                <c:pt idx="12318">
                  <c:v>3700</c:v>
                </c:pt>
                <c:pt idx="12319">
                  <c:v>3700</c:v>
                </c:pt>
                <c:pt idx="12320">
                  <c:v>3700</c:v>
                </c:pt>
                <c:pt idx="12321">
                  <c:v>3700</c:v>
                </c:pt>
                <c:pt idx="12322">
                  <c:v>3700</c:v>
                </c:pt>
                <c:pt idx="12323">
                  <c:v>3700</c:v>
                </c:pt>
                <c:pt idx="12324">
                  <c:v>3650</c:v>
                </c:pt>
                <c:pt idx="12325">
                  <c:v>3650</c:v>
                </c:pt>
                <c:pt idx="12326">
                  <c:v>3650</c:v>
                </c:pt>
                <c:pt idx="12327">
                  <c:v>3650</c:v>
                </c:pt>
                <c:pt idx="12328">
                  <c:v>3650</c:v>
                </c:pt>
                <c:pt idx="12329">
                  <c:v>3600</c:v>
                </c:pt>
                <c:pt idx="12330">
                  <c:v>3600</c:v>
                </c:pt>
                <c:pt idx="12331">
                  <c:v>3600</c:v>
                </c:pt>
                <c:pt idx="12332">
                  <c:v>3600</c:v>
                </c:pt>
                <c:pt idx="12333">
                  <c:v>3600</c:v>
                </c:pt>
                <c:pt idx="12334">
                  <c:v>3600</c:v>
                </c:pt>
                <c:pt idx="12335">
                  <c:v>3600</c:v>
                </c:pt>
                <c:pt idx="12336">
                  <c:v>3600</c:v>
                </c:pt>
                <c:pt idx="12337">
                  <c:v>3600</c:v>
                </c:pt>
                <c:pt idx="12338">
                  <c:v>3600</c:v>
                </c:pt>
                <c:pt idx="12339">
                  <c:v>3600</c:v>
                </c:pt>
                <c:pt idx="12340">
                  <c:v>3600</c:v>
                </c:pt>
                <c:pt idx="12341">
                  <c:v>3600</c:v>
                </c:pt>
                <c:pt idx="12342">
                  <c:v>3600</c:v>
                </c:pt>
                <c:pt idx="12343">
                  <c:v>3600</c:v>
                </c:pt>
                <c:pt idx="12344">
                  <c:v>3600</c:v>
                </c:pt>
                <c:pt idx="12345">
                  <c:v>3600</c:v>
                </c:pt>
                <c:pt idx="12346">
                  <c:v>3600</c:v>
                </c:pt>
                <c:pt idx="12347">
                  <c:v>3600</c:v>
                </c:pt>
                <c:pt idx="12348">
                  <c:v>3600</c:v>
                </c:pt>
                <c:pt idx="12349">
                  <c:v>3600</c:v>
                </c:pt>
                <c:pt idx="12350">
                  <c:v>3600</c:v>
                </c:pt>
                <c:pt idx="12351">
                  <c:v>3600</c:v>
                </c:pt>
                <c:pt idx="12352">
                  <c:v>3600</c:v>
                </c:pt>
                <c:pt idx="12353">
                  <c:v>3600</c:v>
                </c:pt>
                <c:pt idx="12354">
                  <c:v>3600</c:v>
                </c:pt>
                <c:pt idx="12355">
                  <c:v>3600</c:v>
                </c:pt>
                <c:pt idx="12356">
                  <c:v>3600</c:v>
                </c:pt>
                <c:pt idx="12357">
                  <c:v>3600</c:v>
                </c:pt>
                <c:pt idx="12358">
                  <c:v>3600</c:v>
                </c:pt>
                <c:pt idx="12359">
                  <c:v>3600</c:v>
                </c:pt>
                <c:pt idx="12360">
                  <c:v>3600</c:v>
                </c:pt>
                <c:pt idx="12361">
                  <c:v>3600</c:v>
                </c:pt>
                <c:pt idx="12362">
                  <c:v>3600</c:v>
                </c:pt>
                <c:pt idx="12363">
                  <c:v>3600</c:v>
                </c:pt>
                <c:pt idx="12364">
                  <c:v>3600</c:v>
                </c:pt>
                <c:pt idx="12365">
                  <c:v>3600</c:v>
                </c:pt>
                <c:pt idx="12366">
                  <c:v>3600</c:v>
                </c:pt>
                <c:pt idx="12367">
                  <c:v>3600</c:v>
                </c:pt>
                <c:pt idx="12368">
                  <c:v>3575</c:v>
                </c:pt>
                <c:pt idx="12369">
                  <c:v>3550</c:v>
                </c:pt>
                <c:pt idx="12370">
                  <c:v>3550</c:v>
                </c:pt>
                <c:pt idx="12371">
                  <c:v>3550</c:v>
                </c:pt>
                <c:pt idx="12372">
                  <c:v>3550</c:v>
                </c:pt>
                <c:pt idx="12373">
                  <c:v>3550</c:v>
                </c:pt>
                <c:pt idx="12374">
                  <c:v>3550</c:v>
                </c:pt>
                <c:pt idx="12375">
                  <c:v>3550</c:v>
                </c:pt>
                <c:pt idx="12376">
                  <c:v>3500</c:v>
                </c:pt>
                <c:pt idx="12377">
                  <c:v>3500</c:v>
                </c:pt>
                <c:pt idx="12378">
                  <c:v>3500</c:v>
                </c:pt>
                <c:pt idx="12379">
                  <c:v>3500</c:v>
                </c:pt>
                <c:pt idx="12380">
                  <c:v>3500</c:v>
                </c:pt>
                <c:pt idx="12381">
                  <c:v>3500</c:v>
                </c:pt>
                <c:pt idx="12382">
                  <c:v>3500</c:v>
                </c:pt>
                <c:pt idx="12383">
                  <c:v>3500</c:v>
                </c:pt>
                <c:pt idx="12384">
                  <c:v>3500</c:v>
                </c:pt>
                <c:pt idx="12385">
                  <c:v>3500</c:v>
                </c:pt>
                <c:pt idx="12386">
                  <c:v>3500</c:v>
                </c:pt>
                <c:pt idx="12387">
                  <c:v>3500</c:v>
                </c:pt>
                <c:pt idx="12388">
                  <c:v>3500</c:v>
                </c:pt>
                <c:pt idx="12389">
                  <c:v>3500</c:v>
                </c:pt>
                <c:pt idx="12390">
                  <c:v>3500</c:v>
                </c:pt>
                <c:pt idx="12391">
                  <c:v>3500</c:v>
                </c:pt>
                <c:pt idx="12392">
                  <c:v>3500</c:v>
                </c:pt>
                <c:pt idx="12393">
                  <c:v>3500</c:v>
                </c:pt>
                <c:pt idx="12394">
                  <c:v>3500</c:v>
                </c:pt>
                <c:pt idx="12395">
                  <c:v>3500</c:v>
                </c:pt>
                <c:pt idx="12396">
                  <c:v>3500</c:v>
                </c:pt>
                <c:pt idx="12397">
                  <c:v>3500</c:v>
                </c:pt>
                <c:pt idx="12398">
                  <c:v>3500</c:v>
                </c:pt>
                <c:pt idx="12399">
                  <c:v>3500</c:v>
                </c:pt>
                <c:pt idx="12400">
                  <c:v>3500</c:v>
                </c:pt>
                <c:pt idx="12401">
                  <c:v>3500</c:v>
                </c:pt>
                <c:pt idx="12402">
                  <c:v>3500</c:v>
                </c:pt>
                <c:pt idx="12403">
                  <c:v>3500</c:v>
                </c:pt>
                <c:pt idx="12404">
                  <c:v>3500</c:v>
                </c:pt>
                <c:pt idx="12405">
                  <c:v>3500</c:v>
                </c:pt>
                <c:pt idx="12406">
                  <c:v>3500</c:v>
                </c:pt>
                <c:pt idx="12407">
                  <c:v>3500</c:v>
                </c:pt>
                <c:pt idx="12408">
                  <c:v>3500</c:v>
                </c:pt>
                <c:pt idx="12409">
                  <c:v>3500</c:v>
                </c:pt>
                <c:pt idx="12410">
                  <c:v>3500</c:v>
                </c:pt>
                <c:pt idx="12411">
                  <c:v>3500</c:v>
                </c:pt>
                <c:pt idx="12412">
                  <c:v>3500</c:v>
                </c:pt>
                <c:pt idx="12413">
                  <c:v>3500</c:v>
                </c:pt>
                <c:pt idx="12414">
                  <c:v>3500</c:v>
                </c:pt>
                <c:pt idx="12415">
                  <c:v>3500</c:v>
                </c:pt>
                <c:pt idx="12416">
                  <c:v>3500</c:v>
                </c:pt>
                <c:pt idx="12417">
                  <c:v>3500</c:v>
                </c:pt>
                <c:pt idx="12418">
                  <c:v>3500</c:v>
                </c:pt>
                <c:pt idx="12419">
                  <c:v>3500</c:v>
                </c:pt>
                <c:pt idx="12420">
                  <c:v>3500</c:v>
                </c:pt>
                <c:pt idx="12421">
                  <c:v>3500</c:v>
                </c:pt>
                <c:pt idx="12422">
                  <c:v>3500</c:v>
                </c:pt>
                <c:pt idx="12423">
                  <c:v>3500</c:v>
                </c:pt>
                <c:pt idx="12424">
                  <c:v>3500</c:v>
                </c:pt>
                <c:pt idx="12425">
                  <c:v>3500</c:v>
                </c:pt>
                <c:pt idx="12426">
                  <c:v>3500</c:v>
                </c:pt>
                <c:pt idx="12427">
                  <c:v>3500</c:v>
                </c:pt>
                <c:pt idx="12428">
                  <c:v>3500</c:v>
                </c:pt>
                <c:pt idx="12429">
                  <c:v>3500</c:v>
                </c:pt>
                <c:pt idx="12430">
                  <c:v>3500</c:v>
                </c:pt>
                <c:pt idx="12431">
                  <c:v>3450</c:v>
                </c:pt>
                <c:pt idx="12432">
                  <c:v>3450</c:v>
                </c:pt>
                <c:pt idx="12433">
                  <c:v>3450</c:v>
                </c:pt>
                <c:pt idx="12434">
                  <c:v>3450</c:v>
                </c:pt>
                <c:pt idx="12435">
                  <c:v>3450</c:v>
                </c:pt>
                <c:pt idx="12436">
                  <c:v>3450</c:v>
                </c:pt>
                <c:pt idx="12437">
                  <c:v>3450</c:v>
                </c:pt>
                <c:pt idx="12438">
                  <c:v>3425</c:v>
                </c:pt>
                <c:pt idx="12439">
                  <c:v>3400</c:v>
                </c:pt>
                <c:pt idx="12440">
                  <c:v>3400</c:v>
                </c:pt>
                <c:pt idx="12441">
                  <c:v>3400</c:v>
                </c:pt>
                <c:pt idx="12442">
                  <c:v>3400</c:v>
                </c:pt>
                <c:pt idx="12443">
                  <c:v>3400</c:v>
                </c:pt>
                <c:pt idx="12444">
                  <c:v>3400</c:v>
                </c:pt>
                <c:pt idx="12445">
                  <c:v>3400</c:v>
                </c:pt>
                <c:pt idx="12446">
                  <c:v>3400</c:v>
                </c:pt>
                <c:pt idx="12447">
                  <c:v>3400</c:v>
                </c:pt>
                <c:pt idx="12448">
                  <c:v>3400</c:v>
                </c:pt>
                <c:pt idx="12449">
                  <c:v>3400</c:v>
                </c:pt>
                <c:pt idx="12450">
                  <c:v>3400</c:v>
                </c:pt>
                <c:pt idx="12451">
                  <c:v>3400</c:v>
                </c:pt>
                <c:pt idx="12452">
                  <c:v>3400</c:v>
                </c:pt>
                <c:pt idx="12453">
                  <c:v>3400</c:v>
                </c:pt>
                <c:pt idx="12454">
                  <c:v>3400</c:v>
                </c:pt>
                <c:pt idx="12455">
                  <c:v>3400</c:v>
                </c:pt>
                <c:pt idx="12456">
                  <c:v>3400</c:v>
                </c:pt>
                <c:pt idx="12457">
                  <c:v>3400</c:v>
                </c:pt>
                <c:pt idx="12458">
                  <c:v>3400</c:v>
                </c:pt>
                <c:pt idx="12459">
                  <c:v>3400</c:v>
                </c:pt>
                <c:pt idx="12460">
                  <c:v>3400</c:v>
                </c:pt>
                <c:pt idx="12461">
                  <c:v>3400</c:v>
                </c:pt>
                <c:pt idx="12462">
                  <c:v>3400</c:v>
                </c:pt>
                <c:pt idx="12463">
                  <c:v>3400</c:v>
                </c:pt>
                <c:pt idx="12464">
                  <c:v>3400</c:v>
                </c:pt>
                <c:pt idx="12465">
                  <c:v>3400</c:v>
                </c:pt>
                <c:pt idx="12466">
                  <c:v>3375</c:v>
                </c:pt>
                <c:pt idx="12467">
                  <c:v>3350</c:v>
                </c:pt>
                <c:pt idx="12468">
                  <c:v>3350</c:v>
                </c:pt>
                <c:pt idx="12469">
                  <c:v>3350</c:v>
                </c:pt>
                <c:pt idx="12470">
                  <c:v>3350</c:v>
                </c:pt>
                <c:pt idx="12471">
                  <c:v>3350</c:v>
                </c:pt>
                <c:pt idx="12472">
                  <c:v>3325</c:v>
                </c:pt>
                <c:pt idx="12473">
                  <c:v>3300</c:v>
                </c:pt>
                <c:pt idx="12474">
                  <c:v>3300</c:v>
                </c:pt>
                <c:pt idx="12475">
                  <c:v>3300</c:v>
                </c:pt>
                <c:pt idx="12476">
                  <c:v>3300</c:v>
                </c:pt>
                <c:pt idx="12477">
                  <c:v>3300</c:v>
                </c:pt>
                <c:pt idx="12478">
                  <c:v>3300</c:v>
                </c:pt>
                <c:pt idx="12479">
                  <c:v>3300</c:v>
                </c:pt>
                <c:pt idx="12480">
                  <c:v>3300</c:v>
                </c:pt>
                <c:pt idx="12481">
                  <c:v>3300</c:v>
                </c:pt>
                <c:pt idx="12482">
                  <c:v>3300</c:v>
                </c:pt>
                <c:pt idx="12483">
                  <c:v>3300</c:v>
                </c:pt>
                <c:pt idx="12484">
                  <c:v>3300</c:v>
                </c:pt>
                <c:pt idx="12485">
                  <c:v>3300</c:v>
                </c:pt>
                <c:pt idx="12486">
                  <c:v>3300</c:v>
                </c:pt>
                <c:pt idx="12487">
                  <c:v>3300</c:v>
                </c:pt>
                <c:pt idx="12488">
                  <c:v>3300</c:v>
                </c:pt>
                <c:pt idx="12489">
                  <c:v>3300</c:v>
                </c:pt>
                <c:pt idx="12490">
                  <c:v>3300</c:v>
                </c:pt>
                <c:pt idx="12491">
                  <c:v>3300</c:v>
                </c:pt>
                <c:pt idx="12492">
                  <c:v>3300</c:v>
                </c:pt>
                <c:pt idx="12493">
                  <c:v>3300</c:v>
                </c:pt>
                <c:pt idx="12494">
                  <c:v>3300</c:v>
                </c:pt>
                <c:pt idx="12495">
                  <c:v>3300</c:v>
                </c:pt>
                <c:pt idx="12496">
                  <c:v>3300</c:v>
                </c:pt>
                <c:pt idx="12497">
                  <c:v>3300</c:v>
                </c:pt>
                <c:pt idx="12498">
                  <c:v>3300</c:v>
                </c:pt>
                <c:pt idx="12499">
                  <c:v>3300</c:v>
                </c:pt>
                <c:pt idx="12500">
                  <c:v>3300</c:v>
                </c:pt>
                <c:pt idx="12501">
                  <c:v>3300</c:v>
                </c:pt>
                <c:pt idx="12502">
                  <c:v>3300</c:v>
                </c:pt>
                <c:pt idx="12503">
                  <c:v>3300</c:v>
                </c:pt>
                <c:pt idx="12504">
                  <c:v>3300</c:v>
                </c:pt>
                <c:pt idx="12505">
                  <c:v>3300</c:v>
                </c:pt>
                <c:pt idx="12506">
                  <c:v>3300</c:v>
                </c:pt>
                <c:pt idx="12507">
                  <c:v>3300</c:v>
                </c:pt>
                <c:pt idx="12508">
                  <c:v>3300</c:v>
                </c:pt>
                <c:pt idx="12509">
                  <c:v>3300</c:v>
                </c:pt>
                <c:pt idx="12510">
                  <c:v>3300</c:v>
                </c:pt>
                <c:pt idx="12511">
                  <c:v>3300</c:v>
                </c:pt>
                <c:pt idx="12512">
                  <c:v>3300</c:v>
                </c:pt>
                <c:pt idx="12513">
                  <c:v>3300</c:v>
                </c:pt>
                <c:pt idx="12514">
                  <c:v>3300</c:v>
                </c:pt>
                <c:pt idx="12515">
                  <c:v>3250</c:v>
                </c:pt>
                <c:pt idx="12516">
                  <c:v>3250</c:v>
                </c:pt>
                <c:pt idx="12517">
                  <c:v>3250</c:v>
                </c:pt>
                <c:pt idx="12518">
                  <c:v>3250</c:v>
                </c:pt>
                <c:pt idx="12519">
                  <c:v>3250</c:v>
                </c:pt>
                <c:pt idx="12520">
                  <c:v>3250</c:v>
                </c:pt>
                <c:pt idx="12521">
                  <c:v>3250</c:v>
                </c:pt>
                <c:pt idx="12522">
                  <c:v>3225</c:v>
                </c:pt>
                <c:pt idx="12523">
                  <c:v>3200</c:v>
                </c:pt>
                <c:pt idx="12524">
                  <c:v>3200</c:v>
                </c:pt>
                <c:pt idx="12525">
                  <c:v>3200</c:v>
                </c:pt>
                <c:pt idx="12526">
                  <c:v>3200</c:v>
                </c:pt>
                <c:pt idx="12527">
                  <c:v>3200</c:v>
                </c:pt>
                <c:pt idx="12528">
                  <c:v>3200</c:v>
                </c:pt>
                <c:pt idx="12529">
                  <c:v>3200</c:v>
                </c:pt>
                <c:pt idx="12530">
                  <c:v>3200</c:v>
                </c:pt>
                <c:pt idx="12531">
                  <c:v>3200</c:v>
                </c:pt>
                <c:pt idx="12532">
                  <c:v>3200</c:v>
                </c:pt>
                <c:pt idx="12533">
                  <c:v>3200</c:v>
                </c:pt>
                <c:pt idx="12534">
                  <c:v>3200</c:v>
                </c:pt>
                <c:pt idx="12535">
                  <c:v>3200</c:v>
                </c:pt>
                <c:pt idx="12536">
                  <c:v>3200</c:v>
                </c:pt>
                <c:pt idx="12537">
                  <c:v>3200</c:v>
                </c:pt>
                <c:pt idx="12538">
                  <c:v>3200</c:v>
                </c:pt>
                <c:pt idx="12539">
                  <c:v>3200</c:v>
                </c:pt>
                <c:pt idx="12540">
                  <c:v>3200</c:v>
                </c:pt>
                <c:pt idx="12541">
                  <c:v>3200</c:v>
                </c:pt>
                <c:pt idx="12542">
                  <c:v>3200</c:v>
                </c:pt>
                <c:pt idx="12543">
                  <c:v>3200</c:v>
                </c:pt>
                <c:pt idx="12544">
                  <c:v>3200</c:v>
                </c:pt>
                <c:pt idx="12545">
                  <c:v>3200</c:v>
                </c:pt>
                <c:pt idx="12546">
                  <c:v>3200</c:v>
                </c:pt>
                <c:pt idx="12547">
                  <c:v>3200</c:v>
                </c:pt>
                <c:pt idx="12548">
                  <c:v>3200</c:v>
                </c:pt>
                <c:pt idx="12549">
                  <c:v>3200</c:v>
                </c:pt>
                <c:pt idx="12550">
                  <c:v>3200</c:v>
                </c:pt>
                <c:pt idx="12551">
                  <c:v>3200</c:v>
                </c:pt>
                <c:pt idx="12552">
                  <c:v>3200</c:v>
                </c:pt>
                <c:pt idx="12553">
                  <c:v>3200</c:v>
                </c:pt>
                <c:pt idx="12554">
                  <c:v>3200</c:v>
                </c:pt>
                <c:pt idx="12555">
                  <c:v>3200</c:v>
                </c:pt>
                <c:pt idx="12556">
                  <c:v>3150</c:v>
                </c:pt>
                <c:pt idx="12557">
                  <c:v>3150</c:v>
                </c:pt>
                <c:pt idx="12558">
                  <c:v>3150</c:v>
                </c:pt>
                <c:pt idx="12559">
                  <c:v>3150</c:v>
                </c:pt>
                <c:pt idx="12560">
                  <c:v>3150</c:v>
                </c:pt>
                <c:pt idx="12561">
                  <c:v>3150</c:v>
                </c:pt>
                <c:pt idx="12562">
                  <c:v>3150</c:v>
                </c:pt>
                <c:pt idx="12563">
                  <c:v>3100</c:v>
                </c:pt>
                <c:pt idx="12564">
                  <c:v>3100</c:v>
                </c:pt>
                <c:pt idx="12565">
                  <c:v>3100</c:v>
                </c:pt>
                <c:pt idx="12566">
                  <c:v>3100</c:v>
                </c:pt>
                <c:pt idx="12567">
                  <c:v>3100</c:v>
                </c:pt>
                <c:pt idx="12568">
                  <c:v>3100</c:v>
                </c:pt>
                <c:pt idx="12569">
                  <c:v>3100</c:v>
                </c:pt>
                <c:pt idx="12570">
                  <c:v>3100</c:v>
                </c:pt>
                <c:pt idx="12571">
                  <c:v>3100</c:v>
                </c:pt>
                <c:pt idx="12572">
                  <c:v>3100</c:v>
                </c:pt>
                <c:pt idx="12573">
                  <c:v>3100</c:v>
                </c:pt>
                <c:pt idx="12574">
                  <c:v>3100</c:v>
                </c:pt>
                <c:pt idx="12575">
                  <c:v>3100</c:v>
                </c:pt>
                <c:pt idx="12576">
                  <c:v>3100</c:v>
                </c:pt>
                <c:pt idx="12577">
                  <c:v>3100</c:v>
                </c:pt>
                <c:pt idx="12578">
                  <c:v>3100</c:v>
                </c:pt>
                <c:pt idx="12579">
                  <c:v>3100</c:v>
                </c:pt>
                <c:pt idx="12580">
                  <c:v>3100</c:v>
                </c:pt>
                <c:pt idx="12581">
                  <c:v>3100</c:v>
                </c:pt>
                <c:pt idx="12582">
                  <c:v>3100</c:v>
                </c:pt>
                <c:pt idx="12583">
                  <c:v>3100</c:v>
                </c:pt>
                <c:pt idx="12584">
                  <c:v>3100</c:v>
                </c:pt>
                <c:pt idx="12585">
                  <c:v>3100</c:v>
                </c:pt>
                <c:pt idx="12586">
                  <c:v>3100</c:v>
                </c:pt>
                <c:pt idx="12587">
                  <c:v>3100</c:v>
                </c:pt>
                <c:pt idx="12588">
                  <c:v>3100</c:v>
                </c:pt>
                <c:pt idx="12589">
                  <c:v>3100</c:v>
                </c:pt>
                <c:pt idx="12590">
                  <c:v>3100</c:v>
                </c:pt>
                <c:pt idx="12591">
                  <c:v>3100</c:v>
                </c:pt>
                <c:pt idx="12592">
                  <c:v>3100</c:v>
                </c:pt>
                <c:pt idx="12593">
                  <c:v>3100</c:v>
                </c:pt>
                <c:pt idx="12594">
                  <c:v>3100</c:v>
                </c:pt>
                <c:pt idx="12595">
                  <c:v>3075</c:v>
                </c:pt>
                <c:pt idx="12596">
                  <c:v>3075</c:v>
                </c:pt>
                <c:pt idx="12597">
                  <c:v>3050</c:v>
                </c:pt>
                <c:pt idx="12598">
                  <c:v>3050</c:v>
                </c:pt>
                <c:pt idx="12599">
                  <c:v>3050</c:v>
                </c:pt>
                <c:pt idx="12600">
                  <c:v>3050</c:v>
                </c:pt>
                <c:pt idx="12601">
                  <c:v>3025</c:v>
                </c:pt>
                <c:pt idx="12602">
                  <c:v>3000</c:v>
                </c:pt>
                <c:pt idx="12603">
                  <c:v>3000</c:v>
                </c:pt>
                <c:pt idx="12604">
                  <c:v>3000</c:v>
                </c:pt>
                <c:pt idx="12605">
                  <c:v>3000</c:v>
                </c:pt>
                <c:pt idx="12606">
                  <c:v>3000</c:v>
                </c:pt>
                <c:pt idx="12607">
                  <c:v>3000</c:v>
                </c:pt>
                <c:pt idx="12608">
                  <c:v>3000</c:v>
                </c:pt>
                <c:pt idx="12609">
                  <c:v>3000</c:v>
                </c:pt>
                <c:pt idx="12610">
                  <c:v>3000</c:v>
                </c:pt>
                <c:pt idx="12611">
                  <c:v>3000</c:v>
                </c:pt>
                <c:pt idx="12612">
                  <c:v>3000</c:v>
                </c:pt>
                <c:pt idx="12613">
                  <c:v>3000</c:v>
                </c:pt>
                <c:pt idx="12614">
                  <c:v>3000</c:v>
                </c:pt>
                <c:pt idx="12615">
                  <c:v>3000</c:v>
                </c:pt>
                <c:pt idx="12616">
                  <c:v>3000</c:v>
                </c:pt>
                <c:pt idx="12617">
                  <c:v>3000</c:v>
                </c:pt>
                <c:pt idx="12618">
                  <c:v>3000</c:v>
                </c:pt>
                <c:pt idx="12619">
                  <c:v>3000</c:v>
                </c:pt>
                <c:pt idx="12620">
                  <c:v>3000</c:v>
                </c:pt>
                <c:pt idx="12621">
                  <c:v>3000</c:v>
                </c:pt>
                <c:pt idx="12622">
                  <c:v>3000</c:v>
                </c:pt>
                <c:pt idx="12623">
                  <c:v>3000</c:v>
                </c:pt>
                <c:pt idx="12624">
                  <c:v>3000</c:v>
                </c:pt>
                <c:pt idx="12625">
                  <c:v>3000</c:v>
                </c:pt>
                <c:pt idx="12626">
                  <c:v>3000</c:v>
                </c:pt>
                <c:pt idx="12627">
                  <c:v>3000</c:v>
                </c:pt>
                <c:pt idx="12628">
                  <c:v>3000</c:v>
                </c:pt>
                <c:pt idx="12629">
                  <c:v>3000</c:v>
                </c:pt>
                <c:pt idx="12630">
                  <c:v>3000</c:v>
                </c:pt>
                <c:pt idx="12631">
                  <c:v>3000</c:v>
                </c:pt>
                <c:pt idx="12632">
                  <c:v>3000</c:v>
                </c:pt>
                <c:pt idx="12633">
                  <c:v>3000</c:v>
                </c:pt>
                <c:pt idx="12634">
                  <c:v>3000</c:v>
                </c:pt>
                <c:pt idx="12635">
                  <c:v>3000</c:v>
                </c:pt>
                <c:pt idx="12636">
                  <c:v>3000</c:v>
                </c:pt>
                <c:pt idx="12637">
                  <c:v>3000</c:v>
                </c:pt>
                <c:pt idx="12638">
                  <c:v>3000</c:v>
                </c:pt>
                <c:pt idx="12639">
                  <c:v>3000</c:v>
                </c:pt>
                <c:pt idx="12640">
                  <c:v>3000</c:v>
                </c:pt>
                <c:pt idx="12641">
                  <c:v>3000</c:v>
                </c:pt>
                <c:pt idx="12642">
                  <c:v>3000</c:v>
                </c:pt>
                <c:pt idx="12643">
                  <c:v>3000</c:v>
                </c:pt>
                <c:pt idx="12644">
                  <c:v>3000</c:v>
                </c:pt>
                <c:pt idx="12645">
                  <c:v>3000</c:v>
                </c:pt>
                <c:pt idx="12646">
                  <c:v>3000</c:v>
                </c:pt>
                <c:pt idx="12647">
                  <c:v>3000</c:v>
                </c:pt>
                <c:pt idx="12648">
                  <c:v>3000</c:v>
                </c:pt>
                <c:pt idx="12649">
                  <c:v>3000</c:v>
                </c:pt>
                <c:pt idx="12650">
                  <c:v>3000</c:v>
                </c:pt>
                <c:pt idx="12651">
                  <c:v>3000</c:v>
                </c:pt>
                <c:pt idx="12652">
                  <c:v>3000</c:v>
                </c:pt>
                <c:pt idx="12653">
                  <c:v>2950</c:v>
                </c:pt>
                <c:pt idx="12654">
                  <c:v>2950</c:v>
                </c:pt>
                <c:pt idx="12655">
                  <c:v>2950</c:v>
                </c:pt>
                <c:pt idx="12656">
                  <c:v>2950</c:v>
                </c:pt>
                <c:pt idx="12657">
                  <c:v>2950</c:v>
                </c:pt>
                <c:pt idx="12658">
                  <c:v>2900</c:v>
                </c:pt>
                <c:pt idx="12659">
                  <c:v>2900</c:v>
                </c:pt>
                <c:pt idx="12660">
                  <c:v>2900</c:v>
                </c:pt>
                <c:pt idx="12661">
                  <c:v>2900</c:v>
                </c:pt>
                <c:pt idx="12662">
                  <c:v>2900</c:v>
                </c:pt>
                <c:pt idx="12663">
                  <c:v>2900</c:v>
                </c:pt>
                <c:pt idx="12664">
                  <c:v>2900</c:v>
                </c:pt>
                <c:pt idx="12665">
                  <c:v>2900</c:v>
                </c:pt>
                <c:pt idx="12666">
                  <c:v>2900</c:v>
                </c:pt>
                <c:pt idx="12667">
                  <c:v>2900</c:v>
                </c:pt>
                <c:pt idx="12668">
                  <c:v>2900</c:v>
                </c:pt>
                <c:pt idx="12669">
                  <c:v>2900</c:v>
                </c:pt>
                <c:pt idx="12670">
                  <c:v>2900</c:v>
                </c:pt>
                <c:pt idx="12671">
                  <c:v>2900</c:v>
                </c:pt>
                <c:pt idx="12672">
                  <c:v>2900</c:v>
                </c:pt>
                <c:pt idx="12673">
                  <c:v>2900</c:v>
                </c:pt>
                <c:pt idx="12674">
                  <c:v>2900</c:v>
                </c:pt>
                <c:pt idx="12675">
                  <c:v>2900</c:v>
                </c:pt>
                <c:pt idx="12676">
                  <c:v>2900</c:v>
                </c:pt>
                <c:pt idx="12677">
                  <c:v>2900</c:v>
                </c:pt>
                <c:pt idx="12678">
                  <c:v>2900</c:v>
                </c:pt>
                <c:pt idx="12679">
                  <c:v>2900</c:v>
                </c:pt>
                <c:pt idx="12680">
                  <c:v>2900</c:v>
                </c:pt>
                <c:pt idx="12681">
                  <c:v>2900</c:v>
                </c:pt>
                <c:pt idx="12682">
                  <c:v>2900</c:v>
                </c:pt>
                <c:pt idx="12683">
                  <c:v>2900</c:v>
                </c:pt>
                <c:pt idx="12684">
                  <c:v>2900</c:v>
                </c:pt>
                <c:pt idx="12685">
                  <c:v>2900</c:v>
                </c:pt>
                <c:pt idx="12686">
                  <c:v>2900</c:v>
                </c:pt>
                <c:pt idx="12687">
                  <c:v>2900</c:v>
                </c:pt>
                <c:pt idx="12688">
                  <c:v>2900</c:v>
                </c:pt>
                <c:pt idx="12689">
                  <c:v>2900</c:v>
                </c:pt>
                <c:pt idx="12690">
                  <c:v>2900</c:v>
                </c:pt>
                <c:pt idx="12691">
                  <c:v>2900</c:v>
                </c:pt>
                <c:pt idx="12692">
                  <c:v>2900</c:v>
                </c:pt>
                <c:pt idx="12693">
                  <c:v>2900</c:v>
                </c:pt>
                <c:pt idx="12694">
                  <c:v>2850</c:v>
                </c:pt>
                <c:pt idx="12695">
                  <c:v>2850</c:v>
                </c:pt>
                <c:pt idx="12696">
                  <c:v>2850</c:v>
                </c:pt>
                <c:pt idx="12697">
                  <c:v>2850</c:v>
                </c:pt>
                <c:pt idx="12698">
                  <c:v>2850</c:v>
                </c:pt>
                <c:pt idx="12699">
                  <c:v>2850</c:v>
                </c:pt>
                <c:pt idx="12700">
                  <c:v>2850</c:v>
                </c:pt>
                <c:pt idx="12701">
                  <c:v>2850</c:v>
                </c:pt>
                <c:pt idx="12702">
                  <c:v>2800</c:v>
                </c:pt>
                <c:pt idx="12703">
                  <c:v>2800</c:v>
                </c:pt>
                <c:pt idx="12704">
                  <c:v>2800</c:v>
                </c:pt>
                <c:pt idx="12705">
                  <c:v>2800</c:v>
                </c:pt>
                <c:pt idx="12706">
                  <c:v>2800</c:v>
                </c:pt>
                <c:pt idx="12707">
                  <c:v>2800</c:v>
                </c:pt>
                <c:pt idx="12708">
                  <c:v>2800</c:v>
                </c:pt>
                <c:pt idx="12709">
                  <c:v>2800</c:v>
                </c:pt>
                <c:pt idx="12710">
                  <c:v>2800</c:v>
                </c:pt>
                <c:pt idx="12711">
                  <c:v>2800</c:v>
                </c:pt>
                <c:pt idx="12712">
                  <c:v>2800</c:v>
                </c:pt>
                <c:pt idx="12713">
                  <c:v>2800</c:v>
                </c:pt>
                <c:pt idx="12714">
                  <c:v>2800</c:v>
                </c:pt>
                <c:pt idx="12715">
                  <c:v>2800</c:v>
                </c:pt>
                <c:pt idx="12716">
                  <c:v>2800</c:v>
                </c:pt>
                <c:pt idx="12717">
                  <c:v>2800</c:v>
                </c:pt>
                <c:pt idx="12718">
                  <c:v>2800</c:v>
                </c:pt>
                <c:pt idx="12719">
                  <c:v>2800</c:v>
                </c:pt>
                <c:pt idx="12720">
                  <c:v>2800</c:v>
                </c:pt>
                <c:pt idx="12721">
                  <c:v>2800</c:v>
                </c:pt>
                <c:pt idx="12722">
                  <c:v>2800</c:v>
                </c:pt>
                <c:pt idx="12723">
                  <c:v>2800</c:v>
                </c:pt>
                <c:pt idx="12724">
                  <c:v>2800</c:v>
                </c:pt>
                <c:pt idx="12725">
                  <c:v>2800</c:v>
                </c:pt>
                <c:pt idx="12726">
                  <c:v>2800</c:v>
                </c:pt>
                <c:pt idx="12727">
                  <c:v>2800</c:v>
                </c:pt>
                <c:pt idx="12728">
                  <c:v>2800</c:v>
                </c:pt>
                <c:pt idx="12729">
                  <c:v>2800</c:v>
                </c:pt>
                <c:pt idx="12730">
                  <c:v>2800</c:v>
                </c:pt>
                <c:pt idx="12731">
                  <c:v>2800</c:v>
                </c:pt>
                <c:pt idx="12732">
                  <c:v>2800</c:v>
                </c:pt>
                <c:pt idx="12733">
                  <c:v>2800</c:v>
                </c:pt>
                <c:pt idx="12734">
                  <c:v>2800</c:v>
                </c:pt>
                <c:pt idx="12735">
                  <c:v>2800</c:v>
                </c:pt>
                <c:pt idx="12736">
                  <c:v>2800</c:v>
                </c:pt>
                <c:pt idx="12737">
                  <c:v>2800</c:v>
                </c:pt>
                <c:pt idx="12738">
                  <c:v>2800</c:v>
                </c:pt>
                <c:pt idx="12739">
                  <c:v>2800</c:v>
                </c:pt>
                <c:pt idx="12740">
                  <c:v>2800</c:v>
                </c:pt>
                <c:pt idx="12741">
                  <c:v>2800</c:v>
                </c:pt>
                <c:pt idx="12742">
                  <c:v>2800</c:v>
                </c:pt>
                <c:pt idx="12743">
                  <c:v>2800</c:v>
                </c:pt>
                <c:pt idx="12744">
                  <c:v>2800</c:v>
                </c:pt>
                <c:pt idx="12745">
                  <c:v>2800</c:v>
                </c:pt>
                <c:pt idx="12746">
                  <c:v>2775</c:v>
                </c:pt>
                <c:pt idx="12747">
                  <c:v>2775</c:v>
                </c:pt>
                <c:pt idx="12748">
                  <c:v>2750</c:v>
                </c:pt>
                <c:pt idx="12749">
                  <c:v>2750</c:v>
                </c:pt>
                <c:pt idx="12750">
                  <c:v>2750</c:v>
                </c:pt>
                <c:pt idx="12751">
                  <c:v>2750</c:v>
                </c:pt>
                <c:pt idx="12752">
                  <c:v>2750</c:v>
                </c:pt>
                <c:pt idx="12753">
                  <c:v>2750</c:v>
                </c:pt>
                <c:pt idx="12754">
                  <c:v>2750</c:v>
                </c:pt>
                <c:pt idx="12755">
                  <c:v>2750</c:v>
                </c:pt>
                <c:pt idx="12756">
                  <c:v>2750</c:v>
                </c:pt>
                <c:pt idx="12757">
                  <c:v>2725</c:v>
                </c:pt>
                <c:pt idx="12758">
                  <c:v>2700</c:v>
                </c:pt>
                <c:pt idx="12759">
                  <c:v>2700</c:v>
                </c:pt>
                <c:pt idx="12760">
                  <c:v>2700</c:v>
                </c:pt>
                <c:pt idx="12761">
                  <c:v>2700</c:v>
                </c:pt>
                <c:pt idx="12762">
                  <c:v>2700</c:v>
                </c:pt>
                <c:pt idx="12763">
                  <c:v>2700</c:v>
                </c:pt>
                <c:pt idx="12764">
                  <c:v>2700</c:v>
                </c:pt>
                <c:pt idx="12765">
                  <c:v>2700</c:v>
                </c:pt>
                <c:pt idx="12766">
                  <c:v>2700</c:v>
                </c:pt>
                <c:pt idx="12767">
                  <c:v>2700</c:v>
                </c:pt>
                <c:pt idx="12768">
                  <c:v>2700</c:v>
                </c:pt>
                <c:pt idx="12769">
                  <c:v>2700</c:v>
                </c:pt>
                <c:pt idx="12770">
                  <c:v>2700</c:v>
                </c:pt>
                <c:pt idx="12771">
                  <c:v>2700</c:v>
                </c:pt>
                <c:pt idx="12772">
                  <c:v>2700</c:v>
                </c:pt>
                <c:pt idx="12773">
                  <c:v>2700</c:v>
                </c:pt>
                <c:pt idx="12774">
                  <c:v>2700</c:v>
                </c:pt>
                <c:pt idx="12775">
                  <c:v>2700</c:v>
                </c:pt>
                <c:pt idx="12776">
                  <c:v>2700</c:v>
                </c:pt>
                <c:pt idx="12777">
                  <c:v>2700</c:v>
                </c:pt>
                <c:pt idx="12778">
                  <c:v>2700</c:v>
                </c:pt>
                <c:pt idx="12779">
                  <c:v>2700</c:v>
                </c:pt>
                <c:pt idx="12780">
                  <c:v>2700</c:v>
                </c:pt>
                <c:pt idx="12781">
                  <c:v>2700</c:v>
                </c:pt>
                <c:pt idx="12782">
                  <c:v>2700</c:v>
                </c:pt>
                <c:pt idx="12783">
                  <c:v>2700</c:v>
                </c:pt>
                <c:pt idx="12784">
                  <c:v>2700</c:v>
                </c:pt>
                <c:pt idx="12785">
                  <c:v>2700</c:v>
                </c:pt>
                <c:pt idx="12786">
                  <c:v>2700</c:v>
                </c:pt>
                <c:pt idx="12787">
                  <c:v>2700</c:v>
                </c:pt>
                <c:pt idx="12788">
                  <c:v>2700</c:v>
                </c:pt>
                <c:pt idx="12789">
                  <c:v>2700</c:v>
                </c:pt>
                <c:pt idx="12790">
                  <c:v>2700</c:v>
                </c:pt>
                <c:pt idx="12791">
                  <c:v>2700</c:v>
                </c:pt>
                <c:pt idx="12792">
                  <c:v>2700</c:v>
                </c:pt>
                <c:pt idx="12793">
                  <c:v>2700</c:v>
                </c:pt>
                <c:pt idx="12794">
                  <c:v>2700</c:v>
                </c:pt>
                <c:pt idx="12795">
                  <c:v>2700</c:v>
                </c:pt>
                <c:pt idx="12796">
                  <c:v>2675</c:v>
                </c:pt>
                <c:pt idx="12797">
                  <c:v>2650</c:v>
                </c:pt>
                <c:pt idx="12798">
                  <c:v>2650</c:v>
                </c:pt>
                <c:pt idx="12799">
                  <c:v>2650</c:v>
                </c:pt>
                <c:pt idx="12800">
                  <c:v>2650</c:v>
                </c:pt>
                <c:pt idx="12801">
                  <c:v>2650</c:v>
                </c:pt>
                <c:pt idx="12802">
                  <c:v>2600</c:v>
                </c:pt>
                <c:pt idx="12803">
                  <c:v>2600</c:v>
                </c:pt>
                <c:pt idx="12804">
                  <c:v>2600</c:v>
                </c:pt>
                <c:pt idx="12805">
                  <c:v>2600</c:v>
                </c:pt>
                <c:pt idx="12806">
                  <c:v>2600</c:v>
                </c:pt>
                <c:pt idx="12807">
                  <c:v>2600</c:v>
                </c:pt>
                <c:pt idx="12808">
                  <c:v>2600</c:v>
                </c:pt>
                <c:pt idx="12809">
                  <c:v>2600</c:v>
                </c:pt>
                <c:pt idx="12810">
                  <c:v>2600</c:v>
                </c:pt>
                <c:pt idx="12811">
                  <c:v>2600</c:v>
                </c:pt>
                <c:pt idx="12812">
                  <c:v>2600</c:v>
                </c:pt>
                <c:pt idx="12813">
                  <c:v>2600</c:v>
                </c:pt>
                <c:pt idx="12814">
                  <c:v>2600</c:v>
                </c:pt>
                <c:pt idx="12815">
                  <c:v>2600</c:v>
                </c:pt>
                <c:pt idx="12816">
                  <c:v>2600</c:v>
                </c:pt>
                <c:pt idx="12817">
                  <c:v>2600</c:v>
                </c:pt>
                <c:pt idx="12818">
                  <c:v>2600</c:v>
                </c:pt>
                <c:pt idx="12819">
                  <c:v>2600</c:v>
                </c:pt>
                <c:pt idx="12820">
                  <c:v>2600</c:v>
                </c:pt>
                <c:pt idx="12821">
                  <c:v>2600</c:v>
                </c:pt>
                <c:pt idx="12822">
                  <c:v>2600</c:v>
                </c:pt>
                <c:pt idx="12823">
                  <c:v>2600</c:v>
                </c:pt>
                <c:pt idx="12824">
                  <c:v>2600</c:v>
                </c:pt>
                <c:pt idx="12825">
                  <c:v>2600</c:v>
                </c:pt>
                <c:pt idx="12826">
                  <c:v>2600</c:v>
                </c:pt>
                <c:pt idx="12827">
                  <c:v>2600</c:v>
                </c:pt>
                <c:pt idx="12828">
                  <c:v>2600</c:v>
                </c:pt>
                <c:pt idx="12829">
                  <c:v>2600</c:v>
                </c:pt>
                <c:pt idx="12830">
                  <c:v>2600</c:v>
                </c:pt>
                <c:pt idx="12831">
                  <c:v>2600</c:v>
                </c:pt>
                <c:pt idx="12832">
                  <c:v>2600</c:v>
                </c:pt>
                <c:pt idx="12833">
                  <c:v>2600</c:v>
                </c:pt>
                <c:pt idx="12834">
                  <c:v>2600</c:v>
                </c:pt>
                <c:pt idx="12835">
                  <c:v>2600</c:v>
                </c:pt>
                <c:pt idx="12836">
                  <c:v>2600</c:v>
                </c:pt>
                <c:pt idx="12837">
                  <c:v>2600</c:v>
                </c:pt>
                <c:pt idx="12838">
                  <c:v>2600</c:v>
                </c:pt>
                <c:pt idx="12839">
                  <c:v>2600</c:v>
                </c:pt>
                <c:pt idx="12840">
                  <c:v>2600</c:v>
                </c:pt>
                <c:pt idx="12841">
                  <c:v>2600</c:v>
                </c:pt>
                <c:pt idx="12842">
                  <c:v>2585</c:v>
                </c:pt>
                <c:pt idx="12843">
                  <c:v>2550</c:v>
                </c:pt>
                <c:pt idx="12844">
                  <c:v>2550</c:v>
                </c:pt>
                <c:pt idx="12845">
                  <c:v>2550</c:v>
                </c:pt>
                <c:pt idx="12846">
                  <c:v>2550</c:v>
                </c:pt>
                <c:pt idx="12847">
                  <c:v>2550</c:v>
                </c:pt>
                <c:pt idx="12848">
                  <c:v>2550</c:v>
                </c:pt>
                <c:pt idx="12849">
                  <c:v>2550</c:v>
                </c:pt>
                <c:pt idx="12850">
                  <c:v>2550</c:v>
                </c:pt>
                <c:pt idx="12851">
                  <c:v>2550</c:v>
                </c:pt>
                <c:pt idx="12852">
                  <c:v>2550</c:v>
                </c:pt>
                <c:pt idx="12853">
                  <c:v>2500</c:v>
                </c:pt>
                <c:pt idx="12854">
                  <c:v>2500</c:v>
                </c:pt>
                <c:pt idx="12855">
                  <c:v>2500</c:v>
                </c:pt>
                <c:pt idx="12856">
                  <c:v>2500</c:v>
                </c:pt>
                <c:pt idx="12857">
                  <c:v>2500</c:v>
                </c:pt>
                <c:pt idx="12858">
                  <c:v>2500</c:v>
                </c:pt>
                <c:pt idx="12859">
                  <c:v>2500</c:v>
                </c:pt>
                <c:pt idx="12860">
                  <c:v>2500</c:v>
                </c:pt>
                <c:pt idx="12861">
                  <c:v>2500</c:v>
                </c:pt>
                <c:pt idx="12862">
                  <c:v>2500</c:v>
                </c:pt>
                <c:pt idx="12863">
                  <c:v>2500</c:v>
                </c:pt>
                <c:pt idx="12864">
                  <c:v>2500</c:v>
                </c:pt>
                <c:pt idx="12865">
                  <c:v>2500</c:v>
                </c:pt>
                <c:pt idx="12866">
                  <c:v>2500</c:v>
                </c:pt>
                <c:pt idx="12867">
                  <c:v>2500</c:v>
                </c:pt>
                <c:pt idx="12868">
                  <c:v>2500</c:v>
                </c:pt>
                <c:pt idx="12869">
                  <c:v>2500</c:v>
                </c:pt>
                <c:pt idx="12870">
                  <c:v>2500</c:v>
                </c:pt>
                <c:pt idx="12871">
                  <c:v>2500</c:v>
                </c:pt>
                <c:pt idx="12872">
                  <c:v>2500</c:v>
                </c:pt>
                <c:pt idx="12873">
                  <c:v>2500</c:v>
                </c:pt>
                <c:pt idx="12874">
                  <c:v>2500</c:v>
                </c:pt>
                <c:pt idx="12875">
                  <c:v>2500</c:v>
                </c:pt>
                <c:pt idx="12876">
                  <c:v>2500</c:v>
                </c:pt>
                <c:pt idx="12877">
                  <c:v>2500</c:v>
                </c:pt>
                <c:pt idx="12878">
                  <c:v>2500</c:v>
                </c:pt>
                <c:pt idx="12879">
                  <c:v>2500</c:v>
                </c:pt>
                <c:pt idx="12880">
                  <c:v>2500</c:v>
                </c:pt>
                <c:pt idx="12881">
                  <c:v>2500</c:v>
                </c:pt>
                <c:pt idx="12882">
                  <c:v>2500</c:v>
                </c:pt>
                <c:pt idx="12883">
                  <c:v>2500</c:v>
                </c:pt>
                <c:pt idx="12884">
                  <c:v>2500</c:v>
                </c:pt>
                <c:pt idx="12885">
                  <c:v>2500</c:v>
                </c:pt>
                <c:pt idx="12886">
                  <c:v>2500</c:v>
                </c:pt>
                <c:pt idx="12887">
                  <c:v>2500</c:v>
                </c:pt>
                <c:pt idx="12888">
                  <c:v>2500</c:v>
                </c:pt>
                <c:pt idx="12889">
                  <c:v>2500</c:v>
                </c:pt>
                <c:pt idx="12890">
                  <c:v>2500</c:v>
                </c:pt>
                <c:pt idx="12891">
                  <c:v>2500</c:v>
                </c:pt>
                <c:pt idx="12892">
                  <c:v>2500</c:v>
                </c:pt>
                <c:pt idx="12893">
                  <c:v>2500</c:v>
                </c:pt>
                <c:pt idx="12894">
                  <c:v>2500</c:v>
                </c:pt>
                <c:pt idx="12895">
                  <c:v>2500</c:v>
                </c:pt>
                <c:pt idx="12896">
                  <c:v>2500</c:v>
                </c:pt>
                <c:pt idx="12897">
                  <c:v>2500</c:v>
                </c:pt>
                <c:pt idx="12898">
                  <c:v>2500</c:v>
                </c:pt>
                <c:pt idx="12899">
                  <c:v>2500</c:v>
                </c:pt>
                <c:pt idx="12900">
                  <c:v>2450</c:v>
                </c:pt>
                <c:pt idx="12901">
                  <c:v>2450</c:v>
                </c:pt>
                <c:pt idx="12902">
                  <c:v>2450</c:v>
                </c:pt>
                <c:pt idx="12903">
                  <c:v>2450</c:v>
                </c:pt>
                <c:pt idx="12904">
                  <c:v>2450</c:v>
                </c:pt>
                <c:pt idx="12905">
                  <c:v>2450</c:v>
                </c:pt>
                <c:pt idx="12906">
                  <c:v>2450</c:v>
                </c:pt>
                <c:pt idx="12907">
                  <c:v>2450</c:v>
                </c:pt>
                <c:pt idx="12908">
                  <c:v>2450</c:v>
                </c:pt>
                <c:pt idx="12909">
                  <c:v>2450</c:v>
                </c:pt>
                <c:pt idx="12910">
                  <c:v>2400</c:v>
                </c:pt>
                <c:pt idx="12911">
                  <c:v>2400</c:v>
                </c:pt>
                <c:pt idx="12912">
                  <c:v>2400</c:v>
                </c:pt>
                <c:pt idx="12913">
                  <c:v>2400</c:v>
                </c:pt>
                <c:pt idx="12914">
                  <c:v>2400</c:v>
                </c:pt>
                <c:pt idx="12915">
                  <c:v>2400</c:v>
                </c:pt>
                <c:pt idx="12916">
                  <c:v>2400</c:v>
                </c:pt>
                <c:pt idx="12917">
                  <c:v>2400</c:v>
                </c:pt>
                <c:pt idx="12918">
                  <c:v>2400</c:v>
                </c:pt>
                <c:pt idx="12919">
                  <c:v>2400</c:v>
                </c:pt>
                <c:pt idx="12920">
                  <c:v>2400</c:v>
                </c:pt>
                <c:pt idx="12921">
                  <c:v>2400</c:v>
                </c:pt>
                <c:pt idx="12922">
                  <c:v>2400</c:v>
                </c:pt>
                <c:pt idx="12923">
                  <c:v>2400</c:v>
                </c:pt>
                <c:pt idx="12924">
                  <c:v>2400</c:v>
                </c:pt>
                <c:pt idx="12925">
                  <c:v>2400</c:v>
                </c:pt>
                <c:pt idx="12926">
                  <c:v>2400</c:v>
                </c:pt>
                <c:pt idx="12927">
                  <c:v>2400</c:v>
                </c:pt>
                <c:pt idx="12928">
                  <c:v>2400</c:v>
                </c:pt>
                <c:pt idx="12929">
                  <c:v>2400</c:v>
                </c:pt>
                <c:pt idx="12930">
                  <c:v>2400</c:v>
                </c:pt>
                <c:pt idx="12931">
                  <c:v>2400</c:v>
                </c:pt>
                <c:pt idx="12932">
                  <c:v>2400</c:v>
                </c:pt>
                <c:pt idx="12933">
                  <c:v>2400</c:v>
                </c:pt>
                <c:pt idx="12934">
                  <c:v>2400</c:v>
                </c:pt>
                <c:pt idx="12935">
                  <c:v>2400</c:v>
                </c:pt>
                <c:pt idx="12936">
                  <c:v>2400</c:v>
                </c:pt>
                <c:pt idx="12937">
                  <c:v>2400</c:v>
                </c:pt>
                <c:pt idx="12938">
                  <c:v>2400</c:v>
                </c:pt>
                <c:pt idx="12939">
                  <c:v>2400</c:v>
                </c:pt>
                <c:pt idx="12940">
                  <c:v>2400</c:v>
                </c:pt>
                <c:pt idx="12941">
                  <c:v>2400</c:v>
                </c:pt>
                <c:pt idx="12942">
                  <c:v>2400</c:v>
                </c:pt>
                <c:pt idx="12943">
                  <c:v>2400</c:v>
                </c:pt>
                <c:pt idx="12944">
                  <c:v>2400</c:v>
                </c:pt>
                <c:pt idx="12945">
                  <c:v>2400</c:v>
                </c:pt>
                <c:pt idx="12946">
                  <c:v>2400</c:v>
                </c:pt>
                <c:pt idx="12947">
                  <c:v>2400</c:v>
                </c:pt>
                <c:pt idx="12948">
                  <c:v>2400</c:v>
                </c:pt>
                <c:pt idx="12949">
                  <c:v>2400</c:v>
                </c:pt>
                <c:pt idx="12950">
                  <c:v>2400</c:v>
                </c:pt>
                <c:pt idx="12951">
                  <c:v>2400</c:v>
                </c:pt>
                <c:pt idx="12952">
                  <c:v>2400</c:v>
                </c:pt>
                <c:pt idx="12953">
                  <c:v>2400</c:v>
                </c:pt>
                <c:pt idx="12954">
                  <c:v>2350</c:v>
                </c:pt>
                <c:pt idx="12955">
                  <c:v>2350</c:v>
                </c:pt>
                <c:pt idx="12956">
                  <c:v>2350</c:v>
                </c:pt>
                <c:pt idx="12957">
                  <c:v>2350</c:v>
                </c:pt>
                <c:pt idx="12958">
                  <c:v>2350</c:v>
                </c:pt>
                <c:pt idx="12959">
                  <c:v>2350</c:v>
                </c:pt>
                <c:pt idx="12960">
                  <c:v>2350</c:v>
                </c:pt>
                <c:pt idx="12961">
                  <c:v>2350</c:v>
                </c:pt>
                <c:pt idx="12962">
                  <c:v>2350</c:v>
                </c:pt>
                <c:pt idx="12963">
                  <c:v>2350</c:v>
                </c:pt>
                <c:pt idx="12964">
                  <c:v>2300</c:v>
                </c:pt>
                <c:pt idx="12965">
                  <c:v>2300</c:v>
                </c:pt>
                <c:pt idx="12966">
                  <c:v>2300</c:v>
                </c:pt>
                <c:pt idx="12967">
                  <c:v>2300</c:v>
                </c:pt>
                <c:pt idx="12968">
                  <c:v>2300</c:v>
                </c:pt>
                <c:pt idx="12969">
                  <c:v>2300</c:v>
                </c:pt>
                <c:pt idx="12970">
                  <c:v>2300</c:v>
                </c:pt>
                <c:pt idx="12971">
                  <c:v>2300</c:v>
                </c:pt>
                <c:pt idx="12972">
                  <c:v>2300</c:v>
                </c:pt>
                <c:pt idx="12973">
                  <c:v>2300</c:v>
                </c:pt>
                <c:pt idx="12974">
                  <c:v>2300</c:v>
                </c:pt>
                <c:pt idx="12975">
                  <c:v>2300</c:v>
                </c:pt>
                <c:pt idx="12976">
                  <c:v>2300</c:v>
                </c:pt>
                <c:pt idx="12977">
                  <c:v>2300</c:v>
                </c:pt>
                <c:pt idx="12978">
                  <c:v>2300</c:v>
                </c:pt>
                <c:pt idx="12979">
                  <c:v>2300</c:v>
                </c:pt>
                <c:pt idx="12980">
                  <c:v>2300</c:v>
                </c:pt>
                <c:pt idx="12981">
                  <c:v>2300</c:v>
                </c:pt>
                <c:pt idx="12982">
                  <c:v>2300</c:v>
                </c:pt>
                <c:pt idx="12983">
                  <c:v>2300</c:v>
                </c:pt>
                <c:pt idx="12984">
                  <c:v>2300</c:v>
                </c:pt>
                <c:pt idx="12985">
                  <c:v>2300</c:v>
                </c:pt>
                <c:pt idx="12986">
                  <c:v>2300</c:v>
                </c:pt>
                <c:pt idx="12987">
                  <c:v>2300</c:v>
                </c:pt>
                <c:pt idx="12988">
                  <c:v>2300</c:v>
                </c:pt>
                <c:pt idx="12989">
                  <c:v>2300</c:v>
                </c:pt>
                <c:pt idx="12990">
                  <c:v>2300</c:v>
                </c:pt>
                <c:pt idx="12991">
                  <c:v>2300</c:v>
                </c:pt>
                <c:pt idx="12992">
                  <c:v>2300</c:v>
                </c:pt>
                <c:pt idx="12993">
                  <c:v>2300</c:v>
                </c:pt>
                <c:pt idx="12994">
                  <c:v>2275</c:v>
                </c:pt>
                <c:pt idx="12995">
                  <c:v>2250</c:v>
                </c:pt>
                <c:pt idx="12996">
                  <c:v>2250</c:v>
                </c:pt>
                <c:pt idx="12997">
                  <c:v>2250</c:v>
                </c:pt>
                <c:pt idx="12998">
                  <c:v>2250</c:v>
                </c:pt>
                <c:pt idx="12999">
                  <c:v>2250</c:v>
                </c:pt>
                <c:pt idx="13000">
                  <c:v>2200</c:v>
                </c:pt>
                <c:pt idx="13001">
                  <c:v>2200</c:v>
                </c:pt>
                <c:pt idx="13002">
                  <c:v>2200</c:v>
                </c:pt>
                <c:pt idx="13003">
                  <c:v>2200</c:v>
                </c:pt>
                <c:pt idx="13004">
                  <c:v>2200</c:v>
                </c:pt>
                <c:pt idx="13005">
                  <c:v>2200</c:v>
                </c:pt>
                <c:pt idx="13006">
                  <c:v>2200</c:v>
                </c:pt>
                <c:pt idx="13007">
                  <c:v>2200</c:v>
                </c:pt>
                <c:pt idx="13008">
                  <c:v>2200</c:v>
                </c:pt>
                <c:pt idx="13009">
                  <c:v>2200</c:v>
                </c:pt>
                <c:pt idx="13010">
                  <c:v>2200</c:v>
                </c:pt>
                <c:pt idx="13011">
                  <c:v>2200</c:v>
                </c:pt>
                <c:pt idx="13012">
                  <c:v>2200</c:v>
                </c:pt>
                <c:pt idx="13013">
                  <c:v>2200</c:v>
                </c:pt>
                <c:pt idx="13014">
                  <c:v>2200</c:v>
                </c:pt>
                <c:pt idx="13015">
                  <c:v>2200</c:v>
                </c:pt>
                <c:pt idx="13016">
                  <c:v>2200</c:v>
                </c:pt>
                <c:pt idx="13017">
                  <c:v>2200</c:v>
                </c:pt>
                <c:pt idx="13018">
                  <c:v>2200</c:v>
                </c:pt>
                <c:pt idx="13019">
                  <c:v>2200</c:v>
                </c:pt>
                <c:pt idx="13020">
                  <c:v>2200</c:v>
                </c:pt>
                <c:pt idx="13021">
                  <c:v>2200</c:v>
                </c:pt>
                <c:pt idx="13022">
                  <c:v>2200</c:v>
                </c:pt>
                <c:pt idx="13023">
                  <c:v>2200</c:v>
                </c:pt>
                <c:pt idx="13024">
                  <c:v>2200</c:v>
                </c:pt>
                <c:pt idx="13025">
                  <c:v>2200</c:v>
                </c:pt>
                <c:pt idx="13026">
                  <c:v>2200</c:v>
                </c:pt>
                <c:pt idx="13027">
                  <c:v>2200</c:v>
                </c:pt>
                <c:pt idx="13028">
                  <c:v>2200</c:v>
                </c:pt>
                <c:pt idx="13029">
                  <c:v>2200</c:v>
                </c:pt>
                <c:pt idx="13030">
                  <c:v>2200</c:v>
                </c:pt>
                <c:pt idx="13031">
                  <c:v>2200</c:v>
                </c:pt>
                <c:pt idx="13032">
                  <c:v>2200</c:v>
                </c:pt>
                <c:pt idx="13033">
                  <c:v>2200</c:v>
                </c:pt>
                <c:pt idx="13034">
                  <c:v>2200</c:v>
                </c:pt>
                <c:pt idx="13035">
                  <c:v>2175</c:v>
                </c:pt>
                <c:pt idx="13036">
                  <c:v>2150</c:v>
                </c:pt>
                <c:pt idx="13037">
                  <c:v>2150</c:v>
                </c:pt>
                <c:pt idx="13038">
                  <c:v>2150</c:v>
                </c:pt>
                <c:pt idx="13039">
                  <c:v>2150</c:v>
                </c:pt>
                <c:pt idx="13040">
                  <c:v>2125</c:v>
                </c:pt>
                <c:pt idx="13041">
                  <c:v>2100</c:v>
                </c:pt>
                <c:pt idx="13042">
                  <c:v>2100</c:v>
                </c:pt>
                <c:pt idx="13043">
                  <c:v>2100</c:v>
                </c:pt>
                <c:pt idx="13044">
                  <c:v>2100</c:v>
                </c:pt>
                <c:pt idx="13045">
                  <c:v>2100</c:v>
                </c:pt>
                <c:pt idx="13046">
                  <c:v>2100</c:v>
                </c:pt>
                <c:pt idx="13047">
                  <c:v>2100</c:v>
                </c:pt>
                <c:pt idx="13048">
                  <c:v>2100</c:v>
                </c:pt>
                <c:pt idx="13049">
                  <c:v>2100</c:v>
                </c:pt>
                <c:pt idx="13050">
                  <c:v>2100</c:v>
                </c:pt>
                <c:pt idx="13051">
                  <c:v>2100</c:v>
                </c:pt>
                <c:pt idx="13052">
                  <c:v>2100</c:v>
                </c:pt>
                <c:pt idx="13053">
                  <c:v>2100</c:v>
                </c:pt>
                <c:pt idx="13054">
                  <c:v>2100</c:v>
                </c:pt>
                <c:pt idx="13055">
                  <c:v>2100</c:v>
                </c:pt>
                <c:pt idx="13056">
                  <c:v>2100</c:v>
                </c:pt>
                <c:pt idx="13057">
                  <c:v>2100</c:v>
                </c:pt>
                <c:pt idx="13058">
                  <c:v>2100</c:v>
                </c:pt>
                <c:pt idx="13059">
                  <c:v>2100</c:v>
                </c:pt>
                <c:pt idx="13060">
                  <c:v>2100</c:v>
                </c:pt>
                <c:pt idx="13061">
                  <c:v>2100</c:v>
                </c:pt>
                <c:pt idx="13062">
                  <c:v>2100</c:v>
                </c:pt>
                <c:pt idx="13063">
                  <c:v>2100</c:v>
                </c:pt>
                <c:pt idx="13064">
                  <c:v>2100</c:v>
                </c:pt>
                <c:pt idx="13065">
                  <c:v>2100</c:v>
                </c:pt>
                <c:pt idx="13066">
                  <c:v>2100</c:v>
                </c:pt>
                <c:pt idx="13067">
                  <c:v>2100</c:v>
                </c:pt>
                <c:pt idx="13068">
                  <c:v>2100</c:v>
                </c:pt>
                <c:pt idx="13069">
                  <c:v>2100</c:v>
                </c:pt>
                <c:pt idx="13070">
                  <c:v>2100</c:v>
                </c:pt>
                <c:pt idx="13071">
                  <c:v>2100</c:v>
                </c:pt>
                <c:pt idx="13072">
                  <c:v>2100</c:v>
                </c:pt>
                <c:pt idx="13073">
                  <c:v>2100</c:v>
                </c:pt>
                <c:pt idx="13074">
                  <c:v>2100</c:v>
                </c:pt>
                <c:pt idx="13075">
                  <c:v>2100</c:v>
                </c:pt>
                <c:pt idx="13076">
                  <c:v>2100</c:v>
                </c:pt>
                <c:pt idx="13077">
                  <c:v>2100</c:v>
                </c:pt>
                <c:pt idx="13078">
                  <c:v>2100</c:v>
                </c:pt>
                <c:pt idx="13079">
                  <c:v>2100</c:v>
                </c:pt>
                <c:pt idx="13080">
                  <c:v>2100</c:v>
                </c:pt>
                <c:pt idx="13081">
                  <c:v>2100</c:v>
                </c:pt>
                <c:pt idx="13082">
                  <c:v>2100</c:v>
                </c:pt>
                <c:pt idx="13083">
                  <c:v>2100</c:v>
                </c:pt>
                <c:pt idx="13084">
                  <c:v>2100</c:v>
                </c:pt>
                <c:pt idx="13085">
                  <c:v>2100</c:v>
                </c:pt>
                <c:pt idx="13086">
                  <c:v>2100</c:v>
                </c:pt>
                <c:pt idx="13087">
                  <c:v>2100</c:v>
                </c:pt>
                <c:pt idx="13088">
                  <c:v>2100</c:v>
                </c:pt>
                <c:pt idx="13089">
                  <c:v>2100</c:v>
                </c:pt>
                <c:pt idx="13090">
                  <c:v>2050</c:v>
                </c:pt>
                <c:pt idx="13091">
                  <c:v>2050</c:v>
                </c:pt>
                <c:pt idx="13092">
                  <c:v>2050</c:v>
                </c:pt>
                <c:pt idx="13093">
                  <c:v>2050</c:v>
                </c:pt>
                <c:pt idx="13094">
                  <c:v>2050</c:v>
                </c:pt>
                <c:pt idx="13095">
                  <c:v>2050</c:v>
                </c:pt>
                <c:pt idx="13096">
                  <c:v>2050</c:v>
                </c:pt>
                <c:pt idx="13097">
                  <c:v>2000</c:v>
                </c:pt>
                <c:pt idx="13098">
                  <c:v>2000</c:v>
                </c:pt>
                <c:pt idx="13099">
                  <c:v>2000</c:v>
                </c:pt>
                <c:pt idx="13100">
                  <c:v>2000</c:v>
                </c:pt>
                <c:pt idx="13101">
                  <c:v>2000</c:v>
                </c:pt>
                <c:pt idx="13102">
                  <c:v>2000</c:v>
                </c:pt>
                <c:pt idx="13103">
                  <c:v>2000</c:v>
                </c:pt>
                <c:pt idx="13104">
                  <c:v>2000</c:v>
                </c:pt>
                <c:pt idx="13105">
                  <c:v>2000</c:v>
                </c:pt>
                <c:pt idx="13106">
                  <c:v>2000</c:v>
                </c:pt>
                <c:pt idx="13107">
                  <c:v>2000</c:v>
                </c:pt>
                <c:pt idx="13108">
                  <c:v>2000</c:v>
                </c:pt>
                <c:pt idx="13109">
                  <c:v>2000</c:v>
                </c:pt>
                <c:pt idx="13110">
                  <c:v>2000</c:v>
                </c:pt>
                <c:pt idx="13111">
                  <c:v>2000</c:v>
                </c:pt>
                <c:pt idx="13112">
                  <c:v>2000</c:v>
                </c:pt>
                <c:pt idx="13113">
                  <c:v>2000</c:v>
                </c:pt>
                <c:pt idx="13114">
                  <c:v>2000</c:v>
                </c:pt>
                <c:pt idx="13115">
                  <c:v>2000</c:v>
                </c:pt>
                <c:pt idx="13116">
                  <c:v>2000</c:v>
                </c:pt>
                <c:pt idx="13117">
                  <c:v>2000</c:v>
                </c:pt>
                <c:pt idx="13118">
                  <c:v>2000</c:v>
                </c:pt>
                <c:pt idx="13119">
                  <c:v>2000</c:v>
                </c:pt>
                <c:pt idx="13120">
                  <c:v>2000</c:v>
                </c:pt>
                <c:pt idx="13121">
                  <c:v>2000</c:v>
                </c:pt>
                <c:pt idx="13122">
                  <c:v>2000</c:v>
                </c:pt>
                <c:pt idx="13123">
                  <c:v>2000</c:v>
                </c:pt>
                <c:pt idx="13124">
                  <c:v>2000</c:v>
                </c:pt>
                <c:pt idx="13125">
                  <c:v>2000</c:v>
                </c:pt>
                <c:pt idx="13126">
                  <c:v>2000</c:v>
                </c:pt>
                <c:pt idx="13127">
                  <c:v>2000</c:v>
                </c:pt>
                <c:pt idx="13128">
                  <c:v>2000</c:v>
                </c:pt>
                <c:pt idx="13129">
                  <c:v>2000</c:v>
                </c:pt>
                <c:pt idx="13130">
                  <c:v>2000</c:v>
                </c:pt>
                <c:pt idx="13131">
                  <c:v>2000</c:v>
                </c:pt>
                <c:pt idx="13132">
                  <c:v>2000</c:v>
                </c:pt>
                <c:pt idx="13133">
                  <c:v>2000</c:v>
                </c:pt>
                <c:pt idx="13134">
                  <c:v>2000</c:v>
                </c:pt>
                <c:pt idx="13135">
                  <c:v>2000</c:v>
                </c:pt>
                <c:pt idx="13136">
                  <c:v>2000</c:v>
                </c:pt>
                <c:pt idx="13137">
                  <c:v>2000</c:v>
                </c:pt>
                <c:pt idx="13138">
                  <c:v>2000</c:v>
                </c:pt>
                <c:pt idx="13139">
                  <c:v>2000</c:v>
                </c:pt>
                <c:pt idx="13140">
                  <c:v>2000</c:v>
                </c:pt>
                <c:pt idx="13141">
                  <c:v>2000</c:v>
                </c:pt>
                <c:pt idx="13142">
                  <c:v>2000</c:v>
                </c:pt>
                <c:pt idx="13143">
                  <c:v>2000</c:v>
                </c:pt>
                <c:pt idx="13144">
                  <c:v>2000</c:v>
                </c:pt>
                <c:pt idx="13145">
                  <c:v>2000</c:v>
                </c:pt>
                <c:pt idx="13146">
                  <c:v>2000</c:v>
                </c:pt>
                <c:pt idx="13147">
                  <c:v>2000</c:v>
                </c:pt>
                <c:pt idx="13148">
                  <c:v>2000</c:v>
                </c:pt>
                <c:pt idx="13149">
                  <c:v>2000</c:v>
                </c:pt>
                <c:pt idx="13150">
                  <c:v>2000</c:v>
                </c:pt>
                <c:pt idx="13151">
                  <c:v>2000</c:v>
                </c:pt>
                <c:pt idx="13152">
                  <c:v>2000</c:v>
                </c:pt>
                <c:pt idx="13153">
                  <c:v>2000</c:v>
                </c:pt>
                <c:pt idx="13154">
                  <c:v>2000</c:v>
                </c:pt>
                <c:pt idx="13155">
                  <c:v>2000</c:v>
                </c:pt>
                <c:pt idx="13156">
                  <c:v>2000</c:v>
                </c:pt>
                <c:pt idx="13157">
                  <c:v>2000</c:v>
                </c:pt>
                <c:pt idx="13158">
                  <c:v>2000</c:v>
                </c:pt>
                <c:pt idx="13159">
                  <c:v>2000</c:v>
                </c:pt>
                <c:pt idx="13160">
                  <c:v>2000</c:v>
                </c:pt>
                <c:pt idx="13161">
                  <c:v>2000</c:v>
                </c:pt>
                <c:pt idx="13162">
                  <c:v>2000</c:v>
                </c:pt>
                <c:pt idx="13163">
                  <c:v>2000</c:v>
                </c:pt>
                <c:pt idx="13164">
                  <c:v>2000</c:v>
                </c:pt>
                <c:pt idx="13165">
                  <c:v>2000</c:v>
                </c:pt>
                <c:pt idx="13166">
                  <c:v>2000</c:v>
                </c:pt>
                <c:pt idx="13167">
                  <c:v>1950</c:v>
                </c:pt>
                <c:pt idx="13168">
                  <c:v>1950</c:v>
                </c:pt>
                <c:pt idx="13169">
                  <c:v>1950</c:v>
                </c:pt>
                <c:pt idx="13170">
                  <c:v>1950</c:v>
                </c:pt>
                <c:pt idx="13171">
                  <c:v>1900</c:v>
                </c:pt>
                <c:pt idx="13172">
                  <c:v>1900</c:v>
                </c:pt>
                <c:pt idx="13173">
                  <c:v>1900</c:v>
                </c:pt>
                <c:pt idx="13174">
                  <c:v>1900</c:v>
                </c:pt>
                <c:pt idx="13175">
                  <c:v>1900</c:v>
                </c:pt>
                <c:pt idx="13176">
                  <c:v>1900</c:v>
                </c:pt>
                <c:pt idx="13177">
                  <c:v>1900</c:v>
                </c:pt>
                <c:pt idx="13178">
                  <c:v>1900</c:v>
                </c:pt>
                <c:pt idx="13179">
                  <c:v>1900</c:v>
                </c:pt>
                <c:pt idx="13180">
                  <c:v>1900</c:v>
                </c:pt>
                <c:pt idx="13181">
                  <c:v>1900</c:v>
                </c:pt>
                <c:pt idx="13182">
                  <c:v>1900</c:v>
                </c:pt>
                <c:pt idx="13183">
                  <c:v>1900</c:v>
                </c:pt>
                <c:pt idx="13184">
                  <c:v>1900</c:v>
                </c:pt>
                <c:pt idx="13185">
                  <c:v>1900</c:v>
                </c:pt>
                <c:pt idx="13186">
                  <c:v>1900</c:v>
                </c:pt>
                <c:pt idx="13187">
                  <c:v>1900</c:v>
                </c:pt>
                <c:pt idx="13188">
                  <c:v>1900</c:v>
                </c:pt>
                <c:pt idx="13189">
                  <c:v>1900</c:v>
                </c:pt>
                <c:pt idx="13190">
                  <c:v>1900</c:v>
                </c:pt>
                <c:pt idx="13191">
                  <c:v>1900</c:v>
                </c:pt>
                <c:pt idx="13192">
                  <c:v>1900</c:v>
                </c:pt>
                <c:pt idx="13193">
                  <c:v>1900</c:v>
                </c:pt>
                <c:pt idx="13194">
                  <c:v>1900</c:v>
                </c:pt>
                <c:pt idx="13195">
                  <c:v>1900</c:v>
                </c:pt>
                <c:pt idx="13196">
                  <c:v>1900</c:v>
                </c:pt>
                <c:pt idx="13197">
                  <c:v>1900</c:v>
                </c:pt>
                <c:pt idx="13198">
                  <c:v>1900</c:v>
                </c:pt>
                <c:pt idx="13199">
                  <c:v>1900</c:v>
                </c:pt>
                <c:pt idx="13200">
                  <c:v>1900</c:v>
                </c:pt>
                <c:pt idx="13201">
                  <c:v>1850</c:v>
                </c:pt>
                <c:pt idx="13202">
                  <c:v>1850</c:v>
                </c:pt>
                <c:pt idx="13203">
                  <c:v>1850</c:v>
                </c:pt>
                <c:pt idx="13204">
                  <c:v>1850</c:v>
                </c:pt>
                <c:pt idx="13205">
                  <c:v>1850</c:v>
                </c:pt>
                <c:pt idx="13206">
                  <c:v>1850</c:v>
                </c:pt>
                <c:pt idx="13207">
                  <c:v>1850</c:v>
                </c:pt>
                <c:pt idx="13208">
                  <c:v>1850</c:v>
                </c:pt>
                <c:pt idx="13209">
                  <c:v>1850</c:v>
                </c:pt>
                <c:pt idx="13210">
                  <c:v>1850</c:v>
                </c:pt>
                <c:pt idx="13211">
                  <c:v>1850</c:v>
                </c:pt>
                <c:pt idx="13212">
                  <c:v>1850</c:v>
                </c:pt>
                <c:pt idx="13213">
                  <c:v>1850</c:v>
                </c:pt>
                <c:pt idx="13214">
                  <c:v>1800</c:v>
                </c:pt>
                <c:pt idx="13215">
                  <c:v>1800</c:v>
                </c:pt>
                <c:pt idx="13216">
                  <c:v>1800</c:v>
                </c:pt>
                <c:pt idx="13217">
                  <c:v>1800</c:v>
                </c:pt>
                <c:pt idx="13218">
                  <c:v>1800</c:v>
                </c:pt>
                <c:pt idx="13219">
                  <c:v>1800</c:v>
                </c:pt>
                <c:pt idx="13220">
                  <c:v>1800</c:v>
                </c:pt>
                <c:pt idx="13221">
                  <c:v>1800</c:v>
                </c:pt>
                <c:pt idx="13222">
                  <c:v>1800</c:v>
                </c:pt>
                <c:pt idx="13223">
                  <c:v>1800</c:v>
                </c:pt>
                <c:pt idx="13224">
                  <c:v>1800</c:v>
                </c:pt>
                <c:pt idx="13225">
                  <c:v>1800</c:v>
                </c:pt>
                <c:pt idx="13226">
                  <c:v>1800</c:v>
                </c:pt>
                <c:pt idx="13227">
                  <c:v>1800</c:v>
                </c:pt>
                <c:pt idx="13228">
                  <c:v>1800</c:v>
                </c:pt>
                <c:pt idx="13229">
                  <c:v>1800</c:v>
                </c:pt>
                <c:pt idx="13230">
                  <c:v>1800</c:v>
                </c:pt>
                <c:pt idx="13231">
                  <c:v>1800</c:v>
                </c:pt>
                <c:pt idx="13232">
                  <c:v>1800</c:v>
                </c:pt>
                <c:pt idx="13233">
                  <c:v>1800</c:v>
                </c:pt>
                <c:pt idx="13234">
                  <c:v>1800</c:v>
                </c:pt>
                <c:pt idx="13235">
                  <c:v>1800</c:v>
                </c:pt>
                <c:pt idx="13236">
                  <c:v>1800</c:v>
                </c:pt>
                <c:pt idx="13237">
                  <c:v>1800</c:v>
                </c:pt>
                <c:pt idx="13238">
                  <c:v>1800</c:v>
                </c:pt>
                <c:pt idx="13239">
                  <c:v>1800</c:v>
                </c:pt>
                <c:pt idx="13240">
                  <c:v>1800</c:v>
                </c:pt>
                <c:pt idx="13241">
                  <c:v>1800</c:v>
                </c:pt>
                <c:pt idx="13242">
                  <c:v>1800</c:v>
                </c:pt>
                <c:pt idx="13243">
                  <c:v>1800</c:v>
                </c:pt>
                <c:pt idx="13244">
                  <c:v>1800</c:v>
                </c:pt>
                <c:pt idx="13245">
                  <c:v>1800</c:v>
                </c:pt>
                <c:pt idx="13246">
                  <c:v>1800</c:v>
                </c:pt>
                <c:pt idx="13247">
                  <c:v>1800</c:v>
                </c:pt>
                <c:pt idx="13248">
                  <c:v>1800</c:v>
                </c:pt>
                <c:pt idx="13249">
                  <c:v>1800</c:v>
                </c:pt>
                <c:pt idx="13250">
                  <c:v>1800</c:v>
                </c:pt>
                <c:pt idx="13251">
                  <c:v>1800</c:v>
                </c:pt>
                <c:pt idx="13252">
                  <c:v>1750</c:v>
                </c:pt>
                <c:pt idx="13253">
                  <c:v>1750</c:v>
                </c:pt>
                <c:pt idx="13254">
                  <c:v>1750</c:v>
                </c:pt>
                <c:pt idx="13255">
                  <c:v>1750</c:v>
                </c:pt>
                <c:pt idx="13256">
                  <c:v>1750</c:v>
                </c:pt>
                <c:pt idx="13257">
                  <c:v>1750</c:v>
                </c:pt>
                <c:pt idx="13258">
                  <c:v>1750</c:v>
                </c:pt>
                <c:pt idx="13259">
                  <c:v>1750</c:v>
                </c:pt>
                <c:pt idx="13260">
                  <c:v>1750</c:v>
                </c:pt>
                <c:pt idx="13261">
                  <c:v>1750</c:v>
                </c:pt>
                <c:pt idx="13262">
                  <c:v>1750</c:v>
                </c:pt>
                <c:pt idx="13263">
                  <c:v>1750</c:v>
                </c:pt>
                <c:pt idx="13264">
                  <c:v>1750</c:v>
                </c:pt>
                <c:pt idx="13265">
                  <c:v>1750</c:v>
                </c:pt>
                <c:pt idx="13266">
                  <c:v>1700</c:v>
                </c:pt>
                <c:pt idx="13267">
                  <c:v>1700</c:v>
                </c:pt>
                <c:pt idx="13268">
                  <c:v>1700</c:v>
                </c:pt>
                <c:pt idx="13269">
                  <c:v>1700</c:v>
                </c:pt>
                <c:pt idx="13270">
                  <c:v>1700</c:v>
                </c:pt>
                <c:pt idx="13271">
                  <c:v>1700</c:v>
                </c:pt>
                <c:pt idx="13272">
                  <c:v>1700</c:v>
                </c:pt>
                <c:pt idx="13273">
                  <c:v>1700</c:v>
                </c:pt>
                <c:pt idx="13274">
                  <c:v>1700</c:v>
                </c:pt>
                <c:pt idx="13275">
                  <c:v>1700</c:v>
                </c:pt>
                <c:pt idx="13276">
                  <c:v>1700</c:v>
                </c:pt>
                <c:pt idx="13277">
                  <c:v>1700</c:v>
                </c:pt>
                <c:pt idx="13278">
                  <c:v>1700</c:v>
                </c:pt>
                <c:pt idx="13279">
                  <c:v>1700</c:v>
                </c:pt>
                <c:pt idx="13280">
                  <c:v>1700</c:v>
                </c:pt>
                <c:pt idx="13281">
                  <c:v>1700</c:v>
                </c:pt>
                <c:pt idx="13282">
                  <c:v>1700</c:v>
                </c:pt>
                <c:pt idx="13283">
                  <c:v>1700</c:v>
                </c:pt>
                <c:pt idx="13284">
                  <c:v>1700</c:v>
                </c:pt>
                <c:pt idx="13285">
                  <c:v>1700</c:v>
                </c:pt>
                <c:pt idx="13286">
                  <c:v>1700</c:v>
                </c:pt>
                <c:pt idx="13287">
                  <c:v>1700</c:v>
                </c:pt>
                <c:pt idx="13288">
                  <c:v>1700</c:v>
                </c:pt>
                <c:pt idx="13289">
                  <c:v>1700</c:v>
                </c:pt>
                <c:pt idx="13290">
                  <c:v>1700</c:v>
                </c:pt>
                <c:pt idx="13291">
                  <c:v>1700</c:v>
                </c:pt>
                <c:pt idx="13292">
                  <c:v>1700</c:v>
                </c:pt>
                <c:pt idx="13293">
                  <c:v>1700</c:v>
                </c:pt>
                <c:pt idx="13294">
                  <c:v>1700</c:v>
                </c:pt>
                <c:pt idx="13295">
                  <c:v>1700</c:v>
                </c:pt>
                <c:pt idx="13296">
                  <c:v>1700</c:v>
                </c:pt>
                <c:pt idx="13297">
                  <c:v>1700</c:v>
                </c:pt>
                <c:pt idx="13298">
                  <c:v>1700</c:v>
                </c:pt>
                <c:pt idx="13299">
                  <c:v>1700</c:v>
                </c:pt>
                <c:pt idx="13300">
                  <c:v>1700</c:v>
                </c:pt>
                <c:pt idx="13301">
                  <c:v>1700</c:v>
                </c:pt>
                <c:pt idx="13302">
                  <c:v>1700</c:v>
                </c:pt>
                <c:pt idx="13303">
                  <c:v>1700</c:v>
                </c:pt>
                <c:pt idx="13304">
                  <c:v>1700</c:v>
                </c:pt>
                <c:pt idx="13305">
                  <c:v>1700</c:v>
                </c:pt>
                <c:pt idx="13306">
                  <c:v>1700</c:v>
                </c:pt>
                <c:pt idx="13307">
                  <c:v>1700</c:v>
                </c:pt>
                <c:pt idx="13308">
                  <c:v>1700</c:v>
                </c:pt>
                <c:pt idx="13309">
                  <c:v>1700</c:v>
                </c:pt>
                <c:pt idx="13310">
                  <c:v>1700</c:v>
                </c:pt>
                <c:pt idx="13311">
                  <c:v>1700</c:v>
                </c:pt>
                <c:pt idx="13312">
                  <c:v>1700</c:v>
                </c:pt>
                <c:pt idx="13313">
                  <c:v>1650</c:v>
                </c:pt>
                <c:pt idx="13314">
                  <c:v>1650</c:v>
                </c:pt>
                <c:pt idx="13315">
                  <c:v>1650</c:v>
                </c:pt>
                <c:pt idx="13316">
                  <c:v>1650</c:v>
                </c:pt>
                <c:pt idx="13317">
                  <c:v>1650</c:v>
                </c:pt>
                <c:pt idx="13318">
                  <c:v>1650</c:v>
                </c:pt>
                <c:pt idx="13319">
                  <c:v>1650</c:v>
                </c:pt>
                <c:pt idx="13320">
                  <c:v>1650</c:v>
                </c:pt>
                <c:pt idx="13321">
                  <c:v>1650</c:v>
                </c:pt>
                <c:pt idx="13322">
                  <c:v>1600</c:v>
                </c:pt>
                <c:pt idx="13323">
                  <c:v>1600</c:v>
                </c:pt>
                <c:pt idx="13324">
                  <c:v>1600</c:v>
                </c:pt>
                <c:pt idx="13325">
                  <c:v>1600</c:v>
                </c:pt>
                <c:pt idx="13326">
                  <c:v>1600</c:v>
                </c:pt>
                <c:pt idx="13327">
                  <c:v>1600</c:v>
                </c:pt>
                <c:pt idx="13328">
                  <c:v>1600</c:v>
                </c:pt>
                <c:pt idx="13329">
                  <c:v>1600</c:v>
                </c:pt>
                <c:pt idx="13330">
                  <c:v>1600</c:v>
                </c:pt>
                <c:pt idx="13331">
                  <c:v>1600</c:v>
                </c:pt>
                <c:pt idx="13332">
                  <c:v>1600</c:v>
                </c:pt>
                <c:pt idx="13333">
                  <c:v>1600</c:v>
                </c:pt>
                <c:pt idx="13334">
                  <c:v>1600</c:v>
                </c:pt>
                <c:pt idx="13335">
                  <c:v>1600</c:v>
                </c:pt>
                <c:pt idx="13336">
                  <c:v>1600</c:v>
                </c:pt>
                <c:pt idx="13337">
                  <c:v>1600</c:v>
                </c:pt>
                <c:pt idx="13338">
                  <c:v>1600</c:v>
                </c:pt>
                <c:pt idx="13339">
                  <c:v>1600</c:v>
                </c:pt>
                <c:pt idx="13340">
                  <c:v>1600</c:v>
                </c:pt>
                <c:pt idx="13341">
                  <c:v>1600</c:v>
                </c:pt>
                <c:pt idx="13342">
                  <c:v>1600</c:v>
                </c:pt>
                <c:pt idx="13343">
                  <c:v>1600</c:v>
                </c:pt>
                <c:pt idx="13344">
                  <c:v>1600</c:v>
                </c:pt>
                <c:pt idx="13345">
                  <c:v>1600</c:v>
                </c:pt>
                <c:pt idx="13346">
                  <c:v>1600</c:v>
                </c:pt>
                <c:pt idx="13347">
                  <c:v>1600</c:v>
                </c:pt>
                <c:pt idx="13348">
                  <c:v>1600</c:v>
                </c:pt>
                <c:pt idx="13349">
                  <c:v>1600</c:v>
                </c:pt>
                <c:pt idx="13350">
                  <c:v>1600</c:v>
                </c:pt>
                <c:pt idx="13351">
                  <c:v>1600</c:v>
                </c:pt>
                <c:pt idx="13352">
                  <c:v>1600</c:v>
                </c:pt>
                <c:pt idx="13353">
                  <c:v>1600</c:v>
                </c:pt>
                <c:pt idx="13354">
                  <c:v>1600</c:v>
                </c:pt>
                <c:pt idx="13355">
                  <c:v>1600</c:v>
                </c:pt>
                <c:pt idx="13356">
                  <c:v>1600</c:v>
                </c:pt>
                <c:pt idx="13357">
                  <c:v>1600</c:v>
                </c:pt>
                <c:pt idx="13358">
                  <c:v>1600</c:v>
                </c:pt>
                <c:pt idx="13359">
                  <c:v>1600</c:v>
                </c:pt>
                <c:pt idx="13360">
                  <c:v>1600</c:v>
                </c:pt>
                <c:pt idx="13361">
                  <c:v>1600</c:v>
                </c:pt>
                <c:pt idx="13362">
                  <c:v>1600</c:v>
                </c:pt>
                <c:pt idx="13363">
                  <c:v>1575</c:v>
                </c:pt>
                <c:pt idx="13364">
                  <c:v>1575</c:v>
                </c:pt>
                <c:pt idx="13365">
                  <c:v>1550</c:v>
                </c:pt>
                <c:pt idx="13366">
                  <c:v>1550</c:v>
                </c:pt>
                <c:pt idx="13367">
                  <c:v>1550</c:v>
                </c:pt>
                <c:pt idx="13368">
                  <c:v>1550</c:v>
                </c:pt>
                <c:pt idx="13369">
                  <c:v>1550</c:v>
                </c:pt>
                <c:pt idx="13370">
                  <c:v>1550</c:v>
                </c:pt>
                <c:pt idx="13371">
                  <c:v>1550</c:v>
                </c:pt>
                <c:pt idx="13372">
                  <c:v>1550</c:v>
                </c:pt>
                <c:pt idx="13373">
                  <c:v>1550</c:v>
                </c:pt>
                <c:pt idx="13374">
                  <c:v>1550</c:v>
                </c:pt>
                <c:pt idx="13375">
                  <c:v>1550</c:v>
                </c:pt>
                <c:pt idx="13376">
                  <c:v>1550</c:v>
                </c:pt>
                <c:pt idx="13377">
                  <c:v>1550</c:v>
                </c:pt>
                <c:pt idx="13378">
                  <c:v>1550</c:v>
                </c:pt>
                <c:pt idx="13379">
                  <c:v>1550</c:v>
                </c:pt>
                <c:pt idx="13380">
                  <c:v>1520</c:v>
                </c:pt>
                <c:pt idx="13381">
                  <c:v>1500</c:v>
                </c:pt>
                <c:pt idx="13382">
                  <c:v>1500</c:v>
                </c:pt>
                <c:pt idx="13383">
                  <c:v>1500</c:v>
                </c:pt>
                <c:pt idx="13384">
                  <c:v>1500</c:v>
                </c:pt>
                <c:pt idx="13385">
                  <c:v>1500</c:v>
                </c:pt>
                <c:pt idx="13386">
                  <c:v>1500</c:v>
                </c:pt>
                <c:pt idx="13387">
                  <c:v>1500</c:v>
                </c:pt>
                <c:pt idx="13388">
                  <c:v>1500</c:v>
                </c:pt>
                <c:pt idx="13389">
                  <c:v>1500</c:v>
                </c:pt>
                <c:pt idx="13390">
                  <c:v>1500</c:v>
                </c:pt>
                <c:pt idx="13391">
                  <c:v>1500</c:v>
                </c:pt>
                <c:pt idx="13392">
                  <c:v>1500</c:v>
                </c:pt>
                <c:pt idx="13393">
                  <c:v>1500</c:v>
                </c:pt>
                <c:pt idx="13394">
                  <c:v>1500</c:v>
                </c:pt>
                <c:pt idx="13395">
                  <c:v>1500</c:v>
                </c:pt>
                <c:pt idx="13396">
                  <c:v>1500</c:v>
                </c:pt>
                <c:pt idx="13397">
                  <c:v>1500</c:v>
                </c:pt>
                <c:pt idx="13398">
                  <c:v>1500</c:v>
                </c:pt>
                <c:pt idx="13399">
                  <c:v>1500</c:v>
                </c:pt>
                <c:pt idx="13400">
                  <c:v>1500</c:v>
                </c:pt>
                <c:pt idx="13401">
                  <c:v>1500</c:v>
                </c:pt>
                <c:pt idx="13402">
                  <c:v>1500</c:v>
                </c:pt>
                <c:pt idx="13403">
                  <c:v>1500</c:v>
                </c:pt>
                <c:pt idx="13404">
                  <c:v>1500</c:v>
                </c:pt>
                <c:pt idx="13405">
                  <c:v>1500</c:v>
                </c:pt>
                <c:pt idx="13406">
                  <c:v>1500</c:v>
                </c:pt>
                <c:pt idx="13407">
                  <c:v>1500</c:v>
                </c:pt>
                <c:pt idx="13408">
                  <c:v>1500</c:v>
                </c:pt>
                <c:pt idx="13409">
                  <c:v>1500</c:v>
                </c:pt>
                <c:pt idx="13410">
                  <c:v>1500</c:v>
                </c:pt>
                <c:pt idx="13411">
                  <c:v>1500</c:v>
                </c:pt>
                <c:pt idx="13412">
                  <c:v>1500</c:v>
                </c:pt>
                <c:pt idx="13413">
                  <c:v>1500</c:v>
                </c:pt>
                <c:pt idx="13414">
                  <c:v>1500</c:v>
                </c:pt>
                <c:pt idx="13415">
                  <c:v>1500</c:v>
                </c:pt>
                <c:pt idx="13416">
                  <c:v>1500</c:v>
                </c:pt>
                <c:pt idx="13417">
                  <c:v>1500</c:v>
                </c:pt>
                <c:pt idx="13418">
                  <c:v>1500</c:v>
                </c:pt>
                <c:pt idx="13419">
                  <c:v>1500</c:v>
                </c:pt>
                <c:pt idx="13420">
                  <c:v>1500</c:v>
                </c:pt>
                <c:pt idx="13421">
                  <c:v>1500</c:v>
                </c:pt>
                <c:pt idx="13422">
                  <c:v>1500</c:v>
                </c:pt>
                <c:pt idx="13423">
                  <c:v>1500</c:v>
                </c:pt>
                <c:pt idx="13424">
                  <c:v>1500</c:v>
                </c:pt>
                <c:pt idx="13425">
                  <c:v>1500</c:v>
                </c:pt>
                <c:pt idx="13426">
                  <c:v>1500</c:v>
                </c:pt>
                <c:pt idx="13427">
                  <c:v>1500</c:v>
                </c:pt>
                <c:pt idx="13428">
                  <c:v>1500</c:v>
                </c:pt>
                <c:pt idx="13429">
                  <c:v>1500</c:v>
                </c:pt>
                <c:pt idx="13430">
                  <c:v>1500</c:v>
                </c:pt>
                <c:pt idx="13431">
                  <c:v>1500</c:v>
                </c:pt>
                <c:pt idx="13432">
                  <c:v>1500</c:v>
                </c:pt>
                <c:pt idx="13433">
                  <c:v>1500</c:v>
                </c:pt>
                <c:pt idx="13434">
                  <c:v>1500</c:v>
                </c:pt>
                <c:pt idx="13435">
                  <c:v>1500</c:v>
                </c:pt>
                <c:pt idx="13436">
                  <c:v>1450</c:v>
                </c:pt>
                <c:pt idx="13437">
                  <c:v>1450</c:v>
                </c:pt>
                <c:pt idx="13438">
                  <c:v>1450</c:v>
                </c:pt>
                <c:pt idx="13439">
                  <c:v>1450</c:v>
                </c:pt>
                <c:pt idx="13440">
                  <c:v>1450</c:v>
                </c:pt>
                <c:pt idx="13441">
                  <c:v>1450</c:v>
                </c:pt>
                <c:pt idx="13442">
                  <c:v>1450</c:v>
                </c:pt>
                <c:pt idx="13443">
                  <c:v>1450</c:v>
                </c:pt>
                <c:pt idx="13444">
                  <c:v>1425</c:v>
                </c:pt>
                <c:pt idx="13445">
                  <c:v>1400</c:v>
                </c:pt>
                <c:pt idx="13446">
                  <c:v>1400</c:v>
                </c:pt>
                <c:pt idx="13447">
                  <c:v>1400</c:v>
                </c:pt>
                <c:pt idx="13448">
                  <c:v>1400</c:v>
                </c:pt>
                <c:pt idx="13449">
                  <c:v>1400</c:v>
                </c:pt>
                <c:pt idx="13450">
                  <c:v>1400</c:v>
                </c:pt>
                <c:pt idx="13451">
                  <c:v>1400</c:v>
                </c:pt>
                <c:pt idx="13452">
                  <c:v>1400</c:v>
                </c:pt>
                <c:pt idx="13453">
                  <c:v>1400</c:v>
                </c:pt>
                <c:pt idx="13454">
                  <c:v>1400</c:v>
                </c:pt>
                <c:pt idx="13455">
                  <c:v>1400</c:v>
                </c:pt>
                <c:pt idx="13456">
                  <c:v>1400</c:v>
                </c:pt>
                <c:pt idx="13457">
                  <c:v>1400</c:v>
                </c:pt>
                <c:pt idx="13458">
                  <c:v>1400</c:v>
                </c:pt>
                <c:pt idx="13459">
                  <c:v>1400</c:v>
                </c:pt>
                <c:pt idx="13460">
                  <c:v>1400</c:v>
                </c:pt>
                <c:pt idx="13461">
                  <c:v>1400</c:v>
                </c:pt>
                <c:pt idx="13462">
                  <c:v>1400</c:v>
                </c:pt>
                <c:pt idx="13463">
                  <c:v>1400</c:v>
                </c:pt>
                <c:pt idx="13464">
                  <c:v>1400</c:v>
                </c:pt>
                <c:pt idx="13465">
                  <c:v>1400</c:v>
                </c:pt>
                <c:pt idx="13466">
                  <c:v>1400</c:v>
                </c:pt>
                <c:pt idx="13467">
                  <c:v>1400</c:v>
                </c:pt>
                <c:pt idx="13468">
                  <c:v>1350</c:v>
                </c:pt>
                <c:pt idx="13469">
                  <c:v>1350</c:v>
                </c:pt>
                <c:pt idx="13470">
                  <c:v>1350</c:v>
                </c:pt>
                <c:pt idx="13471">
                  <c:v>1350</c:v>
                </c:pt>
                <c:pt idx="13472">
                  <c:v>1350</c:v>
                </c:pt>
                <c:pt idx="13473">
                  <c:v>1350</c:v>
                </c:pt>
                <c:pt idx="13474">
                  <c:v>1350</c:v>
                </c:pt>
                <c:pt idx="13475">
                  <c:v>1350</c:v>
                </c:pt>
                <c:pt idx="13476">
                  <c:v>1300</c:v>
                </c:pt>
                <c:pt idx="13477">
                  <c:v>1300</c:v>
                </c:pt>
                <c:pt idx="13478">
                  <c:v>1300</c:v>
                </c:pt>
                <c:pt idx="13479">
                  <c:v>1300</c:v>
                </c:pt>
                <c:pt idx="13480">
                  <c:v>1300</c:v>
                </c:pt>
                <c:pt idx="13481">
                  <c:v>1300</c:v>
                </c:pt>
                <c:pt idx="13482">
                  <c:v>1300</c:v>
                </c:pt>
                <c:pt idx="13483">
                  <c:v>1300</c:v>
                </c:pt>
                <c:pt idx="13484">
                  <c:v>1300</c:v>
                </c:pt>
                <c:pt idx="13485">
                  <c:v>1300</c:v>
                </c:pt>
                <c:pt idx="13486">
                  <c:v>1300</c:v>
                </c:pt>
                <c:pt idx="13487">
                  <c:v>1300</c:v>
                </c:pt>
                <c:pt idx="13488">
                  <c:v>1300</c:v>
                </c:pt>
                <c:pt idx="13489">
                  <c:v>1300</c:v>
                </c:pt>
                <c:pt idx="13490">
                  <c:v>1300</c:v>
                </c:pt>
                <c:pt idx="13491">
                  <c:v>1300</c:v>
                </c:pt>
                <c:pt idx="13492">
                  <c:v>1300</c:v>
                </c:pt>
                <c:pt idx="13493">
                  <c:v>1300</c:v>
                </c:pt>
                <c:pt idx="13494">
                  <c:v>1300</c:v>
                </c:pt>
                <c:pt idx="13495">
                  <c:v>1300</c:v>
                </c:pt>
                <c:pt idx="13496">
                  <c:v>1300</c:v>
                </c:pt>
                <c:pt idx="13497">
                  <c:v>1300</c:v>
                </c:pt>
                <c:pt idx="13498">
                  <c:v>1300</c:v>
                </c:pt>
                <c:pt idx="13499">
                  <c:v>1300</c:v>
                </c:pt>
                <c:pt idx="13500">
                  <c:v>1300</c:v>
                </c:pt>
                <c:pt idx="13501">
                  <c:v>1300</c:v>
                </c:pt>
                <c:pt idx="13502">
                  <c:v>1300</c:v>
                </c:pt>
                <c:pt idx="13503">
                  <c:v>1300</c:v>
                </c:pt>
                <c:pt idx="13504">
                  <c:v>1300</c:v>
                </c:pt>
                <c:pt idx="13505">
                  <c:v>1300</c:v>
                </c:pt>
                <c:pt idx="13506">
                  <c:v>1300</c:v>
                </c:pt>
                <c:pt idx="13507">
                  <c:v>1300</c:v>
                </c:pt>
                <c:pt idx="13508">
                  <c:v>1300</c:v>
                </c:pt>
                <c:pt idx="13509">
                  <c:v>1300</c:v>
                </c:pt>
                <c:pt idx="13510">
                  <c:v>1300</c:v>
                </c:pt>
                <c:pt idx="13511">
                  <c:v>1300</c:v>
                </c:pt>
                <c:pt idx="13512">
                  <c:v>1300</c:v>
                </c:pt>
                <c:pt idx="13513">
                  <c:v>1300</c:v>
                </c:pt>
                <c:pt idx="13514">
                  <c:v>1300</c:v>
                </c:pt>
                <c:pt idx="13515">
                  <c:v>1300</c:v>
                </c:pt>
                <c:pt idx="13516">
                  <c:v>1300</c:v>
                </c:pt>
                <c:pt idx="13517">
                  <c:v>1300</c:v>
                </c:pt>
                <c:pt idx="13518">
                  <c:v>1300</c:v>
                </c:pt>
                <c:pt idx="13519">
                  <c:v>1300</c:v>
                </c:pt>
                <c:pt idx="13520">
                  <c:v>1300</c:v>
                </c:pt>
                <c:pt idx="13521">
                  <c:v>1275</c:v>
                </c:pt>
                <c:pt idx="13522">
                  <c:v>1250</c:v>
                </c:pt>
                <c:pt idx="13523">
                  <c:v>1250</c:v>
                </c:pt>
                <c:pt idx="13524">
                  <c:v>1250</c:v>
                </c:pt>
                <c:pt idx="13525">
                  <c:v>1250</c:v>
                </c:pt>
                <c:pt idx="13526">
                  <c:v>1250</c:v>
                </c:pt>
                <c:pt idx="13527">
                  <c:v>1250</c:v>
                </c:pt>
                <c:pt idx="13528">
                  <c:v>1250</c:v>
                </c:pt>
                <c:pt idx="13529">
                  <c:v>1250</c:v>
                </c:pt>
                <c:pt idx="13530">
                  <c:v>1250</c:v>
                </c:pt>
                <c:pt idx="13531">
                  <c:v>1250</c:v>
                </c:pt>
                <c:pt idx="13532">
                  <c:v>1250</c:v>
                </c:pt>
                <c:pt idx="13533">
                  <c:v>1250</c:v>
                </c:pt>
                <c:pt idx="13534">
                  <c:v>1225</c:v>
                </c:pt>
                <c:pt idx="13535">
                  <c:v>1200</c:v>
                </c:pt>
                <c:pt idx="13536">
                  <c:v>1200</c:v>
                </c:pt>
                <c:pt idx="13537">
                  <c:v>1200</c:v>
                </c:pt>
                <c:pt idx="13538">
                  <c:v>1200</c:v>
                </c:pt>
                <c:pt idx="13539">
                  <c:v>1200</c:v>
                </c:pt>
                <c:pt idx="13540">
                  <c:v>1200</c:v>
                </c:pt>
                <c:pt idx="13541">
                  <c:v>1200</c:v>
                </c:pt>
                <c:pt idx="13542">
                  <c:v>1200</c:v>
                </c:pt>
                <c:pt idx="13543">
                  <c:v>1200</c:v>
                </c:pt>
                <c:pt idx="13544">
                  <c:v>1200</c:v>
                </c:pt>
                <c:pt idx="13545">
                  <c:v>1200</c:v>
                </c:pt>
                <c:pt idx="13546">
                  <c:v>1200</c:v>
                </c:pt>
                <c:pt idx="13547">
                  <c:v>1200</c:v>
                </c:pt>
                <c:pt idx="13548">
                  <c:v>1200</c:v>
                </c:pt>
                <c:pt idx="13549">
                  <c:v>1200</c:v>
                </c:pt>
                <c:pt idx="13550">
                  <c:v>1200</c:v>
                </c:pt>
                <c:pt idx="13551">
                  <c:v>1200</c:v>
                </c:pt>
                <c:pt idx="13552">
                  <c:v>1200</c:v>
                </c:pt>
                <c:pt idx="13553">
                  <c:v>1200</c:v>
                </c:pt>
                <c:pt idx="13554">
                  <c:v>1200</c:v>
                </c:pt>
                <c:pt idx="13555">
                  <c:v>1200</c:v>
                </c:pt>
                <c:pt idx="13556">
                  <c:v>1200</c:v>
                </c:pt>
                <c:pt idx="13557">
                  <c:v>1200</c:v>
                </c:pt>
                <c:pt idx="13558">
                  <c:v>1200</c:v>
                </c:pt>
                <c:pt idx="13559">
                  <c:v>1200</c:v>
                </c:pt>
                <c:pt idx="13560">
                  <c:v>1200</c:v>
                </c:pt>
                <c:pt idx="13561">
                  <c:v>1200</c:v>
                </c:pt>
                <c:pt idx="13562">
                  <c:v>1200</c:v>
                </c:pt>
                <c:pt idx="13563">
                  <c:v>1200</c:v>
                </c:pt>
                <c:pt idx="13564">
                  <c:v>1200</c:v>
                </c:pt>
                <c:pt idx="13565">
                  <c:v>1200</c:v>
                </c:pt>
                <c:pt idx="13566">
                  <c:v>1200</c:v>
                </c:pt>
                <c:pt idx="13567">
                  <c:v>1200</c:v>
                </c:pt>
                <c:pt idx="13568">
                  <c:v>1200</c:v>
                </c:pt>
                <c:pt idx="13569">
                  <c:v>1200</c:v>
                </c:pt>
                <c:pt idx="13570">
                  <c:v>1200</c:v>
                </c:pt>
                <c:pt idx="13571">
                  <c:v>1200</c:v>
                </c:pt>
                <c:pt idx="13572">
                  <c:v>1200</c:v>
                </c:pt>
                <c:pt idx="13573">
                  <c:v>1200</c:v>
                </c:pt>
                <c:pt idx="13574">
                  <c:v>1200</c:v>
                </c:pt>
                <c:pt idx="13575">
                  <c:v>1200</c:v>
                </c:pt>
                <c:pt idx="13576">
                  <c:v>1200</c:v>
                </c:pt>
                <c:pt idx="13577">
                  <c:v>1150</c:v>
                </c:pt>
                <c:pt idx="13578">
                  <c:v>1150</c:v>
                </c:pt>
                <c:pt idx="13579">
                  <c:v>1150</c:v>
                </c:pt>
                <c:pt idx="13580">
                  <c:v>1150</c:v>
                </c:pt>
                <c:pt idx="13581">
                  <c:v>1150</c:v>
                </c:pt>
                <c:pt idx="13582">
                  <c:v>1150</c:v>
                </c:pt>
                <c:pt idx="13583">
                  <c:v>1150</c:v>
                </c:pt>
                <c:pt idx="13584">
                  <c:v>1150</c:v>
                </c:pt>
                <c:pt idx="13585">
                  <c:v>1150</c:v>
                </c:pt>
                <c:pt idx="13586">
                  <c:v>1150</c:v>
                </c:pt>
                <c:pt idx="13587">
                  <c:v>1150</c:v>
                </c:pt>
                <c:pt idx="13588">
                  <c:v>1125</c:v>
                </c:pt>
                <c:pt idx="13589">
                  <c:v>1100</c:v>
                </c:pt>
                <c:pt idx="13590">
                  <c:v>1100</c:v>
                </c:pt>
                <c:pt idx="13591">
                  <c:v>1100</c:v>
                </c:pt>
                <c:pt idx="13592">
                  <c:v>1100</c:v>
                </c:pt>
                <c:pt idx="13593">
                  <c:v>1100</c:v>
                </c:pt>
                <c:pt idx="13594">
                  <c:v>1100</c:v>
                </c:pt>
                <c:pt idx="13595">
                  <c:v>1100</c:v>
                </c:pt>
                <c:pt idx="13596">
                  <c:v>1100</c:v>
                </c:pt>
                <c:pt idx="13597">
                  <c:v>1100</c:v>
                </c:pt>
                <c:pt idx="13598">
                  <c:v>1100</c:v>
                </c:pt>
                <c:pt idx="13599">
                  <c:v>1100</c:v>
                </c:pt>
                <c:pt idx="13600">
                  <c:v>1100</c:v>
                </c:pt>
                <c:pt idx="13601">
                  <c:v>1100</c:v>
                </c:pt>
                <c:pt idx="13602">
                  <c:v>1100</c:v>
                </c:pt>
                <c:pt idx="13603">
                  <c:v>1100</c:v>
                </c:pt>
                <c:pt idx="13604">
                  <c:v>1100</c:v>
                </c:pt>
                <c:pt idx="13605">
                  <c:v>1100</c:v>
                </c:pt>
                <c:pt idx="13606">
                  <c:v>1100</c:v>
                </c:pt>
                <c:pt idx="13607">
                  <c:v>1100</c:v>
                </c:pt>
                <c:pt idx="13608">
                  <c:v>1100</c:v>
                </c:pt>
                <c:pt idx="13609">
                  <c:v>1100</c:v>
                </c:pt>
                <c:pt idx="13610">
                  <c:v>1100</c:v>
                </c:pt>
                <c:pt idx="13611">
                  <c:v>1100</c:v>
                </c:pt>
                <c:pt idx="13612">
                  <c:v>1100</c:v>
                </c:pt>
                <c:pt idx="13613">
                  <c:v>1100</c:v>
                </c:pt>
                <c:pt idx="13614">
                  <c:v>1100</c:v>
                </c:pt>
                <c:pt idx="13615">
                  <c:v>1100</c:v>
                </c:pt>
                <c:pt idx="13616">
                  <c:v>1100</c:v>
                </c:pt>
                <c:pt idx="13617">
                  <c:v>1100</c:v>
                </c:pt>
                <c:pt idx="13618">
                  <c:v>1100</c:v>
                </c:pt>
                <c:pt idx="13619">
                  <c:v>1100</c:v>
                </c:pt>
                <c:pt idx="13620">
                  <c:v>1100</c:v>
                </c:pt>
                <c:pt idx="13621">
                  <c:v>1100</c:v>
                </c:pt>
                <c:pt idx="13622">
                  <c:v>1100</c:v>
                </c:pt>
                <c:pt idx="13623">
                  <c:v>1100</c:v>
                </c:pt>
                <c:pt idx="13624">
                  <c:v>1100</c:v>
                </c:pt>
                <c:pt idx="13625">
                  <c:v>1100</c:v>
                </c:pt>
                <c:pt idx="13626">
                  <c:v>1100</c:v>
                </c:pt>
                <c:pt idx="13627">
                  <c:v>1050</c:v>
                </c:pt>
                <c:pt idx="13628">
                  <c:v>1050</c:v>
                </c:pt>
                <c:pt idx="13629">
                  <c:v>1050</c:v>
                </c:pt>
                <c:pt idx="13630">
                  <c:v>1050</c:v>
                </c:pt>
                <c:pt idx="13631">
                  <c:v>1050</c:v>
                </c:pt>
                <c:pt idx="13632">
                  <c:v>1050</c:v>
                </c:pt>
                <c:pt idx="13633">
                  <c:v>1050</c:v>
                </c:pt>
                <c:pt idx="13634">
                  <c:v>1050</c:v>
                </c:pt>
                <c:pt idx="13635">
                  <c:v>1050</c:v>
                </c:pt>
                <c:pt idx="13636">
                  <c:v>1000</c:v>
                </c:pt>
                <c:pt idx="13637">
                  <c:v>1000</c:v>
                </c:pt>
                <c:pt idx="13638">
                  <c:v>1000</c:v>
                </c:pt>
                <c:pt idx="13639">
                  <c:v>1000</c:v>
                </c:pt>
                <c:pt idx="13640">
                  <c:v>1000</c:v>
                </c:pt>
                <c:pt idx="13641">
                  <c:v>1000</c:v>
                </c:pt>
                <c:pt idx="13642">
                  <c:v>1000</c:v>
                </c:pt>
                <c:pt idx="13643">
                  <c:v>1000</c:v>
                </c:pt>
                <c:pt idx="13644">
                  <c:v>1000</c:v>
                </c:pt>
                <c:pt idx="13645">
                  <c:v>1000</c:v>
                </c:pt>
                <c:pt idx="13646">
                  <c:v>1000</c:v>
                </c:pt>
                <c:pt idx="13647">
                  <c:v>1000</c:v>
                </c:pt>
                <c:pt idx="13648">
                  <c:v>1000</c:v>
                </c:pt>
                <c:pt idx="13649">
                  <c:v>1000</c:v>
                </c:pt>
                <c:pt idx="13650">
                  <c:v>1000</c:v>
                </c:pt>
                <c:pt idx="13651">
                  <c:v>1000</c:v>
                </c:pt>
                <c:pt idx="13652">
                  <c:v>1000</c:v>
                </c:pt>
                <c:pt idx="13653">
                  <c:v>1000</c:v>
                </c:pt>
                <c:pt idx="13654">
                  <c:v>1000</c:v>
                </c:pt>
                <c:pt idx="13655">
                  <c:v>1000</c:v>
                </c:pt>
                <c:pt idx="13656">
                  <c:v>1000</c:v>
                </c:pt>
                <c:pt idx="13657">
                  <c:v>1000</c:v>
                </c:pt>
                <c:pt idx="13658">
                  <c:v>1000</c:v>
                </c:pt>
                <c:pt idx="13659">
                  <c:v>1000</c:v>
                </c:pt>
                <c:pt idx="13660">
                  <c:v>1000</c:v>
                </c:pt>
                <c:pt idx="13661">
                  <c:v>1000</c:v>
                </c:pt>
                <c:pt idx="13662">
                  <c:v>1000</c:v>
                </c:pt>
                <c:pt idx="13663">
                  <c:v>1000</c:v>
                </c:pt>
                <c:pt idx="13664">
                  <c:v>1000</c:v>
                </c:pt>
                <c:pt idx="13665">
                  <c:v>1000</c:v>
                </c:pt>
                <c:pt idx="13666">
                  <c:v>1000</c:v>
                </c:pt>
                <c:pt idx="13667">
                  <c:v>1000</c:v>
                </c:pt>
                <c:pt idx="13668">
                  <c:v>1000</c:v>
                </c:pt>
                <c:pt idx="13669">
                  <c:v>1000</c:v>
                </c:pt>
                <c:pt idx="13670">
                  <c:v>1000</c:v>
                </c:pt>
                <c:pt idx="13671">
                  <c:v>1000</c:v>
                </c:pt>
                <c:pt idx="13672">
                  <c:v>1000</c:v>
                </c:pt>
                <c:pt idx="13673">
                  <c:v>1000</c:v>
                </c:pt>
                <c:pt idx="13674">
                  <c:v>1000</c:v>
                </c:pt>
                <c:pt idx="13675">
                  <c:v>1000</c:v>
                </c:pt>
                <c:pt idx="13676">
                  <c:v>1000</c:v>
                </c:pt>
                <c:pt idx="13677">
                  <c:v>1000</c:v>
                </c:pt>
                <c:pt idx="13678">
                  <c:v>1000</c:v>
                </c:pt>
                <c:pt idx="13679">
                  <c:v>1000</c:v>
                </c:pt>
                <c:pt idx="13680">
                  <c:v>1000</c:v>
                </c:pt>
                <c:pt idx="13681">
                  <c:v>1000</c:v>
                </c:pt>
                <c:pt idx="13682">
                  <c:v>1000</c:v>
                </c:pt>
                <c:pt idx="13683">
                  <c:v>1000</c:v>
                </c:pt>
                <c:pt idx="13684">
                  <c:v>1000</c:v>
                </c:pt>
                <c:pt idx="13685">
                  <c:v>1000</c:v>
                </c:pt>
                <c:pt idx="13686">
                  <c:v>1000</c:v>
                </c:pt>
                <c:pt idx="13687">
                  <c:v>1000</c:v>
                </c:pt>
                <c:pt idx="13688">
                  <c:v>1000</c:v>
                </c:pt>
                <c:pt idx="13689">
                  <c:v>1000</c:v>
                </c:pt>
                <c:pt idx="13690">
                  <c:v>1000</c:v>
                </c:pt>
                <c:pt idx="13691">
                  <c:v>1000</c:v>
                </c:pt>
                <c:pt idx="13692">
                  <c:v>1000</c:v>
                </c:pt>
                <c:pt idx="13693">
                  <c:v>1000</c:v>
                </c:pt>
                <c:pt idx="13694">
                  <c:v>1000</c:v>
                </c:pt>
                <c:pt idx="13695">
                  <c:v>1000</c:v>
                </c:pt>
                <c:pt idx="13696">
                  <c:v>1000</c:v>
                </c:pt>
                <c:pt idx="13697">
                  <c:v>1000</c:v>
                </c:pt>
                <c:pt idx="13698">
                  <c:v>1000</c:v>
                </c:pt>
                <c:pt idx="13699">
                  <c:v>1000</c:v>
                </c:pt>
                <c:pt idx="13700">
                  <c:v>1000</c:v>
                </c:pt>
                <c:pt idx="13701">
                  <c:v>1000</c:v>
                </c:pt>
                <c:pt idx="13702">
                  <c:v>1000</c:v>
                </c:pt>
                <c:pt idx="13703">
                  <c:v>1000</c:v>
                </c:pt>
                <c:pt idx="13704">
                  <c:v>1000</c:v>
                </c:pt>
                <c:pt idx="13705">
                  <c:v>1000</c:v>
                </c:pt>
                <c:pt idx="13706">
                  <c:v>1000</c:v>
                </c:pt>
                <c:pt idx="13707">
                  <c:v>1000</c:v>
                </c:pt>
                <c:pt idx="13708">
                  <c:v>1000</c:v>
                </c:pt>
                <c:pt idx="13709">
                  <c:v>1000</c:v>
                </c:pt>
                <c:pt idx="13710">
                  <c:v>1000</c:v>
                </c:pt>
                <c:pt idx="13711">
                  <c:v>1000</c:v>
                </c:pt>
                <c:pt idx="13712">
                  <c:v>1000</c:v>
                </c:pt>
                <c:pt idx="13713">
                  <c:v>950</c:v>
                </c:pt>
                <c:pt idx="13714">
                  <c:v>950</c:v>
                </c:pt>
                <c:pt idx="13715">
                  <c:v>950</c:v>
                </c:pt>
                <c:pt idx="13716">
                  <c:v>950</c:v>
                </c:pt>
                <c:pt idx="13717">
                  <c:v>950</c:v>
                </c:pt>
                <c:pt idx="13718">
                  <c:v>950</c:v>
                </c:pt>
                <c:pt idx="13719">
                  <c:v>950</c:v>
                </c:pt>
                <c:pt idx="13720">
                  <c:v>950</c:v>
                </c:pt>
                <c:pt idx="13721">
                  <c:v>950</c:v>
                </c:pt>
                <c:pt idx="13722">
                  <c:v>950</c:v>
                </c:pt>
                <c:pt idx="13723">
                  <c:v>950</c:v>
                </c:pt>
                <c:pt idx="13724">
                  <c:v>950</c:v>
                </c:pt>
                <c:pt idx="13725">
                  <c:v>950</c:v>
                </c:pt>
                <c:pt idx="13726">
                  <c:v>950</c:v>
                </c:pt>
                <c:pt idx="13727">
                  <c:v>950</c:v>
                </c:pt>
                <c:pt idx="13728">
                  <c:v>950</c:v>
                </c:pt>
                <c:pt idx="13729">
                  <c:v>950</c:v>
                </c:pt>
                <c:pt idx="13730">
                  <c:v>950</c:v>
                </c:pt>
                <c:pt idx="13731">
                  <c:v>950</c:v>
                </c:pt>
                <c:pt idx="13732">
                  <c:v>950</c:v>
                </c:pt>
                <c:pt idx="13733">
                  <c:v>900</c:v>
                </c:pt>
                <c:pt idx="13734">
                  <c:v>900</c:v>
                </c:pt>
                <c:pt idx="13735">
                  <c:v>900</c:v>
                </c:pt>
                <c:pt idx="13736">
                  <c:v>900</c:v>
                </c:pt>
                <c:pt idx="13737">
                  <c:v>900</c:v>
                </c:pt>
                <c:pt idx="13738">
                  <c:v>900</c:v>
                </c:pt>
                <c:pt idx="13739">
                  <c:v>900</c:v>
                </c:pt>
                <c:pt idx="13740">
                  <c:v>900</c:v>
                </c:pt>
                <c:pt idx="13741">
                  <c:v>900</c:v>
                </c:pt>
                <c:pt idx="13742">
                  <c:v>900</c:v>
                </c:pt>
                <c:pt idx="13743">
                  <c:v>900</c:v>
                </c:pt>
                <c:pt idx="13744">
                  <c:v>900</c:v>
                </c:pt>
                <c:pt idx="13745">
                  <c:v>900</c:v>
                </c:pt>
                <c:pt idx="13746">
                  <c:v>900</c:v>
                </c:pt>
                <c:pt idx="13747">
                  <c:v>900</c:v>
                </c:pt>
                <c:pt idx="13748">
                  <c:v>900</c:v>
                </c:pt>
                <c:pt idx="13749">
                  <c:v>900</c:v>
                </c:pt>
                <c:pt idx="13750">
                  <c:v>900</c:v>
                </c:pt>
                <c:pt idx="13751">
                  <c:v>900</c:v>
                </c:pt>
                <c:pt idx="13752">
                  <c:v>900</c:v>
                </c:pt>
                <c:pt idx="13753">
                  <c:v>900</c:v>
                </c:pt>
                <c:pt idx="13754">
                  <c:v>900</c:v>
                </c:pt>
                <c:pt idx="13755">
                  <c:v>900</c:v>
                </c:pt>
                <c:pt idx="13756">
                  <c:v>900</c:v>
                </c:pt>
                <c:pt idx="13757">
                  <c:v>900</c:v>
                </c:pt>
                <c:pt idx="13758">
                  <c:v>900</c:v>
                </c:pt>
                <c:pt idx="13759">
                  <c:v>900</c:v>
                </c:pt>
                <c:pt idx="13760">
                  <c:v>900</c:v>
                </c:pt>
                <c:pt idx="13761">
                  <c:v>900</c:v>
                </c:pt>
                <c:pt idx="13762">
                  <c:v>900</c:v>
                </c:pt>
                <c:pt idx="13763">
                  <c:v>900</c:v>
                </c:pt>
                <c:pt idx="13764">
                  <c:v>900</c:v>
                </c:pt>
                <c:pt idx="13765">
                  <c:v>900</c:v>
                </c:pt>
                <c:pt idx="13766">
                  <c:v>900</c:v>
                </c:pt>
                <c:pt idx="13767">
                  <c:v>900</c:v>
                </c:pt>
                <c:pt idx="13768">
                  <c:v>900</c:v>
                </c:pt>
                <c:pt idx="13769">
                  <c:v>900</c:v>
                </c:pt>
                <c:pt idx="13770">
                  <c:v>900</c:v>
                </c:pt>
                <c:pt idx="13771">
                  <c:v>875</c:v>
                </c:pt>
                <c:pt idx="13772">
                  <c:v>850</c:v>
                </c:pt>
                <c:pt idx="13773">
                  <c:v>850</c:v>
                </c:pt>
                <c:pt idx="13774">
                  <c:v>850</c:v>
                </c:pt>
                <c:pt idx="13775">
                  <c:v>850</c:v>
                </c:pt>
                <c:pt idx="13776">
                  <c:v>850</c:v>
                </c:pt>
                <c:pt idx="13777">
                  <c:v>850</c:v>
                </c:pt>
                <c:pt idx="13778">
                  <c:v>850</c:v>
                </c:pt>
                <c:pt idx="13779">
                  <c:v>850</c:v>
                </c:pt>
                <c:pt idx="13780">
                  <c:v>850</c:v>
                </c:pt>
                <c:pt idx="13781">
                  <c:v>850</c:v>
                </c:pt>
                <c:pt idx="13782">
                  <c:v>850</c:v>
                </c:pt>
                <c:pt idx="13783">
                  <c:v>850</c:v>
                </c:pt>
                <c:pt idx="13784">
                  <c:v>825</c:v>
                </c:pt>
                <c:pt idx="13785">
                  <c:v>800</c:v>
                </c:pt>
                <c:pt idx="13786">
                  <c:v>800</c:v>
                </c:pt>
                <c:pt idx="13787">
                  <c:v>800</c:v>
                </c:pt>
                <c:pt idx="13788">
                  <c:v>800</c:v>
                </c:pt>
                <c:pt idx="13789">
                  <c:v>800</c:v>
                </c:pt>
                <c:pt idx="13790">
                  <c:v>800</c:v>
                </c:pt>
                <c:pt idx="13791">
                  <c:v>800</c:v>
                </c:pt>
                <c:pt idx="13792">
                  <c:v>800</c:v>
                </c:pt>
                <c:pt idx="13793">
                  <c:v>800</c:v>
                </c:pt>
                <c:pt idx="13794">
                  <c:v>800</c:v>
                </c:pt>
                <c:pt idx="13795">
                  <c:v>800</c:v>
                </c:pt>
                <c:pt idx="13796">
                  <c:v>800</c:v>
                </c:pt>
                <c:pt idx="13797">
                  <c:v>800</c:v>
                </c:pt>
                <c:pt idx="13798">
                  <c:v>800</c:v>
                </c:pt>
                <c:pt idx="13799">
                  <c:v>800</c:v>
                </c:pt>
                <c:pt idx="13800">
                  <c:v>800</c:v>
                </c:pt>
                <c:pt idx="13801">
                  <c:v>800</c:v>
                </c:pt>
                <c:pt idx="13802">
                  <c:v>800</c:v>
                </c:pt>
                <c:pt idx="13803">
                  <c:v>800</c:v>
                </c:pt>
                <c:pt idx="13804">
                  <c:v>800</c:v>
                </c:pt>
                <c:pt idx="13805">
                  <c:v>800</c:v>
                </c:pt>
                <c:pt idx="13806">
                  <c:v>800</c:v>
                </c:pt>
                <c:pt idx="13807">
                  <c:v>800</c:v>
                </c:pt>
                <c:pt idx="13808">
                  <c:v>800</c:v>
                </c:pt>
                <c:pt idx="13809">
                  <c:v>800</c:v>
                </c:pt>
                <c:pt idx="13810">
                  <c:v>800</c:v>
                </c:pt>
                <c:pt idx="13811">
                  <c:v>800</c:v>
                </c:pt>
                <c:pt idx="13812">
                  <c:v>800</c:v>
                </c:pt>
                <c:pt idx="13813">
                  <c:v>800</c:v>
                </c:pt>
                <c:pt idx="13814">
                  <c:v>800</c:v>
                </c:pt>
                <c:pt idx="13815">
                  <c:v>800</c:v>
                </c:pt>
                <c:pt idx="13816">
                  <c:v>800</c:v>
                </c:pt>
                <c:pt idx="13817">
                  <c:v>800</c:v>
                </c:pt>
                <c:pt idx="13818">
                  <c:v>800</c:v>
                </c:pt>
                <c:pt idx="13819">
                  <c:v>800</c:v>
                </c:pt>
                <c:pt idx="13820">
                  <c:v>800</c:v>
                </c:pt>
                <c:pt idx="13821">
                  <c:v>800</c:v>
                </c:pt>
                <c:pt idx="13822">
                  <c:v>800</c:v>
                </c:pt>
                <c:pt idx="13823">
                  <c:v>800</c:v>
                </c:pt>
                <c:pt idx="13824">
                  <c:v>800</c:v>
                </c:pt>
                <c:pt idx="13825">
                  <c:v>800</c:v>
                </c:pt>
                <c:pt idx="13826">
                  <c:v>800</c:v>
                </c:pt>
                <c:pt idx="13827">
                  <c:v>800</c:v>
                </c:pt>
                <c:pt idx="13828">
                  <c:v>800</c:v>
                </c:pt>
                <c:pt idx="13829">
                  <c:v>775</c:v>
                </c:pt>
                <c:pt idx="13830">
                  <c:v>775</c:v>
                </c:pt>
                <c:pt idx="13831">
                  <c:v>750</c:v>
                </c:pt>
                <c:pt idx="13832">
                  <c:v>750</c:v>
                </c:pt>
                <c:pt idx="13833">
                  <c:v>750</c:v>
                </c:pt>
                <c:pt idx="13834">
                  <c:v>750</c:v>
                </c:pt>
                <c:pt idx="13835">
                  <c:v>750</c:v>
                </c:pt>
                <c:pt idx="13836">
                  <c:v>750</c:v>
                </c:pt>
                <c:pt idx="13837">
                  <c:v>750</c:v>
                </c:pt>
                <c:pt idx="13838">
                  <c:v>750</c:v>
                </c:pt>
                <c:pt idx="13839">
                  <c:v>750</c:v>
                </c:pt>
                <c:pt idx="13840">
                  <c:v>750</c:v>
                </c:pt>
                <c:pt idx="13841">
                  <c:v>750</c:v>
                </c:pt>
                <c:pt idx="13842">
                  <c:v>750</c:v>
                </c:pt>
                <c:pt idx="13843">
                  <c:v>750</c:v>
                </c:pt>
                <c:pt idx="13844">
                  <c:v>750</c:v>
                </c:pt>
                <c:pt idx="13845">
                  <c:v>700</c:v>
                </c:pt>
                <c:pt idx="13846">
                  <c:v>700</c:v>
                </c:pt>
                <c:pt idx="13847">
                  <c:v>700</c:v>
                </c:pt>
                <c:pt idx="13848">
                  <c:v>700</c:v>
                </c:pt>
                <c:pt idx="13849">
                  <c:v>700</c:v>
                </c:pt>
                <c:pt idx="13850">
                  <c:v>700</c:v>
                </c:pt>
                <c:pt idx="13851">
                  <c:v>700</c:v>
                </c:pt>
                <c:pt idx="13852">
                  <c:v>700</c:v>
                </c:pt>
                <c:pt idx="13853">
                  <c:v>700</c:v>
                </c:pt>
                <c:pt idx="13854">
                  <c:v>700</c:v>
                </c:pt>
                <c:pt idx="13855">
                  <c:v>700</c:v>
                </c:pt>
                <c:pt idx="13856">
                  <c:v>700</c:v>
                </c:pt>
                <c:pt idx="13857">
                  <c:v>700</c:v>
                </c:pt>
                <c:pt idx="13858">
                  <c:v>700</c:v>
                </c:pt>
                <c:pt idx="13859">
                  <c:v>700</c:v>
                </c:pt>
                <c:pt idx="13860">
                  <c:v>700</c:v>
                </c:pt>
                <c:pt idx="13861">
                  <c:v>700</c:v>
                </c:pt>
                <c:pt idx="13862">
                  <c:v>700</c:v>
                </c:pt>
                <c:pt idx="13863">
                  <c:v>700</c:v>
                </c:pt>
                <c:pt idx="13864">
                  <c:v>700</c:v>
                </c:pt>
                <c:pt idx="13865">
                  <c:v>700</c:v>
                </c:pt>
                <c:pt idx="13866">
                  <c:v>700</c:v>
                </c:pt>
                <c:pt idx="13867">
                  <c:v>700</c:v>
                </c:pt>
                <c:pt idx="13868">
                  <c:v>700</c:v>
                </c:pt>
                <c:pt idx="13869">
                  <c:v>700</c:v>
                </c:pt>
                <c:pt idx="13870">
                  <c:v>700</c:v>
                </c:pt>
                <c:pt idx="13871">
                  <c:v>700</c:v>
                </c:pt>
                <c:pt idx="13872">
                  <c:v>700</c:v>
                </c:pt>
                <c:pt idx="13873">
                  <c:v>700</c:v>
                </c:pt>
                <c:pt idx="13874">
                  <c:v>700</c:v>
                </c:pt>
                <c:pt idx="13875">
                  <c:v>700</c:v>
                </c:pt>
                <c:pt idx="13876">
                  <c:v>650</c:v>
                </c:pt>
                <c:pt idx="13877">
                  <c:v>650</c:v>
                </c:pt>
                <c:pt idx="13878">
                  <c:v>650</c:v>
                </c:pt>
                <c:pt idx="13879">
                  <c:v>650</c:v>
                </c:pt>
                <c:pt idx="13880">
                  <c:v>650</c:v>
                </c:pt>
                <c:pt idx="13881">
                  <c:v>650</c:v>
                </c:pt>
                <c:pt idx="13882">
                  <c:v>650</c:v>
                </c:pt>
                <c:pt idx="13883">
                  <c:v>650</c:v>
                </c:pt>
                <c:pt idx="13884">
                  <c:v>650</c:v>
                </c:pt>
                <c:pt idx="13885">
                  <c:v>650</c:v>
                </c:pt>
                <c:pt idx="13886">
                  <c:v>650</c:v>
                </c:pt>
                <c:pt idx="13887">
                  <c:v>650</c:v>
                </c:pt>
                <c:pt idx="13888">
                  <c:v>625</c:v>
                </c:pt>
                <c:pt idx="13889">
                  <c:v>625</c:v>
                </c:pt>
                <c:pt idx="13890">
                  <c:v>600</c:v>
                </c:pt>
                <c:pt idx="13891">
                  <c:v>600</c:v>
                </c:pt>
                <c:pt idx="13892">
                  <c:v>600</c:v>
                </c:pt>
                <c:pt idx="13893">
                  <c:v>600</c:v>
                </c:pt>
                <c:pt idx="13894">
                  <c:v>600</c:v>
                </c:pt>
                <c:pt idx="13895">
                  <c:v>600</c:v>
                </c:pt>
                <c:pt idx="13896">
                  <c:v>600</c:v>
                </c:pt>
                <c:pt idx="13897">
                  <c:v>600</c:v>
                </c:pt>
                <c:pt idx="13898">
                  <c:v>600</c:v>
                </c:pt>
                <c:pt idx="13899">
                  <c:v>600</c:v>
                </c:pt>
                <c:pt idx="13900">
                  <c:v>600</c:v>
                </c:pt>
                <c:pt idx="13901">
                  <c:v>600</c:v>
                </c:pt>
                <c:pt idx="13902">
                  <c:v>600</c:v>
                </c:pt>
                <c:pt idx="13903">
                  <c:v>600</c:v>
                </c:pt>
                <c:pt idx="13904">
                  <c:v>600</c:v>
                </c:pt>
                <c:pt idx="13905">
                  <c:v>600</c:v>
                </c:pt>
                <c:pt idx="13906">
                  <c:v>600</c:v>
                </c:pt>
                <c:pt idx="13907">
                  <c:v>600</c:v>
                </c:pt>
                <c:pt idx="13908">
                  <c:v>600</c:v>
                </c:pt>
                <c:pt idx="13909">
                  <c:v>600</c:v>
                </c:pt>
                <c:pt idx="13910">
                  <c:v>600</c:v>
                </c:pt>
                <c:pt idx="13911">
                  <c:v>600</c:v>
                </c:pt>
                <c:pt idx="13912">
                  <c:v>600</c:v>
                </c:pt>
                <c:pt idx="13913">
                  <c:v>600</c:v>
                </c:pt>
                <c:pt idx="13914">
                  <c:v>600</c:v>
                </c:pt>
                <c:pt idx="13915">
                  <c:v>600</c:v>
                </c:pt>
                <c:pt idx="13916">
                  <c:v>600</c:v>
                </c:pt>
                <c:pt idx="13917">
                  <c:v>600</c:v>
                </c:pt>
                <c:pt idx="13918">
                  <c:v>600</c:v>
                </c:pt>
                <c:pt idx="13919">
                  <c:v>600</c:v>
                </c:pt>
                <c:pt idx="13920">
                  <c:v>600</c:v>
                </c:pt>
                <c:pt idx="13921">
                  <c:v>600</c:v>
                </c:pt>
                <c:pt idx="13922">
                  <c:v>600</c:v>
                </c:pt>
                <c:pt idx="13923">
                  <c:v>600</c:v>
                </c:pt>
                <c:pt idx="13924">
                  <c:v>600</c:v>
                </c:pt>
                <c:pt idx="13925">
                  <c:v>600</c:v>
                </c:pt>
                <c:pt idx="13926">
                  <c:v>600</c:v>
                </c:pt>
                <c:pt idx="13927">
                  <c:v>600</c:v>
                </c:pt>
                <c:pt idx="13928">
                  <c:v>600</c:v>
                </c:pt>
                <c:pt idx="13929">
                  <c:v>600</c:v>
                </c:pt>
                <c:pt idx="13930">
                  <c:v>600</c:v>
                </c:pt>
                <c:pt idx="13931">
                  <c:v>600</c:v>
                </c:pt>
                <c:pt idx="13932">
                  <c:v>600</c:v>
                </c:pt>
                <c:pt idx="13933">
                  <c:v>550</c:v>
                </c:pt>
                <c:pt idx="13934">
                  <c:v>550</c:v>
                </c:pt>
                <c:pt idx="13935">
                  <c:v>550</c:v>
                </c:pt>
                <c:pt idx="13936">
                  <c:v>550</c:v>
                </c:pt>
                <c:pt idx="13937">
                  <c:v>550</c:v>
                </c:pt>
                <c:pt idx="13938">
                  <c:v>550</c:v>
                </c:pt>
                <c:pt idx="13939">
                  <c:v>550</c:v>
                </c:pt>
                <c:pt idx="13940">
                  <c:v>550</c:v>
                </c:pt>
                <c:pt idx="13941">
                  <c:v>550</c:v>
                </c:pt>
                <c:pt idx="13942">
                  <c:v>550</c:v>
                </c:pt>
                <c:pt idx="13943">
                  <c:v>550</c:v>
                </c:pt>
                <c:pt idx="13944">
                  <c:v>550</c:v>
                </c:pt>
                <c:pt idx="13945">
                  <c:v>550</c:v>
                </c:pt>
                <c:pt idx="13946">
                  <c:v>550</c:v>
                </c:pt>
                <c:pt idx="13947">
                  <c:v>550</c:v>
                </c:pt>
                <c:pt idx="13948">
                  <c:v>550</c:v>
                </c:pt>
                <c:pt idx="13949">
                  <c:v>500</c:v>
                </c:pt>
                <c:pt idx="13950">
                  <c:v>500</c:v>
                </c:pt>
                <c:pt idx="13951">
                  <c:v>500</c:v>
                </c:pt>
                <c:pt idx="13952">
                  <c:v>500</c:v>
                </c:pt>
                <c:pt idx="13953">
                  <c:v>500</c:v>
                </c:pt>
                <c:pt idx="13954">
                  <c:v>500</c:v>
                </c:pt>
                <c:pt idx="13955">
                  <c:v>500</c:v>
                </c:pt>
                <c:pt idx="13956">
                  <c:v>500</c:v>
                </c:pt>
                <c:pt idx="13957">
                  <c:v>500</c:v>
                </c:pt>
                <c:pt idx="13958">
                  <c:v>500</c:v>
                </c:pt>
                <c:pt idx="13959">
                  <c:v>500</c:v>
                </c:pt>
                <c:pt idx="13960">
                  <c:v>500</c:v>
                </c:pt>
                <c:pt idx="13961">
                  <c:v>500</c:v>
                </c:pt>
                <c:pt idx="13962">
                  <c:v>500</c:v>
                </c:pt>
                <c:pt idx="13963">
                  <c:v>500</c:v>
                </c:pt>
                <c:pt idx="13964">
                  <c:v>500</c:v>
                </c:pt>
                <c:pt idx="13965">
                  <c:v>500</c:v>
                </c:pt>
                <c:pt idx="13966">
                  <c:v>500</c:v>
                </c:pt>
                <c:pt idx="13967">
                  <c:v>500</c:v>
                </c:pt>
                <c:pt idx="13968">
                  <c:v>500</c:v>
                </c:pt>
                <c:pt idx="13969">
                  <c:v>500</c:v>
                </c:pt>
                <c:pt idx="13970">
                  <c:v>500</c:v>
                </c:pt>
                <c:pt idx="13971">
                  <c:v>500</c:v>
                </c:pt>
                <c:pt idx="13972">
                  <c:v>500</c:v>
                </c:pt>
                <c:pt idx="13973">
                  <c:v>500</c:v>
                </c:pt>
                <c:pt idx="13974">
                  <c:v>500</c:v>
                </c:pt>
                <c:pt idx="13975">
                  <c:v>500</c:v>
                </c:pt>
                <c:pt idx="13976">
                  <c:v>500</c:v>
                </c:pt>
                <c:pt idx="13977">
                  <c:v>500</c:v>
                </c:pt>
                <c:pt idx="13978">
                  <c:v>500</c:v>
                </c:pt>
                <c:pt idx="13979">
                  <c:v>500</c:v>
                </c:pt>
                <c:pt idx="13980">
                  <c:v>500</c:v>
                </c:pt>
                <c:pt idx="13981">
                  <c:v>500</c:v>
                </c:pt>
                <c:pt idx="13982">
                  <c:v>500</c:v>
                </c:pt>
                <c:pt idx="13983">
                  <c:v>500</c:v>
                </c:pt>
                <c:pt idx="13984">
                  <c:v>500</c:v>
                </c:pt>
                <c:pt idx="13985">
                  <c:v>500</c:v>
                </c:pt>
                <c:pt idx="13986">
                  <c:v>500</c:v>
                </c:pt>
                <c:pt idx="13987">
                  <c:v>500</c:v>
                </c:pt>
                <c:pt idx="13988">
                  <c:v>500</c:v>
                </c:pt>
                <c:pt idx="13989">
                  <c:v>500</c:v>
                </c:pt>
                <c:pt idx="13990">
                  <c:v>450</c:v>
                </c:pt>
                <c:pt idx="13991">
                  <c:v>450</c:v>
                </c:pt>
                <c:pt idx="13992">
                  <c:v>450</c:v>
                </c:pt>
                <c:pt idx="13993">
                  <c:v>450</c:v>
                </c:pt>
                <c:pt idx="13994">
                  <c:v>450</c:v>
                </c:pt>
                <c:pt idx="13995">
                  <c:v>450</c:v>
                </c:pt>
                <c:pt idx="13996">
                  <c:v>450</c:v>
                </c:pt>
                <c:pt idx="13997">
                  <c:v>450</c:v>
                </c:pt>
                <c:pt idx="13998">
                  <c:v>450</c:v>
                </c:pt>
                <c:pt idx="13999">
                  <c:v>450</c:v>
                </c:pt>
                <c:pt idx="14000">
                  <c:v>450</c:v>
                </c:pt>
                <c:pt idx="14001">
                  <c:v>450</c:v>
                </c:pt>
                <c:pt idx="14002">
                  <c:v>425</c:v>
                </c:pt>
                <c:pt idx="14003">
                  <c:v>425</c:v>
                </c:pt>
                <c:pt idx="14004">
                  <c:v>425</c:v>
                </c:pt>
                <c:pt idx="14005">
                  <c:v>400</c:v>
                </c:pt>
                <c:pt idx="14006">
                  <c:v>400</c:v>
                </c:pt>
                <c:pt idx="14007">
                  <c:v>400</c:v>
                </c:pt>
                <c:pt idx="14008">
                  <c:v>400</c:v>
                </c:pt>
                <c:pt idx="14009">
                  <c:v>400</c:v>
                </c:pt>
                <c:pt idx="14010">
                  <c:v>400</c:v>
                </c:pt>
                <c:pt idx="14011">
                  <c:v>400</c:v>
                </c:pt>
                <c:pt idx="14012">
                  <c:v>400</c:v>
                </c:pt>
                <c:pt idx="14013">
                  <c:v>400</c:v>
                </c:pt>
                <c:pt idx="14014">
                  <c:v>400</c:v>
                </c:pt>
                <c:pt idx="14015">
                  <c:v>400</c:v>
                </c:pt>
                <c:pt idx="14016">
                  <c:v>400</c:v>
                </c:pt>
                <c:pt idx="14017">
                  <c:v>400</c:v>
                </c:pt>
                <c:pt idx="14018">
                  <c:v>400</c:v>
                </c:pt>
                <c:pt idx="14019">
                  <c:v>400</c:v>
                </c:pt>
                <c:pt idx="14020">
                  <c:v>400</c:v>
                </c:pt>
                <c:pt idx="14021">
                  <c:v>400</c:v>
                </c:pt>
                <c:pt idx="14022">
                  <c:v>400</c:v>
                </c:pt>
                <c:pt idx="14023">
                  <c:v>400</c:v>
                </c:pt>
                <c:pt idx="14024">
                  <c:v>400</c:v>
                </c:pt>
                <c:pt idx="14025">
                  <c:v>400</c:v>
                </c:pt>
                <c:pt idx="14026">
                  <c:v>400</c:v>
                </c:pt>
                <c:pt idx="14027">
                  <c:v>400</c:v>
                </c:pt>
                <c:pt idx="14028">
                  <c:v>400</c:v>
                </c:pt>
                <c:pt idx="14029">
                  <c:v>400</c:v>
                </c:pt>
                <c:pt idx="14030">
                  <c:v>400</c:v>
                </c:pt>
                <c:pt idx="14031">
                  <c:v>400</c:v>
                </c:pt>
                <c:pt idx="14032">
                  <c:v>400</c:v>
                </c:pt>
                <c:pt idx="14033">
                  <c:v>400</c:v>
                </c:pt>
                <c:pt idx="14034">
                  <c:v>400</c:v>
                </c:pt>
                <c:pt idx="14035">
                  <c:v>400</c:v>
                </c:pt>
                <c:pt idx="14036">
                  <c:v>400</c:v>
                </c:pt>
                <c:pt idx="14037">
                  <c:v>400</c:v>
                </c:pt>
                <c:pt idx="14038">
                  <c:v>400</c:v>
                </c:pt>
                <c:pt idx="14039">
                  <c:v>400</c:v>
                </c:pt>
                <c:pt idx="14040">
                  <c:v>400</c:v>
                </c:pt>
                <c:pt idx="14041">
                  <c:v>400</c:v>
                </c:pt>
                <c:pt idx="14042">
                  <c:v>400</c:v>
                </c:pt>
                <c:pt idx="14043">
                  <c:v>400</c:v>
                </c:pt>
                <c:pt idx="14044">
                  <c:v>400</c:v>
                </c:pt>
                <c:pt idx="14045">
                  <c:v>400</c:v>
                </c:pt>
                <c:pt idx="14046">
                  <c:v>375</c:v>
                </c:pt>
                <c:pt idx="14047">
                  <c:v>375</c:v>
                </c:pt>
                <c:pt idx="14048">
                  <c:v>375</c:v>
                </c:pt>
                <c:pt idx="14049">
                  <c:v>375</c:v>
                </c:pt>
                <c:pt idx="14050">
                  <c:v>375</c:v>
                </c:pt>
                <c:pt idx="14051">
                  <c:v>350</c:v>
                </c:pt>
                <c:pt idx="14052">
                  <c:v>350</c:v>
                </c:pt>
                <c:pt idx="14053">
                  <c:v>350</c:v>
                </c:pt>
                <c:pt idx="14054">
                  <c:v>350</c:v>
                </c:pt>
                <c:pt idx="14055">
                  <c:v>350</c:v>
                </c:pt>
                <c:pt idx="14056">
                  <c:v>350</c:v>
                </c:pt>
                <c:pt idx="14057">
                  <c:v>350</c:v>
                </c:pt>
                <c:pt idx="14058">
                  <c:v>350</c:v>
                </c:pt>
                <c:pt idx="14059">
                  <c:v>350</c:v>
                </c:pt>
                <c:pt idx="14060">
                  <c:v>350</c:v>
                </c:pt>
                <c:pt idx="14061">
                  <c:v>350</c:v>
                </c:pt>
                <c:pt idx="14062">
                  <c:v>350</c:v>
                </c:pt>
                <c:pt idx="14063">
                  <c:v>350</c:v>
                </c:pt>
                <c:pt idx="14064">
                  <c:v>350</c:v>
                </c:pt>
                <c:pt idx="14065">
                  <c:v>325</c:v>
                </c:pt>
                <c:pt idx="14066">
                  <c:v>325</c:v>
                </c:pt>
                <c:pt idx="14067">
                  <c:v>325</c:v>
                </c:pt>
                <c:pt idx="14068">
                  <c:v>325</c:v>
                </c:pt>
                <c:pt idx="14069">
                  <c:v>300</c:v>
                </c:pt>
                <c:pt idx="14070">
                  <c:v>300</c:v>
                </c:pt>
                <c:pt idx="14071">
                  <c:v>300</c:v>
                </c:pt>
                <c:pt idx="14072">
                  <c:v>300</c:v>
                </c:pt>
                <c:pt idx="14073">
                  <c:v>300</c:v>
                </c:pt>
                <c:pt idx="14074">
                  <c:v>300</c:v>
                </c:pt>
                <c:pt idx="14075">
                  <c:v>300</c:v>
                </c:pt>
                <c:pt idx="14076">
                  <c:v>300</c:v>
                </c:pt>
                <c:pt idx="14077">
                  <c:v>300</c:v>
                </c:pt>
                <c:pt idx="14078">
                  <c:v>300</c:v>
                </c:pt>
                <c:pt idx="14079">
                  <c:v>300</c:v>
                </c:pt>
                <c:pt idx="14080">
                  <c:v>300</c:v>
                </c:pt>
                <c:pt idx="14081">
                  <c:v>300</c:v>
                </c:pt>
                <c:pt idx="14082">
                  <c:v>300</c:v>
                </c:pt>
                <c:pt idx="14083">
                  <c:v>300</c:v>
                </c:pt>
                <c:pt idx="14084">
                  <c:v>300</c:v>
                </c:pt>
                <c:pt idx="14085">
                  <c:v>300</c:v>
                </c:pt>
                <c:pt idx="14086">
                  <c:v>300</c:v>
                </c:pt>
                <c:pt idx="14087">
                  <c:v>300</c:v>
                </c:pt>
                <c:pt idx="14088">
                  <c:v>300</c:v>
                </c:pt>
                <c:pt idx="14089">
                  <c:v>300</c:v>
                </c:pt>
                <c:pt idx="14090">
                  <c:v>300</c:v>
                </c:pt>
                <c:pt idx="14091">
                  <c:v>300</c:v>
                </c:pt>
                <c:pt idx="14092">
                  <c:v>300</c:v>
                </c:pt>
                <c:pt idx="14093">
                  <c:v>300</c:v>
                </c:pt>
                <c:pt idx="14094">
                  <c:v>300</c:v>
                </c:pt>
                <c:pt idx="14095">
                  <c:v>300</c:v>
                </c:pt>
                <c:pt idx="14096">
                  <c:v>300</c:v>
                </c:pt>
                <c:pt idx="14097">
                  <c:v>300</c:v>
                </c:pt>
                <c:pt idx="14098">
                  <c:v>300</c:v>
                </c:pt>
                <c:pt idx="14099">
                  <c:v>300</c:v>
                </c:pt>
                <c:pt idx="14100">
                  <c:v>300</c:v>
                </c:pt>
                <c:pt idx="14101">
                  <c:v>275</c:v>
                </c:pt>
                <c:pt idx="14102">
                  <c:v>275</c:v>
                </c:pt>
                <c:pt idx="14103">
                  <c:v>250</c:v>
                </c:pt>
                <c:pt idx="14104">
                  <c:v>250</c:v>
                </c:pt>
                <c:pt idx="14105">
                  <c:v>250</c:v>
                </c:pt>
                <c:pt idx="14106">
                  <c:v>250</c:v>
                </c:pt>
                <c:pt idx="14107">
                  <c:v>250</c:v>
                </c:pt>
                <c:pt idx="14108">
                  <c:v>250</c:v>
                </c:pt>
                <c:pt idx="14109">
                  <c:v>250</c:v>
                </c:pt>
                <c:pt idx="14110">
                  <c:v>250</c:v>
                </c:pt>
                <c:pt idx="14111">
                  <c:v>250</c:v>
                </c:pt>
                <c:pt idx="14112">
                  <c:v>250</c:v>
                </c:pt>
                <c:pt idx="14113">
                  <c:v>250</c:v>
                </c:pt>
                <c:pt idx="14114">
                  <c:v>250</c:v>
                </c:pt>
                <c:pt idx="14115">
                  <c:v>225</c:v>
                </c:pt>
                <c:pt idx="14116">
                  <c:v>225</c:v>
                </c:pt>
                <c:pt idx="14117">
                  <c:v>225</c:v>
                </c:pt>
                <c:pt idx="14118">
                  <c:v>225</c:v>
                </c:pt>
                <c:pt idx="14119">
                  <c:v>225</c:v>
                </c:pt>
                <c:pt idx="14120">
                  <c:v>225</c:v>
                </c:pt>
                <c:pt idx="14121">
                  <c:v>200</c:v>
                </c:pt>
                <c:pt idx="14122">
                  <c:v>200</c:v>
                </c:pt>
                <c:pt idx="14123">
                  <c:v>200</c:v>
                </c:pt>
                <c:pt idx="14124">
                  <c:v>200</c:v>
                </c:pt>
                <c:pt idx="14125">
                  <c:v>200</c:v>
                </c:pt>
                <c:pt idx="14126">
                  <c:v>200</c:v>
                </c:pt>
                <c:pt idx="14127">
                  <c:v>200</c:v>
                </c:pt>
                <c:pt idx="14128">
                  <c:v>200</c:v>
                </c:pt>
                <c:pt idx="14129">
                  <c:v>200</c:v>
                </c:pt>
                <c:pt idx="14130">
                  <c:v>200</c:v>
                </c:pt>
              </c:numCache>
            </c:numRef>
          </c:val>
          <c:extLst>
            <c:ext xmlns:c16="http://schemas.microsoft.com/office/drawing/2014/chart" uri="{C3380CC4-5D6E-409C-BE32-E72D297353CC}">
              <c16:uniqueId val="{00000000-1770-4D8C-B8ED-84CFFEB07C12}"/>
            </c:ext>
          </c:extLst>
        </c:ser>
        <c:ser>
          <c:idx val="1"/>
          <c:order val="1"/>
          <c:tx>
            <c:strRef>
              <c:f>'Pivot results'!$C$398</c:f>
              <c:strCache>
                <c:ptCount val="1"/>
                <c:pt idx="0">
                  <c:v>Count of vin</c:v>
                </c:pt>
              </c:strCache>
            </c:strRef>
          </c:tx>
          <c:spPr>
            <a:solidFill>
              <a:schemeClr val="accent2"/>
            </a:solidFill>
            <a:ln>
              <a:noFill/>
            </a:ln>
            <a:effectLst/>
          </c:spPr>
          <c:invertIfNegative val="0"/>
          <c:cat>
            <c:strRef>
              <c:f>'Pivot results'!$A$399:$A$14532</c:f>
              <c:strCache>
                <c:ptCount val="14133"/>
                <c:pt idx="0">
                  <c:v>ford motor credit company llc</c:v>
                </c:pt>
                <c:pt idx="1">
                  <c:v>nissan-infiniti lt</c:v>
                </c:pt>
                <c:pt idx="2">
                  <c:v>the hertz corporation</c:v>
                </c:pt>
                <c:pt idx="3">
                  <c:v>nissan infiniti lt</c:v>
                </c:pt>
                <c:pt idx="4">
                  <c:v>avis corporation</c:v>
                </c:pt>
                <c:pt idx="5">
                  <c:v>financial services remarketing (lease)</c:v>
                </c:pt>
                <c:pt idx="6">
                  <c:v>mercedes-benz financial services</c:v>
                </c:pt>
                <c:pt idx="7">
                  <c:v>enterprise veh exchange/rental</c:v>
                </c:pt>
                <c:pt idx="8">
                  <c:v>santander consumer</c:v>
                </c:pt>
                <c:pt idx="9">
                  <c:v>tdaf remarketing</c:v>
                </c:pt>
                <c:pt idx="10">
                  <c:v>lexus financial services</c:v>
                </c:pt>
                <c:pt idx="11">
                  <c:v>r hollenshead auto sales inc</c:v>
                </c:pt>
                <c:pt idx="12">
                  <c:v>avis budget group</c:v>
                </c:pt>
                <c:pt idx="13">
                  <c:v>hyundai motor finance</c:v>
                </c:pt>
                <c:pt idx="14">
                  <c:v>ahfc/honda lease trust/hvt  inc. eot</c:v>
                </c:pt>
                <c:pt idx="15">
                  <c:v>chrysler capital</c:v>
                </c:pt>
                <c:pt idx="16">
                  <c:v>jpmorgan chase bank n.a.</c:v>
                </c:pt>
                <c:pt idx="17">
                  <c:v>wells fargo dealer services</c:v>
                </c:pt>
                <c:pt idx="18">
                  <c:v>gm remarketing</c:v>
                </c:pt>
                <c:pt idx="19">
                  <c:v>ge fleet services for itself/servicer</c:v>
                </c:pt>
                <c:pt idx="20">
                  <c:v>ford motor credit company llc pd</c:v>
                </c:pt>
                <c:pt idx="21">
                  <c:v>kia motors america  inc</c:v>
                </c:pt>
                <c:pt idx="22">
                  <c:v>toyota financial services</c:v>
                </c:pt>
                <c:pt idx="23">
                  <c:v>ford motor credit company</c:v>
                </c:pt>
                <c:pt idx="24">
                  <c:v>ford-lincoln dealer program</c:v>
                </c:pt>
                <c:pt idx="25">
                  <c:v>nissan north america inc.</c:v>
                </c:pt>
                <c:pt idx="26">
                  <c:v>gm financial</c:v>
                </c:pt>
                <c:pt idx="27">
                  <c:v>world omni financial corporation</c:v>
                </c:pt>
                <c:pt idx="28">
                  <c:v>ars/avis budget group</c:v>
                </c:pt>
                <c:pt idx="29">
                  <c:v>lease plan usa</c:v>
                </c:pt>
                <c:pt idx="30">
                  <c:v>dtg operations inc</c:v>
                </c:pt>
                <c:pt idx="31">
                  <c:v>hertz corporation/gdp</c:v>
                </c:pt>
                <c:pt idx="32">
                  <c:v>u-haul</c:v>
                </c:pt>
                <c:pt idx="33">
                  <c:v>nissan motor acceptance corporation</c:v>
                </c:pt>
                <c:pt idx="34">
                  <c:v>adcock brothers inc</c:v>
                </c:pt>
                <c:pt idx="35">
                  <c:v>wheels exchange llc</c:v>
                </c:pt>
                <c:pt idx="36">
                  <c:v>fiserv/usb dealer services northstar exchange</c:v>
                </c:pt>
                <c:pt idx="37">
                  <c:v>wholesale inc # 2</c:v>
                </c:pt>
                <c:pt idx="38">
                  <c:v>ahfc/honda lease trust/hvt  inc.</c:v>
                </c:pt>
                <c:pt idx="39">
                  <c:v>high bid trading co inc</c:v>
                </c:pt>
                <c:pt idx="40">
                  <c:v>capital one auto finance</c:v>
                </c:pt>
                <c:pt idx="41">
                  <c:v>enterprise vehicle exchange / tra / rental / tulsa</c:v>
                </c:pt>
                <c:pt idx="42">
                  <c:v>toyota motor sales usa inc/program</c:v>
                </c:pt>
                <c:pt idx="43">
                  <c:v>automobiles paille inc</c:v>
                </c:pt>
                <c:pt idx="44">
                  <c:v>vw credit</c:v>
                </c:pt>
                <c:pt idx="45">
                  <c:v>bmw north america greer</c:v>
                </c:pt>
                <c:pt idx="46">
                  <c:v>subaru of america</c:v>
                </c:pt>
                <c:pt idx="47">
                  <c:v>kia motors finance</c:v>
                </c:pt>
                <c:pt idx="48">
                  <c:v>ars/enterprise</c:v>
                </c:pt>
                <c:pt idx="49">
                  <c:v>music city autoplex llc</c:v>
                </c:pt>
                <c:pt idx="50">
                  <c:v>pv holding inc/gdp</c:v>
                </c:pt>
                <c:pt idx="51">
                  <c:v>gm financial leasing</c:v>
                </c:pt>
                <c:pt idx="52">
                  <c:v>bmw na manheim new jersey</c:v>
                </c:pt>
                <c:pt idx="53">
                  <c:v>fca canada inc</c:v>
                </c:pt>
                <c:pt idx="54">
                  <c:v>sullivan auto group llc</c:v>
                </c:pt>
                <c:pt idx="55">
                  <c:v>mercedes-benz finc wholesale advantage</c:v>
                </c:pt>
                <c:pt idx="56">
                  <c:v>chrysler canada inc</c:v>
                </c:pt>
                <c:pt idx="57">
                  <c:v>meridian remarketing</c:v>
                </c:pt>
                <c:pt idx="58">
                  <c:v>ahfc/honda lease/trust/hvt  inc. eot acuras</c:v>
                </c:pt>
                <c:pt idx="59">
                  <c:v>hopper motorplex inc</c:v>
                </c:pt>
                <c:pt idx="60">
                  <c:v>dt credit corporation</c:v>
                </c:pt>
                <c:pt idx="61">
                  <c:v>aaero sweet company</c:v>
                </c:pt>
                <c:pt idx="62">
                  <c:v>enterprise holdings/gdp</c:v>
                </c:pt>
                <c:pt idx="63">
                  <c:v>kevins marysville auto sales inc</c:v>
                </c:pt>
                <c:pt idx="64">
                  <c:v>donlen corporation</c:v>
                </c:pt>
                <c:pt idx="65">
                  <c:v>ari</c:v>
                </c:pt>
                <c:pt idx="66">
                  <c:v>td auto finance</c:v>
                </c:pt>
                <c:pt idx="67">
                  <c:v>exeter finance corp</c:v>
                </c:pt>
                <c:pt idx="68">
                  <c:v>porsche financial services</c:v>
                </c:pt>
                <c:pt idx="69">
                  <c:v>midtown motors</c:v>
                </c:pt>
                <c:pt idx="70">
                  <c:v>credit acceptance corp/vrs/southfield</c:v>
                </c:pt>
                <c:pt idx="71">
                  <c:v>infiniti financial services</c:v>
                </c:pt>
                <c:pt idx="72">
                  <c:v>unique autos</c:v>
                </c:pt>
                <c:pt idx="73">
                  <c:v>larry hudson chevrolet buick gmc inc</c:v>
                </c:pt>
                <c:pt idx="74">
                  <c:v>bmw mini financial services</c:v>
                </c:pt>
                <c:pt idx="75">
                  <c:v>the collection</c:v>
                </c:pt>
                <c:pt idx="76">
                  <c:v>select lane</c:v>
                </c:pt>
                <c:pt idx="77">
                  <c:v>volvo na rep/world omni</c:v>
                </c:pt>
                <c:pt idx="78">
                  <c:v>pm standley motorcars</c:v>
                </c:pt>
                <c:pt idx="79">
                  <c:v>avis rac/san leandro</c:v>
                </c:pt>
                <c:pt idx="80">
                  <c:v>young motors llc</c:v>
                </c:pt>
                <c:pt idx="81">
                  <c:v>stratford hyundai</c:v>
                </c:pt>
                <c:pt idx="82">
                  <c:v>carworks inc</c:v>
                </c:pt>
                <c:pt idx="83">
                  <c:v>ars/ford-lincoln dealer program</c:v>
                </c:pt>
                <c:pt idx="84">
                  <c:v>bmw north america</c:v>
                </c:pt>
                <c:pt idx="85">
                  <c:v>alans autos</c:v>
                </c:pt>
                <c:pt idx="86">
                  <c:v>enterprise vehicle exchange/orange</c:v>
                </c:pt>
                <c:pt idx="87">
                  <c:v>us bank</c:v>
                </c:pt>
                <c:pt idx="88">
                  <c:v>pauley motor car co preowned vehicles llc</c:v>
                </c:pt>
                <c:pt idx="89">
                  <c:v>chrysler group llc</c:v>
                </c:pt>
                <c:pt idx="90">
                  <c:v>regional acceptance corporation / greenville</c:v>
                </c:pt>
                <c:pt idx="91">
                  <c:v>exceptional motorcar llc</c:v>
                </c:pt>
                <c:pt idx="92">
                  <c:v>oriental bank</c:v>
                </c:pt>
                <c:pt idx="93">
                  <c:v>mercedes-benz usa</c:v>
                </c:pt>
                <c:pt idx="94">
                  <c:v>hyundai motor america/co car</c:v>
                </c:pt>
                <c:pt idx="95">
                  <c:v>barco rent a truck</c:v>
                </c:pt>
                <c:pt idx="96">
                  <c:v>ally</c:v>
                </c:pt>
                <c:pt idx="97">
                  <c:v>skyhigh remarketing inc</c:v>
                </c:pt>
                <c:pt idx="98">
                  <c:v>enterprise vehicle exchange/davenport</c:v>
                </c:pt>
                <c:pt idx="99">
                  <c:v>bank of america</c:v>
                </c:pt>
                <c:pt idx="100">
                  <c:v>medlin buick gmc mazda</c:v>
                </c:pt>
                <c:pt idx="101">
                  <c:v>lester glenn buick</c:v>
                </c:pt>
                <c:pt idx="102">
                  <c:v>premium auto wholesale</c:v>
                </c:pt>
                <c:pt idx="103">
                  <c:v>zimmerman auto brokers inc</c:v>
                </c:pt>
                <c:pt idx="104">
                  <c:v>westfall auto sales</c:v>
                </c:pt>
                <c:pt idx="105">
                  <c:v>mazda motors of america inc.</c:v>
                </c:pt>
                <c:pt idx="106">
                  <c:v>bmw north america raa</c:v>
                </c:pt>
                <c:pt idx="107">
                  <c:v>ez rent a car inc</c:v>
                </c:pt>
                <c:pt idx="108">
                  <c:v>remarketing by ge/flagship credit acceptance</c:v>
                </c:pt>
                <c:pt idx="109">
                  <c:v>vw credit prequalified</c:v>
                </c:pt>
                <c:pt idx="110">
                  <c:v>reliance motors llc</c:v>
                </c:pt>
                <c:pt idx="111">
                  <c:v>bmw alphera/alphera financial services</c:v>
                </c:pt>
                <c:pt idx="112">
                  <c:v>westlake financial services</c:v>
                </c:pt>
                <c:pt idx="113">
                  <c:v>fairway ford henderson</c:v>
                </c:pt>
                <c:pt idx="114">
                  <c:v>braman motorcars</c:v>
                </c:pt>
                <c:pt idx="115">
                  <c:v>ford motor company of canada</c:v>
                </c:pt>
                <c:pt idx="116">
                  <c:v>american bank auto liquidators</c:v>
                </c:pt>
                <c:pt idx="117">
                  <c:v>excell auto center</c:v>
                </c:pt>
                <c:pt idx="118">
                  <c:v>sixt rent a car llc</c:v>
                </c:pt>
                <c:pt idx="119">
                  <c:v>xcar inc</c:v>
                </c:pt>
                <c:pt idx="120">
                  <c:v>onesource/kendall toyota</c:v>
                </c:pt>
                <c:pt idx="121">
                  <c:v>suntrust bank</c:v>
                </c:pt>
                <c:pt idx="122">
                  <c:v>braman motors</c:v>
                </c:pt>
                <c:pt idx="123">
                  <c:v>vw credit  inc</c:v>
                </c:pt>
                <c:pt idx="124">
                  <c:v>d&amp;a fine cars</c:v>
                </c:pt>
                <c:pt idx="125">
                  <c:v>texas direct auto</c:v>
                </c:pt>
                <c:pt idx="126">
                  <c:v>manheim imports</c:v>
                </c:pt>
                <c:pt idx="127">
                  <c:v>t &amp; k enterprises of mt airy inc</c:v>
                </c:pt>
                <c:pt idx="128">
                  <c:v>enterprise vehicle exchange/dfw airport</c:v>
                </c:pt>
                <c:pt idx="129">
                  <c:v>budget rac of atlanta</c:v>
                </c:pt>
                <c:pt idx="130">
                  <c:v>hyundai motor america</c:v>
                </c:pt>
                <c:pt idx="131">
                  <c:v>financial services remarketing/rail cars</c:v>
                </c:pt>
                <c:pt idx="132">
                  <c:v>lexus of pembroke pines</c:v>
                </c:pt>
                <c:pt idx="133">
                  <c:v>pro financial inc</c:v>
                </c:pt>
                <c:pt idx="134">
                  <c:v>texas auto brokers</c:v>
                </c:pt>
                <c:pt idx="135">
                  <c:v>firkins chrysler jeep dodge</c:v>
                </c:pt>
                <c:pt idx="136">
                  <c:v>lauderdale imports ltd bmw pembrok pines</c:v>
                </c:pt>
                <c:pt idx="137">
                  <c:v>american honda motor company</c:v>
                </c:pt>
                <c:pt idx="138">
                  <c:v>fca us llc</c:v>
                </c:pt>
                <c:pt idx="139">
                  <c:v>fifth third bank</c:v>
                </c:pt>
                <c:pt idx="140">
                  <c:v>jim ellis</c:v>
                </c:pt>
                <c:pt idx="141">
                  <c:v>volkswagen credit inc/sc</c:v>
                </c:pt>
                <c:pt idx="142">
                  <c:v>fields bmw</c:v>
                </c:pt>
                <c:pt idx="143">
                  <c:v>walters auto sales/service inc</c:v>
                </c:pt>
                <c:pt idx="144">
                  <c:v>vw credit  inc/pilot</c:v>
                </c:pt>
                <c:pt idx="145">
                  <c:v>dollar rac/seattle</c:v>
                </c:pt>
                <c:pt idx="146">
                  <c:v>enterprise fleet management exchange  inc.</c:v>
                </c:pt>
                <c:pt idx="147">
                  <c:v>mmca  inc</c:v>
                </c:pt>
                <c:pt idx="148">
                  <c:v>fox rent a car</c:v>
                </c:pt>
                <c:pt idx="149">
                  <c:v>hertz/tra</c:v>
                </c:pt>
                <c:pt idx="150">
                  <c:v>bmw group financial services canada</c:v>
                </c:pt>
                <c:pt idx="151">
                  <c:v>runde chevrolet inc</c:v>
                </c:pt>
                <c:pt idx="152">
                  <c:v>rlb investments</c:v>
                </c:pt>
                <c:pt idx="153">
                  <c:v>consolidated asset recovery systems  inc.</c:v>
                </c:pt>
                <c:pt idx="154">
                  <c:v>mckenna audi/mckenna bmw</c:v>
                </c:pt>
                <c:pt idx="155">
                  <c:v>aaero sweet corporation</c:v>
                </c:pt>
                <c:pt idx="156">
                  <c:v>hann financial services</c:v>
                </c:pt>
                <c:pt idx="157">
                  <c:v>ars-cpo</c:v>
                </c:pt>
                <c:pt idx="158">
                  <c:v>sports car leasing</c:v>
                </c:pt>
                <c:pt idx="159">
                  <c:v>enterprise/ars</c:v>
                </c:pt>
                <c:pt idx="160">
                  <c:v>innovative auto llc</c:v>
                </c:pt>
                <c:pt idx="161">
                  <c:v>new look enterprises inc</c:v>
                </c:pt>
                <c:pt idx="162">
                  <c:v>lauderdale bmw of fort lauderdale</c:v>
                </c:pt>
                <c:pt idx="163">
                  <c:v>braman honda of palm beach</c:v>
                </c:pt>
                <c:pt idx="164">
                  <c:v>lawler motor sports inc</c:v>
                </c:pt>
                <c:pt idx="165">
                  <c:v>dt inventory</c:v>
                </c:pt>
                <c:pt idx="166">
                  <c:v>mercedes benz of tampa</c:v>
                </c:pt>
                <c:pt idx="167">
                  <c:v>jm lexus</c:v>
                </c:pt>
                <c:pt idx="168">
                  <c:v>woodhouse ford inc</c:v>
                </c:pt>
                <c:pt idx="169">
                  <c:v>grace motors</c:v>
                </c:pt>
                <c:pt idx="170">
                  <c:v>u-haul technical center</c:v>
                </c:pt>
                <c:pt idx="171">
                  <c:v>earnhardt</c:v>
                </c:pt>
                <c:pt idx="172">
                  <c:v>ars/thrifty car rental/greer</c:v>
                </c:pt>
                <c:pt idx="173">
                  <c:v>cm investments</c:v>
                </c:pt>
                <c:pt idx="174">
                  <c:v>auto sails inc</c:v>
                </c:pt>
                <c:pt idx="175">
                  <c:v>charles &amp; son auto sls inc</c:v>
                </c:pt>
                <c:pt idx="176">
                  <c:v>sutton ford/ge</c:v>
                </c:pt>
                <c:pt idx="177">
                  <c:v>boch new to you superstore</c:v>
                </c:pt>
                <c:pt idx="178">
                  <c:v>capps rent a car</c:v>
                </c:pt>
                <c:pt idx="179">
                  <c:v>bmw mini north america</c:v>
                </c:pt>
                <c:pt idx="180">
                  <c:v>florida auto financial group</c:v>
                </c:pt>
                <c:pt idx="181">
                  <c:v>shirlie slack mitsubishi</c:v>
                </c:pt>
                <c:pt idx="182">
                  <c:v>bmw of mount laurel</c:v>
                </c:pt>
                <c:pt idx="183">
                  <c:v>mercedes benz of buckhead</c:v>
                </c:pt>
                <c:pt idx="184">
                  <c:v>hertz car exchange inc/oklahoma city</c:v>
                </c:pt>
                <c:pt idx="185">
                  <c:v>hyundai of new port richey</c:v>
                </c:pt>
                <c:pt idx="186">
                  <c:v>d&amp;m leasing</c:v>
                </c:pt>
                <c:pt idx="187">
                  <c:v>kern automotive group inc</c:v>
                </c:pt>
                <c:pt idx="188">
                  <c:v>hoehn motors inc</c:v>
                </c:pt>
                <c:pt idx="189">
                  <c:v>royal coast auto inc</c:v>
                </c:pt>
                <c:pt idx="190">
                  <c:v>dm northwest inc</c:v>
                </c:pt>
                <c:pt idx="191">
                  <c:v>toyota financial services/avis budget group-open</c:v>
                </c:pt>
                <c:pt idx="192">
                  <c:v>vpsi  inc</c:v>
                </c:pt>
                <c:pt idx="193">
                  <c:v>merchants automotive group</c:v>
                </c:pt>
                <c:pt idx="194">
                  <c:v>century dealer services corp</c:v>
                </c:pt>
                <c:pt idx="195">
                  <c:v>honda of america manufacturing</c:v>
                </c:pt>
                <c:pt idx="196">
                  <c:v>ez rent a car/orlando</c:v>
                </c:pt>
                <c:pt idx="197">
                  <c:v>ecars</c:v>
                </c:pt>
                <c:pt idx="198">
                  <c:v>cameron motor sports</c:v>
                </c:pt>
                <c:pt idx="199">
                  <c:v>prestige financial services</c:v>
                </c:pt>
                <c:pt idx="200">
                  <c:v>andrew thomas motorcars</c:v>
                </c:pt>
                <c:pt idx="201">
                  <c:v>fleet lease remarketing</c:v>
                </c:pt>
                <c:pt idx="202">
                  <c:v>phillips auto brokerage</c:v>
                </c:pt>
                <c:pt idx="203">
                  <c:v>dab auto world &amp; leasing</c:v>
                </c:pt>
                <c:pt idx="204">
                  <c:v>arrowhead auto group inc</c:v>
                </c:pt>
                <c:pt idx="205">
                  <c:v>brunson auto sales</c:v>
                </c:pt>
                <c:pt idx="206">
                  <c:v>mid city mcandrew motors</c:v>
                </c:pt>
                <c:pt idx="207">
                  <c:v>regional acceptance corporation / greensboro</c:v>
                </c:pt>
                <c:pt idx="208">
                  <c:v>myrddin fleet services</c:v>
                </c:pt>
                <c:pt idx="209">
                  <c:v>first investors servicing corp</c:v>
                </c:pt>
                <c:pt idx="210">
                  <c:v>big tree auto brokers</c:v>
                </c:pt>
                <c:pt idx="211">
                  <c:v>financial services remarketing (repos)</c:v>
                </c:pt>
                <c:pt idx="212">
                  <c:v>t &amp; s motors</c:v>
                </c:pt>
                <c:pt idx="213">
                  <c:v>tsj auto brokers inc</c:v>
                </c:pt>
                <c:pt idx="214">
                  <c:v>remarketing by ge/nextgear capital</c:v>
                </c:pt>
                <c:pt idx="215">
                  <c:v>northwestern chrys/j/d/ge</c:v>
                </c:pt>
                <c:pt idx="216">
                  <c:v>gateway one lending &amp; finance</c:v>
                </c:pt>
                <c:pt idx="217">
                  <c:v>financial services remarketing - pickup</c:v>
                </c:pt>
                <c:pt idx="218">
                  <c:v>emkay inc</c:v>
                </c:pt>
                <c:pt idx="219">
                  <c:v>merchants leasing</c:v>
                </c:pt>
                <c:pt idx="220">
                  <c:v>san diego sports cars</c:v>
                </c:pt>
                <c:pt idx="221">
                  <c:v>usautoland inc</c:v>
                </c:pt>
                <c:pt idx="222">
                  <c:v>consumer portfolio services</c:v>
                </c:pt>
                <c:pt idx="223">
                  <c:v>multi auto trading inc</c:v>
                </c:pt>
                <c:pt idx="224">
                  <c:v>coral springs honda</c:v>
                </c:pt>
                <c:pt idx="225">
                  <c:v>u-haul international</c:v>
                </c:pt>
                <c:pt idx="226">
                  <c:v>express car &amp; truck rental</c:v>
                </c:pt>
                <c:pt idx="227">
                  <c:v>nextgear capital</c:v>
                </c:pt>
                <c:pt idx="228">
                  <c:v>adk auto brokers inc</c:v>
                </c:pt>
                <c:pt idx="229">
                  <c:v>par north america</c:v>
                </c:pt>
                <c:pt idx="230">
                  <c:v>chapman chry jeep</c:v>
                </c:pt>
                <c:pt idx="231">
                  <c:v>remarketing by ge/west financial acceptance</c:v>
                </c:pt>
                <c:pt idx="232">
                  <c:v>hertz remarketing</c:v>
                </c:pt>
                <c:pt idx="233">
                  <c:v>clear view systems</c:v>
                </c:pt>
                <c:pt idx="234">
                  <c:v>byers car rentals llc</c:v>
                </c:pt>
                <c:pt idx="235">
                  <c:v>land rover north america llc</c:v>
                </c:pt>
                <c:pt idx="236">
                  <c:v>stratton auto sales inc</c:v>
                </c:pt>
                <c:pt idx="237">
                  <c:v>autobuy</c:v>
                </c:pt>
                <c:pt idx="238">
                  <c:v>lexus of north miami</c:v>
                </c:pt>
                <c:pt idx="239">
                  <c:v>budget rent a car/atlanta</c:v>
                </c:pt>
                <c:pt idx="240">
                  <c:v>bul connections llc</c:v>
                </c:pt>
                <c:pt idx="241">
                  <c:v>arg inc</c:v>
                </c:pt>
                <c:pt idx="242">
                  <c:v>wheels ltd</c:v>
                </c:pt>
                <c:pt idx="243">
                  <c:v>carriage traders</c:v>
                </c:pt>
                <c:pt idx="244">
                  <c:v>midway hfc fleet/ars</c:v>
                </c:pt>
                <c:pt idx="245">
                  <c:v>justus motors company inc</c:v>
                </c:pt>
                <c:pt idx="246">
                  <c:v>bmw of riverside</c:v>
                </c:pt>
                <c:pt idx="247">
                  <c:v>kc landsmen ars</c:v>
                </c:pt>
                <c:pt idx="248">
                  <c:v>ahfc/honda lease trust/hvt  inc acuras</c:v>
                </c:pt>
                <c:pt idx="249">
                  <c:v>daniel thomas sales</c:v>
                </c:pt>
                <c:pt idx="250">
                  <c:v>smith haven chrysler jeep dodge</c:v>
                </c:pt>
                <c:pt idx="251">
                  <c:v>pnc bank  national association</c:v>
                </c:pt>
                <c:pt idx="252">
                  <c:v>crossborder vehicle sales ltd</c:v>
                </c:pt>
                <c:pt idx="253">
                  <c:v>flexco fleet services</c:v>
                </c:pt>
                <c:pt idx="254">
                  <c:v>the auto connection</c:v>
                </c:pt>
                <c:pt idx="255">
                  <c:v>american road leasing inc</c:v>
                </c:pt>
                <c:pt idx="256">
                  <c:v>blue knob auto sales inc</c:v>
                </c:pt>
                <c:pt idx="257">
                  <c:v>fiserv/crescent bank &amp; trust</c:v>
                </c:pt>
                <c:pt idx="258">
                  <c:v>remarketing by ge/larry h miller-fleet lease</c:v>
                </c:pt>
                <c:pt idx="259">
                  <c:v>budget of omaha/ars</c:v>
                </c:pt>
                <c:pt idx="260">
                  <c:v>wichita falls ford lin inc</c:v>
                </c:pt>
                <c:pt idx="261">
                  <c:v>las vegas motorcars llc</c:v>
                </c:pt>
                <c:pt idx="262">
                  <c:v>autolenders liquidation center</c:v>
                </c:pt>
                <c:pt idx="263">
                  <c:v>exceptional motorcars ltd</c:v>
                </c:pt>
                <c:pt idx="264">
                  <c:v>brac of salt lake city</c:v>
                </c:pt>
                <c:pt idx="265">
                  <c:v>prestige chrysler jeep dodge</c:v>
                </c:pt>
                <c:pt idx="266">
                  <c:v>plaza motor company</c:v>
                </c:pt>
                <c:pt idx="267">
                  <c:v>central florida auto gallery inc</c:v>
                </c:pt>
                <c:pt idx="268">
                  <c:v>the car exchange</c:v>
                </c:pt>
                <c:pt idx="269">
                  <c:v>california fleet inc</c:v>
                </c:pt>
                <c:pt idx="270">
                  <c:v>ec sales llc</c:v>
                </c:pt>
                <c:pt idx="271">
                  <c:v>mike albert limited</c:v>
                </c:pt>
                <c:pt idx="272">
                  <c:v>remarketing by ge/the credit union loan source</c:v>
                </c:pt>
                <c:pt idx="273">
                  <c:v>overland west</c:v>
                </c:pt>
                <c:pt idx="274">
                  <c:v>general american rentals</c:v>
                </c:pt>
                <c:pt idx="275">
                  <c:v>financialinx</c:v>
                </c:pt>
                <c:pt idx="276">
                  <c:v>royal rent a car</c:v>
                </c:pt>
                <c:pt idx="277">
                  <c:v>fiserv/citizens one auto finance</c:v>
                </c:pt>
                <c:pt idx="278">
                  <c:v>desert european motorcars</c:v>
                </c:pt>
                <c:pt idx="279">
                  <c:v>auto focus inc</c:v>
                </c:pt>
                <c:pt idx="280">
                  <c:v>superior automotive sales i</c:v>
                </c:pt>
                <c:pt idx="281">
                  <c:v>don's wholesale llc</c:v>
                </c:pt>
                <c:pt idx="282">
                  <c:v>gsp transportation inc</c:v>
                </c:pt>
                <c:pt idx="283">
                  <c:v>right toyota</c:v>
                </c:pt>
                <c:pt idx="284">
                  <c:v>newport lexus</c:v>
                </c:pt>
                <c:pt idx="285">
                  <c:v>gnm auto sales inc</c:v>
                </c:pt>
                <c:pt idx="286">
                  <c:v>all car leasing inc</c:v>
                </c:pt>
                <c:pt idx="287">
                  <c:v>primeritus remarketing/compass bank</c:v>
                </c:pt>
                <c:pt idx="288">
                  <c:v>onemain rem/m&amp;m auto traders</c:v>
                </c:pt>
                <c:pt idx="289">
                  <c:v>vw credit xu ready</c:v>
                </c:pt>
                <c:pt idx="290">
                  <c:v>toyota credit de puerto rico</c:v>
                </c:pt>
                <c:pt idx="291">
                  <c:v>gm/enterprise vehicle exchange</c:v>
                </c:pt>
                <c:pt idx="292">
                  <c:v>fiserv</c:v>
                </c:pt>
                <c:pt idx="293">
                  <c:v>mercedes-benz</c:v>
                </c:pt>
                <c:pt idx="294">
                  <c:v>advantage chevrolet/ge</c:v>
                </c:pt>
                <c:pt idx="295">
                  <c:v>audi pembroke pines</c:v>
                </c:pt>
                <c:pt idx="296">
                  <c:v>scotiabank de puerto rico</c:v>
                </c:pt>
                <c:pt idx="297">
                  <c:v>cire leasing</c:v>
                </c:pt>
                <c:pt idx="298">
                  <c:v>onesource/southwest remarketing</c:v>
                </c:pt>
                <c:pt idx="299">
                  <c:v>remarketing by ge/suntrust bank</c:v>
                </c:pt>
                <c:pt idx="300">
                  <c:v>johnson lexus of raleigh</c:v>
                </c:pt>
                <c:pt idx="301">
                  <c:v>remarketing by ge/space coast credit union</c:v>
                </c:pt>
                <c:pt idx="302">
                  <c:v>desert auto trade</c:v>
                </c:pt>
                <c:pt idx="303">
                  <c:v>land rover palm beach</c:v>
                </c:pt>
                <c:pt idx="304">
                  <c:v>sixt rent a car</c:v>
                </c:pt>
                <c:pt idx="305">
                  <c:v>remarketing by ge/manheim pennsylvania</c:v>
                </c:pt>
                <c:pt idx="306">
                  <c:v>j zap llc</c:v>
                </c:pt>
                <c:pt idx="307">
                  <c:v>159191 canada inc</c:v>
                </c:pt>
                <c:pt idx="308">
                  <c:v>mercedes benz of temecula</c:v>
                </c:pt>
                <c:pt idx="309">
                  <c:v>fiserv/regions bank</c:v>
                </c:pt>
                <c:pt idx="310">
                  <c:v>toyota motor sales/lexus</c:v>
                </c:pt>
                <c:pt idx="311">
                  <c:v>prestige audi</c:v>
                </c:pt>
                <c:pt idx="312">
                  <c:v>wheels lt</c:v>
                </c:pt>
                <c:pt idx="313">
                  <c:v>harold mathews nissan inc</c:v>
                </c:pt>
                <c:pt idx="314">
                  <c:v>budget rent a car/kansas city funding llc</c:v>
                </c:pt>
                <c:pt idx="315">
                  <c:v>american auto brokers inc</c:v>
                </c:pt>
                <c:pt idx="316">
                  <c:v>pohanka lexus</c:v>
                </c:pt>
                <c:pt idx="317">
                  <c:v>momentum motorcars</c:v>
                </c:pt>
                <c:pt idx="318">
                  <c:v>the hertz corporation/gm</c:v>
                </c:pt>
                <c:pt idx="319">
                  <c:v>ambar motors inc</c:v>
                </c:pt>
                <c:pt idx="320">
                  <c:v>mike albert fleet solutions</c:v>
                </c:pt>
                <c:pt idx="321">
                  <c:v>humberview chevrolet</c:v>
                </c:pt>
                <c:pt idx="322">
                  <c:v>remktgedge / cars / carfinance capital llc</c:v>
                </c:pt>
                <c:pt idx="323">
                  <c:v>remarketing by ge/michigan schools &amp; govt cu</c:v>
                </c:pt>
                <c:pt idx="324">
                  <c:v>dollar thrifty automotive group</c:v>
                </c:pt>
                <c:pt idx="325">
                  <c:v>canadian road leasing co &amp; ford credit canda ltd</c:v>
                </c:pt>
                <c:pt idx="326">
                  <c:v>jaguar north america llc</c:v>
                </c:pt>
                <c:pt idx="327">
                  <c:v>tycon enterprises</c:v>
                </c:pt>
                <c:pt idx="328">
                  <c:v>audi henderson</c:v>
                </c:pt>
                <c:pt idx="329">
                  <c:v>fidelity bank</c:v>
                </c:pt>
                <c:pt idx="330">
                  <c:v>reedman toll auto world</c:v>
                </c:pt>
                <c:pt idx="331">
                  <c:v>california auto wholesale</c:v>
                </c:pt>
                <c:pt idx="332">
                  <c:v>vroom</c:v>
                </c:pt>
                <c:pt idx="333">
                  <c:v>mercedes benz of chicago</c:v>
                </c:pt>
                <c:pt idx="334">
                  <c:v>volvo car financial service/world omni</c:v>
                </c:pt>
                <c:pt idx="335">
                  <c:v>mercedes benz of laguna niguel</c:v>
                </c:pt>
                <c:pt idx="336">
                  <c:v>m l sim</c:v>
                </c:pt>
                <c:pt idx="337">
                  <c:v>ars/express car and truck rental inc</c:v>
                </c:pt>
                <c:pt idx="338">
                  <c:v>contemporary auto sales</c:v>
                </c:pt>
                <c:pt idx="339">
                  <c:v>wheat country motors</c:v>
                </c:pt>
                <c:pt idx="340">
                  <c:v>enterprise fleet management exchange</c:v>
                </c:pt>
                <c:pt idx="341">
                  <c:v>crossroads ford inc</c:v>
                </c:pt>
                <c:pt idx="342">
                  <c:v>bank of the west</c:v>
                </c:pt>
                <c:pt idx="343">
                  <c:v>luxury fleet serv inc</c:v>
                </c:pt>
                <c:pt idx="344">
                  <c:v>kapitolia auto llc</c:v>
                </c:pt>
                <c:pt idx="345">
                  <c:v>grow financial fcu</c:v>
                </c:pt>
                <c:pt idx="346">
                  <c:v>sossa pre owned</c:v>
                </c:pt>
                <c:pt idx="347">
                  <c:v>crb auto finance</c:v>
                </c:pt>
                <c:pt idx="348">
                  <c:v>wells fargo financial acceptance</c:v>
                </c:pt>
                <c:pt idx="349">
                  <c:v>randy ford inc</c:v>
                </c:pt>
                <c:pt idx="350">
                  <c:v>autosport usa</c:v>
                </c:pt>
                <c:pt idx="351">
                  <c:v>ferco motors corp</c:v>
                </c:pt>
                <c:pt idx="352">
                  <c:v>fiserv/citizens auto finance</c:v>
                </c:pt>
                <c:pt idx="353">
                  <c:v>nicholas financial inc/clearwater</c:v>
                </c:pt>
                <c:pt idx="354">
                  <c:v>hyundai buybacks</c:v>
                </c:pt>
                <c:pt idx="355">
                  <c:v>metro ford inc</c:v>
                </c:pt>
                <c:pt idx="356">
                  <c:v>bmw of manhattan inc</c:v>
                </c:pt>
                <c:pt idx="357">
                  <c:v>tradewinds remarketing</c:v>
                </c:pt>
                <c:pt idx="358">
                  <c:v>nalley lexus smyrna</c:v>
                </c:pt>
                <c:pt idx="359">
                  <c:v>j magnone auto group llc</c:v>
                </c:pt>
                <c:pt idx="360">
                  <c:v>easy car leasing llc dba brac of birmingham</c:v>
                </c:pt>
                <c:pt idx="361">
                  <c:v>kelley buick gmc inc</c:v>
                </c:pt>
                <c:pt idx="362">
                  <c:v>automobile acceptance corp</c:v>
                </c:pt>
                <c:pt idx="363">
                  <c:v>boch toyota/scion south</c:v>
                </c:pt>
                <c:pt idx="364">
                  <c:v>summer enterprises of miami inc</c:v>
                </c:pt>
                <c:pt idx="365">
                  <c:v>california auto exchange</c:v>
                </c:pt>
                <c:pt idx="366">
                  <c:v>automotive solutions inc</c:v>
                </c:pt>
                <c:pt idx="367">
                  <c:v>r m hollenshead auto sales inc</c:v>
                </c:pt>
                <c:pt idx="368">
                  <c:v>toyota motor sales usa inc</c:v>
                </c:pt>
                <c:pt idx="369">
                  <c:v>remarketing of america</c:v>
                </c:pt>
                <c:pt idx="370">
                  <c:v>knauz continental autos inc</c:v>
                </c:pt>
                <c:pt idx="371">
                  <c:v>robert larson's hyundai</c:v>
                </c:pt>
                <c:pt idx="372">
                  <c:v>florida auto and truck exchange inc</c:v>
                </c:pt>
                <c:pt idx="373">
                  <c:v>fiserv/global lending services</c:v>
                </c:pt>
                <c:pt idx="374">
                  <c:v>l m auto wholesale</c:v>
                </c:pt>
                <c:pt idx="375">
                  <c:v>hendrick buick gmc cadillac</c:v>
                </c:pt>
                <c:pt idx="376">
                  <c:v>joshua motor car co inc</c:v>
                </c:pt>
                <c:pt idx="377">
                  <c:v>sti remarketing</c:v>
                </c:pt>
                <c:pt idx="378">
                  <c:v>ricks auto marketing center south</c:v>
                </c:pt>
                <c:pt idx="379">
                  <c:v>platinum motor cars</c:v>
                </c:pt>
                <c:pt idx="380">
                  <c:v>bard whls</c:v>
                </c:pt>
                <c:pt idx="381">
                  <c:v>enterprise vehicle exchange/non program</c:v>
                </c:pt>
                <c:pt idx="382">
                  <c:v>terryville chevrolet llc</c:v>
                </c:pt>
                <c:pt idx="383">
                  <c:v>veros credit</c:v>
                </c:pt>
                <c:pt idx="384">
                  <c:v>woodall auto wholesale inc</c:v>
                </c:pt>
                <c:pt idx="385">
                  <c:v>universal motors of miami inc</c:v>
                </c:pt>
                <c:pt idx="386">
                  <c:v>c&amp;f finance company</c:v>
                </c:pt>
                <c:pt idx="387">
                  <c:v>lokey motor company</c:v>
                </c:pt>
                <c:pt idx="388">
                  <c:v>budget rent a car/salt lake city</c:v>
                </c:pt>
                <c:pt idx="389">
                  <c:v>certified preowned ford&amp;lincoln/mercury dlr unit</c:v>
                </c:pt>
                <c:pt idx="390">
                  <c:v>southeastern car &amp; truck rental</c:v>
                </c:pt>
                <c:pt idx="391">
                  <c:v>barco fleet services</c:v>
                </c:pt>
                <c:pt idx="392">
                  <c:v>o'fallon motorsports</c:v>
                </c:pt>
                <c:pt idx="393">
                  <c:v>dollar thrifty auto group</c:v>
                </c:pt>
                <c:pt idx="394">
                  <c:v>924 auto corp</c:v>
                </c:pt>
                <c:pt idx="395">
                  <c:v>nissan marshlling</c:v>
                </c:pt>
                <c:pt idx="396">
                  <c:v>fenton auto sales</c:v>
                </c:pt>
                <c:pt idx="397">
                  <c:v>enterprise vehicle exchange/ars/coconut creek</c:v>
                </c:pt>
                <c:pt idx="398">
                  <c:v>mitsubishi north america</c:v>
                </c:pt>
                <c:pt idx="399">
                  <c:v>reliable financial services inc</c:v>
                </c:pt>
                <c:pt idx="400">
                  <c:v>honda r&amp;d americas  inc</c:v>
                </c:pt>
                <c:pt idx="401">
                  <c:v>jr's auto city inc</c:v>
                </c:pt>
                <c:pt idx="402">
                  <c:v>texas rv outlet superstore</c:v>
                </c:pt>
                <c:pt idx="403">
                  <c:v>j &amp; s auto haus</c:v>
                </c:pt>
                <c:pt idx="404">
                  <c:v>ge fleet or gefs by apex fleet as agent</c:v>
                </c:pt>
                <c:pt idx="405">
                  <c:v>my car llc</c:v>
                </c:pt>
                <c:pt idx="406">
                  <c:v>mitsubishi motors of america</c:v>
                </c:pt>
                <c:pt idx="407">
                  <c:v>apexcars net</c:v>
                </c:pt>
                <c:pt idx="408">
                  <c:v>budget rac of memphis</c:v>
                </c:pt>
                <c:pt idx="409">
                  <c:v>congers auto sales inc</c:v>
                </c:pt>
                <c:pt idx="410">
                  <c:v>lexus of tacoma at fife</c:v>
                </c:pt>
                <c:pt idx="411">
                  <c:v>autocelli inc</c:v>
                </c:pt>
                <c:pt idx="412">
                  <c:v>david j leahy jr</c:v>
                </c:pt>
                <c:pt idx="413">
                  <c:v>rjk auto brokers llc</c:v>
                </c:pt>
                <c:pt idx="414">
                  <c:v>bob baker jeep</c:v>
                </c:pt>
                <c:pt idx="415">
                  <c:v>towbin dodge</c:v>
                </c:pt>
                <c:pt idx="416">
                  <c:v>the auto group collection inc</c:v>
                </c:pt>
                <c:pt idx="417">
                  <c:v>i auto sales inc</c:v>
                </c:pt>
                <c:pt idx="418">
                  <c:v>highline motor cars corp</c:v>
                </c:pt>
                <c:pt idx="419">
                  <c:v>symbolic motor cars</c:v>
                </c:pt>
                <c:pt idx="420">
                  <c:v>don davis nissan inc</c:v>
                </c:pt>
                <c:pt idx="421">
                  <c:v>caprock auto remarketing</c:v>
                </c:pt>
                <c:pt idx="422">
                  <c:v>california republic bank</c:v>
                </c:pt>
                <c:pt idx="423">
                  <c:v>ubs wholesale</c:v>
                </c:pt>
                <c:pt idx="424">
                  <c:v>rick hendrick chevrolet</c:v>
                </c:pt>
                <c:pt idx="425">
                  <c:v>fratelli investment group</c:v>
                </c:pt>
                <c:pt idx="426">
                  <c:v>northway ford lincoln</c:v>
                </c:pt>
                <c:pt idx="427">
                  <c:v>onesource/mega auto group inc</c:v>
                </c:pt>
                <c:pt idx="428">
                  <c:v>jaguar land rover north scottsdale</c:v>
                </c:pt>
                <c:pt idx="429">
                  <c:v>lobel financial corp</c:v>
                </c:pt>
                <c:pt idx="430">
                  <c:v>economy rent a car &amp; sales inc</c:v>
                </c:pt>
                <c:pt idx="431">
                  <c:v>chapman corporate wholesale</c:v>
                </c:pt>
                <c:pt idx="432">
                  <c:v>tim short chevrolet</c:v>
                </c:pt>
                <c:pt idx="433">
                  <c:v>toyota financial services/tmct</c:v>
                </c:pt>
                <c:pt idx="434">
                  <c:v>melvin g rhoades auto sales llc</c:v>
                </c:pt>
                <c:pt idx="435">
                  <c:v>1 cochran of monroeville</c:v>
                </c:pt>
                <c:pt idx="436">
                  <c:v>go auto outlet west</c:v>
                </c:pt>
                <c:pt idx="437">
                  <c:v>carl black chevrolet buick gmc</c:v>
                </c:pt>
                <c:pt idx="438">
                  <c:v>bb&amp;t</c:v>
                </c:pt>
                <c:pt idx="439">
                  <c:v>elad motors</c:v>
                </c:pt>
                <c:pt idx="440">
                  <c:v>nil les auto sales inc</c:v>
                </c:pt>
                <c:pt idx="441">
                  <c:v>midwest car corporation/ally financial</c:v>
                </c:pt>
                <c:pt idx="442">
                  <c:v>prestige motorcar imports inc</c:v>
                </c:pt>
                <c:pt idx="443">
                  <c:v>silver car</c:v>
                </c:pt>
                <c:pt idx="444">
                  <c:v>lexus of bellevue</c:v>
                </c:pt>
                <c:pt idx="445">
                  <c:v>citiwide auto leasing</c:v>
                </c:pt>
                <c:pt idx="446">
                  <c:v>remarketing by ge/summit financial corp</c:v>
                </c:pt>
                <c:pt idx="447">
                  <c:v>supreme fcu</c:v>
                </c:pt>
                <c:pt idx="448">
                  <c:v>ferrari of orange county</c:v>
                </c:pt>
                <c:pt idx="449">
                  <c:v>fusion auto finance llc</c:v>
                </c:pt>
                <c:pt idx="450">
                  <c:v>salerno duane infiniti llc</c:v>
                </c:pt>
                <c:pt idx="451">
                  <c:v>t. james motorsports llc</c:v>
                </c:pt>
                <c:pt idx="452">
                  <c:v>cat wholesale llc</c:v>
                </c:pt>
                <c:pt idx="453">
                  <c:v>arcadia chevrolet buick inc.</c:v>
                </c:pt>
                <c:pt idx="454">
                  <c:v>auto select inc</c:v>
                </c:pt>
                <c:pt idx="455">
                  <c:v>bmw north scottsdale</c:v>
                </c:pt>
                <c:pt idx="456">
                  <c:v>northeast leasing</c:v>
                </c:pt>
                <c:pt idx="457">
                  <c:v>fiserv/security national automotive accept corp</c:v>
                </c:pt>
                <c:pt idx="458">
                  <c:v>elder ford of tampa</c:v>
                </c:pt>
                <c:pt idx="459">
                  <c:v>woodhouse chevrolet</c:v>
                </c:pt>
                <c:pt idx="460">
                  <c:v>trade in solutions irvine</c:v>
                </c:pt>
                <c:pt idx="461">
                  <c:v>route one corporation</c:v>
                </c:pt>
                <c:pt idx="462">
                  <c:v>hendrick bmw</c:v>
                </c:pt>
                <c:pt idx="463">
                  <c:v>bb&amp;t asset disposal</c:v>
                </c:pt>
                <c:pt idx="464">
                  <c:v>safford chrysler jeep dodge of fredericksburg</c:v>
                </c:pt>
                <c:pt idx="465">
                  <c:v>remarketing by ge/manheim riverside</c:v>
                </c:pt>
                <c:pt idx="466">
                  <c:v>automotive solutions llc</c:v>
                </c:pt>
                <c:pt idx="467">
                  <c:v>coral cadillac inc</c:v>
                </c:pt>
                <c:pt idx="468">
                  <c:v>billion dodge chrysler jeep</c:v>
                </c:pt>
                <c:pt idx="469">
                  <c:v>century sales &amp; leasing inc</c:v>
                </c:pt>
                <c:pt idx="470">
                  <c:v>toyota of kirkland</c:v>
                </c:pt>
                <c:pt idx="471">
                  <c:v>hertz damaged liquidation</c:v>
                </c:pt>
                <c:pt idx="472">
                  <c:v>enterprise-tra</c:v>
                </c:pt>
                <c:pt idx="473">
                  <c:v>security service fcu (sscu)</c:v>
                </c:pt>
                <c:pt idx="474">
                  <c:v>jim butler auto plaza</c:v>
                </c:pt>
                <c:pt idx="475">
                  <c:v>repo depo</c:v>
                </c:pt>
                <c:pt idx="476">
                  <c:v>motorcars of south texas</c:v>
                </c:pt>
                <c:pt idx="477">
                  <c:v>remarketing by ge/xpress rent a car</c:v>
                </c:pt>
                <c:pt idx="478">
                  <c:v>navy fcu</c:v>
                </c:pt>
                <c:pt idx="479">
                  <c:v>lenders assistance corporation</c:v>
                </c:pt>
                <c:pt idx="480">
                  <c:v>ideal transportation</c:v>
                </c:pt>
                <c:pt idx="481">
                  <c:v>east coast honda</c:v>
                </c:pt>
                <c:pt idx="482">
                  <c:v>luxury motor car company</c:v>
                </c:pt>
                <c:pt idx="483">
                  <c:v>richard j bartlett jr enterprises</c:v>
                </c:pt>
                <c:pt idx="484">
                  <c:v>expert auto group inc</c:v>
                </c:pt>
                <c:pt idx="485">
                  <c:v>navy federal credit union</c:v>
                </c:pt>
                <c:pt idx="486">
                  <c:v>toyota of orlando</c:v>
                </c:pt>
                <c:pt idx="487">
                  <c:v>manheim dallas</c:v>
                </c:pt>
                <c:pt idx="488">
                  <c:v>mcmb financial</c:v>
                </c:pt>
                <c:pt idx="489">
                  <c:v>m and t bank</c:v>
                </c:pt>
                <c:pt idx="490">
                  <c:v>bobb automotive inc</c:v>
                </c:pt>
                <c:pt idx="491">
                  <c:v>napleton's palm beach acura</c:v>
                </c:pt>
                <c:pt idx="492">
                  <c:v>prestige auto wholesale inc</c:v>
                </c:pt>
                <c:pt idx="493">
                  <c:v>cameron motors</c:v>
                </c:pt>
                <c:pt idx="494">
                  <c:v>remarketing by ge/america first credit union</c:v>
                </c:pt>
                <c:pt idx="495">
                  <c:v>reeves import motorcars inc</c:v>
                </c:pt>
                <c:pt idx="496">
                  <c:v>financial services remarketing (bmw int)</c:v>
                </c:pt>
                <c:pt idx="497">
                  <c:v>robert preussler motors llc</c:v>
                </c:pt>
                <c:pt idx="498">
                  <c:v>ebenzz motors</c:v>
                </c:pt>
                <c:pt idx="499">
                  <c:v>bellco fcu</c:v>
                </c:pt>
                <c:pt idx="500">
                  <c:v>nvp remarketing</c:v>
                </c:pt>
                <c:pt idx="501">
                  <c:v>hendrick motors of charlotte</c:v>
                </c:pt>
                <c:pt idx="502">
                  <c:v>germain lexus</c:v>
                </c:pt>
                <c:pt idx="503">
                  <c:v>willis cadillac inc</c:v>
                </c:pt>
                <c:pt idx="504">
                  <c:v>primeritus remarketing/coastal fcu</c:v>
                </c:pt>
                <c:pt idx="505">
                  <c:v>car sense inc</c:v>
                </c:pt>
                <c:pt idx="506">
                  <c:v>north state acceptance</c:v>
                </c:pt>
                <c:pt idx="507">
                  <c:v>enterprise vehicle exchange/franklin</c:v>
                </c:pt>
                <c:pt idx="508">
                  <c:v>metro wholesale outlet inc</c:v>
                </c:pt>
                <c:pt idx="509">
                  <c:v>lexus of annapolis</c:v>
                </c:pt>
                <c:pt idx="510">
                  <c:v>ars/budget rac of atlanta</c:v>
                </c:pt>
                <c:pt idx="511">
                  <c:v>advantage opco llc</c:v>
                </c:pt>
                <c:pt idx="512">
                  <c:v>ingersoll auto of danbury</c:v>
                </c:pt>
                <c:pt idx="513">
                  <c:v>coast sports cars inc</c:v>
                </c:pt>
                <c:pt idx="514">
                  <c:v>nalley toyota of roswell</c:v>
                </c:pt>
                <c:pt idx="515">
                  <c:v>rbm of atlanta inc</c:v>
                </c:pt>
                <c:pt idx="516">
                  <c:v>wayne auto sales inc</c:v>
                </c:pt>
                <c:pt idx="517">
                  <c:v>hyundai motor america/lease</c:v>
                </c:pt>
                <c:pt idx="518">
                  <c:v>best auto wholesale</c:v>
                </c:pt>
                <c:pt idx="519">
                  <c:v>kerbeck cadillac pontiac inc</c:v>
                </c:pt>
                <c:pt idx="520">
                  <c:v>kia motors america  inc/company cars</c:v>
                </c:pt>
                <c:pt idx="521">
                  <c:v>stream llc dba stream remarketing solutions</c:v>
                </c:pt>
                <c:pt idx="522">
                  <c:v>nalley bmw</c:v>
                </c:pt>
                <c:pt idx="523">
                  <c:v>onesource/savannah toyota scion</c:v>
                </c:pt>
                <c:pt idx="524">
                  <c:v>dodge of paramus inc</c:v>
                </c:pt>
                <c:pt idx="525">
                  <c:v>aviscar inc ator</c:v>
                </c:pt>
                <c:pt idx="526">
                  <c:v>east bay bmw</c:v>
                </c:pt>
                <c:pt idx="527">
                  <c:v>audi san diego</c:v>
                </c:pt>
                <c:pt idx="528">
                  <c:v>chrysler group/hertz/pv holding/000gd</c:v>
                </c:pt>
                <c:pt idx="529">
                  <c:v>pee dee auto buyers</c:v>
                </c:pt>
                <c:pt idx="530">
                  <c:v>eurocar</c:v>
                </c:pt>
                <c:pt idx="531">
                  <c:v>bmw of murrieta</c:v>
                </c:pt>
                <c:pt idx="532">
                  <c:v>holman automotive grp inc</c:v>
                </c:pt>
                <c:pt idx="533">
                  <c:v>u s auto importing &amp; sales</c:v>
                </c:pt>
                <c:pt idx="534">
                  <c:v>palm beach motor cars</c:v>
                </c:pt>
                <c:pt idx="535">
                  <c:v>car and truck rentals</c:v>
                </c:pt>
                <c:pt idx="536">
                  <c:v>primeritus remarketing/mag interests</c:v>
                </c:pt>
                <c:pt idx="537">
                  <c:v>hendrick honda</c:v>
                </c:pt>
                <c:pt idx="538">
                  <c:v>car collection of tampa inc</c:v>
                </c:pt>
                <c:pt idx="539">
                  <c:v>international motor car company</c:v>
                </c:pt>
                <c:pt idx="540">
                  <c:v>bmw north america/lemon law buy backs</c:v>
                </c:pt>
                <c:pt idx="541">
                  <c:v>avis rent a car/barbush rentals</c:v>
                </c:pt>
                <c:pt idx="542">
                  <c:v>germain toyota of sarasota</c:v>
                </c:pt>
                <c:pt idx="543">
                  <c:v>buyers auto sales</c:v>
                </c:pt>
                <c:pt idx="544">
                  <c:v>ars/enterprise rac</c:v>
                </c:pt>
                <c:pt idx="545">
                  <c:v>gary mathews motors  inc.</c:v>
                </c:pt>
                <c:pt idx="546">
                  <c:v>enterprise vehicle exchange-non pgm/orlando</c:v>
                </c:pt>
                <c:pt idx="547">
                  <c:v>a l financial corporation</c:v>
                </c:pt>
                <c:pt idx="548">
                  <c:v>primeritus remarketing/crescent bank &amp; trust</c:v>
                </c:pt>
                <c:pt idx="549">
                  <c:v>sullivan auto trading inc</c:v>
                </c:pt>
                <c:pt idx="550">
                  <c:v>donlen exchange services inc</c:v>
                </c:pt>
                <c:pt idx="551">
                  <c:v>honda manufacturing of alabama</c:v>
                </c:pt>
                <c:pt idx="552">
                  <c:v>gwinnett place honda</c:v>
                </c:pt>
                <c:pt idx="553">
                  <c:v>nova auto sales inc</c:v>
                </c:pt>
                <c:pt idx="554">
                  <c:v>germain toyota of naples/germain scion of naples</c:v>
                </c:pt>
                <c:pt idx="555">
                  <c:v>hornburg jaguar</c:v>
                </c:pt>
                <c:pt idx="556">
                  <c:v>crossroad motors llc</c:v>
                </c:pt>
                <c:pt idx="557">
                  <c:v>westbury jeep chrysler dodge inc</c:v>
                </c:pt>
                <c:pt idx="558">
                  <c:v>ocean honda</c:v>
                </c:pt>
                <c:pt idx="559">
                  <c:v>vci/auto gallery</c:v>
                </c:pt>
                <c:pt idx="560">
                  <c:v>all auto imports inc</c:v>
                </c:pt>
                <c:pt idx="561">
                  <c:v>valley kia</c:v>
                </c:pt>
                <c:pt idx="562">
                  <c:v>mascio motor car</c:v>
                </c:pt>
                <c:pt idx="563">
                  <c:v>chicago motor car corporation</c:v>
                </c:pt>
                <c:pt idx="564">
                  <c:v>cig financial</c:v>
                </c:pt>
                <c:pt idx="565">
                  <c:v>motor trade</c:v>
                </c:pt>
                <c:pt idx="566">
                  <c:v>toyota financial services/enterprise</c:v>
                </c:pt>
                <c:pt idx="567">
                  <c:v>jimmie johnson kearny mesa chevrolet</c:v>
                </c:pt>
                <c:pt idx="568">
                  <c:v>auto lender liquidation center</c:v>
                </c:pt>
                <c:pt idx="569">
                  <c:v>mountain motors inc</c:v>
                </c:pt>
                <c:pt idx="570">
                  <c:v>the auto gallery</c:v>
                </c:pt>
                <c:pt idx="571">
                  <c:v>holman honda of fort lauderdale</c:v>
                </c:pt>
                <c:pt idx="572">
                  <c:v>holman ford lincoln</c:v>
                </c:pt>
                <c:pt idx="573">
                  <c:v>9209 0851 quebec inc</c:v>
                </c:pt>
                <c:pt idx="574">
                  <c:v>centerpoint auto exchange llc</c:v>
                </c:pt>
                <c:pt idx="575">
                  <c:v>courtesy chrysler jeep dodge</c:v>
                </c:pt>
                <c:pt idx="576">
                  <c:v>progressive ford inc</c:v>
                </c:pt>
                <c:pt idx="577">
                  <c:v>margate volvo</c:v>
                </c:pt>
                <c:pt idx="578">
                  <c:v>colonial auto sales</c:v>
                </c:pt>
                <c:pt idx="579">
                  <c:v>car city llc</c:v>
                </c:pt>
                <c:pt idx="580">
                  <c:v>automotive remarketing inc</c:v>
                </c:pt>
                <c:pt idx="581">
                  <c:v>all state motor inc</c:v>
                </c:pt>
                <c:pt idx="582">
                  <c:v>munter motor cars</c:v>
                </c:pt>
                <c:pt idx="583">
                  <c:v>jack pfister autos</c:v>
                </c:pt>
                <c:pt idx="584">
                  <c:v>hinton chevrolet buick inc</c:v>
                </c:pt>
                <c:pt idx="585">
                  <c:v>gaudin jaguar porsche of las vegas</c:v>
                </c:pt>
                <c:pt idx="586">
                  <c:v>edward colosimo auto sales</c:v>
                </c:pt>
                <c:pt idx="587">
                  <c:v>suntrust bank public</c:v>
                </c:pt>
                <c:pt idx="588">
                  <c:v>millennium cars</c:v>
                </c:pt>
                <c:pt idx="589">
                  <c:v>davis automotive</c:v>
                </c:pt>
                <c:pt idx="590">
                  <c:v>holman infiniti</c:v>
                </c:pt>
                <c:pt idx="591">
                  <c:v>arlington hgts chry dod jeep</c:v>
                </c:pt>
                <c:pt idx="592">
                  <c:v>jaguar land rover thousand oaks</c:v>
                </c:pt>
                <c:pt idx="593">
                  <c:v>gmt auto sales inc</c:v>
                </c:pt>
                <c:pt idx="594">
                  <c:v>bright star credit union</c:v>
                </c:pt>
                <c:pt idx="595">
                  <c:v>eastern auto trading inc</c:v>
                </c:pt>
                <c:pt idx="596">
                  <c:v>audi north scottsdale</c:v>
                </c:pt>
                <c:pt idx="597">
                  <c:v>commonwealth audi volkswagen</c:v>
                </c:pt>
                <c:pt idx="598">
                  <c:v>bergen auto enterprises llc</c:v>
                </c:pt>
                <c:pt idx="599">
                  <c:v>royalton auto enterprises inc</c:v>
                </c:pt>
                <c:pt idx="600">
                  <c:v>repo remarketing/vantage west credit union</c:v>
                </c:pt>
                <c:pt idx="601">
                  <c:v>bmw of arlington</c:v>
                </c:pt>
                <c:pt idx="602">
                  <c:v>toyota motor sales usa inc/buyback</c:v>
                </c:pt>
                <c:pt idx="603">
                  <c:v>certified motor car llc</c:v>
                </c:pt>
                <c:pt idx="604">
                  <c:v>remarketing by ge/meritrust credit union</c:v>
                </c:pt>
                <c:pt idx="605">
                  <c:v>r k chevrolet inc</c:v>
                </c:pt>
                <c:pt idx="606">
                  <c:v>pompano ford lincoln mercury</c:v>
                </c:pt>
                <c:pt idx="607">
                  <c:v>bob's rentals inc/avis systems licensee</c:v>
                </c:pt>
                <c:pt idx="608">
                  <c:v>brac of wichita - wichita landsman</c:v>
                </c:pt>
                <c:pt idx="609">
                  <c:v>jenkins hyundai</c:v>
                </c:pt>
                <c:pt idx="610">
                  <c:v>lindsay lexus of alexandria</c:v>
                </c:pt>
                <c:pt idx="611">
                  <c:v>lexus of watertown</c:v>
                </c:pt>
                <c:pt idx="612">
                  <c:v>regional acceptance corporation / winterville</c:v>
                </c:pt>
                <c:pt idx="613">
                  <c:v>hamilton honda</c:v>
                </c:pt>
                <c:pt idx="614">
                  <c:v>dollar thrifty auto group/faao</c:v>
                </c:pt>
                <c:pt idx="615">
                  <c:v>green toyota</c:v>
                </c:pt>
                <c:pt idx="616">
                  <c:v>jim coleman cadillac infiniti</c:v>
                </c:pt>
                <c:pt idx="617">
                  <c:v>triangle auto sales inc</c:v>
                </c:pt>
                <c:pt idx="618">
                  <c:v>driscoll motors</c:v>
                </c:pt>
                <c:pt idx="619">
                  <c:v>enterprise vehicle exchange / rental / tulsa</c:v>
                </c:pt>
                <c:pt idx="620">
                  <c:v>courtney leasing inc</c:v>
                </c:pt>
                <c:pt idx="621">
                  <c:v>231 car sales inc.</c:v>
                </c:pt>
                <c:pt idx="622">
                  <c:v>gte fcu</c:v>
                </c:pt>
                <c:pt idx="623">
                  <c:v>flag/reeves import motorca</c:v>
                </c:pt>
                <c:pt idx="624">
                  <c:v>manheim new jersey</c:v>
                </c:pt>
                <c:pt idx="625">
                  <c:v>honda of pasadena</c:v>
                </c:pt>
                <c:pt idx="626">
                  <c:v>direct financial solutions inc</c:v>
                </c:pt>
                <c:pt idx="627">
                  <c:v>germain bmw of naples</c:v>
                </c:pt>
                <c:pt idx="628">
                  <c:v>bredemann lexus in glenview</c:v>
                </c:pt>
                <c:pt idx="629">
                  <c:v>luxury cars of smithtown inc</c:v>
                </c:pt>
                <c:pt idx="630">
                  <c:v>quality acceptance</c:v>
                </c:pt>
                <c:pt idx="631">
                  <c:v>rick hendrick chevrolet of buford</c:v>
                </c:pt>
                <c:pt idx="632">
                  <c:v>remarketing by ge/manheim southern california</c:v>
                </c:pt>
                <c:pt idx="633">
                  <c:v>c &amp; j rental</c:v>
                </c:pt>
                <c:pt idx="634">
                  <c:v>eckley auto brokers inc</c:v>
                </c:pt>
                <c:pt idx="635">
                  <c:v>vegas motorcars inc</c:v>
                </c:pt>
                <c:pt idx="636">
                  <c:v>mercedes benz of bakersfield</c:v>
                </c:pt>
                <c:pt idx="637">
                  <c:v>union leasing exchange llc</c:v>
                </c:pt>
                <c:pt idx="638">
                  <c:v>all american ford/subaru</c:v>
                </c:pt>
                <c:pt idx="639">
                  <c:v>progressive remarketing</c:v>
                </c:pt>
                <c:pt idx="640">
                  <c:v>first community credit union</c:v>
                </c:pt>
                <c:pt idx="641">
                  <c:v>suzuki of newmarket</c:v>
                </c:pt>
                <c:pt idx="642">
                  <c:v>schumacher auto group inc</c:v>
                </c:pt>
                <c:pt idx="643">
                  <c:v>remarketing by ge/ge capital solutions</c:v>
                </c:pt>
                <c:pt idx="644">
                  <c:v>beverly hills porsche</c:v>
                </c:pt>
                <c:pt idx="645">
                  <c:v>hawthorne auto sales co</c:v>
                </c:pt>
                <c:pt idx="646">
                  <c:v>fox rent a car tra</c:v>
                </c:pt>
                <c:pt idx="647">
                  <c:v>ford motor company of canada  limited</c:v>
                </c:pt>
                <c:pt idx="648">
                  <c:v>larry h. miller fleet lease</c:v>
                </c:pt>
                <c:pt idx="649">
                  <c:v>east coast financial</c:v>
                </c:pt>
                <c:pt idx="650">
                  <c:v>mercedes benz of south orlando</c:v>
                </c:pt>
                <c:pt idx="651">
                  <c:v>rolls royce motorcars manhattan</c:v>
                </c:pt>
                <c:pt idx="652">
                  <c:v>innovate loan servicing corp</c:v>
                </c:pt>
                <c:pt idx="653">
                  <c:v>primeritus remarketing / chesterfield impor</c:v>
                </c:pt>
                <c:pt idx="654">
                  <c:v>enterprise car sales</c:v>
                </c:pt>
                <c:pt idx="655">
                  <c:v>ht automotive llc</c:v>
                </c:pt>
                <c:pt idx="656">
                  <c:v>hendrick lexus</c:v>
                </c:pt>
                <c:pt idx="657">
                  <c:v>robinson buick gmc ltd</c:v>
                </c:pt>
                <c:pt idx="658">
                  <c:v>rusnak pasadena jaguar sterling pasadena</c:v>
                </c:pt>
                <c:pt idx="659">
                  <c:v>fiserv/sierra auto finance</c:v>
                </c:pt>
                <c:pt idx="660">
                  <c:v>hendrick bmw northlake</c:v>
                </c:pt>
                <c:pt idx="661">
                  <c:v>peter stallone auto sales inc</c:v>
                </c:pt>
                <c:pt idx="662">
                  <c:v>800 loan mart</c:v>
                </c:pt>
                <c:pt idx="663">
                  <c:v>vw credit canada  inc</c:v>
                </c:pt>
                <c:pt idx="664">
                  <c:v>enterprise rent a car/ars</c:v>
                </c:pt>
                <c:pt idx="665">
                  <c:v>southeastern auto brokers inc</c:v>
                </c:pt>
                <c:pt idx="666">
                  <c:v>courtesy toyota of brandon</c:v>
                </c:pt>
                <c:pt idx="667">
                  <c:v>bay ridge honda suzuki kia</c:v>
                </c:pt>
                <c:pt idx="668">
                  <c:v>persichetti motorsports inc</c:v>
                </c:pt>
                <c:pt idx="669">
                  <c:v>courtesy nissan of tampa</c:v>
                </c:pt>
                <c:pt idx="670">
                  <c:v>findlay acura</c:v>
                </c:pt>
                <c:pt idx="671">
                  <c:v>crossroads ford of wake forest inc</c:v>
                </c:pt>
                <c:pt idx="672">
                  <c:v>paul motor company</c:v>
                </c:pt>
                <c:pt idx="673">
                  <c:v>winter motor company inc</c:v>
                </c:pt>
                <c:pt idx="674">
                  <c:v>goldstar motors</c:v>
                </c:pt>
                <c:pt idx="675">
                  <c:v>car city inc</c:v>
                </c:pt>
                <c:pt idx="676">
                  <c:v>jim pattison lease</c:v>
                </c:pt>
                <c:pt idx="677">
                  <c:v>house of hondaz</c:v>
                </c:pt>
                <c:pt idx="678">
                  <c:v>premium cars wholesale ltd</c:v>
                </c:pt>
                <c:pt idx="679">
                  <c:v>heavenly motors of texas ltd</c:v>
                </c:pt>
                <c:pt idx="680">
                  <c:v>caseys cars inc</c:v>
                </c:pt>
                <c:pt idx="681">
                  <c:v>stanford car co</c:v>
                </c:pt>
                <c:pt idx="682">
                  <c:v>honda r&amp;d americas inc</c:v>
                </c:pt>
                <c:pt idx="683">
                  <c:v>orange coast chrysler jeep dodge</c:v>
                </c:pt>
                <c:pt idx="684">
                  <c:v>fairway chevrolet</c:v>
                </c:pt>
                <c:pt idx="685">
                  <c:v>findlay north volkswagen</c:v>
                </c:pt>
                <c:pt idx="686">
                  <c:v>car sense incorporated</c:v>
                </c:pt>
                <c:pt idx="687">
                  <c:v>mercedes benz and porsche of atlantic city</c:v>
                </c:pt>
                <c:pt idx="688">
                  <c:v>remarketing by ge/manheim chicago</c:v>
                </c:pt>
                <c:pt idx="689">
                  <c:v>joyce motors corp</c:v>
                </c:pt>
                <c:pt idx="690">
                  <c:v>bmw of bayside</c:v>
                </c:pt>
                <c:pt idx="691">
                  <c:v>sullivan luxury cars llc</c:v>
                </c:pt>
                <c:pt idx="692">
                  <c:v>datura auto sales and rentals</c:v>
                </c:pt>
                <c:pt idx="693">
                  <c:v>napletons north palm auto park inc</c:v>
                </c:pt>
                <c:pt idx="694">
                  <c:v>flex fleet rental exchange</c:v>
                </c:pt>
                <c:pt idx="695">
                  <c:v>mercedes benz of tyler</c:v>
                </c:pt>
                <c:pt idx="696">
                  <c:v>worldwide auto wholesalers inc</c:v>
                </c:pt>
                <c:pt idx="697">
                  <c:v>pohanka acura</c:v>
                </c:pt>
                <c:pt idx="698">
                  <c:v>acura of las vegas</c:v>
                </c:pt>
                <c:pt idx="699">
                  <c:v>rusnak westlake audi</c:v>
                </c:pt>
                <c:pt idx="700">
                  <c:v>koons tysons toyota</c:v>
                </c:pt>
                <c:pt idx="701">
                  <c:v>lease plan advantage</c:v>
                </c:pt>
                <c:pt idx="702">
                  <c:v>boykin motors of johnston co inc</c:v>
                </c:pt>
                <c:pt idx="703">
                  <c:v>global motor sports inc</c:v>
                </c:pt>
                <c:pt idx="704">
                  <c:v>capital chrysler jeep dodge llc</c:v>
                </c:pt>
                <c:pt idx="705">
                  <c:v>acura of seattle</c:v>
                </c:pt>
                <c:pt idx="706">
                  <c:v>hoehn honda</c:v>
                </c:pt>
                <c:pt idx="707">
                  <c:v>first credit finance</c:v>
                </c:pt>
                <c:pt idx="708">
                  <c:v>j baer remarketing</c:v>
                </c:pt>
                <c:pt idx="709">
                  <c:v>autofinders inc</c:v>
                </c:pt>
                <c:pt idx="710">
                  <c:v>tidewater motor credit</c:v>
                </c:pt>
                <c:pt idx="711">
                  <c:v>enterprise rent a car</c:v>
                </c:pt>
                <c:pt idx="712">
                  <c:v>ed napleton honda</c:v>
                </c:pt>
                <c:pt idx="713">
                  <c:v>mercedes benz of ontario</c:v>
                </c:pt>
                <c:pt idx="714">
                  <c:v>findlay kia</c:v>
                </c:pt>
                <c:pt idx="715">
                  <c:v>hendrick chrysler dodge jeep ram of concord</c:v>
                </c:pt>
                <c:pt idx="716">
                  <c:v>great neck nissan llc</c:v>
                </c:pt>
                <c:pt idx="717">
                  <c:v>national auto lenders</c:v>
                </c:pt>
                <c:pt idx="718">
                  <c:v>c &amp; b motors</c:v>
                </c:pt>
                <c:pt idx="719">
                  <c:v>nawi leasing inc</c:v>
                </c:pt>
                <c:pt idx="720">
                  <c:v>lancaster car company llc</c:v>
                </c:pt>
                <c:pt idx="721">
                  <c:v>trade in solutions</c:v>
                </c:pt>
                <c:pt idx="722">
                  <c:v>calstar motors inc</c:v>
                </c:pt>
                <c:pt idx="723">
                  <c:v>mercedes benz of freehold</c:v>
                </c:pt>
                <c:pt idx="724">
                  <c:v>north york chrysler jeep dodge ram fiat</c:v>
                </c:pt>
                <c:pt idx="725">
                  <c:v>jaguar aston martin naples</c:v>
                </c:pt>
                <c:pt idx="726">
                  <c:v>briggs auto group inc</c:v>
                </c:pt>
                <c:pt idx="727">
                  <c:v>lexus of stevens creek</c:v>
                </c:pt>
                <c:pt idx="728">
                  <c:v>southern auto finance co/safco/ft lauderdale</c:v>
                </c:pt>
                <c:pt idx="729">
                  <c:v>auto plaza motor sports llc</c:v>
                </c:pt>
                <c:pt idx="730">
                  <c:v>tyson motor corporation</c:v>
                </c:pt>
                <c:pt idx="731">
                  <c:v>northeast auto marketing</c:v>
                </c:pt>
                <c:pt idx="732">
                  <c:v>usaa fleet</c:v>
                </c:pt>
                <c:pt idx="733">
                  <c:v>hendrick lexus northlake</c:v>
                </c:pt>
                <c:pt idx="734">
                  <c:v>enterprise fm exchange/tra/lease</c:v>
                </c:pt>
                <c:pt idx="735">
                  <c:v>mercedes-benz/hertz wholesale advantage</c:v>
                </c:pt>
                <c:pt idx="736">
                  <c:v>champion mazda</c:v>
                </c:pt>
                <c:pt idx="737">
                  <c:v>a &amp; n auto sales inc</c:v>
                </c:pt>
                <c:pt idx="738">
                  <c:v>ourismans rockmont chevrolet</c:v>
                </c:pt>
                <c:pt idx="739">
                  <c:v>financial services remarketing - stock in</c:v>
                </c:pt>
                <c:pt idx="740">
                  <c:v>towbin motorcars</c:v>
                </c:pt>
                <c:pt idx="741">
                  <c:v>baxter chrysler jeep dodge</c:v>
                </c:pt>
                <c:pt idx="742">
                  <c:v>wholesale motor sales inc</c:v>
                </c:pt>
                <c:pt idx="743">
                  <c:v>williamson cadillac company</c:v>
                </c:pt>
                <c:pt idx="744">
                  <c:v>onemain rem/auto club of miami inc dba north dad</c:v>
                </c:pt>
                <c:pt idx="745">
                  <c:v>chapmans las vegas dodge</c:v>
                </c:pt>
                <c:pt idx="746">
                  <c:v>mazda of wesley chapel</c:v>
                </c:pt>
                <c:pt idx="747">
                  <c:v>chaser inc</c:v>
                </c:pt>
                <c:pt idx="748">
                  <c:v>cannon cadillac of lakeland</c:v>
                </c:pt>
                <c:pt idx="749">
                  <c:v>basney honda</c:v>
                </c:pt>
                <c:pt idx="750">
                  <c:v>huffines chrysler jeep dodge lewisville</c:v>
                </c:pt>
                <c:pt idx="751">
                  <c:v>power drive inc</c:v>
                </c:pt>
                <c:pt idx="752">
                  <c:v>rosner motors inc</c:v>
                </c:pt>
                <c:pt idx="753">
                  <c:v>remarketing by ge/penske truck lsg fleet sales</c:v>
                </c:pt>
                <c:pt idx="754">
                  <c:v>go financial</c:v>
                </c:pt>
                <c:pt idx="755">
                  <c:v>land rover las vegas</c:v>
                </c:pt>
                <c:pt idx="756">
                  <c:v>auto trakk llc</c:v>
                </c:pt>
                <c:pt idx="757">
                  <c:v>malco enterprise of nevada/dba budget</c:v>
                </c:pt>
                <c:pt idx="758">
                  <c:v>toyota of glen burnie</c:v>
                </c:pt>
                <c:pt idx="759">
                  <c:v>hendrick chevrolet</c:v>
                </c:pt>
                <c:pt idx="760">
                  <c:v>ron wilson ford tradewinds inc</c:v>
                </c:pt>
                <c:pt idx="761">
                  <c:v>midwestern auto group</c:v>
                </c:pt>
                <c:pt idx="762">
                  <c:v>hendrick toyota scion concord</c:v>
                </c:pt>
                <c:pt idx="763">
                  <c:v>brumos motor cars inc</c:v>
                </c:pt>
                <c:pt idx="764">
                  <c:v>jim coleman honda</c:v>
                </c:pt>
                <c:pt idx="765">
                  <c:v>best buy repos inc</c:v>
                </c:pt>
                <c:pt idx="766">
                  <c:v>aaa car rental inc</c:v>
                </c:pt>
                <c:pt idx="767">
                  <c:v>apple fcu</c:v>
                </c:pt>
                <c:pt idx="768">
                  <c:v>hacienda ford</c:v>
                </c:pt>
                <c:pt idx="769">
                  <c:v>walser leasing</c:v>
                </c:pt>
                <c:pt idx="770">
                  <c:v>budget rent a car/omaha</c:v>
                </c:pt>
                <c:pt idx="771">
                  <c:v>sutton leasing inc</c:v>
                </c:pt>
                <c:pt idx="772">
                  <c:v>atlantic coast remarketing inc/tasi</c:v>
                </c:pt>
                <c:pt idx="773">
                  <c:v>cox fleet</c:v>
                </c:pt>
                <c:pt idx="774">
                  <c:v>pra receivables management llc</c:v>
                </c:pt>
                <c:pt idx="775">
                  <c:v>central florida chrysler jeep dodge</c:v>
                </c:pt>
                <c:pt idx="776">
                  <c:v>flag/ald motors inc</c:v>
                </c:pt>
                <c:pt idx="777">
                  <c:v>crestwood motors inc</c:v>
                </c:pt>
                <c:pt idx="778">
                  <c:v>mike watchers used cars</c:v>
                </c:pt>
                <c:pt idx="779">
                  <c:v>crown auto sales/leasing</c:v>
                </c:pt>
                <c:pt idx="780">
                  <c:v>toyota of olympia</c:v>
                </c:pt>
                <c:pt idx="781">
                  <c:v>mercedes benz of wilmington</c:v>
                </c:pt>
                <c:pt idx="782">
                  <c:v>joyce koons honda buick gmc</c:v>
                </c:pt>
                <c:pt idx="783">
                  <c:v>enterprise fm trust</c:v>
                </c:pt>
                <c:pt idx="784">
                  <c:v>toyota motor sales usa inc/buyback/lexus</c:v>
                </c:pt>
                <c:pt idx="785">
                  <c:v>vci/audi of downtown la</c:v>
                </c:pt>
                <c:pt idx="786">
                  <c:v>remarketing by ge/drivetime</c:v>
                </c:pt>
                <c:pt idx="787">
                  <c:v>cadillac of mahwah llc</c:v>
                </c:pt>
                <c:pt idx="788">
                  <c:v>logistics leasing</c:v>
                </c:pt>
                <c:pt idx="789">
                  <c:v>mercedes-benz of palm beach</c:v>
                </c:pt>
                <c:pt idx="790">
                  <c:v>bmw of annapolis/mini of annapolis</c:v>
                </c:pt>
                <c:pt idx="791">
                  <c:v>fred martin motor co</c:v>
                </c:pt>
                <c:pt idx="792">
                  <c:v>hendrick kia of cary</c:v>
                </c:pt>
                <c:pt idx="793">
                  <c:v>courtesy hyundai</c:v>
                </c:pt>
                <c:pt idx="794">
                  <c:v>onesource/toyota of hollywood</c:v>
                </c:pt>
                <c:pt idx="795">
                  <c:v>ed morse auto plaza</c:v>
                </c:pt>
                <c:pt idx="796">
                  <c:v>maritime motors of fairfield inc</c:v>
                </c:pt>
                <c:pt idx="797">
                  <c:v>manheim nashville</c:v>
                </c:pt>
                <c:pt idx="798">
                  <c:v>burns kull inc</c:v>
                </c:pt>
                <c:pt idx="799">
                  <c:v>perillo bmw inc</c:v>
                </c:pt>
                <c:pt idx="800">
                  <c:v>car web</c:v>
                </c:pt>
                <c:pt idx="801">
                  <c:v>mi joe auto sales</c:v>
                </c:pt>
                <c:pt idx="802">
                  <c:v>essen motor company inc</c:v>
                </c:pt>
                <c:pt idx="803">
                  <c:v>crown eurocars inc</c:v>
                </c:pt>
                <c:pt idx="804">
                  <c:v>auto depot of orlando inc</c:v>
                </c:pt>
                <c:pt idx="805">
                  <c:v>jerry's gm</c:v>
                </c:pt>
                <c:pt idx="806">
                  <c:v>galyen leasing inc</c:v>
                </c:pt>
                <c:pt idx="807">
                  <c:v>remarketing by ge/manheim california</c:v>
                </c:pt>
                <c:pt idx="808">
                  <c:v>ford country</c:v>
                </c:pt>
                <c:pt idx="809">
                  <c:v>rippy cadillac llc</c:v>
                </c:pt>
                <c:pt idx="810">
                  <c:v>advanced auto brokers llc</c:v>
                </c:pt>
                <c:pt idx="811">
                  <c:v>loehmann blasius chevrolet inc</c:v>
                </c:pt>
                <c:pt idx="812">
                  <c:v>porsche fin svcs dba bentley financial services</c:v>
                </c:pt>
                <c:pt idx="813">
                  <c:v>ars/budget rac of utah &amp; idaho</c:v>
                </c:pt>
                <c:pt idx="814">
                  <c:v>fiserv/independent bank</c:v>
                </c:pt>
                <c:pt idx="815">
                  <c:v>first hawaiian bank</c:v>
                </c:pt>
                <c:pt idx="816">
                  <c:v>exclusive cars inc</c:v>
                </c:pt>
                <c:pt idx="817">
                  <c:v>darcars toyota</c:v>
                </c:pt>
                <c:pt idx="818">
                  <c:v>capital nissan of wilmington</c:v>
                </c:pt>
                <c:pt idx="819">
                  <c:v>pohanka honda of fredericksburg</c:v>
                </c:pt>
                <c:pt idx="820">
                  <c:v>kly international</c:v>
                </c:pt>
                <c:pt idx="821">
                  <c:v>stg auto group</c:v>
                </c:pt>
                <c:pt idx="822">
                  <c:v>land rover newport beach</c:v>
                </c:pt>
                <c:pt idx="823">
                  <c:v>imperial ford corporation</c:v>
                </c:pt>
                <c:pt idx="824">
                  <c:v>the motor car group inc</c:v>
                </c:pt>
                <c:pt idx="825">
                  <c:v>maher chevrolet inc</c:v>
                </c:pt>
                <c:pt idx="826">
                  <c:v>rancho ford</c:v>
                </c:pt>
                <c:pt idx="827">
                  <c:v>david mcdavid acura</c:v>
                </c:pt>
                <c:pt idx="828">
                  <c:v>remarketing by ge/ak&amp;y enterprises inc</c:v>
                </c:pt>
                <c:pt idx="829">
                  <c:v>austintown chrysler dodge jeep inc</c:v>
                </c:pt>
                <c:pt idx="830">
                  <c:v>cenizo financial corporation inc</c:v>
                </c:pt>
                <c:pt idx="831">
                  <c:v>team ford lincoln</c:v>
                </c:pt>
                <c:pt idx="832">
                  <c:v>fiesta ford lincoln mercury</c:v>
                </c:pt>
                <c:pt idx="833">
                  <c:v>henderson chevrolet company</c:v>
                </c:pt>
                <c:pt idx="834">
                  <c:v>primeritus remarketing/aas</c:v>
                </c:pt>
                <c:pt idx="835">
                  <c:v>lauderdale infiniti</c:v>
                </c:pt>
                <c:pt idx="836">
                  <c:v>pat o'brien chevrolet west</c:v>
                </c:pt>
                <c:pt idx="837">
                  <c:v>ruan car sales inc</c:v>
                </c:pt>
                <c:pt idx="838">
                  <c:v>bmw of sterling</c:v>
                </c:pt>
                <c:pt idx="839">
                  <c:v>braeger chevrolet</c:v>
                </c:pt>
                <c:pt idx="840">
                  <c:v>car trackers</c:v>
                </c:pt>
                <c:pt idx="841">
                  <c:v>remarketing services of el paso</c:v>
                </c:pt>
                <c:pt idx="842">
                  <c:v>alternative enterprises inc</c:v>
                </c:pt>
                <c:pt idx="843">
                  <c:v>safeway motor corp</c:v>
                </c:pt>
                <c:pt idx="844">
                  <c:v>sell your car here</c:v>
                </c:pt>
                <c:pt idx="845">
                  <c:v>hendrick lexus kansas city</c:v>
                </c:pt>
                <c:pt idx="846">
                  <c:v>manheim orlando</c:v>
                </c:pt>
                <c:pt idx="847">
                  <c:v>fleet street remarketing llc</c:v>
                </c:pt>
                <c:pt idx="848">
                  <c:v>condor capital corp</c:v>
                </c:pt>
                <c:pt idx="849">
                  <c:v>lexus of las vegas</c:v>
                </c:pt>
                <c:pt idx="850">
                  <c:v>aps rent a car &amp; leasing</c:v>
                </c:pt>
                <c:pt idx="851">
                  <c:v>euro motorcars inc</c:v>
                </c:pt>
                <c:pt idx="852">
                  <c:v>south bay bmw</c:v>
                </c:pt>
                <c:pt idx="853">
                  <c:v>desert plaza auto sales inc</c:v>
                </c:pt>
                <c:pt idx="854">
                  <c:v>remarketing by ge/tmt auto wholesale inc</c:v>
                </c:pt>
                <c:pt idx="855">
                  <c:v>bobby rahal motorcar company</c:v>
                </c:pt>
                <c:pt idx="856">
                  <c:v>asbury automotive group</c:v>
                </c:pt>
                <c:pt idx="857">
                  <c:v>s/s auto wholesale</c:v>
                </c:pt>
                <c:pt idx="858">
                  <c:v>remarketing by ge/manheim central florida</c:v>
                </c:pt>
                <c:pt idx="859">
                  <c:v>national fleet leasing</c:v>
                </c:pt>
                <c:pt idx="860">
                  <c:v>lbs financial credit union</c:v>
                </c:pt>
                <c:pt idx="861">
                  <c:v>car now acceptance co/columbus</c:v>
                </c:pt>
                <c:pt idx="862">
                  <c:v>rick hendrick city chevrolet</c:v>
                </c:pt>
                <c:pt idx="863">
                  <c:v>john markel inc</c:v>
                </c:pt>
                <c:pt idx="864">
                  <c:v>terry cullen southlake chev inc</c:v>
                </c:pt>
                <c:pt idx="865">
                  <c:v>infiniti of montclair</c:v>
                </c:pt>
                <c:pt idx="866">
                  <c:v>foursight capital llc</c:v>
                </c:pt>
                <c:pt idx="867">
                  <c:v>mercedes benz of ft lauderdale</c:v>
                </c:pt>
                <c:pt idx="868">
                  <c:v>central florida educators fcu</c:v>
                </c:pt>
                <c:pt idx="869">
                  <c:v>first light fcu</c:v>
                </c:pt>
                <c:pt idx="870">
                  <c:v>graham motor co</c:v>
                </c:pt>
                <c:pt idx="871">
                  <c:v>boch honda west</c:v>
                </c:pt>
                <c:pt idx="872">
                  <c:v>wheels of fortune auto  inc</c:v>
                </c:pt>
                <c:pt idx="873">
                  <c:v>manheim statesville</c:v>
                </c:pt>
                <c:pt idx="874">
                  <c:v>spreen honda</c:v>
                </c:pt>
                <c:pt idx="875">
                  <c:v>manheim atlanta</c:v>
                </c:pt>
                <c:pt idx="876">
                  <c:v>chase automotive leasing</c:v>
                </c:pt>
                <c:pt idx="877">
                  <c:v>laredo dodge chrysler jeep</c:v>
                </c:pt>
                <c:pt idx="878">
                  <c:v>robert ss auto sales inc</c:v>
                </c:pt>
                <c:pt idx="879">
                  <c:v>prestige auto</c:v>
                </c:pt>
                <c:pt idx="880">
                  <c:v>crossroads ford of indian trail</c:v>
                </c:pt>
                <c:pt idx="881">
                  <c:v>kentland car co inc</c:v>
                </c:pt>
                <c:pt idx="882">
                  <c:v>morrison motors inc</c:v>
                </c:pt>
                <c:pt idx="883">
                  <c:v>king hyundai</c:v>
                </c:pt>
                <c:pt idx="884">
                  <c:v>ars/budget rac of memphis</c:v>
                </c:pt>
                <c:pt idx="885">
                  <c:v>bmw gallery</c:v>
                </c:pt>
                <c:pt idx="886">
                  <c:v>wilde honda</c:v>
                </c:pt>
                <c:pt idx="887">
                  <c:v>purple heart services inc</c:v>
                </c:pt>
                <c:pt idx="888">
                  <c:v>remarketing by ge/chase lease remarketing co</c:v>
                </c:pt>
                <c:pt idx="889">
                  <c:v>daytona toyota</c:v>
                </c:pt>
                <c:pt idx="890">
                  <c:v>university ford inc</c:v>
                </c:pt>
                <c:pt idx="891">
                  <c:v>mercedes benz of encino</c:v>
                </c:pt>
                <c:pt idx="892">
                  <c:v>fiserv/dealer funding llc</c:v>
                </c:pt>
                <c:pt idx="893">
                  <c:v>honda of ocala</c:v>
                </c:pt>
                <c:pt idx="894">
                  <c:v>international auto group inc</c:v>
                </c:pt>
                <c:pt idx="895">
                  <c:v>culver city volvo</c:v>
                </c:pt>
                <c:pt idx="896">
                  <c:v>david mcdavid honda</c:v>
                </c:pt>
                <c:pt idx="897">
                  <c:v>carplex holdings llc</c:v>
                </c:pt>
                <c:pt idx="898">
                  <c:v>fleet lease disposal</c:v>
                </c:pt>
                <c:pt idx="899">
                  <c:v>beverly hills llc</c:v>
                </c:pt>
                <c:pt idx="900">
                  <c:v>autonation toyota winter park</c:v>
                </c:pt>
                <c:pt idx="901">
                  <c:v>gulliver</c:v>
                </c:pt>
                <c:pt idx="902">
                  <c:v>town &amp; country motors</c:v>
                </c:pt>
                <c:pt idx="903">
                  <c:v>jones dealerships inc</c:v>
                </c:pt>
                <c:pt idx="904">
                  <c:v>first hyundai</c:v>
                </c:pt>
                <c:pt idx="905">
                  <c:v>afs acceptance llc</c:v>
                </c:pt>
                <c:pt idx="906">
                  <c:v>south coast toyota</c:v>
                </c:pt>
                <c:pt idx="907">
                  <c:v>brookside motors llc</c:v>
                </c:pt>
                <c:pt idx="908">
                  <c:v>remarketing by ge/billion dodge</c:v>
                </c:pt>
                <c:pt idx="909">
                  <c:v>purple heart</c:v>
                </c:pt>
                <c:pt idx="910">
                  <c:v>hatt auto sales llc</c:v>
                </c:pt>
                <c:pt idx="911">
                  <c:v>bobby rahal bmw of south hills</c:v>
                </c:pt>
                <c:pt idx="912">
                  <c:v>newbold toyota</c:v>
                </c:pt>
                <c:pt idx="913">
                  <c:v>r &amp; b car sales inc</c:v>
                </c:pt>
                <c:pt idx="914">
                  <c:v>first merit bank</c:v>
                </c:pt>
                <c:pt idx="915">
                  <c:v>gunn honda</c:v>
                </c:pt>
                <c:pt idx="916">
                  <c:v>black tie classics llc</c:v>
                </c:pt>
                <c:pt idx="917">
                  <c:v>akins ford dodge jeep chrysler ram</c:v>
                </c:pt>
                <c:pt idx="918">
                  <c:v>j m wholesale</c:v>
                </c:pt>
                <c:pt idx="919">
                  <c:v>yates buick gmc inc</c:v>
                </c:pt>
                <c:pt idx="920">
                  <c:v>honda of concord</c:v>
                </c:pt>
                <c:pt idx="921">
                  <c:v>everett chevrolet inc</c:v>
                </c:pt>
                <c:pt idx="922">
                  <c:v>hendrick dodge</c:v>
                </c:pt>
                <c:pt idx="923">
                  <c:v>bmw of freehold</c:v>
                </c:pt>
                <c:pt idx="924">
                  <c:v>j star fiat &amp; maserati of anaheim hills</c:v>
                </c:pt>
                <c:pt idx="925">
                  <c:v>car rentals inc</c:v>
                </c:pt>
                <c:pt idx="926">
                  <c:v>signature auto enterprises inc</c:v>
                </c:pt>
                <c:pt idx="927">
                  <c:v>remarketing by ge/manheim arena illinois</c:v>
                </c:pt>
                <c:pt idx="928">
                  <c:v>rite cars inc</c:v>
                </c:pt>
                <c:pt idx="929">
                  <c:v>northeast auto marketing inc</c:v>
                </c:pt>
                <c:pt idx="930">
                  <c:v>rally auto sales inc</c:v>
                </c:pt>
                <c:pt idx="931">
                  <c:v>u-haul fleet sales</c:v>
                </c:pt>
                <c:pt idx="932">
                  <c:v>jim norton toyota of lawton</c:v>
                </c:pt>
                <c:pt idx="933">
                  <c:v>ak international inc</c:v>
                </c:pt>
                <c:pt idx="934">
                  <c:v>frank kent cadillac ltd</c:v>
                </c:pt>
                <c:pt idx="935">
                  <c:v>vantage west credit union</c:v>
                </c:pt>
                <c:pt idx="936">
                  <c:v>whites auto sales llc</c:v>
                </c:pt>
                <c:pt idx="937">
                  <c:v>wzs auto sales inc</c:v>
                </c:pt>
                <c:pt idx="938">
                  <c:v>carbiz</c:v>
                </c:pt>
                <c:pt idx="939">
                  <c:v>infiniti of tampa</c:v>
                </c:pt>
                <c:pt idx="940">
                  <c:v>m &amp; n financial</c:v>
                </c:pt>
                <c:pt idx="941">
                  <c:v>bergeys chrysler jeep dodge</c:v>
                </c:pt>
                <c:pt idx="942">
                  <c:v>david mcdavid ford ft.worth</c:v>
                </c:pt>
                <c:pt idx="943">
                  <c:v>steve landers toyota</c:v>
                </c:pt>
                <c:pt idx="944">
                  <c:v>lexus of henderson</c:v>
                </c:pt>
                <c:pt idx="945">
                  <c:v>kar motors inc</c:v>
                </c:pt>
                <c:pt idx="946">
                  <c:v>lease remarketing services inc</c:v>
                </c:pt>
                <c:pt idx="947">
                  <c:v>imperial chrysler dodge jeep corp</c:v>
                </c:pt>
                <c:pt idx="948">
                  <c:v>new century bmw</c:v>
                </c:pt>
                <c:pt idx="949">
                  <c:v>bmw north america uaa</c:v>
                </c:pt>
                <c:pt idx="950">
                  <c:v>nissan technical center</c:v>
                </c:pt>
                <c:pt idx="951">
                  <c:v>falcon autohaus inc</c:v>
                </c:pt>
                <c:pt idx="952">
                  <c:v>j &amp; j auto &amp; truck sales</c:v>
                </c:pt>
                <c:pt idx="953">
                  <c:v>jepson car co llc</c:v>
                </c:pt>
                <c:pt idx="954">
                  <c:v>courtesy kia mitsubishi</c:v>
                </c:pt>
                <c:pt idx="955">
                  <c:v>emkay canada leasing corp</c:v>
                </c:pt>
                <c:pt idx="956">
                  <c:v>sports trend auto sales</c:v>
                </c:pt>
                <c:pt idx="957">
                  <c:v>penegon mission viejo inc</c:v>
                </c:pt>
                <c:pt idx="958">
                  <c:v>tfp international inc</c:v>
                </c:pt>
                <c:pt idx="959">
                  <c:v>napleton's mid river</c:v>
                </c:pt>
                <c:pt idx="960">
                  <c:v>boone trail autohaus</c:v>
                </c:pt>
                <c:pt idx="961">
                  <c:v>remarketing by ge/manheim orlando</c:v>
                </c:pt>
                <c:pt idx="962">
                  <c:v>lexus of thousand oaks</c:v>
                </c:pt>
                <c:pt idx="963">
                  <c:v>prestige motors inc</c:v>
                </c:pt>
                <c:pt idx="964">
                  <c:v>arizona auto sales inc</c:v>
                </c:pt>
                <c:pt idx="965">
                  <c:v>auto liquidations inc</c:v>
                </c:pt>
                <c:pt idx="966">
                  <c:v>hrft finance inc</c:v>
                </c:pt>
                <c:pt idx="967">
                  <c:v>primeritus remarketing/marine fcu</c:v>
                </c:pt>
                <c:pt idx="968">
                  <c:v>allen cadillac gmc</c:v>
                </c:pt>
                <c:pt idx="969">
                  <c:v>hendrick durham auto mall</c:v>
                </c:pt>
                <c:pt idx="970">
                  <c:v>ge capital fleet services</c:v>
                </c:pt>
                <c:pt idx="971">
                  <c:v>fort worth audi</c:v>
                </c:pt>
                <c:pt idx="972">
                  <c:v>braman cadillac</c:v>
                </c:pt>
                <c:pt idx="973">
                  <c:v>bob baker volkswagen subaru</c:v>
                </c:pt>
                <c:pt idx="974">
                  <c:v>remarketing by ge/michigan first credit union</c:v>
                </c:pt>
                <c:pt idx="975">
                  <c:v>cherokee auto</c:v>
                </c:pt>
                <c:pt idx="976">
                  <c:v>paramus ford inc</c:v>
                </c:pt>
                <c:pt idx="977">
                  <c:v>unique automotive ltd</c:v>
                </c:pt>
                <c:pt idx="978">
                  <c:v>mentor mitsubishi</c:v>
                </c:pt>
                <c:pt idx="979">
                  <c:v>bmw of towson</c:v>
                </c:pt>
                <c:pt idx="980">
                  <c:v>tmt auto wholesale inc</c:v>
                </c:pt>
                <c:pt idx="981">
                  <c:v>buick gmc of mahwah</c:v>
                </c:pt>
                <c:pt idx="982">
                  <c:v>san antonio credit union</c:v>
                </c:pt>
                <c:pt idx="983">
                  <c:v>redline remarketing</c:v>
                </c:pt>
                <c:pt idx="984">
                  <c:v>hendrick chevrolet shawnee mission</c:v>
                </c:pt>
                <c:pt idx="985">
                  <c:v>fca us/hertz/pv holding</c:v>
                </c:pt>
                <c:pt idx="986">
                  <c:v>pat o'brien chevrolet</c:v>
                </c:pt>
                <c:pt idx="987">
                  <c:v>ford credit canada limited</c:v>
                </c:pt>
                <c:pt idx="988">
                  <c:v>ritter &amp; associates inc</c:v>
                </c:pt>
                <c:pt idx="989">
                  <c:v>gossler motors</c:v>
                </c:pt>
                <c:pt idx="990">
                  <c:v>mid atlantic finance/clearwater</c:v>
                </c:pt>
                <c:pt idx="991">
                  <c:v>san antonio dodge chrysler jeep</c:v>
                </c:pt>
                <c:pt idx="992">
                  <c:v>morris auto enterprises llc</c:v>
                </c:pt>
                <c:pt idx="993">
                  <c:v>onemain rem/delta dealer</c:v>
                </c:pt>
                <c:pt idx="994">
                  <c:v>hendrick acura</c:v>
                </c:pt>
                <c:pt idx="995">
                  <c:v>autonation toyota fort myers</c:v>
                </c:pt>
                <c:pt idx="996">
                  <c:v>parkway automotive group</c:v>
                </c:pt>
                <c:pt idx="997">
                  <c:v>don beyer volvo subaru kia of alexandria</c:v>
                </c:pt>
                <c:pt idx="998">
                  <c:v>boniface hiers chrysler dodge jeep</c:v>
                </c:pt>
                <c:pt idx="999">
                  <c:v>lexus of omaha</c:v>
                </c:pt>
                <c:pt idx="1000">
                  <c:v>financial services remarketing (land rovers)</c:v>
                </c:pt>
                <c:pt idx="1001">
                  <c:v>flow gm auto center</c:v>
                </c:pt>
                <c:pt idx="1002">
                  <c:v>acme autos international</c:v>
                </c:pt>
                <c:pt idx="1003">
                  <c:v>autonation toyota scion weston</c:v>
                </c:pt>
                <c:pt idx="1004">
                  <c:v>motor city lexus of bakersfield</c:v>
                </c:pt>
                <c:pt idx="1005">
                  <c:v>stingray chevrolet</c:v>
                </c:pt>
                <c:pt idx="1006">
                  <c:v>dyer chevrolet</c:v>
                </c:pt>
                <c:pt idx="1007">
                  <c:v>i g burton &amp; co inc</c:v>
                </c:pt>
                <c:pt idx="1008">
                  <c:v>remarketing by ge/hardy automotive llc</c:v>
                </c:pt>
                <c:pt idx="1009">
                  <c:v>universal nissan</c:v>
                </c:pt>
                <c:pt idx="1010">
                  <c:v>national fleet wholesale inc</c:v>
                </c:pt>
                <c:pt idx="1011">
                  <c:v>lexus of knoxville</c:v>
                </c:pt>
                <c:pt idx="1012">
                  <c:v>award auto sales and leasing inc</c:v>
                </c:pt>
                <c:pt idx="1013">
                  <c:v>mcdonald auto sales &amp; leasing</c:v>
                </c:pt>
                <c:pt idx="1014">
                  <c:v>mint motors</c:v>
                </c:pt>
                <c:pt idx="1015">
                  <c:v>first ford  inc.</c:v>
                </c:pt>
                <c:pt idx="1016">
                  <c:v>zimbrick eastside</c:v>
                </c:pt>
                <c:pt idx="1017">
                  <c:v>ron lewis chrysler dodge jeep ram</c:v>
                </c:pt>
                <c:pt idx="1018">
                  <c:v>premier cape cod</c:v>
                </c:pt>
                <c:pt idx="1019">
                  <c:v>bobby rahal volvo jaguar land rover</c:v>
                </c:pt>
                <c:pt idx="1020">
                  <c:v>ally smartlane dealers</c:v>
                </c:pt>
                <c:pt idx="1021">
                  <c:v>web auto special inc</c:v>
                </c:pt>
                <c:pt idx="1022">
                  <c:v>jim coleman toyota inc</c:v>
                </c:pt>
                <c:pt idx="1023">
                  <c:v>autonet trading</c:v>
                </c:pt>
                <c:pt idx="1024">
                  <c:v>dutton motor co</c:v>
                </c:pt>
                <c:pt idx="1025">
                  <c:v>neuwirth motors inc</c:v>
                </c:pt>
                <c:pt idx="1026">
                  <c:v>nissan of cool springs</c:v>
                </c:pt>
                <c:pt idx="1027">
                  <c:v>ars/executive car leasing co</c:v>
                </c:pt>
                <c:pt idx="1028">
                  <c:v>harry kaufmann motor cars inc</c:v>
                </c:pt>
                <c:pt idx="1029">
                  <c:v>coggin toyota at the avenues</c:v>
                </c:pt>
                <c:pt idx="1030">
                  <c:v>time finance co</c:v>
                </c:pt>
                <c:pt idx="1031">
                  <c:v>fred anderson toyota/scion</c:v>
                </c:pt>
                <c:pt idx="1032">
                  <c:v>lexus of greenville</c:v>
                </c:pt>
                <c:pt idx="1033">
                  <c:v>mint motorcars inc</c:v>
                </c:pt>
                <c:pt idx="1034">
                  <c:v>crown audi</c:v>
                </c:pt>
                <c:pt idx="1035">
                  <c:v>garys auto sales inc</c:v>
                </c:pt>
                <c:pt idx="1036">
                  <c:v>united acceptance</c:v>
                </c:pt>
                <c:pt idx="1037">
                  <c:v>mercedes benz of northlake</c:v>
                </c:pt>
                <c:pt idx="1038">
                  <c:v>coconut creek auto mall</c:v>
                </c:pt>
                <c:pt idx="1039">
                  <c:v>all american ford inc</c:v>
                </c:pt>
                <c:pt idx="1040">
                  <c:v>merrick preowned</c:v>
                </c:pt>
                <c:pt idx="1041">
                  <c:v>pye auto sales</c:v>
                </c:pt>
                <c:pt idx="1042">
                  <c:v>sheehy ford lincoln of gaithersburg</c:v>
                </c:pt>
                <c:pt idx="1043">
                  <c:v>mercedes benz of escondido</c:v>
                </c:pt>
                <c:pt idx="1044">
                  <c:v>criswell honda</c:v>
                </c:pt>
                <c:pt idx="1045">
                  <c:v>daimler daiichi corp</c:v>
                </c:pt>
                <c:pt idx="1046">
                  <c:v>truwest credit union</c:v>
                </c:pt>
                <c:pt idx="1047">
                  <c:v>hendrick honda of charleston</c:v>
                </c:pt>
                <c:pt idx="1048">
                  <c:v>bank of hawaii</c:v>
                </c:pt>
                <c:pt idx="1049">
                  <c:v>lenders fleet services</c:v>
                </c:pt>
                <c:pt idx="1050">
                  <c:v>car market inc</c:v>
                </c:pt>
                <c:pt idx="1051">
                  <c:v>select remarketing group llc/loan max title</c:v>
                </c:pt>
                <c:pt idx="1052">
                  <c:v>rick case honda</c:v>
                </c:pt>
                <c:pt idx="1053">
                  <c:v>montclair auto sls grp llc</c:v>
                </c:pt>
                <c:pt idx="1054">
                  <c:v>south county lexus at mission viejo</c:v>
                </c:pt>
                <c:pt idx="1055">
                  <c:v>courtesy palm harbor honda</c:v>
                </c:pt>
                <c:pt idx="1056">
                  <c:v>enterprise vehicle exchange/sharonville</c:v>
                </c:pt>
                <c:pt idx="1057">
                  <c:v>rental car finance corp/(pen)</c:v>
                </c:pt>
                <c:pt idx="1058">
                  <c:v>remarketing by ge/archibalds inc</c:v>
                </c:pt>
                <c:pt idx="1059">
                  <c:v>nalley lexus roswell</c:v>
                </c:pt>
                <c:pt idx="1060">
                  <c:v>first technology credit union</c:v>
                </c:pt>
                <c:pt idx="1061">
                  <c:v>southgate leasing corp</c:v>
                </c:pt>
                <c:pt idx="1062">
                  <c:v>dollar rac/portland</c:v>
                </c:pt>
                <c:pt idx="1063">
                  <c:v>landers mclarty dge chry jeep</c:v>
                </c:pt>
                <c:pt idx="1064">
                  <c:v>scott robinson chrysler jeep dodge ram</c:v>
                </c:pt>
                <c:pt idx="1065">
                  <c:v>spangler automotive</c:v>
                </c:pt>
                <c:pt idx="1066">
                  <c:v>brandon mitsubishi</c:v>
                </c:pt>
                <c:pt idx="1067">
                  <c:v>kearny pearson kia</c:v>
                </c:pt>
                <c:pt idx="1068">
                  <c:v>ourisman of clarksville inc</c:v>
                </c:pt>
                <c:pt idx="1069">
                  <c:v>flag/capital eurocars inc</c:v>
                </c:pt>
                <c:pt idx="1070">
                  <c:v>dcm sales ltd</c:v>
                </c:pt>
                <c:pt idx="1071">
                  <c:v>king cadillac buick gmc inc</c:v>
                </c:pt>
                <c:pt idx="1072">
                  <c:v>st atanas inc</c:v>
                </c:pt>
                <c:pt idx="1073">
                  <c:v>kly international llc</c:v>
                </c:pt>
                <c:pt idx="1074">
                  <c:v>j &amp; e auto sales</c:v>
                </c:pt>
                <c:pt idx="1075">
                  <c:v>remarketing by ge/manheim baltimore washington</c:v>
                </c:pt>
                <c:pt idx="1076">
                  <c:v>jim butler chevrolet inc</c:v>
                </c:pt>
                <c:pt idx="1077">
                  <c:v>remarketing by ge/fusion auto finance llc</c:v>
                </c:pt>
                <c:pt idx="1078">
                  <c:v>haselwood chevrolet cadillac buick pontiac gmc</c:v>
                </c:pt>
                <c:pt idx="1079">
                  <c:v>battlefield kia</c:v>
                </c:pt>
                <c:pt idx="1080">
                  <c:v>dublin cadillac nissan &amp; gmc</c:v>
                </c:pt>
                <c:pt idx="1081">
                  <c:v>north atlanta auto superstore</c:v>
                </c:pt>
                <c:pt idx="1082">
                  <c:v>canadian auto remarketing</c:v>
                </c:pt>
                <c:pt idx="1083">
                  <c:v>bill luke chrysler jeep and dodge inc</c:v>
                </c:pt>
                <c:pt idx="1084">
                  <c:v>clay chevrolet hyundai</c:v>
                </c:pt>
                <c:pt idx="1085">
                  <c:v>crossroads nissan of wake forest</c:v>
                </c:pt>
                <c:pt idx="1086">
                  <c:v>remarketing by ge/golden 1 credit union</c:v>
                </c:pt>
                <c:pt idx="1087">
                  <c:v>milham ford toyota scion</c:v>
                </c:pt>
                <c:pt idx="1088">
                  <c:v>hendrick toyota scion wilmington</c:v>
                </c:pt>
                <c:pt idx="1089">
                  <c:v>lexus of tampa bay</c:v>
                </c:pt>
                <c:pt idx="1090">
                  <c:v>lexus of silver spring</c:v>
                </c:pt>
                <c:pt idx="1091">
                  <c:v>palm chevrolet of gainesville llc</c:v>
                </c:pt>
                <c:pt idx="1092">
                  <c:v>amigo auto sales</c:v>
                </c:pt>
                <c:pt idx="1093">
                  <c:v>coggin honda of orlando</c:v>
                </c:pt>
                <c:pt idx="1094">
                  <c:v>overland west inc</c:v>
                </c:pt>
                <c:pt idx="1095">
                  <c:v>hayes chrysler dodge jeep inc</c:v>
                </c:pt>
                <c:pt idx="1096">
                  <c:v>courtesy kia of brandon</c:v>
                </c:pt>
                <c:pt idx="1097">
                  <c:v>rick hendrick chevrolet buick gmc</c:v>
                </c:pt>
                <c:pt idx="1098">
                  <c:v>us auto sales inc</c:v>
                </c:pt>
                <c:pt idx="1099">
                  <c:v>ken camp's auto world inc</c:v>
                </c:pt>
                <c:pt idx="1100">
                  <c:v>motor city buick gmc</c:v>
                </c:pt>
                <c:pt idx="1101">
                  <c:v>primeritus remarketing/cook leasing inc</c:v>
                </c:pt>
                <c:pt idx="1102">
                  <c:v>a &amp; h import</c:v>
                </c:pt>
                <c:pt idx="1103">
                  <c:v>bev smith toyota</c:v>
                </c:pt>
                <c:pt idx="1104">
                  <c:v>butler motors inc</c:v>
                </c:pt>
                <c:pt idx="1105">
                  <c:v>keyvoor inc</c:v>
                </c:pt>
                <c:pt idx="1106">
                  <c:v>inland northwest financial services</c:v>
                </c:pt>
                <c:pt idx="1107">
                  <c:v>mercedes-benz of pompano</c:v>
                </c:pt>
                <c:pt idx="1108">
                  <c:v>planet nissan</c:v>
                </c:pt>
                <c:pt idx="1109">
                  <c:v>achieva credit union</c:v>
                </c:pt>
                <c:pt idx="1110">
                  <c:v>park fcu</c:v>
                </c:pt>
                <c:pt idx="1111">
                  <c:v>brandywine chrysler jeep dodge</c:v>
                </c:pt>
                <c:pt idx="1112">
                  <c:v>gwinnett place ford</c:v>
                </c:pt>
                <c:pt idx="1113">
                  <c:v>nice car</c:v>
                </c:pt>
                <c:pt idx="1114">
                  <c:v>greenway ford inc</c:v>
                </c:pt>
                <c:pt idx="1115">
                  <c:v>darcars of fairfax</c:v>
                </c:pt>
                <c:pt idx="1116">
                  <c:v>richards motorcars inc</c:v>
                </c:pt>
                <c:pt idx="1117">
                  <c:v>towne ford lincoln mazda hyundai</c:v>
                </c:pt>
                <c:pt idx="1118">
                  <c:v>remarketing by ge/manheim kansas city</c:v>
                </c:pt>
                <c:pt idx="1119">
                  <c:v>british motor car dist ltd</c:v>
                </c:pt>
                <c:pt idx="1120">
                  <c:v>fleet link services inc</c:v>
                </c:pt>
                <c:pt idx="1121">
                  <c:v>brandywine motor cars inc</c:v>
                </c:pt>
                <c:pt idx="1122">
                  <c:v>holman ford lincoln turnersville</c:v>
                </c:pt>
                <c:pt idx="1123">
                  <c:v>browns honda city</c:v>
                </c:pt>
                <c:pt idx="1124">
                  <c:v>bob baker toyota of lemon grove</c:v>
                </c:pt>
                <c:pt idx="1125">
                  <c:v>delta auto group london</c:v>
                </c:pt>
                <c:pt idx="1126">
                  <c:v>hendrick toyota scion north charleston</c:v>
                </c:pt>
                <c:pt idx="1127">
                  <c:v>ferrari &amp; maserati of san diego</c:v>
                </c:pt>
                <c:pt idx="1128">
                  <c:v>mercedes benz of delray</c:v>
                </c:pt>
                <c:pt idx="1129">
                  <c:v>courtesy ford</c:v>
                </c:pt>
                <c:pt idx="1130">
                  <c:v>hendrick chevrolet cadillac</c:v>
                </c:pt>
                <c:pt idx="1131">
                  <c:v>coggin bmw treasure coast</c:v>
                </c:pt>
                <c:pt idx="1132">
                  <c:v>crescent automotive corp inc</c:v>
                </c:pt>
                <c:pt idx="1133">
                  <c:v>marple fleet leasing</c:v>
                </c:pt>
                <c:pt idx="1134">
                  <c:v>newport coast auto com</c:v>
                </c:pt>
                <c:pt idx="1135">
                  <c:v>capa wholesale cars inc</c:v>
                </c:pt>
                <c:pt idx="1136">
                  <c:v>fountain auto mall</c:v>
                </c:pt>
                <c:pt idx="1137">
                  <c:v>west street motors llc</c:v>
                </c:pt>
                <c:pt idx="1138">
                  <c:v>cadillac of norwood</c:v>
                </c:pt>
                <c:pt idx="1139">
                  <c:v>elco chevrolet inc</c:v>
                </c:pt>
                <c:pt idx="1140">
                  <c:v>dave's auto</c:v>
                </c:pt>
                <c:pt idx="1141">
                  <c:v>m/r motors inc</c:v>
                </c:pt>
                <c:pt idx="1142">
                  <c:v>jackson ford inc</c:v>
                </c:pt>
                <c:pt idx="1143">
                  <c:v>imperial chevrolet</c:v>
                </c:pt>
                <c:pt idx="1144">
                  <c:v>auto depot</c:v>
                </c:pt>
                <c:pt idx="1145">
                  <c:v>bmw of cape cod</c:v>
                </c:pt>
                <c:pt idx="1146">
                  <c:v>remarketing by ge/manheim phoenix</c:v>
                </c:pt>
                <c:pt idx="1147">
                  <c:v>bidlane llc</c:v>
                </c:pt>
                <c:pt idx="1148">
                  <c:v>remarketing by ge/manheim nevada</c:v>
                </c:pt>
                <c:pt idx="1149">
                  <c:v>freehold buick gmc inc</c:v>
                </c:pt>
                <c:pt idx="1150">
                  <c:v>subaru of pembroke pines</c:v>
                </c:pt>
                <c:pt idx="1151">
                  <c:v>firkins nissan</c:v>
                </c:pt>
                <c:pt idx="1152">
                  <c:v>ec sales company</c:v>
                </c:pt>
                <c:pt idx="1153">
                  <c:v>nationwide fleet services inc</c:v>
                </c:pt>
                <c:pt idx="1154">
                  <c:v>united leasing inc</c:v>
                </c:pt>
                <c:pt idx="1155">
                  <c:v>rick hendrick buick gmc</c:v>
                </c:pt>
                <c:pt idx="1156">
                  <c:v>auto gallery</c:v>
                </c:pt>
                <c:pt idx="1157">
                  <c:v>auto city sales/leasing</c:v>
                </c:pt>
                <c:pt idx="1158">
                  <c:v>j mark martin auto sales llc</c:v>
                </c:pt>
                <c:pt idx="1159">
                  <c:v>guard auto sales</c:v>
                </c:pt>
                <c:pt idx="1160">
                  <c:v>karl flammer ford inc</c:v>
                </c:pt>
                <c:pt idx="1161">
                  <c:v>safford chrysler jeep dodge of springfield</c:v>
                </c:pt>
                <c:pt idx="1162">
                  <c:v>weber granite city chevrolet company</c:v>
                </c:pt>
                <c:pt idx="1163">
                  <c:v>intercontinental fleet corp</c:v>
                </c:pt>
                <c:pt idx="1164">
                  <c:v>nalley acura</c:v>
                </c:pt>
                <c:pt idx="1165">
                  <c:v>drivetime</c:v>
                </c:pt>
                <c:pt idx="1166">
                  <c:v>g &amp; a investments inc/avis systems</c:v>
                </c:pt>
                <c:pt idx="1167">
                  <c:v>chapman performance autos llc</c:v>
                </c:pt>
                <c:pt idx="1168">
                  <c:v>doering leasing company inc</c:v>
                </c:pt>
                <c:pt idx="1169">
                  <c:v>palm beach auto mall inc</c:v>
                </c:pt>
                <c:pt idx="1170">
                  <c:v>sst financial</c:v>
                </c:pt>
                <c:pt idx="1171">
                  <c:v>zappone chrysler jeep dodge ram</c:v>
                </c:pt>
                <c:pt idx="1172">
                  <c:v>balboa thrift &amp; loan association</c:v>
                </c:pt>
                <c:pt idx="1173">
                  <c:v>shannon auto sales</c:v>
                </c:pt>
                <c:pt idx="1174">
                  <c:v>onemain rem/casey's car inc</c:v>
                </c:pt>
                <c:pt idx="1175">
                  <c:v>lease plan/arlington heights ford</c:v>
                </c:pt>
                <c:pt idx="1176">
                  <c:v>five star bank</c:v>
                </c:pt>
                <c:pt idx="1177">
                  <c:v>ars/budget of omaha</c:v>
                </c:pt>
                <c:pt idx="1178">
                  <c:v>kendall hyundai</c:v>
                </c:pt>
                <c:pt idx="1179">
                  <c:v>california auto finance</c:v>
                </c:pt>
                <c:pt idx="1180">
                  <c:v>jaguar landover of west columbia</c:v>
                </c:pt>
                <c:pt idx="1181">
                  <c:v>mayfair rent a car</c:v>
                </c:pt>
                <c:pt idx="1182">
                  <c:v>hiley mazda of hurst</c:v>
                </c:pt>
                <c:pt idx="1183">
                  <c:v>hendrick honda bradenton</c:v>
                </c:pt>
                <c:pt idx="1184">
                  <c:v>lease plan usa/tra</c:v>
                </c:pt>
                <c:pt idx="1185">
                  <c:v>lester glenn ford</c:v>
                </c:pt>
                <c:pt idx="1186">
                  <c:v>audi of downtown l a</c:v>
                </c:pt>
                <c:pt idx="1187">
                  <c:v>grand strand nissan inc</c:v>
                </c:pt>
                <c:pt idx="1188">
                  <c:v>fleet depot</c:v>
                </c:pt>
                <c:pt idx="1189">
                  <c:v>hi tech auto group inc</c:v>
                </c:pt>
                <c:pt idx="1190">
                  <c:v>lexus of palm beach</c:v>
                </c:pt>
                <c:pt idx="1191">
                  <c:v>lujacks northpark auto plaza</c:v>
                </c:pt>
                <c:pt idx="1192">
                  <c:v>ed voyles chrysler jeep inc</c:v>
                </c:pt>
                <c:pt idx="1193">
                  <c:v>larson motors  inc.</c:v>
                </c:pt>
                <c:pt idx="1194">
                  <c:v>global imports</c:v>
                </c:pt>
                <c:pt idx="1195">
                  <c:v>hyundai motor america/co car open sale</c:v>
                </c:pt>
                <c:pt idx="1196">
                  <c:v>jaguar land rover cerritos</c:v>
                </c:pt>
                <c:pt idx="1197">
                  <c:v>toyota of greenville</c:v>
                </c:pt>
                <c:pt idx="1198">
                  <c:v>crossroads ford of fuquay-varina</c:v>
                </c:pt>
                <c:pt idx="1199">
                  <c:v>darcars chrysler jeep of rockville</c:v>
                </c:pt>
                <c:pt idx="1200">
                  <c:v>nationwide financial inc</c:v>
                </c:pt>
                <c:pt idx="1201">
                  <c:v>carsense incorporated</c:v>
                </c:pt>
                <c:pt idx="1202">
                  <c:v>dealer network group auto wholesale</c:v>
                </c:pt>
                <c:pt idx="1203">
                  <c:v>hendrick lexus charleston</c:v>
                </c:pt>
                <c:pt idx="1204">
                  <c:v>performance chev subaru porsche</c:v>
                </c:pt>
                <c:pt idx="1205">
                  <c:v>palm springs ford-lincoln-mercury</c:v>
                </c:pt>
                <c:pt idx="1206">
                  <c:v>gateway chevrolet inc</c:v>
                </c:pt>
                <c:pt idx="1207">
                  <c:v>gateway kia of north brunswick</c:v>
                </c:pt>
                <c:pt idx="1208">
                  <c:v>jersey motors inc</c:v>
                </c:pt>
                <c:pt idx="1209">
                  <c:v>larry h miller toyota peoria</c:v>
                </c:pt>
                <c:pt idx="1210">
                  <c:v>jaguar san diego</c:v>
                </c:pt>
                <c:pt idx="1211">
                  <c:v>remarketing by ge/bwas</c:v>
                </c:pt>
                <c:pt idx="1212">
                  <c:v>freedom automotive and marine brokers</c:v>
                </c:pt>
                <c:pt idx="1213">
                  <c:v>phh vehicle management services  inc</c:v>
                </c:pt>
                <c:pt idx="1214">
                  <c:v>audi north atlanta</c:v>
                </c:pt>
                <c:pt idx="1215">
                  <c:v>avis tra</c:v>
                </c:pt>
                <c:pt idx="1216">
                  <c:v>the bancorp bank</c:v>
                </c:pt>
                <c:pt idx="1217">
                  <c:v>midwest motors inc</c:v>
                </c:pt>
                <c:pt idx="1218">
                  <c:v>nalley toyota stonecrest</c:v>
                </c:pt>
                <c:pt idx="1219">
                  <c:v>huntington beach ford</c:v>
                </c:pt>
                <c:pt idx="1220">
                  <c:v>checker leasing dba avis rac</c:v>
                </c:pt>
                <c:pt idx="1221">
                  <c:v>riverside toyota scion</c:v>
                </c:pt>
                <c:pt idx="1222">
                  <c:v>napleton's clermont chrysler jeep dodge</c:v>
                </c:pt>
                <c:pt idx="1223">
                  <c:v>fdic leasing</c:v>
                </c:pt>
                <c:pt idx="1224">
                  <c:v>auto mall 59</c:v>
                </c:pt>
                <c:pt idx="1225">
                  <c:v>marine chevrolet cadillac</c:v>
                </c:pt>
                <c:pt idx="1226">
                  <c:v>diers inc</c:v>
                </c:pt>
                <c:pt idx="1227">
                  <c:v>coggin honda of ft pierce</c:v>
                </c:pt>
                <c:pt idx="1228">
                  <c:v>e.t. sales</c:v>
                </c:pt>
                <c:pt idx="1229">
                  <c:v>wayne akers ford inc</c:v>
                </c:pt>
                <c:pt idx="1230">
                  <c:v>riverside auto sales inc</c:v>
                </c:pt>
                <c:pt idx="1231">
                  <c:v>don jackson chrysler dodge jeep</c:v>
                </c:pt>
                <c:pt idx="1232">
                  <c:v>american fleet leasing</c:v>
                </c:pt>
                <c:pt idx="1233">
                  <c:v>sonju two harbors llc</c:v>
                </c:pt>
                <c:pt idx="1234">
                  <c:v>dtag tra</c:v>
                </c:pt>
                <c:pt idx="1235">
                  <c:v>napleton's hyundai</c:v>
                </c:pt>
                <c:pt idx="1236">
                  <c:v>south bay remarketing services</c:v>
                </c:pt>
                <c:pt idx="1237">
                  <c:v>mckenna volks</c:v>
                </c:pt>
                <c:pt idx="1238">
                  <c:v>tacoma dodge chrysler jeep</c:v>
                </c:pt>
                <c:pt idx="1239">
                  <c:v>darrell waltrip buick gmc</c:v>
                </c:pt>
                <c:pt idx="1240">
                  <c:v>greenway chrysler jeep dodge inc</c:v>
                </c:pt>
                <c:pt idx="1241">
                  <c:v>autonation chevrolet pembroke pines</c:v>
                </c:pt>
                <c:pt idx="1242">
                  <c:v>southside bank</c:v>
                </c:pt>
                <c:pt idx="1243">
                  <c:v>city style imports inc</c:v>
                </c:pt>
                <c:pt idx="1244">
                  <c:v>crossroads ford of kernersville inc</c:v>
                </c:pt>
                <c:pt idx="1245">
                  <c:v>dubois &amp; freres ltd</c:v>
                </c:pt>
                <c:pt idx="1246">
                  <c:v>clay subaru</c:v>
                </c:pt>
                <c:pt idx="1247">
                  <c:v>feldmann imports inc</c:v>
                </c:pt>
                <c:pt idx="1248">
                  <c:v>select remarketing group llc/anderson financial</c:v>
                </c:pt>
                <c:pt idx="1249">
                  <c:v>autonation toyota pinellas park</c:v>
                </c:pt>
                <c:pt idx="1250">
                  <c:v>c &amp; k auto imports south inc</c:v>
                </c:pt>
                <c:pt idx="1251">
                  <c:v>honda north</c:v>
                </c:pt>
                <c:pt idx="1252">
                  <c:v>david wilsons toyota of las vegas</c:v>
                </c:pt>
                <c:pt idx="1253">
                  <c:v>toyota of hollywood</c:v>
                </c:pt>
                <c:pt idx="1254">
                  <c:v>parkway nissan lincoln mercury</c:v>
                </c:pt>
                <c:pt idx="1255">
                  <c:v>brac of harrisburg dba aero corp</c:v>
                </c:pt>
                <c:pt idx="1256">
                  <c:v>advance</c:v>
                </c:pt>
                <c:pt idx="1257">
                  <c:v>bill pearce motors</c:v>
                </c:pt>
                <c:pt idx="1258">
                  <c:v>audi northlake</c:v>
                </c:pt>
                <c:pt idx="1259">
                  <c:v>discount auto sales llc</c:v>
                </c:pt>
                <c:pt idx="1260">
                  <c:v>hemborg ford</c:v>
                </c:pt>
                <c:pt idx="1261">
                  <c:v>lafontaine cadillac buick gmc inc</c:v>
                </c:pt>
                <c:pt idx="1262">
                  <c:v>porsche cars north america</c:v>
                </c:pt>
                <c:pt idx="1263">
                  <c:v>moab industries</c:v>
                </c:pt>
                <c:pt idx="1264">
                  <c:v>volkswagen of murrieta</c:v>
                </c:pt>
                <c:pt idx="1265">
                  <c:v>united auto credit/irvine</c:v>
                </c:pt>
                <c:pt idx="1266">
                  <c:v>liquidation llc</c:v>
                </c:pt>
                <c:pt idx="1267">
                  <c:v>town &amp; country motors ii</c:v>
                </c:pt>
                <c:pt idx="1268">
                  <c:v>primo motor cars</c:v>
                </c:pt>
                <c:pt idx="1269">
                  <c:v>acura of pleasanton</c:v>
                </c:pt>
                <c:pt idx="1270">
                  <c:v>gaudin motor co</c:v>
                </c:pt>
                <c:pt idx="1271">
                  <c:v>american auto sales inc</c:v>
                </c:pt>
                <c:pt idx="1272">
                  <c:v>findlay toyota flagstaff</c:v>
                </c:pt>
                <c:pt idx="1273">
                  <c:v>us bank repos</c:v>
                </c:pt>
                <c:pt idx="1274">
                  <c:v>rii</c:v>
                </c:pt>
                <c:pt idx="1275">
                  <c:v>remarketing by ge/manheim denver</c:v>
                </c:pt>
                <c:pt idx="1276">
                  <c:v>valley auto llc</c:v>
                </c:pt>
                <c:pt idx="1277">
                  <c:v>international motor sports inc</c:v>
                </c:pt>
                <c:pt idx="1278">
                  <c:v>toyota of renton</c:v>
                </c:pt>
                <c:pt idx="1279">
                  <c:v>far south auto inc</c:v>
                </c:pt>
                <c:pt idx="1280">
                  <c:v>galpin ford studio rentals</c:v>
                </c:pt>
                <c:pt idx="1281">
                  <c:v>the bmw store</c:v>
                </c:pt>
                <c:pt idx="1282">
                  <c:v>shamaley ford</c:v>
                </c:pt>
                <c:pt idx="1283">
                  <c:v>gettel acura</c:v>
                </c:pt>
                <c:pt idx="1284">
                  <c:v>remarketing by ge/sunrise partners inc of nw</c:v>
                </c:pt>
                <c:pt idx="1285">
                  <c:v>national auto lenders inc</c:v>
                </c:pt>
                <c:pt idx="1286">
                  <c:v>honda cars of rock hill</c:v>
                </c:pt>
                <c:pt idx="1287">
                  <c:v>charleston automotive company</c:v>
                </c:pt>
                <c:pt idx="1288">
                  <c:v>leasing associates inc</c:v>
                </c:pt>
                <c:pt idx="1289">
                  <c:v>by the book auto brokers  inc.</c:v>
                </c:pt>
                <c:pt idx="1290">
                  <c:v>bmw seattle</c:v>
                </c:pt>
                <c:pt idx="1291">
                  <c:v>mercedes benz of san francisco</c:v>
                </c:pt>
                <c:pt idx="1292">
                  <c:v>freehold dodge inc</c:v>
                </c:pt>
                <c:pt idx="1293">
                  <c:v>woodbridge auto sales</c:v>
                </c:pt>
                <c:pt idx="1294">
                  <c:v>ipc investments inc</c:v>
                </c:pt>
                <c:pt idx="1295">
                  <c:v>napletons south orlando chrysler jeep dodge</c:v>
                </c:pt>
                <c:pt idx="1296">
                  <c:v>autonation chevrolet greenacres</c:v>
                </c:pt>
                <c:pt idx="1297">
                  <c:v>woodhouse sioux city inc</c:v>
                </c:pt>
                <c:pt idx="1298">
                  <c:v>onesource/zimmerman auto brokers</c:v>
                </c:pt>
                <c:pt idx="1299">
                  <c:v>rvr</c:v>
                </c:pt>
                <c:pt idx="1300">
                  <c:v>atlantic coast remarketing inc/asf</c:v>
                </c:pt>
                <c:pt idx="1301">
                  <c:v>crown buick gmc</c:v>
                </c:pt>
                <c:pt idx="1302">
                  <c:v>toyota of york</c:v>
                </c:pt>
                <c:pt idx="1303">
                  <c:v>ken pollock nissan llc</c:v>
                </c:pt>
                <c:pt idx="1304">
                  <c:v>g &amp; s auto sales &amp; rentals  llc</c:v>
                </c:pt>
                <c:pt idx="1305">
                  <c:v>main auto llc</c:v>
                </c:pt>
                <c:pt idx="1306">
                  <c:v>advia credit union</c:v>
                </c:pt>
                <c:pt idx="1307">
                  <c:v>capital remarketing</c:v>
                </c:pt>
                <c:pt idx="1308">
                  <c:v>carphoria llc</c:v>
                </c:pt>
                <c:pt idx="1309">
                  <c:v>public service credit union</c:v>
                </c:pt>
                <c:pt idx="1310">
                  <c:v>toyota of waldorf</c:v>
                </c:pt>
                <c:pt idx="1311">
                  <c:v>audi cape cod</c:v>
                </c:pt>
                <c:pt idx="1312">
                  <c:v>sherold salmon motor co inc</c:v>
                </c:pt>
                <c:pt idx="1313">
                  <c:v>chrysler dodge jeep ram 24</c:v>
                </c:pt>
                <c:pt idx="1314">
                  <c:v>sunland park chrysler dodge jeep ram</c:v>
                </c:pt>
                <c:pt idx="1315">
                  <c:v>fairfield fd vw hynd bmw</c:v>
                </c:pt>
                <c:pt idx="1316">
                  <c:v>fairfield toyota</c:v>
                </c:pt>
                <c:pt idx="1317">
                  <c:v>wiley auto solutions llc</c:v>
                </c:pt>
                <c:pt idx="1318">
                  <c:v>michael hohl motor company</c:v>
                </c:pt>
                <c:pt idx="1319">
                  <c:v>apex fleet as agent or assignee of gecfs</c:v>
                </c:pt>
                <c:pt idx="1320">
                  <c:v>tc's used cars llc</c:v>
                </c:pt>
                <c:pt idx="1321">
                  <c:v>mike brown chrysler dodge jeep</c:v>
                </c:pt>
                <c:pt idx="1322">
                  <c:v>repo remarketing inc</c:v>
                </c:pt>
                <c:pt idx="1323">
                  <c:v>coggin deland ford</c:v>
                </c:pt>
                <c:pt idx="1324">
                  <c:v>premier remarketing llc</c:v>
                </c:pt>
                <c:pt idx="1325">
                  <c:v>sansone jrs 66 nissan</c:v>
                </c:pt>
                <c:pt idx="1326">
                  <c:v>directions credit union</c:v>
                </c:pt>
                <c:pt idx="1327">
                  <c:v>henderson hyundai superstore</c:v>
                </c:pt>
                <c:pt idx="1328">
                  <c:v>sanford honda</c:v>
                </c:pt>
                <c:pt idx="1329">
                  <c:v>ars/acme auto leasing</c:v>
                </c:pt>
                <c:pt idx="1330">
                  <c:v>port charlotte honda</c:v>
                </c:pt>
                <c:pt idx="1331">
                  <c:v>hyundai st constant</c:v>
                </c:pt>
                <c:pt idx="1332">
                  <c:v>fairway motor cars inc</c:v>
                </c:pt>
                <c:pt idx="1333">
                  <c:v>amber auto</c:v>
                </c:pt>
                <c:pt idx="1334">
                  <c:v>nalley infiniti decatur</c:v>
                </c:pt>
                <c:pt idx="1335">
                  <c:v>enterprise fleet management</c:v>
                </c:pt>
                <c:pt idx="1336">
                  <c:v>corona auto wholesale inc</c:v>
                </c:pt>
                <c:pt idx="1337">
                  <c:v>jn group inc</c:v>
                </c:pt>
                <c:pt idx="1338">
                  <c:v>hayes chrysler dodge jeep of gainesville inc</c:v>
                </c:pt>
                <c:pt idx="1339">
                  <c:v>gs autoplex llc</c:v>
                </c:pt>
                <c:pt idx="1340">
                  <c:v>remarketing by ge/afs acceptance llc</c:v>
                </c:pt>
                <c:pt idx="1341">
                  <c:v>bergeys buick gmc</c:v>
                </c:pt>
                <c:pt idx="1342">
                  <c:v>kia of dartmouth</c:v>
                </c:pt>
                <c:pt idx="1343">
                  <c:v>gunn chevrolet ltd</c:v>
                </c:pt>
                <c:pt idx="1344">
                  <c:v>street smartz auto sales corporation</c:v>
                </c:pt>
                <c:pt idx="1345">
                  <c:v>irvine bmw</c:v>
                </c:pt>
                <c:pt idx="1346">
                  <c:v>autonation nissan kendall</c:v>
                </c:pt>
                <c:pt idx="1347">
                  <c:v>classic lexus</c:v>
                </c:pt>
                <c:pt idx="1348">
                  <c:v>carfinders inc</c:v>
                </c:pt>
                <c:pt idx="1349">
                  <c:v>erhard bmw of farmington hills</c:v>
                </c:pt>
                <c:pt idx="1350">
                  <c:v>auction direct</c:v>
                </c:pt>
                <c:pt idx="1351">
                  <c:v>select motor car of gainesville inc</c:v>
                </c:pt>
                <c:pt idx="1352">
                  <c:v>car cash</c:v>
                </c:pt>
                <c:pt idx="1353">
                  <c:v>herrin gear chevrolet co inc</c:v>
                </c:pt>
                <c:pt idx="1354">
                  <c:v>barber honda</c:v>
                </c:pt>
                <c:pt idx="1355">
                  <c:v>wright-patt credit union</c:v>
                </c:pt>
                <c:pt idx="1356">
                  <c:v>mobilease</c:v>
                </c:pt>
                <c:pt idx="1357">
                  <c:v>classic auto brokers inc</c:v>
                </c:pt>
                <c:pt idx="1358">
                  <c:v>frankfort toyota</c:v>
                </c:pt>
                <c:pt idx="1359">
                  <c:v>h n s auto sales inc</c:v>
                </c:pt>
                <c:pt idx="1360">
                  <c:v>luther brookdale chevrolet</c:v>
                </c:pt>
                <c:pt idx="1361">
                  <c:v>flag/landrover southpointe</c:v>
                </c:pt>
                <c:pt idx="1362">
                  <c:v>west herr auto exchange inc</c:v>
                </c:pt>
                <c:pt idx="1363">
                  <c:v>halleen kia</c:v>
                </c:pt>
                <c:pt idx="1364">
                  <c:v>darcars imports inc</c:v>
                </c:pt>
                <c:pt idx="1365">
                  <c:v>landmark credit union</c:v>
                </c:pt>
                <c:pt idx="1366">
                  <c:v>sam galloway ford lincoln</c:v>
                </c:pt>
                <c:pt idx="1367">
                  <c:v>brown honda</c:v>
                </c:pt>
                <c:pt idx="1368">
                  <c:v>oakville chrysler dodge jeep ram</c:v>
                </c:pt>
                <c:pt idx="1369">
                  <c:v>billotti auto sales</c:v>
                </c:pt>
                <c:pt idx="1370">
                  <c:v>danbury auto group inc</c:v>
                </c:pt>
                <c:pt idx="1371">
                  <c:v>dave dennis inc</c:v>
                </c:pt>
                <c:pt idx="1372">
                  <c:v>brown's dulles nissan</c:v>
                </c:pt>
                <c:pt idx="1373">
                  <c:v>super buy auto sales inc</c:v>
                </c:pt>
                <c:pt idx="1374">
                  <c:v>bartow ford co</c:v>
                </c:pt>
                <c:pt idx="1375">
                  <c:v>lease plan/sutton ford</c:v>
                </c:pt>
                <c:pt idx="1376">
                  <c:v>smith haven mazda</c:v>
                </c:pt>
                <c:pt idx="1377">
                  <c:v>corporate fleet services</c:v>
                </c:pt>
                <c:pt idx="1378">
                  <c:v>scerbo auto leasing inc</c:v>
                </c:pt>
                <c:pt idx="1379">
                  <c:v>remarketing by ge/certified fleet inc</c:v>
                </c:pt>
                <c:pt idx="1380">
                  <c:v>remarketing by ge/manheim ohio</c:v>
                </c:pt>
                <c:pt idx="1381">
                  <c:v>cowles ford inc</c:v>
                </c:pt>
                <c:pt idx="1382">
                  <c:v>twin willows ii inc</c:v>
                </c:pt>
                <c:pt idx="1383">
                  <c:v>mitsubishi motors north america company cars</c:v>
                </c:pt>
                <c:pt idx="1384">
                  <c:v>crossroads chrysler jeep dodge</c:v>
                </c:pt>
                <c:pt idx="1385">
                  <c:v>erhard bmw</c:v>
                </c:pt>
                <c:pt idx="1386">
                  <c:v>west coast motor sales &amp; leasing corp</c:v>
                </c:pt>
                <c:pt idx="1387">
                  <c:v>t l c auto sales inc</c:v>
                </c:pt>
                <c:pt idx="1388">
                  <c:v>bavarian motor cars usa inc</c:v>
                </c:pt>
                <c:pt idx="1389">
                  <c:v>tischer acura nissan</c:v>
                </c:pt>
                <c:pt idx="1390">
                  <c:v>folger automotive llc</c:v>
                </c:pt>
                <c:pt idx="1391">
                  <c:v>stadium toyota inc</c:v>
                </c:pt>
                <c:pt idx="1392">
                  <c:v>mercedes-benz finc services premier program</c:v>
                </c:pt>
                <c:pt idx="1393">
                  <c:v>hincklease</c:v>
                </c:pt>
                <c:pt idx="1394">
                  <c:v>north american fleet sales inc</c:v>
                </c:pt>
                <c:pt idx="1395">
                  <c:v>worldwide auto care inc</c:v>
                </c:pt>
                <c:pt idx="1396">
                  <c:v>lease plan/ray chevrolet</c:v>
                </c:pt>
                <c:pt idx="1397">
                  <c:v>northwest specialty motor co</c:v>
                </c:pt>
                <c:pt idx="1398">
                  <c:v>bmw of silver spring</c:v>
                </c:pt>
                <c:pt idx="1399">
                  <c:v>palm springs nissan</c:v>
                </c:pt>
                <c:pt idx="1400">
                  <c:v>prince frederick chrysler jeep dodge inc</c:v>
                </c:pt>
                <c:pt idx="1401">
                  <c:v>centennial toyota &amp; scion</c:v>
                </c:pt>
                <c:pt idx="1402">
                  <c:v>toyota of stafford</c:v>
                </c:pt>
                <c:pt idx="1403">
                  <c:v>weston auto gallery</c:v>
                </c:pt>
                <c:pt idx="1404">
                  <c:v>primeritus remarketing/dai</c:v>
                </c:pt>
                <c:pt idx="1405">
                  <c:v>moon valley used cars inc</c:v>
                </c:pt>
                <c:pt idx="1406">
                  <c:v>fiserv/crescent ida</c:v>
                </c:pt>
                <c:pt idx="1407">
                  <c:v>precision kia of wesley chapel</c:v>
                </c:pt>
                <c:pt idx="1408">
                  <c:v>mercedes-benz of south charlotte</c:v>
                </c:pt>
                <c:pt idx="1409">
                  <c:v>williams buick gmc</c:v>
                </c:pt>
                <c:pt idx="1410">
                  <c:v>bev smith kia</c:v>
                </c:pt>
                <c:pt idx="1411">
                  <c:v>quality auto center</c:v>
                </c:pt>
                <c:pt idx="1412">
                  <c:v>auto remarketing resources</c:v>
                </c:pt>
                <c:pt idx="1413">
                  <c:v>autonation honda miami lakes</c:v>
                </c:pt>
                <c:pt idx="1414">
                  <c:v>kia motors america  inc -lemon law buybacks</c:v>
                </c:pt>
                <c:pt idx="1415">
                  <c:v>classic chevrolet cadillac</c:v>
                </c:pt>
                <c:pt idx="1416">
                  <c:v>ralph schomp honda</c:v>
                </c:pt>
                <c:pt idx="1417">
                  <c:v>nalley nissan decatur</c:v>
                </c:pt>
                <c:pt idx="1418">
                  <c:v>saxon fleet services</c:v>
                </c:pt>
                <c:pt idx="1419">
                  <c:v>lagrange toyota inc</c:v>
                </c:pt>
                <c:pt idx="1420">
                  <c:v>lexus of rockville</c:v>
                </c:pt>
                <c:pt idx="1421">
                  <c:v>b &amp; j car company</c:v>
                </c:pt>
                <c:pt idx="1422">
                  <c:v>south bay hyundai</c:v>
                </c:pt>
                <c:pt idx="1423">
                  <c:v>specialized sales and leasing</c:v>
                </c:pt>
                <c:pt idx="1424">
                  <c:v>maple ridge chrysler jeep dodge</c:v>
                </c:pt>
                <c:pt idx="1425">
                  <c:v>rick hendrick jeep chrys dodge ram fiat</c:v>
                </c:pt>
                <c:pt idx="1426">
                  <c:v>champion auto wholesale inc</c:v>
                </c:pt>
                <c:pt idx="1427">
                  <c:v>enterprise vehicle exchange/honolulu</c:v>
                </c:pt>
                <c:pt idx="1428">
                  <c:v>mercedes-benz of durham</c:v>
                </c:pt>
                <c:pt idx="1429">
                  <c:v>queenston chev olds</c:v>
                </c:pt>
                <c:pt idx="1430">
                  <c:v>butler honda</c:v>
                </c:pt>
                <c:pt idx="1431">
                  <c:v>danna investments llc</c:v>
                </c:pt>
                <c:pt idx="1432">
                  <c:v>southern auto finance co/ft. lauderdale</c:v>
                </c:pt>
                <c:pt idx="1433">
                  <c:v>triangle rent a car</c:v>
                </c:pt>
                <c:pt idx="1434">
                  <c:v>darcars chrysler jeep</c:v>
                </c:pt>
                <c:pt idx="1435">
                  <c:v>beck &amp; masten pontiac gmc hummer truck inc</c:v>
                </c:pt>
                <c:pt idx="1436">
                  <c:v>toy barn</c:v>
                </c:pt>
                <c:pt idx="1437">
                  <c:v>autonation honda sanford</c:v>
                </c:pt>
                <c:pt idx="1438">
                  <c:v>enterprise vehicle exchange/wayne</c:v>
                </c:pt>
                <c:pt idx="1439">
                  <c:v>advancial fcu</c:v>
                </c:pt>
                <c:pt idx="1440">
                  <c:v>butler kia</c:v>
                </c:pt>
                <c:pt idx="1441">
                  <c:v>budget rent a car/wichita</c:v>
                </c:pt>
                <c:pt idx="1442">
                  <c:v>jeffs motorcars inc</c:v>
                </c:pt>
                <c:pt idx="1443">
                  <c:v>clay nissan</c:v>
                </c:pt>
                <c:pt idx="1444">
                  <c:v>new england performance cars llc</c:v>
                </c:pt>
                <c:pt idx="1445">
                  <c:v>parkway ford lincoln</c:v>
                </c:pt>
                <c:pt idx="1446">
                  <c:v>coggin honda</c:v>
                </c:pt>
                <c:pt idx="1447">
                  <c:v>coggin chevrolet at the avenues</c:v>
                </c:pt>
                <c:pt idx="1448">
                  <c:v>r &amp; r auto group inc</c:v>
                </c:pt>
                <c:pt idx="1449">
                  <c:v>treasure coast toyota of stuart</c:v>
                </c:pt>
                <c:pt idx="1450">
                  <c:v>bmw mini of south atlanta</c:v>
                </c:pt>
                <c:pt idx="1451">
                  <c:v>credit union of texas</c:v>
                </c:pt>
                <c:pt idx="1452">
                  <c:v>bellamy strickland chev gmc</c:v>
                </c:pt>
                <c:pt idx="1453">
                  <c:v>germain honda of naples</c:v>
                </c:pt>
                <c:pt idx="1454">
                  <c:v>mercedes benz of south atlanta</c:v>
                </c:pt>
                <c:pt idx="1455">
                  <c:v>a &amp; a auto sales</c:v>
                </c:pt>
                <c:pt idx="1456">
                  <c:v>landers mclarty honda</c:v>
                </c:pt>
                <c:pt idx="1457">
                  <c:v>jyd auto leasing &amp; sales llc</c:v>
                </c:pt>
                <c:pt idx="1458">
                  <c:v>black/white auto sales</c:v>
                </c:pt>
                <c:pt idx="1459">
                  <c:v>hendrick honda hickory</c:v>
                </c:pt>
                <c:pt idx="1460">
                  <c:v>mall of georgia mazda</c:v>
                </c:pt>
                <c:pt idx="1461">
                  <c:v>gettel toyota of lakewood</c:v>
                </c:pt>
                <c:pt idx="1462">
                  <c:v>remarketing by ge/inova federal credit union</c:v>
                </c:pt>
                <c:pt idx="1463">
                  <c:v>autonation ford sanford</c:v>
                </c:pt>
                <c:pt idx="1464">
                  <c:v>romeo chevrolet buick gmc llc</c:v>
                </c:pt>
                <c:pt idx="1465">
                  <c:v>rick hendrick dodge chrysler jeep ram</c:v>
                </c:pt>
                <c:pt idx="1466">
                  <c:v>findlay chevrolet</c:v>
                </c:pt>
                <c:pt idx="1467">
                  <c:v>hillside honda</c:v>
                </c:pt>
                <c:pt idx="1468">
                  <c:v>metro nissan of montclair</c:v>
                </c:pt>
                <c:pt idx="1469">
                  <c:v>daylight auto financing inc</c:v>
                </c:pt>
                <c:pt idx="1470">
                  <c:v>koons silver spring ford lincoln</c:v>
                </c:pt>
                <c:pt idx="1471">
                  <c:v>brickell honda buick &amp; gmc</c:v>
                </c:pt>
                <c:pt idx="1472">
                  <c:v>atlanta auto distributors llc</c:v>
                </c:pt>
                <c:pt idx="1473">
                  <c:v>audi of huntington</c:v>
                </c:pt>
                <c:pt idx="1474">
                  <c:v>enterprise fm exchange/lease</c:v>
                </c:pt>
                <c:pt idx="1475">
                  <c:v>remarketing by ge/datcu credit union</c:v>
                </c:pt>
                <c:pt idx="1476">
                  <c:v>lowery brothers motors inc</c:v>
                </c:pt>
                <c:pt idx="1477">
                  <c:v>david mcdavid honda of frisco</c:v>
                </c:pt>
                <c:pt idx="1478">
                  <c:v>first investors financial services</c:v>
                </c:pt>
                <c:pt idx="1479">
                  <c:v>mike motors</c:v>
                </c:pt>
                <c:pt idx="1480">
                  <c:v>smith haven mitsubishi</c:v>
                </c:pt>
                <c:pt idx="1481">
                  <c:v>north palm hyundai</c:v>
                </c:pt>
                <c:pt idx="1482">
                  <c:v>mas financial services</c:v>
                </c:pt>
                <c:pt idx="1483">
                  <c:v>boyd chevrolet buick gmc</c:v>
                </c:pt>
                <c:pt idx="1484">
                  <c:v>91 automotive west</c:v>
                </c:pt>
                <c:pt idx="1485">
                  <c:v>hyundai of wesley chapel</c:v>
                </c:pt>
                <c:pt idx="1486">
                  <c:v>schroeder motors llc</c:v>
                </c:pt>
                <c:pt idx="1487">
                  <c:v>acura of riverside</c:v>
                </c:pt>
                <c:pt idx="1488">
                  <c:v>remarketing by ge/firelands fcu</c:v>
                </c:pt>
                <c:pt idx="1489">
                  <c:v>darcars toyota of frederick</c:v>
                </c:pt>
                <c:pt idx="1490">
                  <c:v>trousdale county motors</c:v>
                </c:pt>
                <c:pt idx="1491">
                  <c:v>onesource/sand mountain toyota</c:v>
                </c:pt>
                <c:pt idx="1492">
                  <c:v>army aviation center fcu</c:v>
                </c:pt>
                <c:pt idx="1493">
                  <c:v>classy and luxury motors</c:v>
                </c:pt>
                <c:pt idx="1494">
                  <c:v>john altimari auto co inc</c:v>
                </c:pt>
                <c:pt idx="1495">
                  <c:v>355 toyota</c:v>
                </c:pt>
                <c:pt idx="1496">
                  <c:v>florida credit union</c:v>
                </c:pt>
                <c:pt idx="1497">
                  <c:v>sharlene realty llc</c:v>
                </c:pt>
                <c:pt idx="1498">
                  <c:v>chris hallett auto</c:v>
                </c:pt>
                <c:pt idx="1499">
                  <c:v>all american chevrolet of midland</c:v>
                </c:pt>
                <c:pt idx="1500">
                  <c:v>kelemen carrs</c:v>
                </c:pt>
                <c:pt idx="1501">
                  <c:v>wheels r us inc</c:v>
                </c:pt>
                <c:pt idx="1502">
                  <c:v>marano &amp; sons auto sales inc</c:v>
                </c:pt>
                <c:pt idx="1503">
                  <c:v>hendrick lexus kansas city north</c:v>
                </c:pt>
                <c:pt idx="1504">
                  <c:v>valley national bank</c:v>
                </c:pt>
                <c:pt idx="1505">
                  <c:v>associated credit union</c:v>
                </c:pt>
                <c:pt idx="1506">
                  <c:v>performance auto center inc</c:v>
                </c:pt>
                <c:pt idx="1507">
                  <c:v>rick hendrick toyota scion sandy springs</c:v>
                </c:pt>
                <c:pt idx="1508">
                  <c:v>southgate capital llc</c:v>
                </c:pt>
                <c:pt idx="1509">
                  <c:v>suncoast credit corporation</c:v>
                </c:pt>
                <c:pt idx="1510">
                  <c:v>jaguar land rover allentown</c:v>
                </c:pt>
                <c:pt idx="1511">
                  <c:v>grieco nissan</c:v>
                </c:pt>
                <c:pt idx="1512">
                  <c:v>luxury cars inc</c:v>
                </c:pt>
                <c:pt idx="1513">
                  <c:v>east coast volkswagen</c:v>
                </c:pt>
                <c:pt idx="1514">
                  <c:v>subaru financial services</c:v>
                </c:pt>
                <c:pt idx="1515">
                  <c:v>dollar thrifty damage liquidation</c:v>
                </c:pt>
                <c:pt idx="1516">
                  <c:v>land rover san jose</c:v>
                </c:pt>
                <c:pt idx="1517">
                  <c:v>gosch ford</c:v>
                </c:pt>
                <c:pt idx="1518">
                  <c:v>infiniti of cool springs</c:v>
                </c:pt>
                <c:pt idx="1519">
                  <c:v>hutch chevrolet buick gmc inc</c:v>
                </c:pt>
                <c:pt idx="1520">
                  <c:v>north county hyundai</c:v>
                </c:pt>
                <c:pt idx="1521">
                  <c:v>top star lsg</c:v>
                </c:pt>
                <c:pt idx="1522">
                  <c:v>acura libertyville</c:v>
                </c:pt>
                <c:pt idx="1523">
                  <c:v>audi beverly hills</c:v>
                </c:pt>
                <c:pt idx="1524">
                  <c:v>land rover charlotte</c:v>
                </c:pt>
                <c:pt idx="1525">
                  <c:v>ferrari of ft lauderdale</c:v>
                </c:pt>
                <c:pt idx="1526">
                  <c:v>asanka cars.com inc</c:v>
                </c:pt>
                <c:pt idx="1527">
                  <c:v>bill pearce courtesy honda</c:v>
                </c:pt>
                <c:pt idx="1528">
                  <c:v>j m auto imports corp</c:v>
                </c:pt>
                <c:pt idx="1529">
                  <c:v>park auto south inc</c:v>
                </c:pt>
                <c:pt idx="1530">
                  <c:v>sawgrass infiniti</c:v>
                </c:pt>
                <c:pt idx="1531">
                  <c:v>onemain rem/wholesale remarketing inc</c:v>
                </c:pt>
                <c:pt idx="1532">
                  <c:v>flag/mclaren tampa bay</c:v>
                </c:pt>
                <c:pt idx="1533">
                  <c:v>hiley buick gmc</c:v>
                </c:pt>
                <c:pt idx="1534">
                  <c:v>jersey's auto sales</c:v>
                </c:pt>
                <c:pt idx="1535">
                  <c:v>lexus of clearwater</c:v>
                </c:pt>
                <c:pt idx="1536">
                  <c:v>pohanka chevrolet inc</c:v>
                </c:pt>
                <c:pt idx="1537">
                  <c:v>steve and sons auto sales llc</c:v>
                </c:pt>
                <c:pt idx="1538">
                  <c:v>nissan of duarte</c:v>
                </c:pt>
                <c:pt idx="1539">
                  <c:v>ars/kc landsmen</c:v>
                </c:pt>
                <c:pt idx="1540">
                  <c:v>mercedes benz of chandler</c:v>
                </c:pt>
                <c:pt idx="1541">
                  <c:v>the auto group inc</c:v>
                </c:pt>
                <c:pt idx="1542">
                  <c:v>paul's trading station  llc</c:v>
                </c:pt>
                <c:pt idx="1543">
                  <c:v>ars/enterprise vehicle exchange/coconut creek</c:v>
                </c:pt>
                <c:pt idx="1544">
                  <c:v>xtreme automotive group inc</c:v>
                </c:pt>
                <c:pt idx="1545">
                  <c:v>mercedes benz of pittsburgh</c:v>
                </c:pt>
                <c:pt idx="1546">
                  <c:v>shamaley buick gmc</c:v>
                </c:pt>
                <c:pt idx="1547">
                  <c:v>stanley ford andrews</c:v>
                </c:pt>
                <c:pt idx="1548">
                  <c:v>lexus of edison</c:v>
                </c:pt>
                <c:pt idx="1549">
                  <c:v>kilpatrick chevrolet inc</c:v>
                </c:pt>
                <c:pt idx="1550">
                  <c:v>rivergate toyota</c:v>
                </c:pt>
                <c:pt idx="1551">
                  <c:v>riverton elko chevrolet buick gmc cadillac</c:v>
                </c:pt>
                <c:pt idx="1552">
                  <c:v>united fcu</c:v>
                </c:pt>
                <c:pt idx="1553">
                  <c:v>lia honda</c:v>
                </c:pt>
                <c:pt idx="1554">
                  <c:v>mercedes-benz of ft pierce</c:v>
                </c:pt>
                <c:pt idx="1555">
                  <c:v>bank of america/select repo</c:v>
                </c:pt>
                <c:pt idx="1556">
                  <c:v>flag/rbm of atlanta</c:v>
                </c:pt>
                <c:pt idx="1557">
                  <c:v>tony domiano auto dealerships inc</c:v>
                </c:pt>
                <c:pt idx="1558">
                  <c:v>cantu chevrolet</c:v>
                </c:pt>
                <c:pt idx="1559">
                  <c:v>onemain rem/vossen motors</c:v>
                </c:pt>
                <c:pt idx="1560">
                  <c:v>paul moteur</c:v>
                </c:pt>
                <c:pt idx="1561">
                  <c:v>onemain remarketing services</c:v>
                </c:pt>
                <c:pt idx="1562">
                  <c:v>matt saxe chevrolet buick inc</c:v>
                </c:pt>
                <c:pt idx="1563">
                  <c:v>scottsdale sports car group</c:v>
                </c:pt>
                <c:pt idx="1564">
                  <c:v>xtreme auto wholesalers inc</c:v>
                </c:pt>
                <c:pt idx="1565">
                  <c:v>performance chrysler jeep dodge inc</c:v>
                </c:pt>
                <c:pt idx="1566">
                  <c:v>peruzzi toyota</c:v>
                </c:pt>
                <c:pt idx="1567">
                  <c:v>mitchell associates</c:v>
                </c:pt>
                <c:pt idx="1568">
                  <c:v>lenny genzale auto sales</c:v>
                </c:pt>
                <c:pt idx="1569">
                  <c:v>braman motorcars of jupiter</c:v>
                </c:pt>
                <c:pt idx="1570">
                  <c:v>remarketing by ge/manheim detroit</c:v>
                </c:pt>
                <c:pt idx="1571">
                  <c:v>larry h. miller lexus murray</c:v>
                </c:pt>
                <c:pt idx="1572">
                  <c:v>hawley motor sales inc</c:v>
                </c:pt>
                <c:pt idx="1573">
                  <c:v>barrett transportation services inc</c:v>
                </c:pt>
                <c:pt idx="1574">
                  <c:v>economy rent a car/ars</c:v>
                </c:pt>
                <c:pt idx="1575">
                  <c:v>chapman scottsdale autoplex llc</c:v>
                </c:pt>
                <c:pt idx="1576">
                  <c:v>husker auto group inc</c:v>
                </c:pt>
                <c:pt idx="1577">
                  <c:v>nimnicht gmc</c:v>
                </c:pt>
                <c:pt idx="1578">
                  <c:v>fair oaks chrysler jeep dodge</c:v>
                </c:pt>
                <c:pt idx="1579">
                  <c:v>cherry hill classic cars</c:v>
                </c:pt>
                <c:pt idx="1580">
                  <c:v>waldorf vw waldorf subaru</c:v>
                </c:pt>
                <c:pt idx="1581">
                  <c:v>remarketing by ge/manheim pensacola</c:v>
                </c:pt>
                <c:pt idx="1582">
                  <c:v>southeastern honda</c:v>
                </c:pt>
                <c:pt idx="1583">
                  <c:v>motor city</c:v>
                </c:pt>
                <c:pt idx="1584">
                  <c:v>kelly chevrolet cadillac inc</c:v>
                </c:pt>
                <c:pt idx="1585">
                  <c:v>flag/genuine motorcars inc</c:v>
                </c:pt>
                <c:pt idx="1586">
                  <c:v>crossroads nissan of hickory inc</c:v>
                </c:pt>
                <c:pt idx="1587">
                  <c:v>darcars ford</c:v>
                </c:pt>
                <c:pt idx="1588">
                  <c:v>findlay motor company</c:v>
                </c:pt>
                <c:pt idx="1589">
                  <c:v>mckenna motors cerritos inc</c:v>
                </c:pt>
                <c:pt idx="1590">
                  <c:v>hendrick honda woodbridge</c:v>
                </c:pt>
                <c:pt idx="1591">
                  <c:v>browns arlington honda</c:v>
                </c:pt>
                <c:pt idx="1592">
                  <c:v>remarketing by ge/schools first fcu</c:v>
                </c:pt>
                <c:pt idx="1593">
                  <c:v>napletons nissan</c:v>
                </c:pt>
                <c:pt idx="1594">
                  <c:v>autobahn gallery</c:v>
                </c:pt>
                <c:pt idx="1595">
                  <c:v>us bancorp</c:v>
                </c:pt>
                <c:pt idx="1596">
                  <c:v>ray price honda mazda volvo</c:v>
                </c:pt>
                <c:pt idx="1597">
                  <c:v>auto financial group</c:v>
                </c:pt>
                <c:pt idx="1598">
                  <c:v>rick case hyundai inc</c:v>
                </c:pt>
                <c:pt idx="1599">
                  <c:v>mercedes benz of fredericksburg</c:v>
                </c:pt>
                <c:pt idx="1600">
                  <c:v>johnson sewell ford lincoln inc</c:v>
                </c:pt>
                <c:pt idx="1601">
                  <c:v>bedford auto wholesale</c:v>
                </c:pt>
                <c:pt idx="1602">
                  <c:v>coggin nissan</c:v>
                </c:pt>
                <c:pt idx="1603">
                  <c:v>h &amp; h motors inc</c:v>
                </c:pt>
                <c:pt idx="1604">
                  <c:v>maplewood toyota</c:v>
                </c:pt>
                <c:pt idx="1605">
                  <c:v>mercedes benz of foothill ranch</c:v>
                </c:pt>
                <c:pt idx="1606">
                  <c:v>nissan dealer blend/united nissan</c:v>
                </c:pt>
                <c:pt idx="1607">
                  <c:v>fairfield chevrolet cadillac</c:v>
                </c:pt>
                <c:pt idx="1608">
                  <c:v>eagle buick gmc inc</c:v>
                </c:pt>
                <c:pt idx="1609">
                  <c:v>bert smith euro collection</c:v>
                </c:pt>
                <c:pt idx="1610">
                  <c:v>chris auffenberg ford inc</c:v>
                </c:pt>
                <c:pt idx="1611">
                  <c:v>bmw of el paso</c:v>
                </c:pt>
                <c:pt idx="1612">
                  <c:v>rudy luther toyota</c:v>
                </c:pt>
                <c:pt idx="1613">
                  <c:v>flag/oceanside auto center</c:v>
                </c:pt>
                <c:pt idx="1614">
                  <c:v>dch wappingers falls toyota auto group</c:v>
                </c:pt>
                <c:pt idx="1615">
                  <c:v>onesource/hendrick toy scion of n charleston</c:v>
                </c:pt>
                <c:pt idx="1616">
                  <c:v>remarketing by ge/sw1 remarketing</c:v>
                </c:pt>
                <c:pt idx="1617">
                  <c:v>element vehicle management services llc</c:v>
                </c:pt>
                <c:pt idx="1618">
                  <c:v>sioux city ford lincoln mercury</c:v>
                </c:pt>
                <c:pt idx="1619">
                  <c:v>mars auto</c:v>
                </c:pt>
                <c:pt idx="1620">
                  <c:v>mckenna volkswagen</c:v>
                </c:pt>
                <c:pt idx="1621">
                  <c:v>executive enterprises auto wholesale inc</c:v>
                </c:pt>
                <c:pt idx="1622">
                  <c:v>autonation ford littleton</c:v>
                </c:pt>
                <c:pt idx="1623">
                  <c:v>hornburg jaguar santa monica</c:v>
                </c:pt>
                <c:pt idx="1624">
                  <c:v>nalley honda</c:v>
                </c:pt>
                <c:pt idx="1625">
                  <c:v>levittown ford llc</c:v>
                </c:pt>
                <c:pt idx="1626">
                  <c:v>honda world</c:v>
                </c:pt>
                <c:pt idx="1627">
                  <c:v>bmw of fairfax</c:v>
                </c:pt>
                <c:pt idx="1628">
                  <c:v>dean sellers ford</c:v>
                </c:pt>
                <c:pt idx="1629">
                  <c:v>primeritus remarketing/cu recovery</c:v>
                </c:pt>
                <c:pt idx="1630">
                  <c:v>courtesy chrysler dodge jeep ram of orange</c:v>
                </c:pt>
                <c:pt idx="1631">
                  <c:v>absher arnold motors llc</c:v>
                </c:pt>
                <c:pt idx="1632">
                  <c:v>credit union leasing of america</c:v>
                </c:pt>
                <c:pt idx="1633">
                  <c:v>tiger financial management llc</c:v>
                </c:pt>
                <c:pt idx="1634">
                  <c:v>cox chevrolet inc</c:v>
                </c:pt>
                <c:pt idx="1635">
                  <c:v>mercedes benz of omaha</c:v>
                </c:pt>
                <c:pt idx="1636">
                  <c:v>remarketing by ge/general auto acceptance llc</c:v>
                </c:pt>
                <c:pt idx="1637">
                  <c:v>napletons river oaks honda</c:v>
                </c:pt>
                <c:pt idx="1638">
                  <c:v>the car connection</c:v>
                </c:pt>
                <c:pt idx="1639">
                  <c:v>rusnak westlake porsche</c:v>
                </c:pt>
                <c:pt idx="1640">
                  <c:v>david mcdavids plano lincoln</c:v>
                </c:pt>
                <c:pt idx="1641">
                  <c:v>kia of cerritos</c:v>
                </c:pt>
                <c:pt idx="1642">
                  <c:v>pat obrien chevrolet south</c:v>
                </c:pt>
                <c:pt idx="1643">
                  <c:v>mr m auto group</c:v>
                </c:pt>
                <c:pt idx="1644">
                  <c:v>orlando hyundai</c:v>
                </c:pt>
                <c:pt idx="1645">
                  <c:v>remarketing by ge/penair fcu</c:v>
                </c:pt>
                <c:pt idx="1646">
                  <c:v>charitable adult rides services/car donating is</c:v>
                </c:pt>
                <c:pt idx="1647">
                  <c:v>crossroads infiniti south inc</c:v>
                </c:pt>
                <c:pt idx="1648">
                  <c:v>coggin buick-gmc of orange park</c:v>
                </c:pt>
                <c:pt idx="1649">
                  <c:v>audi plano</c:v>
                </c:pt>
                <c:pt idx="1650">
                  <c:v>ford of port richey</c:v>
                </c:pt>
                <c:pt idx="1651">
                  <c:v>north bakersfield toyota scion</c:v>
                </c:pt>
                <c:pt idx="1652">
                  <c:v>west county nissan</c:v>
                </c:pt>
                <c:pt idx="1653">
                  <c:v>bell audi</c:v>
                </c:pt>
                <c:pt idx="1654">
                  <c:v>all american ford of kingston llc</c:v>
                </c:pt>
                <c:pt idx="1655">
                  <c:v>2020 motors</c:v>
                </c:pt>
                <c:pt idx="1656">
                  <c:v>western fcu</c:v>
                </c:pt>
                <c:pt idx="1657">
                  <c:v>enterprise vehicle exchange/montgomery</c:v>
                </c:pt>
                <c:pt idx="1658">
                  <c:v>right honda</c:v>
                </c:pt>
                <c:pt idx="1659">
                  <c:v>hendrick mini</c:v>
                </c:pt>
                <c:pt idx="1660">
                  <c:v>mid florida fcu</c:v>
                </c:pt>
                <c:pt idx="1661">
                  <c:v>ride rite automobiles llc</c:v>
                </c:pt>
                <c:pt idx="1662">
                  <c:v>infiniti of norwood</c:v>
                </c:pt>
                <c:pt idx="1663">
                  <c:v>courtesy chevrolet cadillac</c:v>
                </c:pt>
                <c:pt idx="1664">
                  <c:v>mercedes benz of south bay</c:v>
                </c:pt>
                <c:pt idx="1665">
                  <c:v>va cars inc</c:v>
                </c:pt>
                <c:pt idx="1666">
                  <c:v>remarketing by ge/southern california financial</c:v>
                </c:pt>
                <c:pt idx="1667">
                  <c:v>j c auto world inc</c:v>
                </c:pt>
                <c:pt idx="1668">
                  <c:v>topline automotive inc</c:v>
                </c:pt>
                <c:pt idx="1669">
                  <c:v>sheehy nissan of waldorf</c:v>
                </c:pt>
                <c:pt idx="1670">
                  <c:v>global european motorcars llc</c:v>
                </c:pt>
                <c:pt idx="1671">
                  <c:v>findlay toyota and scion</c:v>
                </c:pt>
                <c:pt idx="1672">
                  <c:v>nationwide fleet auto sales inc</c:v>
                </c:pt>
                <c:pt idx="1673">
                  <c:v>bob mayberry hyundai inc</c:v>
                </c:pt>
                <c:pt idx="1674">
                  <c:v>remarketing by ge/classic motorcars inc</c:v>
                </c:pt>
                <c:pt idx="1675">
                  <c:v>harbor nissan</c:v>
                </c:pt>
                <c:pt idx="1676">
                  <c:v>milford motors inc</c:v>
                </c:pt>
                <c:pt idx="1677">
                  <c:v>hopper buick gmc</c:v>
                </c:pt>
                <c:pt idx="1678">
                  <c:v>connell chevrolet</c:v>
                </c:pt>
                <c:pt idx="1679">
                  <c:v>enterprise car sales/orange</c:v>
                </c:pt>
                <c:pt idx="1680">
                  <c:v>tds auto brokers</c:v>
                </c:pt>
                <c:pt idx="1681">
                  <c:v>chevrolet of wesley chapel</c:v>
                </c:pt>
                <c:pt idx="1682">
                  <c:v>pv holidng inc/non pgm</c:v>
                </c:pt>
                <c:pt idx="1683">
                  <c:v>desert sun motors inc</c:v>
                </c:pt>
                <c:pt idx="1684">
                  <c:v>bellevue nissan</c:v>
                </c:pt>
                <c:pt idx="1685">
                  <c:v>united auto credit/hurst</c:v>
                </c:pt>
                <c:pt idx="1686">
                  <c:v>car source</c:v>
                </c:pt>
                <c:pt idx="1687">
                  <c:v>bergstrom cadillac inc</c:v>
                </c:pt>
                <c:pt idx="1688">
                  <c:v>cadilexus</c:v>
                </c:pt>
                <c:pt idx="1689">
                  <c:v>lenders option corporation</c:v>
                </c:pt>
                <c:pt idx="1690">
                  <c:v>bert wolfe ford inc</c:v>
                </c:pt>
                <c:pt idx="1691">
                  <c:v>motorlease corporation</c:v>
                </c:pt>
                <c:pt idx="1692">
                  <c:v>neighbors fcu</c:v>
                </c:pt>
                <c:pt idx="1693">
                  <c:v>woodhouse ford south inc</c:v>
                </c:pt>
                <c:pt idx="1694">
                  <c:v>wetzel honda</c:v>
                </c:pt>
                <c:pt idx="1695">
                  <c:v>elite auto sales/leasing</c:v>
                </c:pt>
                <c:pt idx="1696">
                  <c:v>nalley ford sandy springs</c:v>
                </c:pt>
                <c:pt idx="1697">
                  <c:v>f c kerbeck &amp; sons</c:v>
                </c:pt>
                <c:pt idx="1698">
                  <c:v>j b a automotive llc</c:v>
                </c:pt>
                <c:pt idx="1699">
                  <c:v>myrtle beach automotive</c:v>
                </c:pt>
                <c:pt idx="1700">
                  <c:v>remarketing by ge/tubbs brothers</c:v>
                </c:pt>
                <c:pt idx="1701">
                  <c:v>nissan of albertville</c:v>
                </c:pt>
                <c:pt idx="1702">
                  <c:v>ars/easy car leasing llc dba brac of birmingham</c:v>
                </c:pt>
                <c:pt idx="1703">
                  <c:v>primeritus remarketing/new concepts leasi</c:v>
                </c:pt>
                <c:pt idx="1704">
                  <c:v>southern remarketing solutions/regions bank</c:v>
                </c:pt>
                <c:pt idx="1705">
                  <c:v>honda of serramonte</c:v>
                </c:pt>
                <c:pt idx="1706">
                  <c:v>onesource/beaver toyota of st augustine</c:v>
                </c:pt>
                <c:pt idx="1707">
                  <c:v>r &amp; r auto sales</c:v>
                </c:pt>
                <c:pt idx="1708">
                  <c:v>liberty auto city inc</c:v>
                </c:pt>
                <c:pt idx="1709">
                  <c:v>dream cars by bussinger ltd</c:v>
                </c:pt>
                <c:pt idx="1710">
                  <c:v>coggin deland hyundai</c:v>
                </c:pt>
                <c:pt idx="1711">
                  <c:v>g h n leasing corporation</c:v>
                </c:pt>
                <c:pt idx="1712">
                  <c:v>lucky imports</c:v>
                </c:pt>
                <c:pt idx="1713">
                  <c:v>american motor group</c:v>
                </c:pt>
                <c:pt idx="1714">
                  <c:v>superior wholesalers inc</c:v>
                </c:pt>
                <c:pt idx="1715">
                  <c:v>hennessy mazda buick gmc</c:v>
                </c:pt>
                <c:pt idx="1716">
                  <c:v>gettel nissan of sarasota</c:v>
                </c:pt>
                <c:pt idx="1717">
                  <c:v>park place infiniti</c:v>
                </c:pt>
                <c:pt idx="1718">
                  <c:v>nalley kia</c:v>
                </c:pt>
                <c:pt idx="1719">
                  <c:v>kline leasing</c:v>
                </c:pt>
                <c:pt idx="1720">
                  <c:v>frisco chrysler dodge jeep ram  inc.</c:v>
                </c:pt>
                <c:pt idx="1721">
                  <c:v>casa ford lincoln</c:v>
                </c:pt>
                <c:pt idx="1722">
                  <c:v>stanley chrysler dodge jeep brownwood</c:v>
                </c:pt>
                <c:pt idx="1723">
                  <c:v>auto plaza motor sports  llc</c:v>
                </c:pt>
                <c:pt idx="1724">
                  <c:v>jaguar porsche volvo of greenville</c:v>
                </c:pt>
                <c:pt idx="1725">
                  <c:v>mccarthy chevrolet inc</c:v>
                </c:pt>
                <c:pt idx="1726">
                  <c:v>california rent-a-car &amp; leasing</c:v>
                </c:pt>
                <c:pt idx="1727">
                  <c:v>northtown lexus</c:v>
                </c:pt>
                <c:pt idx="1728">
                  <c:v>primeritus remarketing/piedmont aviation</c:v>
                </c:pt>
                <c:pt idx="1729">
                  <c:v>rick matthews buick gmc llp</c:v>
                </c:pt>
                <c:pt idx="1730">
                  <c:v>infiniti of the palm beaches</c:v>
                </c:pt>
                <c:pt idx="1731">
                  <c:v>linus cadillac buick gmc</c:v>
                </c:pt>
                <c:pt idx="1732">
                  <c:v>wth car rental ulc</c:v>
                </c:pt>
                <c:pt idx="1733">
                  <c:v>massey cadillac</c:v>
                </c:pt>
                <c:pt idx="1734">
                  <c:v>randolph brooks fcu</c:v>
                </c:pt>
                <c:pt idx="1735">
                  <c:v>boston foreign motor</c:v>
                </c:pt>
                <c:pt idx="1736">
                  <c:v>jim click ford lincoln mercury</c:v>
                </c:pt>
                <c:pt idx="1737">
                  <c:v>glendale chrysler jeep dodge ram</c:v>
                </c:pt>
                <c:pt idx="1738">
                  <c:v>city of cars</c:v>
                </c:pt>
                <c:pt idx="1739">
                  <c:v>avis rac system/pv holding corp</c:v>
                </c:pt>
                <c:pt idx="1740">
                  <c:v>edwards motor company inc</c:v>
                </c:pt>
                <c:pt idx="1741">
                  <c:v>audi valencia</c:v>
                </c:pt>
                <c:pt idx="1742">
                  <c:v>gen x motors</c:v>
                </c:pt>
                <c:pt idx="1743">
                  <c:v>bill wright toyota</c:v>
                </c:pt>
                <c:pt idx="1744">
                  <c:v>nissan 24</c:v>
                </c:pt>
                <c:pt idx="1745">
                  <c:v>autonation chrysler dodge jeep ram pembroke pine</c:v>
                </c:pt>
                <c:pt idx="1746">
                  <c:v>austin infiniti inc</c:v>
                </c:pt>
                <c:pt idx="1747">
                  <c:v>the auto show inc</c:v>
                </c:pt>
                <c:pt idx="1748">
                  <c:v>paul tinney auto sales ltd</c:v>
                </c:pt>
                <c:pt idx="1749">
                  <c:v>autodome ltd</c:v>
                </c:pt>
                <c:pt idx="1750">
                  <c:v>james family auto sales</c:v>
                </c:pt>
                <c:pt idx="1751">
                  <c:v>browns fairfax nissan</c:v>
                </c:pt>
                <c:pt idx="1752">
                  <c:v>gregg glenn auto sales</c:v>
                </c:pt>
                <c:pt idx="1753">
                  <c:v>criswell isuzu trucks</c:v>
                </c:pt>
                <c:pt idx="1754">
                  <c:v>grossinger toyota north</c:v>
                </c:pt>
                <c:pt idx="1755">
                  <c:v>toyota santa monica</c:v>
                </c:pt>
                <c:pt idx="1756">
                  <c:v>nalley infiniti marietta</c:v>
                </c:pt>
                <c:pt idx="1757">
                  <c:v>selig leasing co inc</c:v>
                </c:pt>
                <c:pt idx="1758">
                  <c:v>bavarian auto sales llc</c:v>
                </c:pt>
                <c:pt idx="1759">
                  <c:v>dick poe chrysler jeep</c:v>
                </c:pt>
                <c:pt idx="1760">
                  <c:v>capital subaru of greenville llc</c:v>
                </c:pt>
                <c:pt idx="1761">
                  <c:v>gateway financial services</c:v>
                </c:pt>
                <c:pt idx="1762">
                  <c:v>five star dodge</c:v>
                </c:pt>
                <c:pt idx="1763">
                  <c:v>auto city stl</c:v>
                </c:pt>
                <c:pt idx="1764">
                  <c:v>remarketing by ge/florida central credit union</c:v>
                </c:pt>
                <c:pt idx="1765">
                  <c:v>crevier bmw/crevier mini</c:v>
                </c:pt>
                <c:pt idx="1766">
                  <c:v>ed morse cadillac</c:v>
                </c:pt>
                <c:pt idx="1767">
                  <c:v>sterling bmw</c:v>
                </c:pt>
                <c:pt idx="1768">
                  <c:v>repo remarketing/coast hills fcu</c:v>
                </c:pt>
                <c:pt idx="1769">
                  <c:v>repo remarketing/schools first fcu</c:v>
                </c:pt>
                <c:pt idx="1770">
                  <c:v>automatch usa</c:v>
                </c:pt>
                <c:pt idx="1771">
                  <c:v>onemain rem/unique autos inc</c:v>
                </c:pt>
                <c:pt idx="1772">
                  <c:v>crossroads ford lincoln of southern pines inc</c:v>
                </c:pt>
                <c:pt idx="1773">
                  <c:v>grossinger autoplex inc</c:v>
                </c:pt>
                <c:pt idx="1774">
                  <c:v>auto outlet</c:v>
                </c:pt>
                <c:pt idx="1775">
                  <c:v>mercedes benz of des moines</c:v>
                </c:pt>
                <c:pt idx="1776">
                  <c:v>elmwood chrysler dodge jeep ram</c:v>
                </c:pt>
                <c:pt idx="1777">
                  <c:v>community choice credit union</c:v>
                </c:pt>
                <c:pt idx="1778">
                  <c:v>cnac corporate office/columbus</c:v>
                </c:pt>
                <c:pt idx="1779">
                  <c:v>ron lewis pre-owned</c:v>
                </c:pt>
                <c:pt idx="1780">
                  <c:v>first tech credit union</c:v>
                </c:pt>
                <c:pt idx="1781">
                  <c:v>prestige land rover inc</c:v>
                </c:pt>
                <c:pt idx="1782">
                  <c:v>r.k. belt &amp; sons inc</c:v>
                </c:pt>
                <c:pt idx="1783">
                  <c:v>repo remarketing/visterra credit union</c:v>
                </c:pt>
                <c:pt idx="1784">
                  <c:v>mehdis car company</c:v>
                </c:pt>
                <c:pt idx="1785">
                  <c:v>mercedes benz of sarasota</c:v>
                </c:pt>
                <c:pt idx="1786">
                  <c:v>onesource/arlington toyota inc</c:v>
                </c:pt>
                <c:pt idx="1787">
                  <c:v>jerrys chevrolet of beresford</c:v>
                </c:pt>
                <c:pt idx="1788">
                  <c:v>rob lambdin's university dodge</c:v>
                </c:pt>
                <c:pt idx="1789">
                  <c:v>dick hannah subaru</c:v>
                </c:pt>
                <c:pt idx="1790">
                  <c:v>chevrolet of dublin</c:v>
                </c:pt>
                <c:pt idx="1791">
                  <c:v>ag leaseplan</c:v>
                </c:pt>
                <c:pt idx="1792">
                  <c:v>bob &amp; chuck eddy cadillac chevrolet buick</c:v>
                </c:pt>
                <c:pt idx="1793">
                  <c:v>daniels bmw mini of allentown</c:v>
                </c:pt>
                <c:pt idx="1794">
                  <c:v>toyota of murfreesboro/scion of murfreesboro</c:v>
                </c:pt>
                <c:pt idx="1795">
                  <c:v>le circuit ford lincoln ltee</c:v>
                </c:pt>
                <c:pt idx="1796">
                  <c:v>pfs/porsche partnership program</c:v>
                </c:pt>
                <c:pt idx="1797">
                  <c:v>findlay hyundai subaru</c:v>
                </c:pt>
                <c:pt idx="1798">
                  <c:v>larry h miller fleet lease</c:v>
                </c:pt>
                <c:pt idx="1799">
                  <c:v>martin auto gallery</c:v>
                </c:pt>
                <c:pt idx="1800">
                  <c:v>harrison auto sales</c:v>
                </c:pt>
                <c:pt idx="1801">
                  <c:v>autonation chevrolet laurel</c:v>
                </c:pt>
                <c:pt idx="1802">
                  <c:v>remarketing by ge/tech auto sales inc</c:v>
                </c:pt>
                <c:pt idx="1803">
                  <c:v>jba chevrolet</c:v>
                </c:pt>
                <c:pt idx="1804">
                  <c:v>ciscon llc</c:v>
                </c:pt>
                <c:pt idx="1805">
                  <c:v>nuvision financial fcu</c:v>
                </c:pt>
                <c:pt idx="1806">
                  <c:v>first tech fcu</c:v>
                </c:pt>
                <c:pt idx="1807">
                  <c:v>manheim milwaukee</c:v>
                </c:pt>
                <c:pt idx="1808">
                  <c:v>florida auto connection</c:v>
                </c:pt>
                <c:pt idx="1809">
                  <c:v>chip wynn motors</c:v>
                </c:pt>
                <c:pt idx="1810">
                  <c:v>parks ford of wesley chapel</c:v>
                </c:pt>
                <c:pt idx="1811">
                  <c:v>priscilla &amp; kids wholesalers inc</c:v>
                </c:pt>
                <c:pt idx="1812">
                  <c:v>lease &amp; rental management</c:v>
                </c:pt>
                <c:pt idx="1813">
                  <c:v>volkswagen north scottsdale</c:v>
                </c:pt>
                <c:pt idx="1814">
                  <c:v>trucks unlimited inc</c:v>
                </c:pt>
                <c:pt idx="1815">
                  <c:v>rick hendrick toyota scion</c:v>
                </c:pt>
                <c:pt idx="1816">
                  <c:v>sierra auto investment co</c:v>
                </c:pt>
                <c:pt idx="1817">
                  <c:v>crossroads ford lincoln of sanford inc</c:v>
                </c:pt>
                <c:pt idx="1818">
                  <c:v>rally motor credit</c:v>
                </c:pt>
                <c:pt idx="1819">
                  <c:v>bmw of monrovia</c:v>
                </c:pt>
                <c:pt idx="1820">
                  <c:v>jessup cad buick pont gmc saab hummer chev</c:v>
                </c:pt>
                <c:pt idx="1821">
                  <c:v>metro honda</c:v>
                </c:pt>
                <c:pt idx="1822">
                  <c:v>fiserv/us bank na</c:v>
                </c:pt>
                <c:pt idx="1823">
                  <c:v>p &amp; w foreign car service inc</c:v>
                </c:pt>
                <c:pt idx="1824">
                  <c:v>parks lincoln of tampa</c:v>
                </c:pt>
                <c:pt idx="1825">
                  <c:v>ars/uhaul</c:v>
                </c:pt>
                <c:pt idx="1826">
                  <c:v>nalley volkswagen of alpharetta</c:v>
                </c:pt>
                <c:pt idx="1827">
                  <c:v>world omni/santander</c:v>
                </c:pt>
                <c:pt idx="1828">
                  <c:v>toyota of clermont</c:v>
                </c:pt>
                <c:pt idx="1829">
                  <c:v>fusion autoplex</c:v>
                </c:pt>
                <c:pt idx="1830">
                  <c:v>gulf coast ford</c:v>
                </c:pt>
                <c:pt idx="1831">
                  <c:v>remarketing by ge/desert fleet finance</c:v>
                </c:pt>
                <c:pt idx="1832">
                  <c:v>remarketing by ge/dade county fcu</c:v>
                </c:pt>
                <c:pt idx="1833">
                  <c:v>bergeys chevrolet inc</c:v>
                </c:pt>
                <c:pt idx="1834">
                  <c:v>sama california auto export inc</c:v>
                </c:pt>
                <c:pt idx="1835">
                  <c:v>capital ford lincoln of wilmington</c:v>
                </c:pt>
                <c:pt idx="1836">
                  <c:v>bentley scottsdale</c:v>
                </c:pt>
                <c:pt idx="1837">
                  <c:v>dch bloomfield llc</c:v>
                </c:pt>
                <c:pt idx="1838">
                  <c:v>brown's leesburg hyundai</c:v>
                </c:pt>
                <c:pt idx="1839">
                  <c:v>audi mission viejo</c:v>
                </c:pt>
                <c:pt idx="1840">
                  <c:v>flood ford of east greenwich</c:v>
                </c:pt>
                <c:pt idx="1841">
                  <c:v>carters used cars</c:v>
                </c:pt>
                <c:pt idx="1842">
                  <c:v>auto brokers of tampa bay inc</c:v>
                </c:pt>
                <c:pt idx="1843">
                  <c:v>primeritus remarketing/jt automart 2</c:v>
                </c:pt>
                <c:pt idx="1844">
                  <c:v>lexus of pleasanton</c:v>
                </c:pt>
                <c:pt idx="1845">
                  <c:v>glockner south point ford</c:v>
                </c:pt>
                <c:pt idx="1846">
                  <c:v>premier toyota of newport</c:v>
                </c:pt>
                <c:pt idx="1847">
                  <c:v>parktown imports inc</c:v>
                </c:pt>
                <c:pt idx="1848">
                  <c:v>platinum auto finance llc</c:v>
                </c:pt>
                <c:pt idx="1849">
                  <c:v>alas leasing</c:v>
                </c:pt>
                <c:pt idx="1850">
                  <c:v>futrell auto sales</c:v>
                </c:pt>
                <c:pt idx="1851">
                  <c:v>sullivan cadillac</c:v>
                </c:pt>
                <c:pt idx="1852">
                  <c:v>gunn acura</c:v>
                </c:pt>
                <c:pt idx="1853">
                  <c:v>exotic euro cars</c:v>
                </c:pt>
                <c:pt idx="1854">
                  <c:v>coggin nissan at the avenues</c:v>
                </c:pt>
                <c:pt idx="1855">
                  <c:v>remarketing by ge/manheim north carolina</c:v>
                </c:pt>
                <c:pt idx="1856">
                  <c:v>fuccillo kia of cape coral</c:v>
                </c:pt>
                <c:pt idx="1857">
                  <c:v>orlando kia east</c:v>
                </c:pt>
                <c:pt idx="1858">
                  <c:v>enterprise vehicle exchange/st louis</c:v>
                </c:pt>
                <c:pt idx="1859">
                  <c:v>r e jahn auto sales</c:v>
                </c:pt>
                <c:pt idx="1860">
                  <c:v>coggin acura</c:v>
                </c:pt>
                <c:pt idx="1861">
                  <c:v>laurel kia</c:v>
                </c:pt>
                <c:pt idx="1862">
                  <c:v>anderson ford lincoln</c:v>
                </c:pt>
                <c:pt idx="1863">
                  <c:v>capital ford of charlotte inc</c:v>
                </c:pt>
                <c:pt idx="1864">
                  <c:v>corpat exchange llc</c:v>
                </c:pt>
                <c:pt idx="1865">
                  <c:v>piazza honda of pottstown</c:v>
                </c:pt>
                <c:pt idx="1866">
                  <c:v>national auto acceptance</c:v>
                </c:pt>
                <c:pt idx="1867">
                  <c:v>contemporary motorcar ltd</c:v>
                </c:pt>
                <c:pt idx="1868">
                  <c:v>autonation honda hollywood</c:v>
                </c:pt>
                <c:pt idx="1869">
                  <c:v>dch freehold llc</c:v>
                </c:pt>
                <c:pt idx="1870">
                  <c:v>auto finance solutions dba abc remarketing</c:v>
                </c:pt>
                <c:pt idx="1871">
                  <c:v>remarketing by ge/mid american credit union</c:v>
                </c:pt>
                <c:pt idx="1872">
                  <c:v>puyallup nissan</c:v>
                </c:pt>
                <c:pt idx="1873">
                  <c:v>sunrise ford company</c:v>
                </c:pt>
                <c:pt idx="1874">
                  <c:v>towne motors inc</c:v>
                </c:pt>
                <c:pt idx="1875">
                  <c:v>american national bank</c:v>
                </c:pt>
                <c:pt idx="1876">
                  <c:v>rockville audi</c:v>
                </c:pt>
                <c:pt idx="1877">
                  <c:v>financial services remarketing (other aucs)</c:v>
                </c:pt>
                <c:pt idx="1878">
                  <c:v>gt leasing inc</c:v>
                </c:pt>
                <c:pt idx="1879">
                  <c:v>american auto finance</c:v>
                </c:pt>
                <c:pt idx="1880">
                  <c:v>sullivan buick gmc truck</c:v>
                </c:pt>
                <c:pt idx="1881">
                  <c:v>palmer dodge inc</c:v>
                </c:pt>
                <c:pt idx="1882">
                  <c:v>o brien mitsubishi of normal</c:v>
                </c:pt>
                <c:pt idx="1883">
                  <c:v>metro toyota</c:v>
                </c:pt>
                <c:pt idx="1884">
                  <c:v>ars/dealer ars canada</c:v>
                </c:pt>
                <c:pt idx="1885">
                  <c:v>centurylink</c:v>
                </c:pt>
                <c:pt idx="1886">
                  <c:v>remarketing by ge/sixrentals corp</c:v>
                </c:pt>
                <c:pt idx="1887">
                  <c:v>moss motors</c:v>
                </c:pt>
                <c:pt idx="1888">
                  <c:v>cherokee chrysler dodge jeep</c:v>
                </c:pt>
                <c:pt idx="1889">
                  <c:v>fmgj inc</c:v>
                </c:pt>
                <c:pt idx="1890">
                  <c:v>autonation honda clearwater</c:v>
                </c:pt>
                <c:pt idx="1891">
                  <c:v>crossroads infiniti inc</c:v>
                </c:pt>
                <c:pt idx="1892">
                  <c:v>xclusive auto leasing inc</c:v>
                </c:pt>
                <c:pt idx="1893">
                  <c:v>mountain america credit union</c:v>
                </c:pt>
                <c:pt idx="1894">
                  <c:v>primeritus remarketing/cci</c:v>
                </c:pt>
                <c:pt idx="1895">
                  <c:v>capital ford inc</c:v>
                </c:pt>
                <c:pt idx="1896">
                  <c:v>scott robinson honda</c:v>
                </c:pt>
                <c:pt idx="1897">
                  <c:v>akins ford dodge jeep chrysler</c:v>
                </c:pt>
                <c:pt idx="1898">
                  <c:v>mitchell motor cars inc</c:v>
                </c:pt>
                <c:pt idx="1899">
                  <c:v>mazda and volkswagon of fredericksburg</c:v>
                </c:pt>
                <c:pt idx="1900">
                  <c:v>valley brook auto brokers</c:v>
                </c:pt>
                <c:pt idx="1901">
                  <c:v>fiat of ontario</c:v>
                </c:pt>
                <c:pt idx="1902">
                  <c:v>midway hfc fleet</c:v>
                </c:pt>
                <c:pt idx="1903">
                  <c:v>basney imports</c:v>
                </c:pt>
                <c:pt idx="1904">
                  <c:v>22nd street motors inc</c:v>
                </c:pt>
                <c:pt idx="1905">
                  <c:v>auction credit</c:v>
                </c:pt>
                <c:pt idx="1906">
                  <c:v>remarketing by ge/central fl sales &amp; leasing inc</c:v>
                </c:pt>
                <c:pt idx="1907">
                  <c:v>primeritus remarketing/fast line auto sales inc</c:v>
                </c:pt>
                <c:pt idx="1908">
                  <c:v>ray brandt infiniti of metairie llc</c:v>
                </c:pt>
                <c:pt idx="1909">
                  <c:v>gunn nissan ltd</c:v>
                </c:pt>
                <c:pt idx="1910">
                  <c:v>meyer automotive inc</c:v>
                </c:pt>
                <c:pt idx="1911">
                  <c:v>northway automotive inc</c:v>
                </c:pt>
                <c:pt idx="1912">
                  <c:v>marin auto group</c:v>
                </c:pt>
                <c:pt idx="1913">
                  <c:v>publix supermarkets</c:v>
                </c:pt>
                <c:pt idx="1914">
                  <c:v>rusty eck ford inc</c:v>
                </c:pt>
                <c:pt idx="1915">
                  <c:v>spitzer toyota scion</c:v>
                </c:pt>
                <c:pt idx="1916">
                  <c:v>mercedes benz of pembroke pines</c:v>
                </c:pt>
                <c:pt idx="1917">
                  <c:v>challenge financial services</c:v>
                </c:pt>
                <c:pt idx="1918">
                  <c:v>towne bmw mini maserati of buffalo</c:v>
                </c:pt>
                <c:pt idx="1919">
                  <c:v>peruzzi nissan</c:v>
                </c:pt>
                <c:pt idx="1920">
                  <c:v>onesource/deluca toyota inc</c:v>
                </c:pt>
                <c:pt idx="1921">
                  <c:v>dimmitt chevrolet inc</c:v>
                </c:pt>
                <c:pt idx="1922">
                  <c:v>low low miles llc</c:v>
                </c:pt>
                <c:pt idx="1923">
                  <c:v>bellamy strickland chev olds pon</c:v>
                </c:pt>
                <c:pt idx="1924">
                  <c:v>culver city honda</c:v>
                </c:pt>
                <c:pt idx="1925">
                  <c:v>avid acceptance llc</c:v>
                </c:pt>
                <c:pt idx="1926">
                  <c:v>best buy auto brokers inc</c:v>
                </c:pt>
                <c:pt idx="1927">
                  <c:v>audi of tucson</c:v>
                </c:pt>
                <c:pt idx="1928">
                  <c:v>autonation ford bradenton</c:v>
                </c:pt>
                <c:pt idx="1929">
                  <c:v>fredericksburg remarketing</c:v>
                </c:pt>
                <c:pt idx="1930">
                  <c:v>remarketing by ge/manheim san francisco bay</c:v>
                </c:pt>
                <c:pt idx="1931">
                  <c:v>honda village</c:v>
                </c:pt>
                <c:pt idx="1932">
                  <c:v>frank matteo inc</c:v>
                </c:pt>
                <c:pt idx="1933">
                  <c:v>remarketing by ge/trumark financial credit union</c:v>
                </c:pt>
                <c:pt idx="1934">
                  <c:v>national remarketing service</c:v>
                </c:pt>
                <c:pt idx="1935">
                  <c:v>midwestern wheels inc</c:v>
                </c:pt>
                <c:pt idx="1936">
                  <c:v>lou fusz motor co</c:v>
                </c:pt>
                <c:pt idx="1937">
                  <c:v>motormax automotive inc</c:v>
                </c:pt>
                <c:pt idx="1938">
                  <c:v>mvl leasing ltd</c:v>
                </c:pt>
                <c:pt idx="1939">
                  <c:v>porsche of melbourne audi melbourne</c:v>
                </c:pt>
                <c:pt idx="1940">
                  <c:v>carolina trust fcu</c:v>
                </c:pt>
                <c:pt idx="1941">
                  <c:v>honda west</c:v>
                </c:pt>
                <c:pt idx="1942">
                  <c:v>livermore toyota and livermore scion</c:v>
                </c:pt>
                <c:pt idx="1943">
                  <c:v>remarketing by ge/piedmont advantage credit unio</c:v>
                </c:pt>
                <c:pt idx="1944">
                  <c:v>huston buick gmc cadillac inc</c:v>
                </c:pt>
                <c:pt idx="1945">
                  <c:v>primeritus remarketing/farm bureau</c:v>
                </c:pt>
                <c:pt idx="1946">
                  <c:v>starling chevrolet</c:v>
                </c:pt>
                <c:pt idx="1947">
                  <c:v>flag/landrover tampa</c:v>
                </c:pt>
                <c:pt idx="1948">
                  <c:v>tipton motors inc</c:v>
                </c:pt>
                <c:pt idx="1949">
                  <c:v>annapolis subaru inc</c:v>
                </c:pt>
                <c:pt idx="1950">
                  <c:v>hendrick kia of concord</c:v>
                </c:pt>
                <c:pt idx="1951">
                  <c:v>mercedes benz of arlington</c:v>
                </c:pt>
                <c:pt idx="1952">
                  <c:v>paradise ford</c:v>
                </c:pt>
                <c:pt idx="1953">
                  <c:v>brown's manassas subaru</c:v>
                </c:pt>
                <c:pt idx="1954">
                  <c:v>paramount kia of asheville</c:v>
                </c:pt>
                <c:pt idx="1955">
                  <c:v>stanley chrysler - dodge - jeep - gatesville</c:v>
                </c:pt>
                <c:pt idx="1956">
                  <c:v>tim dahle nissan of southtowne</c:v>
                </c:pt>
                <c:pt idx="1957">
                  <c:v>sun motor cars inc</c:v>
                </c:pt>
                <c:pt idx="1958">
                  <c:v>parkway ford lincoln c-d-j-r</c:v>
                </c:pt>
                <c:pt idx="1959">
                  <c:v>autohaus bmw</c:v>
                </c:pt>
                <c:pt idx="1960">
                  <c:v>chapman ford llc</c:v>
                </c:pt>
                <c:pt idx="1961">
                  <c:v>gregg young chevrolet  inc.</c:v>
                </c:pt>
                <c:pt idx="1962">
                  <c:v>henderson nissan</c:v>
                </c:pt>
                <c:pt idx="1963">
                  <c:v>koons lexus of wilmington</c:v>
                </c:pt>
                <c:pt idx="1964">
                  <c:v>remktgedge/td bank</c:v>
                </c:pt>
                <c:pt idx="1965">
                  <c:v>merle stone chevrolet inc</c:v>
                </c:pt>
                <c:pt idx="1966">
                  <c:v>crossroads ford lincoln of morganton inc</c:v>
                </c:pt>
                <c:pt idx="1967">
                  <c:v>executive car leasing company</c:v>
                </c:pt>
                <c:pt idx="1968">
                  <c:v>cadillac of las vegas west</c:v>
                </c:pt>
                <c:pt idx="1969">
                  <c:v>plaza motors inc</c:v>
                </c:pt>
                <c:pt idx="1970">
                  <c:v>velcor leasing corp</c:v>
                </c:pt>
                <c:pt idx="1971">
                  <c:v>coastal credit llc/virginia beach/virginia beac</c:v>
                </c:pt>
                <c:pt idx="1972">
                  <c:v>south bay mazda</c:v>
                </c:pt>
                <c:pt idx="1973">
                  <c:v>autonation ford margate</c:v>
                </c:pt>
                <c:pt idx="1974">
                  <c:v>autonation chevrolet coral gables</c:v>
                </c:pt>
                <c:pt idx="1975">
                  <c:v>remarketing by ge/zeal credit union</c:v>
                </c:pt>
                <c:pt idx="1976">
                  <c:v>sun community fcu</c:v>
                </c:pt>
                <c:pt idx="1977">
                  <c:v>toyota of union city</c:v>
                </c:pt>
                <c:pt idx="1978">
                  <c:v>transworld auto finance &amp; leasing</c:v>
                </c:pt>
                <c:pt idx="1979">
                  <c:v>edwards subaru hyundai</c:v>
                </c:pt>
                <c:pt idx="1980">
                  <c:v>fred anderson nissan of fayetteville</c:v>
                </c:pt>
                <c:pt idx="1981">
                  <c:v>courtesy mitsubishi mazda kia</c:v>
                </c:pt>
                <c:pt idx="1982">
                  <c:v>north country ford</c:v>
                </c:pt>
                <c:pt idx="1983">
                  <c:v>innovate auto finance</c:v>
                </c:pt>
                <c:pt idx="1984">
                  <c:v>florida fine cars inc</c:v>
                </c:pt>
                <c:pt idx="1985">
                  <c:v>remarketing by ge/manheim milwaukee</c:v>
                </c:pt>
                <c:pt idx="1986">
                  <c:v>remarketing by ge/north american fleet sales inc</c:v>
                </c:pt>
                <c:pt idx="1987">
                  <c:v>register chevrolet &amp; oldsmobile inc</c:v>
                </c:pt>
                <c:pt idx="1988">
                  <c:v>duval ford</c:v>
                </c:pt>
                <c:pt idx="1989">
                  <c:v>a-l financial corporation</c:v>
                </c:pt>
                <c:pt idx="1990">
                  <c:v>honda cars of corona</c:v>
                </c:pt>
                <c:pt idx="1991">
                  <c:v>first american credit union</c:v>
                </c:pt>
                <c:pt idx="1992">
                  <c:v>autonation chevrolet security blvd</c:v>
                </c:pt>
                <c:pt idx="1993">
                  <c:v>findlay volkswagen</c:v>
                </c:pt>
                <c:pt idx="1994">
                  <c:v>lipton toyota</c:v>
                </c:pt>
                <c:pt idx="1995">
                  <c:v>pa distributors</c:v>
                </c:pt>
                <c:pt idx="1996">
                  <c:v>pra recievables management llc</c:v>
                </c:pt>
                <c:pt idx="1997">
                  <c:v>nissan of omaha llc</c:v>
                </c:pt>
                <c:pt idx="1998">
                  <c:v>mossy nissan oceanside</c:v>
                </c:pt>
                <c:pt idx="1999">
                  <c:v>cory fairbanks mazda</c:v>
                </c:pt>
                <c:pt idx="2000">
                  <c:v>cashmoneycars</c:v>
                </c:pt>
                <c:pt idx="2001">
                  <c:v>don beyer volvo winchester</c:v>
                </c:pt>
                <c:pt idx="2002">
                  <c:v>sun coast fleet services</c:v>
                </c:pt>
                <c:pt idx="2003">
                  <c:v>ent fcu</c:v>
                </c:pt>
                <c:pt idx="2004">
                  <c:v>ars/merchants automotive group</c:v>
                </c:pt>
                <c:pt idx="2005">
                  <c:v>eurofix</c:v>
                </c:pt>
                <c:pt idx="2006">
                  <c:v>branford motor 1</c:v>
                </c:pt>
                <c:pt idx="2007">
                  <c:v>family toyota of burleson</c:v>
                </c:pt>
                <c:pt idx="2008">
                  <c:v>wondries toyota</c:v>
                </c:pt>
                <c:pt idx="2009">
                  <c:v>sheehy nissan</c:v>
                </c:pt>
                <c:pt idx="2010">
                  <c:v>pine belt enterprises inc</c:v>
                </c:pt>
                <c:pt idx="2011">
                  <c:v>worthington ford</c:v>
                </c:pt>
                <c:pt idx="2012">
                  <c:v>salt lake valley chrysler dodge jeep ram</c:v>
                </c:pt>
                <c:pt idx="2013">
                  <c:v>left lane exotics llc</c:v>
                </c:pt>
                <c:pt idx="2014">
                  <c:v>gentry motor co inc</c:v>
                </c:pt>
                <c:pt idx="2015">
                  <c:v>nissan dealer blend/ross nissan of el monte</c:v>
                </c:pt>
                <c:pt idx="2016">
                  <c:v>sac fcu</c:v>
                </c:pt>
                <c:pt idx="2017">
                  <c:v>prestige auto imports inc</c:v>
                </c:pt>
                <c:pt idx="2018">
                  <c:v>big two toyota scion of chandler</c:v>
                </c:pt>
                <c:pt idx="2019">
                  <c:v>deluca toyota</c:v>
                </c:pt>
                <c:pt idx="2020">
                  <c:v>mp motors inc</c:v>
                </c:pt>
                <c:pt idx="2021">
                  <c:v>shottenkirk west burlington inc</c:v>
                </c:pt>
                <c:pt idx="2022">
                  <c:v>don beyer motors inc</c:v>
                </c:pt>
                <c:pt idx="2023">
                  <c:v>carbiz solutions  inc.</c:v>
                </c:pt>
                <c:pt idx="2024">
                  <c:v>autonation nissan brandon</c:v>
                </c:pt>
                <c:pt idx="2025">
                  <c:v>vehicle remarketing services</c:v>
                </c:pt>
                <c:pt idx="2026">
                  <c:v>harold's auto sales llc</c:v>
                </c:pt>
                <c:pt idx="2027">
                  <c:v>newport acceptance corp</c:v>
                </c:pt>
                <c:pt idx="2028">
                  <c:v>murphy leasing co inc/dba avis</c:v>
                </c:pt>
                <c:pt idx="2029">
                  <c:v>sheehy infiniti of annapolis</c:v>
                </c:pt>
                <c:pt idx="2030">
                  <c:v>simon funding inc</c:v>
                </c:pt>
                <c:pt idx="2031">
                  <c:v>land rover north dade llc</c:v>
                </c:pt>
                <c:pt idx="2032">
                  <c:v>gateway ford lincoln mazda inc</c:v>
                </c:pt>
                <c:pt idx="2033">
                  <c:v>athens bmw</c:v>
                </c:pt>
                <c:pt idx="2034">
                  <c:v>vestal buick gmc inc</c:v>
                </c:pt>
                <c:pt idx="2035">
                  <c:v>ace motor acceptance corporation</c:v>
                </c:pt>
                <c:pt idx="2036">
                  <c:v>onesource/heyward allen toyota</c:v>
                </c:pt>
                <c:pt idx="2037">
                  <c:v>ancira chrysler jeep dodge</c:v>
                </c:pt>
                <c:pt idx="2038">
                  <c:v>de felice of pt pleasant inc</c:v>
                </c:pt>
                <c:pt idx="2039">
                  <c:v>autonation chevrolet west colonial</c:v>
                </c:pt>
                <c:pt idx="2040">
                  <c:v>dtg operations</c:v>
                </c:pt>
                <c:pt idx="2041">
                  <c:v>woodhouse nissan inc</c:v>
                </c:pt>
                <c:pt idx="2042">
                  <c:v>hendrick toyota merriam</c:v>
                </c:pt>
                <c:pt idx="2043">
                  <c:v>howard orloff imports inc</c:v>
                </c:pt>
                <c:pt idx="2044">
                  <c:v>california motorsports</c:v>
                </c:pt>
                <c:pt idx="2045">
                  <c:v>smail acura</c:v>
                </c:pt>
                <c:pt idx="2046">
                  <c:v>land rover of alexandria</c:v>
                </c:pt>
                <c:pt idx="2047">
                  <c:v>stanley ford-pilot point</c:v>
                </c:pt>
                <c:pt idx="2048">
                  <c:v>landers mclarty dodge chrysler jeep</c:v>
                </c:pt>
                <c:pt idx="2049">
                  <c:v>derwood auto sales</c:v>
                </c:pt>
                <c:pt idx="2050">
                  <c:v>toyota scion of downtown la</c:v>
                </c:pt>
                <c:pt idx="2051">
                  <c:v>ford intl business development inc.</c:v>
                </c:pt>
                <c:pt idx="2052">
                  <c:v>metro ford</c:v>
                </c:pt>
                <c:pt idx="2053">
                  <c:v>cable dahmer of kansas city</c:v>
                </c:pt>
                <c:pt idx="2054">
                  <c:v>crown toyota</c:v>
                </c:pt>
                <c:pt idx="2055">
                  <c:v>cadillacs of houston</c:v>
                </c:pt>
                <c:pt idx="2056">
                  <c:v>ted britt ford lincoln</c:v>
                </c:pt>
                <c:pt idx="2057">
                  <c:v>hudson toyota</c:v>
                </c:pt>
                <c:pt idx="2058">
                  <c:v>first chrysler dodge  jeep  ram</c:v>
                </c:pt>
                <c:pt idx="2059">
                  <c:v>lance cunningham ford</c:v>
                </c:pt>
                <c:pt idx="2060">
                  <c:v>gmac smartlane dealers</c:v>
                </c:pt>
                <c:pt idx="2061">
                  <c:v>brandon auto mall fiat</c:v>
                </c:pt>
                <c:pt idx="2062">
                  <c:v>direct wholesale motors inc</c:v>
                </c:pt>
                <c:pt idx="2063">
                  <c:v>elmhurst auto group ltd</c:v>
                </c:pt>
                <c:pt idx="2064">
                  <c:v>ed bozarth nevada #1 chevrolet</c:v>
                </c:pt>
                <c:pt idx="2065">
                  <c:v>performance toyota-scion of lincoln</c:v>
                </c:pt>
                <c:pt idx="2066">
                  <c:v>wilson auto sales llc</c:v>
                </c:pt>
                <c:pt idx="2067">
                  <c:v>leaserite leasing and sales</c:v>
                </c:pt>
                <c:pt idx="2068">
                  <c:v>autonation buick gmc laurel</c:v>
                </c:pt>
                <c:pt idx="2069">
                  <c:v>remarketing by ge/manheim dallas ft. worth</c:v>
                </c:pt>
                <c:pt idx="2070">
                  <c:v>sheehy hyundai of waldorf</c:v>
                </c:pt>
                <c:pt idx="2071">
                  <c:v>burns buick gmc inc</c:v>
                </c:pt>
                <c:pt idx="2072">
                  <c:v>echopark</c:v>
                </c:pt>
                <c:pt idx="2073">
                  <c:v>scott london auto sales of nj</c:v>
                </c:pt>
                <c:pt idx="2074">
                  <c:v>national remarketing services/secu</c:v>
                </c:pt>
                <c:pt idx="2075">
                  <c:v>port view leasing &amp; sales ltd</c:v>
                </c:pt>
                <c:pt idx="2076">
                  <c:v>bryan honda</c:v>
                </c:pt>
                <c:pt idx="2077">
                  <c:v>south street auto sales</c:v>
                </c:pt>
                <c:pt idx="2078">
                  <c:v>gm/express car &amp; truck rental</c:v>
                </c:pt>
                <c:pt idx="2079">
                  <c:v>onemain rem/advance auto wholesale inc</c:v>
                </c:pt>
                <c:pt idx="2080">
                  <c:v>felix chevrolet &amp; cadillac</c:v>
                </c:pt>
                <c:pt idx="2081">
                  <c:v>hendrick acura overland park</c:v>
                </c:pt>
                <c:pt idx="2082">
                  <c:v>snell indoor auto center</c:v>
                </c:pt>
                <c:pt idx="2083">
                  <c:v>coggin deland honda</c:v>
                </c:pt>
                <c:pt idx="2084">
                  <c:v>gary yeomans ford lincoln mercury</c:v>
                </c:pt>
                <c:pt idx="2085">
                  <c:v>tri county chrysler dodge jeep ram</c:v>
                </c:pt>
                <c:pt idx="2086">
                  <c:v>keller bros ford</c:v>
                </c:pt>
                <c:pt idx="2087">
                  <c:v>five star ford lincoln mercury</c:v>
                </c:pt>
                <c:pt idx="2088">
                  <c:v>annapolis hyundai</c:v>
                </c:pt>
                <c:pt idx="2089">
                  <c:v>advantage chrysler dodge jeep</c:v>
                </c:pt>
                <c:pt idx="2090">
                  <c:v>kingman honda</c:v>
                </c:pt>
                <c:pt idx="2091">
                  <c:v>nationwide acceptance</c:v>
                </c:pt>
                <c:pt idx="2092">
                  <c:v>boyd chev buick gmc of emporia va  inc</c:v>
                </c:pt>
                <c:pt idx="2093">
                  <c:v>carpower trading inc</c:v>
                </c:pt>
                <c:pt idx="2094">
                  <c:v>gurley leep motor werks inc</c:v>
                </c:pt>
                <c:pt idx="2095">
                  <c:v>rally cad chev pont gmc hyundai buick</c:v>
                </c:pt>
                <c:pt idx="2096">
                  <c:v>findlay chry dodge jeep ram</c:v>
                </c:pt>
                <c:pt idx="2097">
                  <c:v>ontario auto sales</c:v>
                </c:pt>
                <c:pt idx="2098">
                  <c:v>enterprise motorcars inc</c:v>
                </c:pt>
                <c:pt idx="2099">
                  <c:v>remarketing by ge/five star autoplex</c:v>
                </c:pt>
                <c:pt idx="2100">
                  <c:v>allcar leasing</c:v>
                </c:pt>
                <c:pt idx="2101">
                  <c:v>gunn infiniti ltd</c:v>
                </c:pt>
                <c:pt idx="2102">
                  <c:v>crown honda</c:v>
                </c:pt>
                <c:pt idx="2103">
                  <c:v>remarketing by ge/we florida financial</c:v>
                </c:pt>
                <c:pt idx="2104">
                  <c:v>lee dodge</c:v>
                </c:pt>
                <c:pt idx="2105">
                  <c:v>nissan of stafford</c:v>
                </c:pt>
                <c:pt idx="2106">
                  <c:v>joe myers toyota</c:v>
                </c:pt>
                <c:pt idx="2107">
                  <c:v>phh vehicle management services</c:v>
                </c:pt>
                <c:pt idx="2108">
                  <c:v>premier motors</c:v>
                </c:pt>
                <c:pt idx="2109">
                  <c:v>honda city</c:v>
                </c:pt>
                <c:pt idx="2110">
                  <c:v>dunn motors</c:v>
                </c:pt>
                <c:pt idx="2111">
                  <c:v>michmich auto brokers</c:v>
                </c:pt>
                <c:pt idx="2112">
                  <c:v>centennial hyundai</c:v>
                </c:pt>
                <c:pt idx="2113">
                  <c:v>phillips chevrolet inc</c:v>
                </c:pt>
                <c:pt idx="2114">
                  <c:v>glens falls national bank &amp; trust co</c:v>
                </c:pt>
                <c:pt idx="2115">
                  <c:v>rolling hills auto plaza</c:v>
                </c:pt>
                <c:pt idx="2116">
                  <c:v>mv motorsports</c:v>
                </c:pt>
                <c:pt idx="2117">
                  <c:v>subasta &amp; subasta</c:v>
                </c:pt>
                <c:pt idx="2118">
                  <c:v>afg/roquemore and roquemore inc</c:v>
                </c:pt>
                <c:pt idx="2119">
                  <c:v>global motors corp</c:v>
                </c:pt>
                <c:pt idx="2120">
                  <c:v>manheim st louis</c:v>
                </c:pt>
                <c:pt idx="2121">
                  <c:v>metro volkswagen</c:v>
                </c:pt>
                <c:pt idx="2122">
                  <c:v>victory auto</c:v>
                </c:pt>
                <c:pt idx="2123">
                  <c:v>mount one inc</c:v>
                </c:pt>
                <c:pt idx="2124">
                  <c:v>riverside chevrolet inc</c:v>
                </c:pt>
                <c:pt idx="2125">
                  <c:v>carl h and ruth auto sales inc</c:v>
                </c:pt>
                <c:pt idx="2126">
                  <c:v>kia of waldorf</c:v>
                </c:pt>
                <c:pt idx="2127">
                  <c:v>gurley leep buick gmc cadillac gm giant</c:v>
                </c:pt>
                <c:pt idx="2128">
                  <c:v>bob parker &amp; son auto sales inc</c:v>
                </c:pt>
                <c:pt idx="2129">
                  <c:v>automotive credit corp</c:v>
                </c:pt>
                <c:pt idx="2130">
                  <c:v>mercedes-benz of melbourne</c:v>
                </c:pt>
                <c:pt idx="2131">
                  <c:v>karz direct inc</c:v>
                </c:pt>
                <c:pt idx="2132">
                  <c:v>win kelly chev buic pont gmc</c:v>
                </c:pt>
                <c:pt idx="2133">
                  <c:v>charitable auto resource</c:v>
                </c:pt>
                <c:pt idx="2134">
                  <c:v>centerone/set pool</c:v>
                </c:pt>
                <c:pt idx="2135">
                  <c:v>laurel audi of westmont</c:v>
                </c:pt>
                <c:pt idx="2136">
                  <c:v>ft knox fcu</c:v>
                </c:pt>
                <c:pt idx="2137">
                  <c:v>paramount kia of hickory</c:v>
                </c:pt>
                <c:pt idx="2138">
                  <c:v>lauderdale mini</c:v>
                </c:pt>
                <c:pt idx="2139">
                  <c:v>west houston infiniti ltd</c:v>
                </c:pt>
                <c:pt idx="2140">
                  <c:v>driveway leasing</c:v>
                </c:pt>
                <c:pt idx="2141">
                  <c:v>onesource/pitts toyota inc</c:v>
                </c:pt>
                <c:pt idx="2142">
                  <c:v>a and d motors llc</c:v>
                </c:pt>
                <c:pt idx="2143">
                  <c:v>oak avenue auto sales</c:v>
                </c:pt>
                <c:pt idx="2144">
                  <c:v>nbt bank na</c:v>
                </c:pt>
                <c:pt idx="2145">
                  <c:v>planet mazda</c:v>
                </c:pt>
                <c:pt idx="2146">
                  <c:v>regional finance/san antonio</c:v>
                </c:pt>
                <c:pt idx="2147">
                  <c:v>mercedes benz of miami</c:v>
                </c:pt>
                <c:pt idx="2148">
                  <c:v>airport van rental</c:v>
                </c:pt>
                <c:pt idx="2149">
                  <c:v>asa motor inc</c:v>
                </c:pt>
                <c:pt idx="2150">
                  <c:v>gateway car dealer inc</c:v>
                </c:pt>
                <c:pt idx="2151">
                  <c:v>courtesy buick gmc</c:v>
                </c:pt>
                <c:pt idx="2152">
                  <c:v>heartland toyota scion</c:v>
                </c:pt>
                <c:pt idx="2153">
                  <c:v>lincoln financial services</c:v>
                </c:pt>
                <c:pt idx="2154">
                  <c:v>durfee street auto sales inc</c:v>
                </c:pt>
                <c:pt idx="2155">
                  <c:v>classic ford</c:v>
                </c:pt>
                <c:pt idx="2156">
                  <c:v>patrick european llc</c:v>
                </c:pt>
                <c:pt idx="2157">
                  <c:v>hyundai of st augustine</c:v>
                </c:pt>
                <c:pt idx="2158">
                  <c:v>the luxury haus inc</c:v>
                </c:pt>
                <c:pt idx="2159">
                  <c:v>bmw of ontario</c:v>
                </c:pt>
                <c:pt idx="2160">
                  <c:v>leith inc</c:v>
                </c:pt>
                <c:pt idx="2161">
                  <c:v>auto centers bonne terre llc</c:v>
                </c:pt>
                <c:pt idx="2162">
                  <c:v>campus usa fcu</c:v>
                </c:pt>
                <c:pt idx="2163">
                  <c:v>bluewater motorsports ws</c:v>
                </c:pt>
                <c:pt idx="2164">
                  <c:v>farm credit leasing exchange inc</c:v>
                </c:pt>
                <c:pt idx="2165">
                  <c:v>richmond car &amp; truck sales</c:v>
                </c:pt>
                <c:pt idx="2166">
                  <c:v>columbus nissan inc</c:v>
                </c:pt>
                <c:pt idx="2167">
                  <c:v>tri county auto center ltd</c:v>
                </c:pt>
                <c:pt idx="2168">
                  <c:v>john roberts toyota</c:v>
                </c:pt>
                <c:pt idx="2169">
                  <c:v>rainbow motors corporation</c:v>
                </c:pt>
                <c:pt idx="2170">
                  <c:v>autonation lincoln clearwater</c:v>
                </c:pt>
                <c:pt idx="2171">
                  <c:v>riley enterprises llc</c:v>
                </c:pt>
                <c:pt idx="2172">
                  <c:v>mossy nissan poway</c:v>
                </c:pt>
                <c:pt idx="2173">
                  <c:v>mbz 4 less</c:v>
                </c:pt>
                <c:pt idx="2174">
                  <c:v>statewide wholesale ltd</c:v>
                </c:pt>
                <c:pt idx="2175">
                  <c:v>saitta trudeau chrysler jeep dodge</c:v>
                </c:pt>
                <c:pt idx="2176">
                  <c:v>k&amp;m northfield dodge</c:v>
                </c:pt>
                <c:pt idx="2177">
                  <c:v>remarketing by ge/sound credit union</c:v>
                </c:pt>
                <c:pt idx="2178">
                  <c:v>freeway chevrolet</c:v>
                </c:pt>
                <c:pt idx="2179">
                  <c:v>car sense</c:v>
                </c:pt>
                <c:pt idx="2180">
                  <c:v>toyota of fort worth</c:v>
                </c:pt>
                <c:pt idx="2181">
                  <c:v>capitol chevrolet cadillac inc</c:v>
                </c:pt>
                <c:pt idx="2182">
                  <c:v>atlanta classic cars inc</c:v>
                </c:pt>
                <c:pt idx="2183">
                  <c:v>south carolina state credit union</c:v>
                </c:pt>
                <c:pt idx="2184">
                  <c:v>autonation ford fort lauderdale</c:v>
                </c:pt>
                <c:pt idx="2185">
                  <c:v>lehman hyundai</c:v>
                </c:pt>
                <c:pt idx="2186">
                  <c:v>ramsey ford inc</c:v>
                </c:pt>
                <c:pt idx="2187">
                  <c:v>salt lake valley buick gmc</c:v>
                </c:pt>
                <c:pt idx="2188">
                  <c:v>meier &amp; company</c:v>
                </c:pt>
                <c:pt idx="2189">
                  <c:v>volvo na lemon law/world omni</c:v>
                </c:pt>
                <c:pt idx="2190">
                  <c:v>rick case kia</c:v>
                </c:pt>
                <c:pt idx="2191">
                  <c:v>paramount ford llc</c:v>
                </c:pt>
                <c:pt idx="2192">
                  <c:v>remarketing by ge/premier motors leasing inc</c:v>
                </c:pt>
                <c:pt idx="2193">
                  <c:v>wholesale enterprise inc</c:v>
                </c:pt>
                <c:pt idx="2194">
                  <c:v>onemain rem/fmt enterprises inc</c:v>
                </c:pt>
                <c:pt idx="2195">
                  <c:v>jaguar land rover carlsbad</c:v>
                </c:pt>
                <c:pt idx="2196">
                  <c:v>capps van &amp; car rental</c:v>
                </c:pt>
                <c:pt idx="2197">
                  <c:v>autonation nissan clearwater</c:v>
                </c:pt>
                <c:pt idx="2198">
                  <c:v>onemain rem/manheim georgia</c:v>
                </c:pt>
                <c:pt idx="2199">
                  <c:v>black tie auto group llc</c:v>
                </c:pt>
                <c:pt idx="2200">
                  <c:v>wilde chrysler jeep dodge</c:v>
                </c:pt>
                <c:pt idx="2201">
                  <c:v>ashwini k bahl</c:v>
                </c:pt>
                <c:pt idx="2202">
                  <c:v>remarketing by ge/manheim seattle</c:v>
                </c:pt>
                <c:pt idx="2203">
                  <c:v>hendrick hyundai</c:v>
                </c:pt>
                <c:pt idx="2204">
                  <c:v>crews chevrolet</c:v>
                </c:pt>
                <c:pt idx="2205">
                  <c:v>alamo leasing co</c:v>
                </c:pt>
                <c:pt idx="2206">
                  <c:v>thrifty rent a car/mount rainier</c:v>
                </c:pt>
                <c:pt idx="2207">
                  <c:v>security national automotive acceptance corp</c:v>
                </c:pt>
                <c:pt idx="2208">
                  <c:v>drexel hill nissan llc</c:v>
                </c:pt>
                <c:pt idx="2209">
                  <c:v>improved credit lending</c:v>
                </c:pt>
                <c:pt idx="2210">
                  <c:v>pie ix chrysler 2000 inc</c:v>
                </c:pt>
                <c:pt idx="2211">
                  <c:v>dick devoe buick cadillac inc</c:v>
                </c:pt>
                <c:pt idx="2212">
                  <c:v>manheim central facilitation services group</c:v>
                </c:pt>
                <c:pt idx="2213">
                  <c:v>rick's auto marketing center</c:v>
                </c:pt>
                <c:pt idx="2214">
                  <c:v>grand prix suzuki</c:v>
                </c:pt>
                <c:pt idx="2215">
                  <c:v>tims buick hyundai subaru &amp; gmc inc</c:v>
                </c:pt>
                <c:pt idx="2216">
                  <c:v>jerry durant toyota</c:v>
                </c:pt>
                <c:pt idx="2217">
                  <c:v>don whites timonium chrysler jeep dodge</c:v>
                </c:pt>
                <c:pt idx="2218">
                  <c:v>stadium nissan</c:v>
                </c:pt>
                <c:pt idx="2219">
                  <c:v>one source autos inc</c:v>
                </c:pt>
                <c:pt idx="2220">
                  <c:v>brown's manassas hyundai</c:v>
                </c:pt>
                <c:pt idx="2221">
                  <c:v>lotus of las vegas</c:v>
                </c:pt>
                <c:pt idx="2222">
                  <c:v>prestige auto mart inc</c:v>
                </c:pt>
                <c:pt idx="2223">
                  <c:v>imports of lancaster county inc</c:v>
                </c:pt>
                <c:pt idx="2224">
                  <c:v>unknown inventory</c:v>
                </c:pt>
                <c:pt idx="2225">
                  <c:v>united auto credit/newport beach</c:v>
                </c:pt>
                <c:pt idx="2226">
                  <c:v>rollit motors incorporated</c:v>
                </c:pt>
                <c:pt idx="2227">
                  <c:v>serra chevrolet buick gmc</c:v>
                </c:pt>
                <c:pt idx="2228">
                  <c:v>remarketing by ge/cornerstone comm financial fcu</c:v>
                </c:pt>
                <c:pt idx="2229">
                  <c:v>honor finance corporation</c:v>
                </c:pt>
                <c:pt idx="2230">
                  <c:v>lucas motor company</c:v>
                </c:pt>
                <c:pt idx="2231">
                  <c:v>galaxy motors</c:v>
                </c:pt>
                <c:pt idx="2232">
                  <c:v>mills transportation service inc</c:v>
                </c:pt>
                <c:pt idx="2233">
                  <c:v>sisk auto mall</c:v>
                </c:pt>
                <c:pt idx="2234">
                  <c:v>premier motors inc</c:v>
                </c:pt>
                <c:pt idx="2235">
                  <c:v>lake trust credit union</c:v>
                </c:pt>
                <c:pt idx="2236">
                  <c:v>teamone toyota of gadsden</c:v>
                </c:pt>
                <c:pt idx="2237">
                  <c:v>lone star liquidation/twisted performance</c:v>
                </c:pt>
                <c:pt idx="2238">
                  <c:v>euro motorsports</c:v>
                </c:pt>
                <c:pt idx="2239">
                  <c:v>one source fcu</c:v>
                </c:pt>
                <c:pt idx="2240">
                  <c:v>tappahannock chevrolet llc</c:v>
                </c:pt>
                <c:pt idx="2241">
                  <c:v>classic chevrolet</c:v>
                </c:pt>
                <c:pt idx="2242">
                  <c:v>centris fcu</c:v>
                </c:pt>
                <c:pt idx="2243">
                  <c:v>fiserv/regional acceptance corp</c:v>
                </c:pt>
                <c:pt idx="2244">
                  <c:v>mckenna porsche</c:v>
                </c:pt>
                <c:pt idx="2245">
                  <c:v>aero corporation</c:v>
                </c:pt>
                <c:pt idx="2246">
                  <c:v>capital honda</c:v>
                </c:pt>
                <c:pt idx="2247">
                  <c:v>the seyara motors co</c:v>
                </c:pt>
                <c:pt idx="2248">
                  <c:v>napletons river oaks chrysler jeep dodge</c:v>
                </c:pt>
                <c:pt idx="2249">
                  <c:v>riverchase used car center inc</c:v>
                </c:pt>
                <c:pt idx="2250">
                  <c:v>autohaus</c:v>
                </c:pt>
                <c:pt idx="2251">
                  <c:v>sell all cars.com llc</c:v>
                </c:pt>
                <c:pt idx="2252">
                  <c:v>harrison imports llc</c:v>
                </c:pt>
                <c:pt idx="2253">
                  <c:v>tidalwave finance corp</c:v>
                </c:pt>
                <c:pt idx="2254">
                  <c:v>peoples credit company inc</c:v>
                </c:pt>
                <c:pt idx="2255">
                  <c:v>abs</c:v>
                </c:pt>
                <c:pt idx="2256">
                  <c:v>onemain rem/roseville chrysler</c:v>
                </c:pt>
                <c:pt idx="2257">
                  <c:v>classic cars nissan inc</c:v>
                </c:pt>
                <c:pt idx="2258">
                  <c:v>susquehanna chrysler dodge jeep ram</c:v>
                </c:pt>
                <c:pt idx="2259">
                  <c:v>hendrick chrysler jeep</c:v>
                </c:pt>
                <c:pt idx="2260">
                  <c:v>walser chrysler jeep dodge</c:v>
                </c:pt>
                <c:pt idx="2261">
                  <c:v>jerry ulm dodge chrysler jeep</c:v>
                </c:pt>
                <c:pt idx="2262">
                  <c:v>bmw of des moines</c:v>
                </c:pt>
                <c:pt idx="2263">
                  <c:v>atlantic coast remarketing/pagi</c:v>
                </c:pt>
                <c:pt idx="2264">
                  <c:v>camelback finance co</c:v>
                </c:pt>
                <c:pt idx="2265">
                  <c:v>veterans ford</c:v>
                </c:pt>
                <c:pt idx="2266">
                  <c:v>jack ingram motors inc</c:v>
                </c:pt>
                <c:pt idx="2267">
                  <c:v>craig &amp; landreth inc.</c:v>
                </c:pt>
                <c:pt idx="2268">
                  <c:v>howard johnson auto sales inc</c:v>
                </c:pt>
                <c:pt idx="2269">
                  <c:v>howell motor company</c:v>
                </c:pt>
                <c:pt idx="2270">
                  <c:v>acura of concord</c:v>
                </c:pt>
                <c:pt idx="2271">
                  <c:v>northeast remarketing service inc</c:v>
                </c:pt>
                <c:pt idx="2272">
                  <c:v>hbl llc</c:v>
                </c:pt>
                <c:pt idx="2273">
                  <c:v>sam stevens motors inc</c:v>
                </c:pt>
                <c:pt idx="2274">
                  <c:v>auto boutique 1</c:v>
                </c:pt>
                <c:pt idx="2275">
                  <c:v>faulkner toyota</c:v>
                </c:pt>
                <c:pt idx="2276">
                  <c:v>m f enterprise llc</c:v>
                </c:pt>
                <c:pt idx="2277">
                  <c:v>best of clinton inc</c:v>
                </c:pt>
                <c:pt idx="2278">
                  <c:v>hertz/allard rental corp</c:v>
                </c:pt>
                <c:pt idx="2279">
                  <c:v>o'brien hyundai of fort meyers</c:v>
                </c:pt>
                <c:pt idx="2280">
                  <c:v>interstate fleets inc</c:v>
                </c:pt>
                <c:pt idx="2281">
                  <c:v>nico buys cars</c:v>
                </c:pt>
                <c:pt idx="2282">
                  <c:v>faulkner subaru</c:v>
                </c:pt>
                <c:pt idx="2283">
                  <c:v>nissan dealer blend/avis rent a car</c:v>
                </c:pt>
                <c:pt idx="2284">
                  <c:v>jmc auto brokers inc</c:v>
                </c:pt>
                <c:pt idx="2285">
                  <c:v>coastal union remarketing</c:v>
                </c:pt>
                <c:pt idx="2286">
                  <c:v>royal auto sales</c:v>
                </c:pt>
                <c:pt idx="2287">
                  <c:v>luxury cars of lexington</c:v>
                </c:pt>
                <c:pt idx="2288">
                  <c:v>volkswagen santa monica</c:v>
                </c:pt>
                <c:pt idx="2289">
                  <c:v>personalized auto group</c:v>
                </c:pt>
                <c:pt idx="2290">
                  <c:v>baileys truck &amp; auto sales</c:v>
                </c:pt>
                <c:pt idx="2291">
                  <c:v>springleaf financial services/evansville</c:v>
                </c:pt>
                <c:pt idx="2292">
                  <c:v>lance adams auto sales llc</c:v>
                </c:pt>
                <c:pt idx="2293">
                  <c:v>clare dodge chrysler jeep of newport</c:v>
                </c:pt>
                <c:pt idx="2294">
                  <c:v>autonation chevrolet south clearwater</c:v>
                </c:pt>
                <c:pt idx="2295">
                  <c:v>remarketing by ge/finance &amp; thrift company</c:v>
                </c:pt>
                <c:pt idx="2296">
                  <c:v>smith volvo inc</c:v>
                </c:pt>
                <c:pt idx="2297">
                  <c:v>one nevada credit union</c:v>
                </c:pt>
                <c:pt idx="2298">
                  <c:v>walser bloomington toyota</c:v>
                </c:pt>
                <c:pt idx="2299">
                  <c:v>hoehn buick gmc cadillac</c:v>
                </c:pt>
                <c:pt idx="2300">
                  <c:v>freedom first credit union</c:v>
                </c:pt>
                <c:pt idx="2301">
                  <c:v>honda of tysons corner</c:v>
                </c:pt>
                <c:pt idx="2302">
                  <c:v>morris auto sales inc</c:v>
                </c:pt>
                <c:pt idx="2303">
                  <c:v>1814099 alberta ltd</c:v>
                </c:pt>
                <c:pt idx="2304">
                  <c:v>k d kelley auto sales</c:v>
                </c:pt>
                <c:pt idx="2305">
                  <c:v>sewell cadillac-hummer</c:v>
                </c:pt>
                <c:pt idx="2306">
                  <c:v>mercedes-benz of coconut creek</c:v>
                </c:pt>
                <c:pt idx="2307">
                  <c:v>manheim san francisco bay</c:v>
                </c:pt>
                <c:pt idx="2308">
                  <c:v>remarketing by ge/columbus metro fcu</c:v>
                </c:pt>
                <c:pt idx="2309">
                  <c:v>primeritus remarketing/dwai</c:v>
                </c:pt>
                <c:pt idx="2310">
                  <c:v>las vegas motor company</c:v>
                </c:pt>
                <c:pt idx="2311">
                  <c:v>schomp bmw</c:v>
                </c:pt>
                <c:pt idx="2312">
                  <c:v>manheim minneapolis</c:v>
                </c:pt>
                <c:pt idx="2313">
                  <c:v>autonation ford jacksonville</c:v>
                </c:pt>
                <c:pt idx="2314">
                  <c:v>renton honda automobiles</c:v>
                </c:pt>
                <c:pt idx="2315">
                  <c:v>gateway kia of denville</c:v>
                </c:pt>
                <c:pt idx="2316">
                  <c:v>autonation chevrolet airport</c:v>
                </c:pt>
                <c:pt idx="2317">
                  <c:v>molle volkswagen molle audi</c:v>
                </c:pt>
                <c:pt idx="2318">
                  <c:v>lexus of lincoln</c:v>
                </c:pt>
                <c:pt idx="2319">
                  <c:v>flag/bert smith euro collection</c:v>
                </c:pt>
                <c:pt idx="2320">
                  <c:v>florida rent a car</c:v>
                </c:pt>
                <c:pt idx="2321">
                  <c:v>northwest motorsport</c:v>
                </c:pt>
                <c:pt idx="2322">
                  <c:v>kawo int'l inc</c:v>
                </c:pt>
                <c:pt idx="2323">
                  <c:v>honda of el cerrito</c:v>
                </c:pt>
                <c:pt idx="2324">
                  <c:v>behlmann buick gmc cadillac</c:v>
                </c:pt>
                <c:pt idx="2325">
                  <c:v>fisher auto sales inc</c:v>
                </c:pt>
                <c:pt idx="2326">
                  <c:v>oceanside auto center inc</c:v>
                </c:pt>
                <c:pt idx="2327">
                  <c:v>volkswagen southtowne  inc</c:v>
                </c:pt>
                <c:pt idx="2328">
                  <c:v>nice car outlet</c:v>
                </c:pt>
                <c:pt idx="2329">
                  <c:v>milam mazda</c:v>
                </c:pt>
                <c:pt idx="2330">
                  <c:v>ayers chevrolet inc</c:v>
                </c:pt>
                <c:pt idx="2331">
                  <c:v>crown honda greensboro</c:v>
                </c:pt>
                <c:pt idx="2332">
                  <c:v>larry h miller chrysler jeep avondale</c:v>
                </c:pt>
                <c:pt idx="2333">
                  <c:v>genuine motorcars inc</c:v>
                </c:pt>
                <c:pt idx="2334">
                  <c:v>m &amp; m brothers car sales inc</c:v>
                </c:pt>
                <c:pt idx="2335">
                  <c:v>anaheim mitsubishi</c:v>
                </c:pt>
                <c:pt idx="2336">
                  <c:v>green hyundai</c:v>
                </c:pt>
                <c:pt idx="2337">
                  <c:v>healey ford lincoln mercury llc</c:v>
                </c:pt>
                <c:pt idx="2338">
                  <c:v>galaxy auto sales inc</c:v>
                </c:pt>
                <c:pt idx="2339">
                  <c:v>repo remarketing/hughes fcu</c:v>
                </c:pt>
                <c:pt idx="2340">
                  <c:v>primeritus remarketing/atlas</c:v>
                </c:pt>
                <c:pt idx="2341">
                  <c:v>kip killmon ford</c:v>
                </c:pt>
                <c:pt idx="2342">
                  <c:v>bentley naples</c:v>
                </c:pt>
                <c:pt idx="2343">
                  <c:v>dch toyota city</c:v>
                </c:pt>
                <c:pt idx="2344">
                  <c:v>assets recovered</c:v>
                </c:pt>
                <c:pt idx="2345">
                  <c:v>bmw of henderson</c:v>
                </c:pt>
                <c:pt idx="2346">
                  <c:v>pines auto brokers</c:v>
                </c:pt>
                <c:pt idx="2347">
                  <c:v>hall auto brokerage</c:v>
                </c:pt>
                <c:pt idx="2348">
                  <c:v>remarketing by ge/manheim san antonio</c:v>
                </c:pt>
                <c:pt idx="2349">
                  <c:v>auction direct usa raleigh llc</c:v>
                </c:pt>
                <c:pt idx="2350">
                  <c:v>autonation chrysler dodge jeep ram spring</c:v>
                </c:pt>
                <c:pt idx="2351">
                  <c:v>lexus of southampton</c:v>
                </c:pt>
                <c:pt idx="2352">
                  <c:v>brown toyota</c:v>
                </c:pt>
                <c:pt idx="2353">
                  <c:v>orr preowned of destin</c:v>
                </c:pt>
                <c:pt idx="2354">
                  <c:v>crown motor co inc</c:v>
                </c:pt>
                <c:pt idx="2355">
                  <c:v>jr&amp;l industries inc</c:v>
                </c:pt>
                <c:pt idx="2356">
                  <c:v>american van rental</c:v>
                </c:pt>
                <c:pt idx="2357">
                  <c:v>ziems ford corners inc</c:v>
                </c:pt>
                <c:pt idx="2358">
                  <c:v>c&amp;a auto ny corp</c:v>
                </c:pt>
                <c:pt idx="2359">
                  <c:v>autonation honda dulles</c:v>
                </c:pt>
                <c:pt idx="2360">
                  <c:v>concours motors inc</c:v>
                </c:pt>
                <c:pt idx="2361">
                  <c:v>aex credit services</c:v>
                </c:pt>
                <c:pt idx="2362">
                  <c:v>capitol mitsubishi</c:v>
                </c:pt>
                <c:pt idx="2363">
                  <c:v>patrick cadillac</c:v>
                </c:pt>
                <c:pt idx="2364">
                  <c:v>mercedes benz of georgetown</c:v>
                </c:pt>
                <c:pt idx="2365">
                  <c:v>fleet services remarketing inc.</c:v>
                </c:pt>
                <c:pt idx="2366">
                  <c:v>autodeals.me  llc</c:v>
                </c:pt>
                <c:pt idx="2367">
                  <c:v>red noland cadillac inc.</c:v>
                </c:pt>
                <c:pt idx="2368">
                  <c:v>apex auto wholesale - gary</c:v>
                </c:pt>
                <c:pt idx="2369">
                  <c:v>nimnicht chevrolet company</c:v>
                </c:pt>
                <c:pt idx="2370">
                  <c:v>porsche of hawaii</c:v>
                </c:pt>
                <c:pt idx="2371">
                  <c:v>inland chevrolet</c:v>
                </c:pt>
                <c:pt idx="2372">
                  <c:v>green chev buick pont inc</c:v>
                </c:pt>
                <c:pt idx="2373">
                  <c:v>gregg young chevrolet inc</c:v>
                </c:pt>
                <c:pt idx="2374">
                  <c:v>c harper chevrolet buick cadillac</c:v>
                </c:pt>
                <c:pt idx="2375">
                  <c:v>ginn motor co</c:v>
                </c:pt>
                <c:pt idx="2376">
                  <c:v>autonation nissan pembroke pines</c:v>
                </c:pt>
                <c:pt idx="2377">
                  <c:v>mossy ford</c:v>
                </c:pt>
                <c:pt idx="2378">
                  <c:v>land rover minneapolis</c:v>
                </c:pt>
                <c:pt idx="2379">
                  <c:v>fuccillo autoplex of nelliston</c:v>
                </c:pt>
                <c:pt idx="2380">
                  <c:v>first citizens fcu</c:v>
                </c:pt>
                <c:pt idx="2381">
                  <c:v>crown nissan greenville</c:v>
                </c:pt>
                <c:pt idx="2382">
                  <c:v>odaniel honda</c:v>
                </c:pt>
                <c:pt idx="2383">
                  <c:v>yucca valley chrysler plymouth dodge inc</c:v>
                </c:pt>
                <c:pt idx="2384">
                  <c:v>m &amp; r auto sales</c:v>
                </c:pt>
                <c:pt idx="2385">
                  <c:v>bank of america/certified repo</c:v>
                </c:pt>
                <c:pt idx="2386">
                  <c:v>doug marine motors inc</c:v>
                </c:pt>
                <c:pt idx="2387">
                  <c:v>classic chevrolet bmw</c:v>
                </c:pt>
                <c:pt idx="2388">
                  <c:v>m b turnersville llc</c:v>
                </c:pt>
                <c:pt idx="2389">
                  <c:v>elite auto group llc</c:v>
                </c:pt>
                <c:pt idx="2390">
                  <c:v>crossroads nissan</c:v>
                </c:pt>
                <c:pt idx="2391">
                  <c:v>autobahn motors</c:v>
                </c:pt>
                <c:pt idx="2392">
                  <c:v>hendersonville auto brokers</c:v>
                </c:pt>
                <c:pt idx="2393">
                  <c:v>amro -auction sale unit</c:v>
                </c:pt>
                <c:pt idx="2394">
                  <c:v>car authority inc</c:v>
                </c:pt>
                <c:pt idx="2395">
                  <c:v>gettel hyundai of lakewood</c:v>
                </c:pt>
                <c:pt idx="2396">
                  <c:v>prestige lexus</c:v>
                </c:pt>
                <c:pt idx="2397">
                  <c:v>durant toyota</c:v>
                </c:pt>
                <c:pt idx="2398">
                  <c:v>hertz canada vehicles partners</c:v>
                </c:pt>
                <c:pt idx="2399">
                  <c:v>audi of chandler</c:v>
                </c:pt>
                <c:pt idx="2400">
                  <c:v>professional auto cooper llc</c:v>
                </c:pt>
                <c:pt idx="2401">
                  <c:v>luther hudson chevrolet gmc</c:v>
                </c:pt>
                <c:pt idx="2402">
                  <c:v>north central ford</c:v>
                </c:pt>
                <c:pt idx="2403">
                  <c:v>j r autobroker</c:v>
                </c:pt>
                <c:pt idx="2404">
                  <c:v>miscellaneous marshalling-manheim lakeland</c:v>
                </c:pt>
                <c:pt idx="2405">
                  <c:v>honda of fort myers</c:v>
                </c:pt>
                <c:pt idx="2406">
                  <c:v>barnett w b chrys jeep dodge</c:v>
                </c:pt>
                <c:pt idx="2407">
                  <c:v>remarketing by ge/manheim ft. lauderdale</c:v>
                </c:pt>
                <c:pt idx="2408">
                  <c:v>haldeman ford inc</c:v>
                </c:pt>
                <c:pt idx="2409">
                  <c:v>brookside motors inc</c:v>
                </c:pt>
                <c:pt idx="2410">
                  <c:v>iron trail chevrolet</c:v>
                </c:pt>
                <c:pt idx="2411">
                  <c:v>community credit inc</c:v>
                </c:pt>
                <c:pt idx="2412">
                  <c:v>audi of charlotte</c:v>
                </c:pt>
                <c:pt idx="2413">
                  <c:v>car request inc</c:v>
                </c:pt>
                <c:pt idx="2414">
                  <c:v>autonation ford lincoln orange park</c:v>
                </c:pt>
                <c:pt idx="2415">
                  <c:v>baxter ford inc</c:v>
                </c:pt>
                <c:pt idx="2416">
                  <c:v>coggin honda of st. augustine</c:v>
                </c:pt>
                <c:pt idx="2417">
                  <c:v>porsche of fresno audi fresno</c:v>
                </c:pt>
                <c:pt idx="2418">
                  <c:v>gettel hyundai</c:v>
                </c:pt>
                <c:pt idx="2419">
                  <c:v>william h porter inc</c:v>
                </c:pt>
                <c:pt idx="2420">
                  <c:v>autonation chevrolet doral</c:v>
                </c:pt>
                <c:pt idx="2421">
                  <c:v>concord honda</c:v>
                </c:pt>
                <c:pt idx="2422">
                  <c:v>apple ford inc</c:v>
                </c:pt>
                <c:pt idx="2423">
                  <c:v>a&amp;r motors llc</c:v>
                </c:pt>
                <c:pt idx="2424">
                  <c:v>germain lincoln</c:v>
                </c:pt>
                <c:pt idx="2425">
                  <c:v>city rent a truck llc</c:v>
                </c:pt>
                <c:pt idx="2426">
                  <c:v>chapman chevrolet llc</c:v>
                </c:pt>
                <c:pt idx="2427">
                  <c:v>pnc national bank</c:v>
                </c:pt>
                <c:pt idx="2428">
                  <c:v>capital one fleet</c:v>
                </c:pt>
                <c:pt idx="2429">
                  <c:v>all american chevrolet of killeen</c:v>
                </c:pt>
                <c:pt idx="2430">
                  <c:v>ghent chevrolet cadillac</c:v>
                </c:pt>
                <c:pt idx="2431">
                  <c:v>m &amp; m auto brokers inc</c:v>
                </c:pt>
                <c:pt idx="2432">
                  <c:v>manheim tampa</c:v>
                </c:pt>
                <c:pt idx="2433">
                  <c:v>poage auto plaza inc</c:v>
                </c:pt>
                <c:pt idx="2434">
                  <c:v>bill luke fiat</c:v>
                </c:pt>
                <c:pt idx="2435">
                  <c:v>nissan of the eastside at bellevue</c:v>
                </c:pt>
                <c:pt idx="2436">
                  <c:v>metroplex sales &amp; leasing inc</c:v>
                </c:pt>
                <c:pt idx="2437">
                  <c:v>john sisson motors inc.</c:v>
                </c:pt>
                <c:pt idx="2438">
                  <c:v>preston motors inc</c:v>
                </c:pt>
                <c:pt idx="2439">
                  <c:v>mason avenue motors inc</c:v>
                </c:pt>
                <c:pt idx="2440">
                  <c:v>rollins automotive</c:v>
                </c:pt>
                <c:pt idx="2441">
                  <c:v>imports by day inc</c:v>
                </c:pt>
                <c:pt idx="2442">
                  <c:v>palmen buick gmc cadillac inc</c:v>
                </c:pt>
                <c:pt idx="2443">
                  <c:v>autosport miami inc</c:v>
                </c:pt>
                <c:pt idx="2444">
                  <c:v>ars/manheim georgia</c:v>
                </c:pt>
                <c:pt idx="2445">
                  <c:v>beaman motor company</c:v>
                </c:pt>
                <c:pt idx="2446">
                  <c:v>o'neal sales</c:v>
                </c:pt>
                <c:pt idx="2447">
                  <c:v>luxury fleet leasing llc</c:v>
                </c:pt>
                <c:pt idx="2448">
                  <c:v>browns jeep eagle chrysler plymouth</c:v>
                </c:pt>
                <c:pt idx="2449">
                  <c:v>autonation cadillac west palm beach</c:v>
                </c:pt>
                <c:pt idx="2450">
                  <c:v>remarketing by ge/granite credit union</c:v>
                </c:pt>
                <c:pt idx="2451">
                  <c:v>primeritus remarketing/ias</c:v>
                </c:pt>
                <c:pt idx="2452">
                  <c:v>mercedes benz of kansas city</c:v>
                </c:pt>
                <c:pt idx="2453">
                  <c:v>rick weaver buick pont gmc trk</c:v>
                </c:pt>
                <c:pt idx="2454">
                  <c:v>off lease only inc</c:v>
                </c:pt>
                <c:pt idx="2455">
                  <c:v>best chevrolet</c:v>
                </c:pt>
                <c:pt idx="2456">
                  <c:v>aventura honda</c:v>
                </c:pt>
                <c:pt idx="2457">
                  <c:v>cadillac of arlington</c:v>
                </c:pt>
                <c:pt idx="2458">
                  <c:v>kreeb auto wholesale inc</c:v>
                </c:pt>
                <c:pt idx="2459">
                  <c:v>jm &amp; lf inc</c:v>
                </c:pt>
                <c:pt idx="2460">
                  <c:v>liberty gmc</c:v>
                </c:pt>
                <c:pt idx="2461">
                  <c:v>enterprise fm exchange</c:v>
                </c:pt>
                <c:pt idx="2462">
                  <c:v>fast cash 4 cars &amp; wholesale llc</c:v>
                </c:pt>
                <c:pt idx="2463">
                  <c:v>napleton's mid rivers kia</c:v>
                </c:pt>
                <c:pt idx="2464">
                  <c:v>onesource/treasure coast toyota of stuart</c:v>
                </c:pt>
                <c:pt idx="2465">
                  <c:v>phil tolkan leasing co inc</c:v>
                </c:pt>
                <c:pt idx="2466">
                  <c:v>performance chrysler dodge jeep ram of bellevue</c:v>
                </c:pt>
                <c:pt idx="2467">
                  <c:v>don davis dodge chrysler jeep ram</c:v>
                </c:pt>
                <c:pt idx="2468">
                  <c:v>gatorland toyota</c:v>
                </c:pt>
                <c:pt idx="2469">
                  <c:v>luther brookdale toyota scion</c:v>
                </c:pt>
                <c:pt idx="2470">
                  <c:v>r addington company</c:v>
                </c:pt>
                <c:pt idx="2471">
                  <c:v>astorg ford lincoln mercury</c:v>
                </c:pt>
                <c:pt idx="2472">
                  <c:v>volvo na company cars/world omni</c:v>
                </c:pt>
                <c:pt idx="2473">
                  <c:v>nassief auto group inc</c:v>
                </c:pt>
                <c:pt idx="2474">
                  <c:v>onesource/wesley chapel toyota</c:v>
                </c:pt>
                <c:pt idx="2475">
                  <c:v>capital eurocars inc</c:v>
                </c:pt>
                <c:pt idx="2476">
                  <c:v>onesource/ernie palmer toyota</c:v>
                </c:pt>
                <c:pt idx="2477">
                  <c:v>bmw of minnetonka</c:v>
                </c:pt>
                <c:pt idx="2478">
                  <c:v>beasley ford lincoln</c:v>
                </c:pt>
                <c:pt idx="2479">
                  <c:v>bmw of alexandria</c:v>
                </c:pt>
                <c:pt idx="2480">
                  <c:v>delta audi delta porsche delta subaru</c:v>
                </c:pt>
                <c:pt idx="2481">
                  <c:v>georgia's own credit union</c:v>
                </c:pt>
                <c:pt idx="2482">
                  <c:v>pat o brien chevrolet vermilion</c:v>
                </c:pt>
                <c:pt idx="2483">
                  <c:v>superior motors</c:v>
                </c:pt>
                <c:pt idx="2484">
                  <c:v>stanley chevrolet pontiac kaufman</c:v>
                </c:pt>
                <c:pt idx="2485">
                  <c:v>antiek journeys inc</c:v>
                </c:pt>
                <c:pt idx="2486">
                  <c:v>l k auto sales inc</c:v>
                </c:pt>
                <c:pt idx="2487">
                  <c:v>carter automotive remarketing specialists</c:v>
                </c:pt>
                <c:pt idx="2488">
                  <c:v>remarketing by ge/unique autos</c:v>
                </c:pt>
                <c:pt idx="2489">
                  <c:v>budget rent a car of memphis</c:v>
                </c:pt>
                <c:pt idx="2490">
                  <c:v>enterprise vehicle exchange/hapeville</c:v>
                </c:pt>
                <c:pt idx="2491">
                  <c:v>dennis rental cars</c:v>
                </c:pt>
                <c:pt idx="2492">
                  <c:v>nissan dealer blend/demaagd nissan</c:v>
                </c:pt>
                <c:pt idx="2493">
                  <c:v>abc hyundai</c:v>
                </c:pt>
                <c:pt idx="2494">
                  <c:v>dick hannah chrysler jeep dodge</c:v>
                </c:pt>
                <c:pt idx="2495">
                  <c:v>carolina auto sports</c:v>
                </c:pt>
                <c:pt idx="2496">
                  <c:v>ralph larson chevrolet inc</c:v>
                </c:pt>
                <c:pt idx="2497">
                  <c:v>escamilla ford inc</c:v>
                </c:pt>
                <c:pt idx="2498">
                  <c:v>curry acura</c:v>
                </c:pt>
                <c:pt idx="2499">
                  <c:v>wantz chevrolet inc</c:v>
                </c:pt>
                <c:pt idx="2500">
                  <c:v>piazza acura vw of ardmore</c:v>
                </c:pt>
                <c:pt idx="2501">
                  <c:v>toyota bountiful</c:v>
                </c:pt>
                <c:pt idx="2502">
                  <c:v>broadway garage of columbia county inc</c:v>
                </c:pt>
                <c:pt idx="2503">
                  <c:v>primeritus remarketing/salal credit union</c:v>
                </c:pt>
                <c:pt idx="2504">
                  <c:v>jakes motorcars</c:v>
                </c:pt>
                <c:pt idx="2505">
                  <c:v>fletcher jones motorcars of fremont</c:v>
                </c:pt>
                <c:pt idx="2506">
                  <c:v>flycatcher llc</c:v>
                </c:pt>
                <c:pt idx="2507">
                  <c:v>bob brown chevrolet inc</c:v>
                </c:pt>
                <c:pt idx="2508">
                  <c:v>elite motors</c:v>
                </c:pt>
                <c:pt idx="2509">
                  <c:v>prestige leasing and sales inc</c:v>
                </c:pt>
                <c:pt idx="2510">
                  <c:v>carson cars inc</c:v>
                </c:pt>
                <c:pt idx="2511">
                  <c:v>motor werks of barrington inc</c:v>
                </c:pt>
                <c:pt idx="2512">
                  <c:v>devoe buick gmc</c:v>
                </c:pt>
                <c:pt idx="2513">
                  <c:v>ars/budget rent a car/atlanta</c:v>
                </c:pt>
                <c:pt idx="2514">
                  <c:v>seay motors  llc</c:v>
                </c:pt>
                <c:pt idx="2515">
                  <c:v>a l financial</c:v>
                </c:pt>
                <c:pt idx="2516">
                  <c:v>weir canyon acura</c:v>
                </c:pt>
                <c:pt idx="2517">
                  <c:v>andrews fcu</c:v>
                </c:pt>
                <c:pt idx="2518">
                  <c:v>roberts toyota</c:v>
                </c:pt>
                <c:pt idx="2519">
                  <c:v>mercedes-benz of tacoma</c:v>
                </c:pt>
                <c:pt idx="2520">
                  <c:v>gurley leep imports inc</c:v>
                </c:pt>
                <c:pt idx="2521">
                  <c:v>showcase wholesale auto llc</c:v>
                </c:pt>
                <c:pt idx="2522">
                  <c:v>general american rental</c:v>
                </c:pt>
                <c:pt idx="2523">
                  <c:v>don beyer volvo-dulles</c:v>
                </c:pt>
                <c:pt idx="2524">
                  <c:v>gateway of quakertown</c:v>
                </c:pt>
                <c:pt idx="2525">
                  <c:v>town &amp; country ford inc</c:v>
                </c:pt>
                <c:pt idx="2526">
                  <c:v>lexus of tucson</c:v>
                </c:pt>
                <c:pt idx="2527">
                  <c:v>winter haven honda</c:v>
                </c:pt>
                <c:pt idx="2528">
                  <c:v>audi of tacoma</c:v>
                </c:pt>
                <c:pt idx="2529">
                  <c:v>rohrich cadillac incorporated</c:v>
                </c:pt>
                <c:pt idx="2530">
                  <c:v>north shore bank</c:v>
                </c:pt>
                <c:pt idx="2531">
                  <c:v>auto express</c:v>
                </c:pt>
                <c:pt idx="2532">
                  <c:v>harr motors inc</c:v>
                </c:pt>
                <c:pt idx="2533">
                  <c:v>performance chrysler jeep dodge of lincoln</c:v>
                </c:pt>
                <c:pt idx="2534">
                  <c:v>lexus of riverside</c:v>
                </c:pt>
                <c:pt idx="2535">
                  <c:v>american car finance inc</c:v>
                </c:pt>
                <c:pt idx="2536">
                  <c:v>dyer mazda</c:v>
                </c:pt>
                <c:pt idx="2537">
                  <c:v>manheim auctions/ars</c:v>
                </c:pt>
                <c:pt idx="2538">
                  <c:v>compass luxor</c:v>
                </c:pt>
                <c:pt idx="2539">
                  <c:v>magnussens lexus of fremont</c:v>
                </c:pt>
                <c:pt idx="2540">
                  <c:v>porsche of downtown la</c:v>
                </c:pt>
                <c:pt idx="2541">
                  <c:v>financial services remarketing</c:v>
                </c:pt>
                <c:pt idx="2542">
                  <c:v>autotech of venice inc</c:v>
                </c:pt>
                <c:pt idx="2543">
                  <c:v>primeritus remarketing/koons automotive i</c:v>
                </c:pt>
                <c:pt idx="2544">
                  <c:v>nassau educators federal credit union</c:v>
                </c:pt>
                <c:pt idx="2545">
                  <c:v>jim sloan ford inc.</c:v>
                </c:pt>
                <c:pt idx="2546">
                  <c:v>bianchi honda</c:v>
                </c:pt>
                <c:pt idx="2547">
                  <c:v>gm financial/fender automotive group</c:v>
                </c:pt>
                <c:pt idx="2548">
                  <c:v>autonation chevrolet north richland hills</c:v>
                </c:pt>
                <c:pt idx="2549">
                  <c:v>rock springs honda toyota</c:v>
                </c:pt>
                <c:pt idx="2550">
                  <c:v>sherman dodge</c:v>
                </c:pt>
                <c:pt idx="2551">
                  <c:v>porsche north scottsdale</c:v>
                </c:pt>
                <c:pt idx="2552">
                  <c:v>truliant fcu</c:v>
                </c:pt>
                <c:pt idx="2553">
                  <c:v>jordan auto</c:v>
                </c:pt>
                <c:pt idx="2554">
                  <c:v>crest ford inc</c:v>
                </c:pt>
                <c:pt idx="2555">
                  <c:v>darcars dodge of new carrollton</c:v>
                </c:pt>
                <c:pt idx="2556">
                  <c:v>avis rent a car/pv holding</c:v>
                </c:pt>
                <c:pt idx="2557">
                  <c:v>wisdom motor company</c:v>
                </c:pt>
                <c:pt idx="2558">
                  <c:v>usaa financial</c:v>
                </c:pt>
                <c:pt idx="2559">
                  <c:v>ward muscatell auto grp inc</c:v>
                </c:pt>
                <c:pt idx="2560">
                  <c:v>leasing associates</c:v>
                </c:pt>
                <c:pt idx="2561">
                  <c:v>sioux falls ford inc</c:v>
                </c:pt>
                <c:pt idx="2562">
                  <c:v>stanley ford lincoln mercury brownfield</c:v>
                </c:pt>
                <c:pt idx="2563">
                  <c:v>ray catena bmw of westchester</c:v>
                </c:pt>
                <c:pt idx="2564">
                  <c:v>sierra toyota</c:v>
                </c:pt>
                <c:pt idx="2565">
                  <c:v>jessup cad buick pont gmc saab/hummer chev</c:v>
                </c:pt>
                <c:pt idx="2566">
                  <c:v>dml remarketing</c:v>
                </c:pt>
                <c:pt idx="2567">
                  <c:v>larry h miller dodge ram tucson</c:v>
                </c:pt>
                <c:pt idx="2568">
                  <c:v>porter ford</c:v>
                </c:pt>
                <c:pt idx="2569">
                  <c:v>stanley ford sweetwater</c:v>
                </c:pt>
                <c:pt idx="2570">
                  <c:v>onesource/high country toyota</c:v>
                </c:pt>
                <c:pt idx="2571">
                  <c:v>the motor group collection inc</c:v>
                </c:pt>
                <c:pt idx="2572">
                  <c:v>jb remarketing llc</c:v>
                </c:pt>
                <c:pt idx="2573">
                  <c:v>weir canyon honda</c:v>
                </c:pt>
                <c:pt idx="2574">
                  <c:v>jmj motors</c:v>
                </c:pt>
                <c:pt idx="2575">
                  <c:v>landers mclarty nis merc benz of huntsville</c:v>
                </c:pt>
                <c:pt idx="2576">
                  <c:v>rpm luxury auto sales inc</c:v>
                </c:pt>
                <c:pt idx="2577">
                  <c:v>lexus of valencia</c:v>
                </c:pt>
                <c:pt idx="2578">
                  <c:v>downtown nashville nissan</c:v>
                </c:pt>
                <c:pt idx="2579">
                  <c:v>sims buick gmc nissan</c:v>
                </c:pt>
                <c:pt idx="2580">
                  <c:v>viva ford</c:v>
                </c:pt>
                <c:pt idx="2581">
                  <c:v>crown nissan</c:v>
                </c:pt>
                <c:pt idx="2582">
                  <c:v>englewood cadillac</c:v>
                </c:pt>
                <c:pt idx="2583">
                  <c:v>no limit imports inc</c:v>
                </c:pt>
                <c:pt idx="2584">
                  <c:v>manheim georgia</c:v>
                </c:pt>
                <c:pt idx="2585">
                  <c:v>harr toyota harr scion</c:v>
                </c:pt>
                <c:pt idx="2586">
                  <c:v>browns fairfax mazda</c:v>
                </c:pt>
                <c:pt idx="2587">
                  <c:v>wholesale outlet inc</c:v>
                </c:pt>
                <c:pt idx="2588">
                  <c:v>volkswagen of corpus christi</c:v>
                </c:pt>
                <c:pt idx="2589">
                  <c:v>community auto sales inc</c:v>
                </c:pt>
                <c:pt idx="2590">
                  <c:v>gucci services inc</c:v>
                </c:pt>
                <c:pt idx="2591">
                  <c:v>pacoima motors</c:v>
                </c:pt>
                <c:pt idx="2592">
                  <c:v>champion ford</c:v>
                </c:pt>
                <c:pt idx="2593">
                  <c:v>shore toyota &amp; shore scion</c:v>
                </c:pt>
                <c:pt idx="2594">
                  <c:v>auto elite group inc</c:v>
                </c:pt>
                <c:pt idx="2595">
                  <c:v>manheim philadelphia</c:v>
                </c:pt>
                <c:pt idx="2596">
                  <c:v>fort collins dodge chrysler jeep</c:v>
                </c:pt>
                <c:pt idx="2597">
                  <c:v>honor finance</c:v>
                </c:pt>
                <c:pt idx="2598">
                  <c:v>vista ford lincoln</c:v>
                </c:pt>
                <c:pt idx="2599">
                  <c:v>hendrick honda pompano beach</c:v>
                </c:pt>
                <c:pt idx="2600">
                  <c:v>coastal bend rent a car inc</c:v>
                </c:pt>
                <c:pt idx="2601">
                  <c:v>michael wayne investments</c:v>
                </c:pt>
                <c:pt idx="2602">
                  <c:v>lexus rivercenter</c:v>
                </c:pt>
                <c:pt idx="2603">
                  <c:v>pals auto wholesale</c:v>
                </c:pt>
                <c:pt idx="2604">
                  <c:v>audi south orlando</c:v>
                </c:pt>
                <c:pt idx="2605">
                  <c:v>chevrolet 21 inc</c:v>
                </c:pt>
                <c:pt idx="2606">
                  <c:v>members auto lease inc</c:v>
                </c:pt>
                <c:pt idx="2607">
                  <c:v>daytona nissan</c:v>
                </c:pt>
                <c:pt idx="2608">
                  <c:v>earl stewart toyota of north palm beach</c:v>
                </c:pt>
                <c:pt idx="2609">
                  <c:v>jerry's hyundai</c:v>
                </c:pt>
                <c:pt idx="2610">
                  <c:v>fort mill ford inc</c:v>
                </c:pt>
                <c:pt idx="2611">
                  <c:v>diane sauer chevrolet inc</c:v>
                </c:pt>
                <c:pt idx="2612">
                  <c:v>beaver toyota of st augustine</c:v>
                </c:pt>
                <c:pt idx="2613">
                  <c:v>barnett finance company</c:v>
                </c:pt>
                <c:pt idx="2614">
                  <c:v>national car rental</c:v>
                </c:pt>
                <c:pt idx="2615">
                  <c:v>tustin community bank</c:v>
                </c:pt>
                <c:pt idx="2616">
                  <c:v>west hills honda</c:v>
                </c:pt>
                <c:pt idx="2617">
                  <c:v>ken garff st. george ford lincoln</c:v>
                </c:pt>
                <c:pt idx="2618">
                  <c:v>heritage buick gmc</c:v>
                </c:pt>
                <c:pt idx="2619">
                  <c:v>universal auto gallery inc</c:v>
                </c:pt>
                <c:pt idx="2620">
                  <c:v>lease plan/napleton auto werks</c:v>
                </c:pt>
                <c:pt idx="2621">
                  <c:v>southlake motorcars</c:v>
                </c:pt>
                <c:pt idx="2622">
                  <c:v>hertz car exchange inc/alexandria</c:v>
                </c:pt>
                <c:pt idx="2623">
                  <c:v>lynn douglas motor co  inc</c:v>
                </c:pt>
                <c:pt idx="2624">
                  <c:v>robert chevrolet inc</c:v>
                </c:pt>
                <c:pt idx="2625">
                  <c:v>classic toyota</c:v>
                </c:pt>
                <c:pt idx="2626">
                  <c:v>bergstrom land rover jaguar volvo pors mase alfa</c:v>
                </c:pt>
                <c:pt idx="2627">
                  <c:v>remarketing by ge/united traders inc</c:v>
                </c:pt>
                <c:pt idx="2628">
                  <c:v>jaguar landrover hilton head</c:v>
                </c:pt>
                <c:pt idx="2629">
                  <c:v>classic buick gmc</c:v>
                </c:pt>
                <c:pt idx="2630">
                  <c:v>remarketing by ge/manheim new england</c:v>
                </c:pt>
                <c:pt idx="2631">
                  <c:v>q auto</c:v>
                </c:pt>
                <c:pt idx="2632">
                  <c:v>trailer source inc</c:v>
                </c:pt>
                <c:pt idx="2633">
                  <c:v>jack sherman toyota scion</c:v>
                </c:pt>
                <c:pt idx="2634">
                  <c:v>easterns automotive group</c:v>
                </c:pt>
                <c:pt idx="2635">
                  <c:v>blacksmoke wholesale llc</c:v>
                </c:pt>
                <c:pt idx="2636">
                  <c:v>martin chevrolet</c:v>
                </c:pt>
                <c:pt idx="2637">
                  <c:v>tom bell chevrolet</c:v>
                </c:pt>
                <c:pt idx="2638">
                  <c:v>bud smail motorcars ltd</c:v>
                </c:pt>
                <c:pt idx="2639">
                  <c:v>five star nissan</c:v>
                </c:pt>
                <c:pt idx="2640">
                  <c:v>riceland motors inc</c:v>
                </c:pt>
                <c:pt idx="2641">
                  <c:v>jim carlson leasing company</c:v>
                </c:pt>
                <c:pt idx="2642">
                  <c:v>napletons hyundai of aurora</c:v>
                </c:pt>
                <c:pt idx="2643">
                  <c:v>remarketing by ge/citizens equity first cu</c:v>
                </c:pt>
                <c:pt idx="2644">
                  <c:v>spallco enterprises inc/non pgm</c:v>
                </c:pt>
                <c:pt idx="2645">
                  <c:v>crown chrysler dodge jeep ram</c:v>
                </c:pt>
                <c:pt idx="2646">
                  <c:v>thrifty car sales</c:v>
                </c:pt>
                <c:pt idx="2647">
                  <c:v>hardy family ford</c:v>
                </c:pt>
                <c:pt idx="2648">
                  <c:v>country auto mart llc</c:v>
                </c:pt>
                <c:pt idx="2649">
                  <c:v>derr motor co</c:v>
                </c:pt>
                <c:pt idx="2650">
                  <c:v>john pauls automotive</c:v>
                </c:pt>
                <c:pt idx="2651">
                  <c:v>barreth chrysler center inc</c:v>
                </c:pt>
                <c:pt idx="2652">
                  <c:v>rehman auto sales</c:v>
                </c:pt>
                <c:pt idx="2653">
                  <c:v>orlando kia west</c:v>
                </c:pt>
                <c:pt idx="2654">
                  <c:v>bert ogden motors inc</c:v>
                </c:pt>
                <c:pt idx="2655">
                  <c:v>c &amp; k auto imports inc</c:v>
                </c:pt>
                <c:pt idx="2656">
                  <c:v>frank kent hyundai</c:v>
                </c:pt>
                <c:pt idx="2657">
                  <c:v>bmw of columbus</c:v>
                </c:pt>
                <c:pt idx="2658">
                  <c:v>bill hancock motors</c:v>
                </c:pt>
                <c:pt idx="2659">
                  <c:v>laurel bmw of westmont</c:v>
                </c:pt>
                <c:pt idx="2660">
                  <c:v>autonation acura sanford</c:v>
                </c:pt>
                <c:pt idx="2661">
                  <c:v>chapman hyundai</c:v>
                </c:pt>
                <c:pt idx="2662">
                  <c:v>mercedes benz of north orlando</c:v>
                </c:pt>
                <c:pt idx="2663">
                  <c:v>park place motorcars</c:v>
                </c:pt>
                <c:pt idx="2664">
                  <c:v>summs skip &amp; collections</c:v>
                </c:pt>
                <c:pt idx="2665">
                  <c:v>mick motors llc</c:v>
                </c:pt>
                <c:pt idx="2666">
                  <c:v>bmw of warwick</c:v>
                </c:pt>
                <c:pt idx="2667">
                  <c:v>lexus of orange park</c:v>
                </c:pt>
                <c:pt idx="2668">
                  <c:v>walser buick gmc of blm</c:v>
                </c:pt>
                <c:pt idx="2669">
                  <c:v>m and m enterprises</c:v>
                </c:pt>
                <c:pt idx="2670">
                  <c:v>wells fargo dealer services-tra</c:v>
                </c:pt>
                <c:pt idx="2671">
                  <c:v>budget rent a car/farmington</c:v>
                </c:pt>
                <c:pt idx="2672">
                  <c:v>car venue llc</c:v>
                </c:pt>
                <c:pt idx="2673">
                  <c:v>budget rent a car/alabama</c:v>
                </c:pt>
                <c:pt idx="2674">
                  <c:v>hometown motors inc</c:v>
                </c:pt>
                <c:pt idx="2675">
                  <c:v>hidy acura</c:v>
                </c:pt>
                <c:pt idx="2676">
                  <c:v>dch montclair acura</c:v>
                </c:pt>
                <c:pt idx="2677">
                  <c:v>infinity auto sales llc</c:v>
                </c:pt>
                <c:pt idx="2678">
                  <c:v>brooklyn pk automotive inc</c:v>
                </c:pt>
                <c:pt idx="2679">
                  <c:v>mini of wesley chapel</c:v>
                </c:pt>
                <c:pt idx="2680">
                  <c:v>ally/roseville</c:v>
                </c:pt>
                <c:pt idx="2681">
                  <c:v>true credit auto wholesale</c:v>
                </c:pt>
                <c:pt idx="2682">
                  <c:v>mike craig ford</c:v>
                </c:pt>
                <c:pt idx="2683">
                  <c:v>action nissan</c:v>
                </c:pt>
                <c:pt idx="2684">
                  <c:v>capital auto auction</c:v>
                </c:pt>
                <c:pt idx="2685">
                  <c:v>dch honda of temecula</c:v>
                </c:pt>
                <c:pt idx="2686">
                  <c:v>autonation ford marietta</c:v>
                </c:pt>
                <c:pt idx="2687">
                  <c:v>northwest import sales</c:v>
                </c:pt>
                <c:pt idx="2688">
                  <c:v>mall of ga chrysler dodge jeep</c:v>
                </c:pt>
                <c:pt idx="2689">
                  <c:v>university ford north</c:v>
                </c:pt>
                <c:pt idx="2690">
                  <c:v>united acceptance inc</c:v>
                </c:pt>
                <c:pt idx="2691">
                  <c:v>west coast rovers</c:v>
                </c:pt>
                <c:pt idx="2692">
                  <c:v>inviso llc</c:v>
                </c:pt>
                <c:pt idx="2693">
                  <c:v>universal auto leasing</c:v>
                </c:pt>
                <c:pt idx="2694">
                  <c:v>cox fleet/wheels</c:v>
                </c:pt>
                <c:pt idx="2695">
                  <c:v>town &amp; country toyota scion</c:v>
                </c:pt>
                <c:pt idx="2696">
                  <c:v>crossroads ford lincoln mercury mazda</c:v>
                </c:pt>
                <c:pt idx="2697">
                  <c:v>archie outlet auto sales</c:v>
                </c:pt>
                <c:pt idx="2698">
                  <c:v>performance ford</c:v>
                </c:pt>
                <c:pt idx="2699">
                  <c:v>payson car company</c:v>
                </c:pt>
                <c:pt idx="2700">
                  <c:v>mercedes benz of eugene</c:v>
                </c:pt>
                <c:pt idx="2701">
                  <c:v>thrifty car rental</c:v>
                </c:pt>
                <c:pt idx="2702">
                  <c:v>crown lexus</c:v>
                </c:pt>
                <c:pt idx="2703">
                  <c:v>darcars kia</c:v>
                </c:pt>
                <c:pt idx="2704">
                  <c:v>cash time title loans</c:v>
                </c:pt>
                <c:pt idx="2705">
                  <c:v>autohaus lancaster inc</c:v>
                </c:pt>
                <c:pt idx="2706">
                  <c:v>surf city nissan</c:v>
                </c:pt>
                <c:pt idx="2707">
                  <c:v>chilson inc</c:v>
                </c:pt>
                <c:pt idx="2708">
                  <c:v>autonation ford delray</c:v>
                </c:pt>
                <c:pt idx="2709">
                  <c:v>prestige usa sport cars  inc.</c:v>
                </c:pt>
                <c:pt idx="2710">
                  <c:v>h&amp;b auto center inc</c:v>
                </c:pt>
                <c:pt idx="2711">
                  <c:v>enterprise vehicle exchange / tra / birmingham</c:v>
                </c:pt>
                <c:pt idx="2712">
                  <c:v>carisma auto wholesaler inc</c:v>
                </c:pt>
                <c:pt idx="2713">
                  <c:v>louie herron auto sales</c:v>
                </c:pt>
                <c:pt idx="2714">
                  <c:v>russell barnett kia</c:v>
                </c:pt>
                <c:pt idx="2715">
                  <c:v>santa margarita ford</c:v>
                </c:pt>
                <c:pt idx="2716">
                  <c:v>lexus financial services/torrance</c:v>
                </c:pt>
                <c:pt idx="2717">
                  <c:v>select automotive  llc</c:v>
                </c:pt>
                <c:pt idx="2718">
                  <c:v>knoepfler chevrolet co</c:v>
                </c:pt>
                <c:pt idx="2719">
                  <c:v>martin auto sales inc</c:v>
                </c:pt>
                <c:pt idx="2720">
                  <c:v>primeritus remarketing/jw auto &amp; truck sa</c:v>
                </c:pt>
                <c:pt idx="2721">
                  <c:v>southern trust auto group llc</c:v>
                </c:pt>
                <c:pt idx="2722">
                  <c:v>sheehy ford inc</c:v>
                </c:pt>
                <c:pt idx="2723">
                  <c:v>manheim new york</c:v>
                </c:pt>
                <c:pt idx="2724">
                  <c:v>performance volkswagen</c:v>
                </c:pt>
                <c:pt idx="2725">
                  <c:v>lynnes nissan city inc</c:v>
                </c:pt>
                <c:pt idx="2726">
                  <c:v>edwards nissan</c:v>
                </c:pt>
                <c:pt idx="2727">
                  <c:v>remarketing by ge/first florida credit union</c:v>
                </c:pt>
                <c:pt idx="2728">
                  <c:v>tamiami ford inc</c:v>
                </c:pt>
                <c:pt idx="2729">
                  <c:v>sterimark motors inc</c:v>
                </c:pt>
                <c:pt idx="2730">
                  <c:v>mc grath imports inc</c:v>
                </c:pt>
                <c:pt idx="2731">
                  <c:v>mercedes benz of fort myers</c:v>
                </c:pt>
                <c:pt idx="2732">
                  <c:v>fields imports inc</c:v>
                </c:pt>
                <c:pt idx="2733">
                  <c:v>cnc motors inc</c:v>
                </c:pt>
                <c:pt idx="2734">
                  <c:v>johnson sewell ford lincoln llc</c:v>
                </c:pt>
                <c:pt idx="2735">
                  <c:v>federated financial corporation</c:v>
                </c:pt>
                <c:pt idx="2736">
                  <c:v>east end auto sales</c:v>
                </c:pt>
                <c:pt idx="2737">
                  <c:v>bmw of san diego</c:v>
                </c:pt>
                <c:pt idx="2738">
                  <c:v>alexandria volkswagen</c:v>
                </c:pt>
                <c:pt idx="2739">
                  <c:v>acres auto recycling inc</c:v>
                </c:pt>
                <c:pt idx="2740">
                  <c:v>jackson family of dealerships</c:v>
                </c:pt>
                <c:pt idx="2741">
                  <c:v>bmw of chattanooga</c:v>
                </c:pt>
                <c:pt idx="2742">
                  <c:v>financial services remarketing/trade assets</c:v>
                </c:pt>
                <c:pt idx="2743">
                  <c:v>gene gormans auto sales</c:v>
                </c:pt>
                <c:pt idx="2744">
                  <c:v>oriental group</c:v>
                </c:pt>
                <c:pt idx="2745">
                  <c:v>carex inc</c:v>
                </c:pt>
                <c:pt idx="2746">
                  <c:v>lexus of cool springs</c:v>
                </c:pt>
                <c:pt idx="2747">
                  <c:v>joe machens chrysler dodge jeep ram</c:v>
                </c:pt>
                <c:pt idx="2748">
                  <c:v>enterprise rac/edmonton</c:v>
                </c:pt>
                <c:pt idx="2749">
                  <c:v>sc leasing llc</c:v>
                </c:pt>
                <c:pt idx="2750">
                  <c:v>american leasing/northstar</c:v>
                </c:pt>
                <c:pt idx="2751">
                  <c:v>weston buick gmc inc</c:v>
                </c:pt>
                <c:pt idx="2752">
                  <c:v>crown acura</c:v>
                </c:pt>
                <c:pt idx="2753">
                  <c:v>mossy toyota</c:v>
                </c:pt>
                <c:pt idx="2754">
                  <c:v>spallco enterprises inc/gdp</c:v>
                </c:pt>
                <c:pt idx="2755">
                  <c:v>fuccillo volkswagen of schenectady</c:v>
                </c:pt>
                <c:pt idx="2756">
                  <c:v>findlay lincoln mercury</c:v>
                </c:pt>
                <c:pt idx="2757">
                  <c:v>sellers sexton inc</c:v>
                </c:pt>
                <c:pt idx="2758">
                  <c:v>v/m auto broker</c:v>
                </c:pt>
                <c:pt idx="2759">
                  <c:v>winner subaru/vw of dover</c:v>
                </c:pt>
                <c:pt idx="2760">
                  <c:v>priority volkswagen</c:v>
                </c:pt>
                <c:pt idx="2761">
                  <c:v>remarketing by ge/manheim nashville</c:v>
                </c:pt>
                <c:pt idx="2762">
                  <c:v>mercedes benz of columbus</c:v>
                </c:pt>
                <c:pt idx="2763">
                  <c:v>parks motor sales  inc.</c:v>
                </c:pt>
                <c:pt idx="2764">
                  <c:v>kevin whitaker chevrolet cadillac</c:v>
                </c:pt>
                <c:pt idx="2765">
                  <c:v>davis auto sales</c:v>
                </c:pt>
                <c:pt idx="2766">
                  <c:v>autonation ford st petersburg</c:v>
                </c:pt>
                <c:pt idx="2767">
                  <c:v>nissan dealer blend/infiniti of cool springs</c:v>
                </c:pt>
                <c:pt idx="2768">
                  <c:v>wind rider auto outlet inc</c:v>
                </c:pt>
                <c:pt idx="2769">
                  <c:v>roberts nissan  inc.</c:v>
                </c:pt>
                <c:pt idx="2770">
                  <c:v>national auto brokers inc</c:v>
                </c:pt>
                <c:pt idx="2771">
                  <c:v>criswell maserati</c:v>
                </c:pt>
                <c:pt idx="2772">
                  <c:v>motorworld automotive group inc</c:v>
                </c:pt>
                <c:pt idx="2773">
                  <c:v>woodhouse lincoln</c:v>
                </c:pt>
                <c:pt idx="2774">
                  <c:v>the auto port inc</c:v>
                </c:pt>
                <c:pt idx="2775">
                  <c:v>viva chevrolet</c:v>
                </c:pt>
                <c:pt idx="2776">
                  <c:v>manheim baltimore-washington</c:v>
                </c:pt>
                <c:pt idx="2777">
                  <c:v>remarketing by ge/first fidelity investments</c:v>
                </c:pt>
                <c:pt idx="2778">
                  <c:v>dick hannah toyota</c:v>
                </c:pt>
                <c:pt idx="2779">
                  <c:v>honda of superstition springs</c:v>
                </c:pt>
                <c:pt idx="2780">
                  <c:v>crown ford</c:v>
                </c:pt>
                <c:pt idx="2781">
                  <c:v>manheim fort lauderdale</c:v>
                </c:pt>
                <c:pt idx="2782">
                  <c:v>northwoods ford inc</c:v>
                </c:pt>
                <c:pt idx="2783">
                  <c:v>autobaun</c:v>
                </c:pt>
                <c:pt idx="2784">
                  <c:v>bob johnson gm inc</c:v>
                </c:pt>
                <c:pt idx="2785">
                  <c:v>jba motors llc</c:v>
                </c:pt>
                <c:pt idx="2786">
                  <c:v>land rover sls &amp; service of hoffman estates inc</c:v>
                </c:pt>
                <c:pt idx="2787">
                  <c:v>wheeling automotive group</c:v>
                </c:pt>
                <c:pt idx="2788">
                  <c:v>wilmar leasing inc</c:v>
                </c:pt>
                <c:pt idx="2789">
                  <c:v>publix employees fcu</c:v>
                </c:pt>
                <c:pt idx="2790">
                  <c:v>hardy chev pont buick gmc</c:v>
                </c:pt>
                <c:pt idx="2791">
                  <c:v>clermont nissan</c:v>
                </c:pt>
                <c:pt idx="2792">
                  <c:v>pauls auto parts ltd</c:v>
                </c:pt>
                <c:pt idx="2793">
                  <c:v>twin city auto sales inc</c:v>
                </c:pt>
                <c:pt idx="2794">
                  <c:v>payless auto sales inc</c:v>
                </c:pt>
                <c:pt idx="2795">
                  <c:v>volkswagen of fort myers</c:v>
                </c:pt>
                <c:pt idx="2796">
                  <c:v>florida european inc</c:v>
                </c:pt>
                <c:pt idx="2797">
                  <c:v>bailey auto plaza</c:v>
                </c:pt>
                <c:pt idx="2798">
                  <c:v>fairfield chrysler jeep dodge</c:v>
                </c:pt>
                <c:pt idx="2799">
                  <c:v>auto et moto gilles cloutier inc</c:v>
                </c:pt>
                <c:pt idx="2800">
                  <c:v>general acceptance corporation</c:v>
                </c:pt>
                <c:pt idx="2801">
                  <c:v>bill holt chevrolet of canton inc</c:v>
                </c:pt>
                <c:pt idx="2802">
                  <c:v>nedals inc</c:v>
                </c:pt>
                <c:pt idx="2803">
                  <c:v>king automotive llc</c:v>
                </c:pt>
                <c:pt idx="2804">
                  <c:v>st charles chrysler dodge jeep inc</c:v>
                </c:pt>
                <c:pt idx="2805">
                  <c:v>dch honda of nanuet</c:v>
                </c:pt>
                <c:pt idx="2806">
                  <c:v>landrover southpointe inc</c:v>
                </c:pt>
                <c:pt idx="2807">
                  <c:v>kennys auto group inc</c:v>
                </c:pt>
                <c:pt idx="2808">
                  <c:v>mullers woodfield acura</c:v>
                </c:pt>
                <c:pt idx="2809">
                  <c:v>escamilla chevrolet pontiac gmc</c:v>
                </c:pt>
                <c:pt idx="2810">
                  <c:v>lilliston enterprises inc</c:v>
                </c:pt>
                <c:pt idx="2811">
                  <c:v>bobbs auto sales</c:v>
                </c:pt>
                <c:pt idx="2812">
                  <c:v>fields motorcars</c:v>
                </c:pt>
                <c:pt idx="2813">
                  <c:v>waldorf chrysler jeep</c:v>
                </c:pt>
                <c:pt idx="2814">
                  <c:v>pacific funding</c:v>
                </c:pt>
                <c:pt idx="2815">
                  <c:v>houston auto plex inc</c:v>
                </c:pt>
                <c:pt idx="2816">
                  <c:v>wright automotive inc</c:v>
                </c:pt>
                <c:pt idx="2817">
                  <c:v>orlando mini</c:v>
                </c:pt>
                <c:pt idx="2818">
                  <c:v>south bay lexus</c:v>
                </c:pt>
                <c:pt idx="2819">
                  <c:v>toyota knoxville</c:v>
                </c:pt>
                <c:pt idx="2820">
                  <c:v>bill barlow</c:v>
                </c:pt>
                <c:pt idx="2821">
                  <c:v>petes auto sales inc</c:v>
                </c:pt>
                <c:pt idx="2822">
                  <c:v>volkswagen of america</c:v>
                </c:pt>
                <c:pt idx="2823">
                  <c:v>repo remarketing/first imperial cu</c:v>
                </c:pt>
                <c:pt idx="2824">
                  <c:v>union auto credit</c:v>
                </c:pt>
                <c:pt idx="2825">
                  <c:v>royal edition motors inc</c:v>
                </c:pt>
                <c:pt idx="2826">
                  <c:v>elite acura</c:v>
                </c:pt>
                <c:pt idx="2827">
                  <c:v>phelps auto sales</c:v>
                </c:pt>
                <c:pt idx="2828">
                  <c:v>go auto direct</c:v>
                </c:pt>
                <c:pt idx="2829">
                  <c:v>bergeys ford inc</c:v>
                </c:pt>
                <c:pt idx="2830">
                  <c:v>cag acceptance</c:v>
                </c:pt>
                <c:pt idx="2831">
                  <c:v>allard rental corporation</c:v>
                </c:pt>
                <c:pt idx="2832">
                  <c:v>moore automotive group</c:v>
                </c:pt>
                <c:pt idx="2833">
                  <c:v>desert fleet lease</c:v>
                </c:pt>
                <c:pt idx="2834">
                  <c:v>d cars corp</c:v>
                </c:pt>
                <c:pt idx="2835">
                  <c:v>faulkner cadillac inc</c:v>
                </c:pt>
                <c:pt idx="2836">
                  <c:v>park chrysler jeep</c:v>
                </c:pt>
                <c:pt idx="2837">
                  <c:v>fred a groves motor company inc</c:v>
                </c:pt>
                <c:pt idx="2838">
                  <c:v>c &amp; s motorsports inc</c:v>
                </c:pt>
                <c:pt idx="2839">
                  <c:v>repo remarketing/verity credit union</c:v>
                </c:pt>
                <c:pt idx="2840">
                  <c:v>murray bmw of denver</c:v>
                </c:pt>
                <c:pt idx="2841">
                  <c:v>ideal lease</c:v>
                </c:pt>
                <c:pt idx="2842">
                  <c:v>freeman buick gmc</c:v>
                </c:pt>
                <c:pt idx="2843">
                  <c:v>holcomb used cars inc</c:v>
                </c:pt>
                <c:pt idx="2844">
                  <c:v>dan judds auto sales inc</c:v>
                </c:pt>
                <c:pt idx="2845">
                  <c:v>remarketing by ge/monterey credit union</c:v>
                </c:pt>
                <c:pt idx="2846">
                  <c:v>winner dover llc</c:v>
                </c:pt>
                <c:pt idx="2847">
                  <c:v>elite motors inc</c:v>
                </c:pt>
                <c:pt idx="2848">
                  <c:v>jmb auto sales</c:v>
                </c:pt>
                <c:pt idx="2849">
                  <c:v>spradley barr ford  inc.</c:v>
                </c:pt>
                <c:pt idx="2850">
                  <c:v>mahoneys auto mall inc</c:v>
                </c:pt>
                <c:pt idx="2851">
                  <c:v>grossinger honda</c:v>
                </c:pt>
                <c:pt idx="2852">
                  <c:v>american honda motor company (buybacks)</c:v>
                </c:pt>
                <c:pt idx="2853">
                  <c:v>land rover farmington hills</c:v>
                </c:pt>
                <c:pt idx="2854">
                  <c:v>phillipsburg easton vehicle</c:v>
                </c:pt>
                <c:pt idx="2855">
                  <c:v>pitts toyota inc</c:v>
                </c:pt>
                <c:pt idx="2856">
                  <c:v>fiserv/pelican resource group</c:v>
                </c:pt>
                <c:pt idx="2857">
                  <c:v>acura of huntington</c:v>
                </c:pt>
                <c:pt idx="2858">
                  <c:v>rbm of alpharetta smart center of alpharetta</c:v>
                </c:pt>
                <c:pt idx="2859">
                  <c:v>hendrick fiat of concord</c:v>
                </c:pt>
                <c:pt idx="2860">
                  <c:v>kingman chevrolet-buick</c:v>
                </c:pt>
                <c:pt idx="2861">
                  <c:v>boucher chevrolet inc</c:v>
                </c:pt>
                <c:pt idx="2862">
                  <c:v>autonation chevrolet fort lauderdale</c:v>
                </c:pt>
                <c:pt idx="2863">
                  <c:v>heritage nissan</c:v>
                </c:pt>
                <c:pt idx="2864">
                  <c:v>york dodge chrysler jeep ram</c:v>
                </c:pt>
                <c:pt idx="2865">
                  <c:v>pohanka nissan hyundai</c:v>
                </c:pt>
                <c:pt idx="2866">
                  <c:v>sell your car today llc</c:v>
                </c:pt>
                <c:pt idx="2867">
                  <c:v>jenkins hyundai of leesburg</c:v>
                </c:pt>
                <c:pt idx="2868">
                  <c:v>garlitch ford chrysler dodge jeep</c:v>
                </c:pt>
                <c:pt idx="2869">
                  <c:v>skyline auto sales inc</c:v>
                </c:pt>
                <c:pt idx="2870">
                  <c:v>atlanta postal credit union</c:v>
                </c:pt>
                <c:pt idx="2871">
                  <c:v>imperial auto sales inc</c:v>
                </c:pt>
                <c:pt idx="2872">
                  <c:v>fields jeep inc</c:v>
                </c:pt>
                <c:pt idx="2873">
                  <c:v>curry toyota scion</c:v>
                </c:pt>
                <c:pt idx="2874">
                  <c:v>beadles</c:v>
                </c:pt>
                <c:pt idx="2875">
                  <c:v>healey chevrolet inc</c:v>
                </c:pt>
                <c:pt idx="2876">
                  <c:v>goode motor chrysler dodge jeep ram</c:v>
                </c:pt>
                <c:pt idx="2877">
                  <c:v>village euro motors inc</c:v>
                </c:pt>
                <c:pt idx="2878">
                  <c:v>mercedes benz of orlando</c:v>
                </c:pt>
                <c:pt idx="2879">
                  <c:v>velocity mazda</c:v>
                </c:pt>
                <c:pt idx="2880">
                  <c:v>healey chrysler dodge jeep llc</c:v>
                </c:pt>
                <c:pt idx="2881">
                  <c:v>mcnutt motor sales  inc.</c:v>
                </c:pt>
                <c:pt idx="2882">
                  <c:v>flag/mint motorcars inc</c:v>
                </c:pt>
                <c:pt idx="2883">
                  <c:v>paul miller inc</c:v>
                </c:pt>
                <c:pt idx="2884">
                  <c:v>dupaco community credit union</c:v>
                </c:pt>
                <c:pt idx="2885">
                  <c:v>premier auto consulting llc</c:v>
                </c:pt>
                <c:pt idx="2886">
                  <c:v>hendrick volkswagen of concord</c:v>
                </c:pt>
                <c:pt idx="2887">
                  <c:v>reed nissan</c:v>
                </c:pt>
                <c:pt idx="2888">
                  <c:v>cale yarborough honda</c:v>
                </c:pt>
                <c:pt idx="2889">
                  <c:v>coon rapids chrysler jeep dodge ram</c:v>
                </c:pt>
                <c:pt idx="2890">
                  <c:v>naperville imports inc</c:v>
                </c:pt>
                <c:pt idx="2891">
                  <c:v>plaza auto sales</c:v>
                </c:pt>
                <c:pt idx="2892">
                  <c:v>checkmate auto brokers</c:v>
                </c:pt>
                <c:pt idx="2893">
                  <c:v>sarge's auto sales inc</c:v>
                </c:pt>
                <c:pt idx="2894">
                  <c:v>assassin cycle &amp; design</c:v>
                </c:pt>
                <c:pt idx="2895">
                  <c:v>motorcars express</c:v>
                </c:pt>
                <c:pt idx="2896">
                  <c:v>mercedes benz of palm springs</c:v>
                </c:pt>
                <c:pt idx="2897">
                  <c:v>schlossmanns dodge city chrysler jeep</c:v>
                </c:pt>
                <c:pt idx="2898">
                  <c:v>champion chrysler jeep dodge</c:v>
                </c:pt>
                <c:pt idx="2899">
                  <c:v>ramsey volvo</c:v>
                </c:pt>
                <c:pt idx="2900">
                  <c:v>car financial</c:v>
                </c:pt>
                <c:pt idx="2901">
                  <c:v>advantage rent a car/hertz</c:v>
                </c:pt>
                <c:pt idx="2902">
                  <c:v>roth cadillac</c:v>
                </c:pt>
                <c:pt idx="2903">
                  <c:v>lake park mitsubishi</c:v>
                </c:pt>
                <c:pt idx="2904">
                  <c:v>logix federal credit union</c:v>
                </c:pt>
                <c:pt idx="2905">
                  <c:v>riverton hyundai</c:v>
                </c:pt>
                <c:pt idx="2906">
                  <c:v>metro lexus</c:v>
                </c:pt>
                <c:pt idx="2907">
                  <c:v>manheim harrisonburg</c:v>
                </c:pt>
                <c:pt idx="2908">
                  <c:v>stew hansen dodge city jeep</c:v>
                </c:pt>
                <c:pt idx="2909">
                  <c:v>jasper auto sales</c:v>
                </c:pt>
                <c:pt idx="2910">
                  <c:v>autonation chevrolet timonium</c:v>
                </c:pt>
                <c:pt idx="2911">
                  <c:v>primeritus remarketing/jack's used cars l</c:v>
                </c:pt>
                <c:pt idx="2912">
                  <c:v>cloquet ford chrysler center</c:v>
                </c:pt>
                <c:pt idx="2913">
                  <c:v>darrell waltrip honda</c:v>
                </c:pt>
                <c:pt idx="2914">
                  <c:v>germain lexus of dublin</c:v>
                </c:pt>
                <c:pt idx="2915">
                  <c:v>david wilsons ford of orange</c:v>
                </c:pt>
                <c:pt idx="2916">
                  <c:v>hendrick hyundai north</c:v>
                </c:pt>
                <c:pt idx="2917">
                  <c:v>braman kia</c:v>
                </c:pt>
                <c:pt idx="2918">
                  <c:v>thompson toyota inc</c:v>
                </c:pt>
                <c:pt idx="2919">
                  <c:v>merced volkswagen</c:v>
                </c:pt>
                <c:pt idx="2920">
                  <c:v>lexus of woodland hills</c:v>
                </c:pt>
                <c:pt idx="2921">
                  <c:v>tenvoorde ford inc</c:v>
                </c:pt>
                <c:pt idx="2922">
                  <c:v>cotroneo auto group</c:v>
                </c:pt>
                <c:pt idx="2923">
                  <c:v>metro chrysler jeep dodge</c:v>
                </c:pt>
                <c:pt idx="2924">
                  <c:v>brandon ford</c:v>
                </c:pt>
                <c:pt idx="2925">
                  <c:v>van chevrolet cadillac inc</c:v>
                </c:pt>
                <c:pt idx="2926">
                  <c:v>hendrick honda easley</c:v>
                </c:pt>
                <c:pt idx="2927">
                  <c:v>krystal motors car corp</c:v>
                </c:pt>
                <c:pt idx="2928">
                  <c:v>foreman financial  inc</c:v>
                </c:pt>
                <c:pt idx="2929">
                  <c:v>porsche of hilton head</c:v>
                </c:pt>
                <c:pt idx="2930">
                  <c:v>berglund luxury auto of roanoke</c:v>
                </c:pt>
                <c:pt idx="2931">
                  <c:v>lucas chevrolet geo inc</c:v>
                </c:pt>
                <c:pt idx="2932">
                  <c:v>acura north scottsdale</c:v>
                </c:pt>
                <c:pt idx="2933">
                  <c:v>richmond bmw crown mini of richmond</c:v>
                </c:pt>
                <c:pt idx="2934">
                  <c:v>bob frensley chrysler plymouth inc</c:v>
                </c:pt>
                <c:pt idx="2935">
                  <c:v>capistrano volkswagen</c:v>
                </c:pt>
                <c:pt idx="2936">
                  <c:v>west coast van rental</c:v>
                </c:pt>
                <c:pt idx="2937">
                  <c:v>hatch toyota</c:v>
                </c:pt>
                <c:pt idx="2938">
                  <c:v>remarketing by ge/eurosport auto</c:v>
                </c:pt>
                <c:pt idx="2939">
                  <c:v>hollywood auto center inc</c:v>
                </c:pt>
                <c:pt idx="2940">
                  <c:v>j michael enterprises</c:v>
                </c:pt>
                <c:pt idx="2941">
                  <c:v>remarketing by ge/comm financial members fcu</c:v>
                </c:pt>
                <c:pt idx="2942">
                  <c:v>landrover jacksonville</c:v>
                </c:pt>
                <c:pt idx="2943">
                  <c:v>asbury inventory bank</c:v>
                </c:pt>
                <c:pt idx="2944">
                  <c:v>markquart motors</c:v>
                </c:pt>
                <c:pt idx="2945">
                  <c:v>chapman honda</c:v>
                </c:pt>
                <c:pt idx="2946">
                  <c:v>onemain rem/freedom inc dba freedom auto group</c:v>
                </c:pt>
                <c:pt idx="2947">
                  <c:v>area 51 truck &amp; auto sales llc</c:v>
                </c:pt>
                <c:pt idx="2948">
                  <c:v>harry browns family automotive</c:v>
                </c:pt>
                <c:pt idx="2949">
                  <c:v>jack f hyde auto brokers</c:v>
                </c:pt>
                <c:pt idx="2950">
                  <c:v>terry inc</c:v>
                </c:pt>
                <c:pt idx="2951">
                  <c:v>pryor creek fleet services inc</c:v>
                </c:pt>
                <c:pt idx="2952">
                  <c:v>hillside trading llc</c:v>
                </c:pt>
                <c:pt idx="2953">
                  <c:v>beck &amp; masten pontiac gmc buick gulf freeway</c:v>
                </c:pt>
                <c:pt idx="2954">
                  <c:v>victoria auto</c:v>
                </c:pt>
                <c:pt idx="2955">
                  <c:v>dave syverson ford lin mer</c:v>
                </c:pt>
                <c:pt idx="2956">
                  <c:v>kia motors america/isg</c:v>
                </c:pt>
                <c:pt idx="2957">
                  <c:v>criswell chrysler jeep dodge</c:v>
                </c:pt>
                <c:pt idx="2958">
                  <c:v>larson ford inc</c:v>
                </c:pt>
                <c:pt idx="2959">
                  <c:v>toyota of slidell</c:v>
                </c:pt>
                <c:pt idx="2960">
                  <c:v>camino real chevrolet</c:v>
                </c:pt>
                <c:pt idx="2961">
                  <c:v>toyota volvo of keene</c:v>
                </c:pt>
                <c:pt idx="2962">
                  <c:v>sheehan buick gmc  inc</c:v>
                </c:pt>
                <c:pt idx="2963">
                  <c:v>onemain rem/american auto credit inc</c:v>
                </c:pt>
                <c:pt idx="2964">
                  <c:v>arms across america</c:v>
                </c:pt>
                <c:pt idx="2965">
                  <c:v>primeritus remarketing/national auto plaza</c:v>
                </c:pt>
                <c:pt idx="2966">
                  <c:v>moshina motors inc</c:v>
                </c:pt>
                <c:pt idx="2967">
                  <c:v>patrick vienneau autos inc</c:v>
                </c:pt>
                <c:pt idx="2968">
                  <c:v>kern auto remarketing</c:v>
                </c:pt>
                <c:pt idx="2969">
                  <c:v>barberas autoland</c:v>
                </c:pt>
                <c:pt idx="2970">
                  <c:v>great lakes auto purchasing and wholesale</c:v>
                </c:pt>
                <c:pt idx="2971">
                  <c:v>afg/champion cu</c:v>
                </c:pt>
                <c:pt idx="2972">
                  <c:v>ascend federal credit union</c:v>
                </c:pt>
                <c:pt idx="2973">
                  <c:v>smoaks auto sales</c:v>
                </c:pt>
                <c:pt idx="2974">
                  <c:v>planet chrysler dodge jeep ram</c:v>
                </c:pt>
                <c:pt idx="2975">
                  <c:v>gainesville chrysler dodge jeep</c:v>
                </c:pt>
                <c:pt idx="2976">
                  <c:v>mercedes-benz of houston north</c:v>
                </c:pt>
                <c:pt idx="2977">
                  <c:v>capital ford lincoln of rocky mount</c:v>
                </c:pt>
                <c:pt idx="2978">
                  <c:v>dch freehold nissan</c:v>
                </c:pt>
                <c:pt idx="2979">
                  <c:v>fred anderson nissan of raleigh</c:v>
                </c:pt>
                <c:pt idx="2980">
                  <c:v>humberview buick gmc</c:v>
                </c:pt>
                <c:pt idx="2981">
                  <c:v>lexus of san diego</c:v>
                </c:pt>
                <c:pt idx="2982">
                  <c:v>bakersfield audi</c:v>
                </c:pt>
                <c:pt idx="2983">
                  <c:v>stevens creek bmw</c:v>
                </c:pt>
                <c:pt idx="2984">
                  <c:v>chapman ford of lancaster</c:v>
                </c:pt>
                <c:pt idx="2985">
                  <c:v>betterway leasing llc</c:v>
                </c:pt>
                <c:pt idx="2986">
                  <c:v>automax</c:v>
                </c:pt>
                <c:pt idx="2987">
                  <c:v>boss auto premier</c:v>
                </c:pt>
                <c:pt idx="2988">
                  <c:v>ron bouchard auto sales inc</c:v>
                </c:pt>
                <c:pt idx="2989">
                  <c:v>budget truck sales</c:v>
                </c:pt>
                <c:pt idx="2990">
                  <c:v>stevinson imports inc</c:v>
                </c:pt>
                <c:pt idx="2991">
                  <c:v>onemain rem/silva auto sales</c:v>
                </c:pt>
                <c:pt idx="2992">
                  <c:v>international credit inc</c:v>
                </c:pt>
                <c:pt idx="2993">
                  <c:v>active auto sales inc</c:v>
                </c:pt>
                <c:pt idx="2994">
                  <c:v>brown's chantilly mazda</c:v>
                </c:pt>
                <c:pt idx="2995">
                  <c:v>overland park mazda</c:v>
                </c:pt>
                <c:pt idx="2996">
                  <c:v>horizon ford</c:v>
                </c:pt>
                <c:pt idx="2997">
                  <c:v>warner robins chrysler jeep dodge</c:v>
                </c:pt>
                <c:pt idx="2998">
                  <c:v>palm beach county sheriff's office</c:v>
                </c:pt>
                <c:pt idx="2999">
                  <c:v>cumberland toyota</c:v>
                </c:pt>
                <c:pt idx="3000">
                  <c:v>cheltenham motors inc</c:v>
                </c:pt>
                <c:pt idx="3001">
                  <c:v>remarketing by ge/midsouth capital lp</c:v>
                </c:pt>
                <c:pt idx="3002">
                  <c:v>exotic motors imports  llc</c:v>
                </c:pt>
                <c:pt idx="3003">
                  <c:v>car connection inc</c:v>
                </c:pt>
                <c:pt idx="3004">
                  <c:v>burns &amp; mcdonnell fleet</c:v>
                </c:pt>
                <c:pt idx="3005">
                  <c:v>pinellas fcu</c:v>
                </c:pt>
                <c:pt idx="3006">
                  <c:v>standley  p.m. corporation(2)</c:v>
                </c:pt>
                <c:pt idx="3007">
                  <c:v>best car buys iii</c:v>
                </c:pt>
                <c:pt idx="3008">
                  <c:v>mac churchhill auto mall</c:v>
                </c:pt>
                <c:pt idx="3009">
                  <c:v>lucky seven auto group inc</c:v>
                </c:pt>
                <c:pt idx="3010">
                  <c:v>mazda knoxville</c:v>
                </c:pt>
                <c:pt idx="3011">
                  <c:v>bravo chevrolet cadillac</c:v>
                </c:pt>
                <c:pt idx="3012">
                  <c:v>all pro sales &amp; leasing inc</c:v>
                </c:pt>
                <c:pt idx="3013">
                  <c:v>bell lexus</c:v>
                </c:pt>
                <c:pt idx="3014">
                  <c:v>silver auto sales inc</c:v>
                </c:pt>
                <c:pt idx="3015">
                  <c:v>larry h miller toyota corona</c:v>
                </c:pt>
                <c:pt idx="3016">
                  <c:v>onesource/ralph hayes toyota</c:v>
                </c:pt>
                <c:pt idx="3017">
                  <c:v>northwest bmw</c:v>
                </c:pt>
                <c:pt idx="3018">
                  <c:v>nationwide motor vehicles</c:v>
                </c:pt>
                <c:pt idx="3019">
                  <c:v>phh management services</c:v>
                </c:pt>
                <c:pt idx="3020">
                  <c:v>goodfellas auto sales llc</c:v>
                </c:pt>
                <c:pt idx="3021">
                  <c:v>autonation ford arlington</c:v>
                </c:pt>
                <c:pt idx="3022">
                  <c:v>hutch chrysler dodge jeep ram</c:v>
                </c:pt>
                <c:pt idx="3023">
                  <c:v>las vegas auto sports</c:v>
                </c:pt>
                <c:pt idx="3024">
                  <c:v>honda cars of mckinney</c:v>
                </c:pt>
                <c:pt idx="3025">
                  <c:v>rosenthal jaguar landrover of tysons corner</c:v>
                </c:pt>
                <c:pt idx="3026">
                  <c:v>foreign cars international llc</c:v>
                </c:pt>
                <c:pt idx="3027">
                  <c:v>lithia nissan of fresno</c:v>
                </c:pt>
                <c:pt idx="3028">
                  <c:v>primeritus remarketing/bank of hawaii</c:v>
                </c:pt>
                <c:pt idx="3029">
                  <c:v>road america auto finance llc</c:v>
                </c:pt>
                <c:pt idx="3030">
                  <c:v>elite car sales west inc</c:v>
                </c:pt>
                <c:pt idx="3031">
                  <c:v>north county auto wholesale</c:v>
                </c:pt>
                <c:pt idx="3032">
                  <c:v>peddle llc</c:v>
                </c:pt>
                <c:pt idx="3033">
                  <c:v>crossroads ford lincoln of shelby</c:v>
                </c:pt>
                <c:pt idx="3034">
                  <c:v>miller bros</c:v>
                </c:pt>
                <c:pt idx="3035">
                  <c:v>lampe chrysler dodge jeep ram</c:v>
                </c:pt>
                <c:pt idx="3036">
                  <c:v>ford country of lewisville</c:v>
                </c:pt>
                <c:pt idx="3037">
                  <c:v>manheim palm beach</c:v>
                </c:pt>
                <c:pt idx="3038">
                  <c:v>lease plan/napleton cadillac</c:v>
                </c:pt>
                <c:pt idx="3039">
                  <c:v>best way autos</c:v>
                </c:pt>
                <c:pt idx="3040">
                  <c:v>chiefland chrys dodge jeep inc</c:v>
                </c:pt>
                <c:pt idx="3041">
                  <c:v>j &amp; k auto gallery inc</c:v>
                </c:pt>
                <c:pt idx="3042">
                  <c:v>lee hyundai inc</c:v>
                </c:pt>
                <c:pt idx="3043">
                  <c:v>import exchange inc</c:v>
                </c:pt>
                <c:pt idx="3044">
                  <c:v>the sewickley car store inc</c:v>
                </c:pt>
                <c:pt idx="3045">
                  <c:v>the auto site inc</c:v>
                </c:pt>
                <c:pt idx="3046">
                  <c:v>jeff johnson chevrolet inc</c:v>
                </c:pt>
                <c:pt idx="3047">
                  <c:v>boggess automotive group llc</c:v>
                </c:pt>
                <c:pt idx="3048">
                  <c:v>remarketing by ge/michigan state university fcu</c:v>
                </c:pt>
                <c:pt idx="3049">
                  <c:v>ed morse mazda lakeland</c:v>
                </c:pt>
                <c:pt idx="3050">
                  <c:v>remarketing by ge/alliant credit union</c:v>
                </c:pt>
                <c:pt idx="3051">
                  <c:v>somerville national lease &amp; rentals ltd</c:v>
                </c:pt>
                <c:pt idx="3052">
                  <c:v>north america financial</c:v>
                </c:pt>
                <c:pt idx="3053">
                  <c:v>s e r autobrokers llc</c:v>
                </c:pt>
                <c:pt idx="3054">
                  <c:v>nissan of fort worth</c:v>
                </c:pt>
                <c:pt idx="3055">
                  <c:v>motor werks of hoffman estates inc</c:v>
                </c:pt>
                <c:pt idx="3056">
                  <c:v>joe rizza ford of orland park inc</c:v>
                </c:pt>
                <c:pt idx="3057">
                  <c:v>euro auto collection inc</c:v>
                </c:pt>
                <c:pt idx="3058">
                  <c:v>floorplan xpress</c:v>
                </c:pt>
                <c:pt idx="3059">
                  <c:v>stanley chevrolet buick gmc gatesville</c:v>
                </c:pt>
                <c:pt idx="3060">
                  <c:v>budget rent a car/san antonio</c:v>
                </c:pt>
                <c:pt idx="3061">
                  <c:v>hot deals auto</c:v>
                </c:pt>
                <c:pt idx="3062">
                  <c:v>phil long ford of denver llc</c:v>
                </c:pt>
                <c:pt idx="3063">
                  <c:v>remarketing by ge/affiliated financial corp</c:v>
                </c:pt>
                <c:pt idx="3064">
                  <c:v>enterprise car sales/tulsa</c:v>
                </c:pt>
                <c:pt idx="3065">
                  <c:v>mesa leasing company</c:v>
                </c:pt>
                <c:pt idx="3066">
                  <c:v>rick case hyundai</c:v>
                </c:pt>
                <c:pt idx="3067">
                  <c:v>autonation chevrolet delray</c:v>
                </c:pt>
                <c:pt idx="3068">
                  <c:v>auto centers nissan inc</c:v>
                </c:pt>
                <c:pt idx="3069">
                  <c:v>educational system fcu</c:v>
                </c:pt>
                <c:pt idx="3070">
                  <c:v>westmont m imports inc</c:v>
                </c:pt>
                <c:pt idx="3071">
                  <c:v>manheim pittsburgh</c:v>
                </c:pt>
                <c:pt idx="3072">
                  <c:v>dayton andrews inc</c:v>
                </c:pt>
                <c:pt idx="3073">
                  <c:v>north penn imports inc</c:v>
                </c:pt>
                <c:pt idx="3074">
                  <c:v>north branch chevrolet</c:v>
                </c:pt>
                <c:pt idx="3075">
                  <c:v>win hyundai carson</c:v>
                </c:pt>
                <c:pt idx="3076">
                  <c:v>i 10 toyota</c:v>
                </c:pt>
                <c:pt idx="3077">
                  <c:v>s w corporation</c:v>
                </c:pt>
                <c:pt idx="3078">
                  <c:v>henderson chev buick pont gmc</c:v>
                </c:pt>
                <c:pt idx="3079">
                  <c:v>landmark mazda</c:v>
                </c:pt>
                <c:pt idx="3080">
                  <c:v>automotive 360 inc</c:v>
                </c:pt>
                <c:pt idx="3081">
                  <c:v>audi nashville</c:v>
                </c:pt>
                <c:pt idx="3082">
                  <c:v>central pacific bank</c:v>
                </c:pt>
                <c:pt idx="3083">
                  <c:v>marion ford inc</c:v>
                </c:pt>
                <c:pt idx="3084">
                  <c:v>zimbrick of middleton</c:v>
                </c:pt>
                <c:pt idx="3085">
                  <c:v>bourne enterprises</c:v>
                </c:pt>
                <c:pt idx="3086">
                  <c:v>lexus of serramonte</c:v>
                </c:pt>
                <c:pt idx="3087">
                  <c:v>mid atlantic auto inc</c:v>
                </c:pt>
                <c:pt idx="3088">
                  <c:v>carey paul honda</c:v>
                </c:pt>
                <c:pt idx="3089">
                  <c:v>audi st paul</c:v>
                </c:pt>
                <c:pt idx="3090">
                  <c:v>chignoli auto sales inc</c:v>
                </c:pt>
                <c:pt idx="3091">
                  <c:v>kull auto sales inc</c:v>
                </c:pt>
                <c:pt idx="3092">
                  <c:v>cars 911</c:v>
                </c:pt>
                <c:pt idx="3093">
                  <c:v>lexus of seattle llc</c:v>
                </c:pt>
                <c:pt idx="3094">
                  <c:v>friendly finance corp</c:v>
                </c:pt>
                <c:pt idx="3095">
                  <c:v>ron schmidts used cars</c:v>
                </c:pt>
                <c:pt idx="3096">
                  <c:v>nissan dealer blend/lake norman infiniti</c:v>
                </c:pt>
                <c:pt idx="3097">
                  <c:v>tuttle click mazda</c:v>
                </c:pt>
                <c:pt idx="3098">
                  <c:v>star buick gmc cadillac</c:v>
                </c:pt>
                <c:pt idx="3099">
                  <c:v>larson chrysler jeep dodge</c:v>
                </c:pt>
                <c:pt idx="3100">
                  <c:v>prestige of mahwah inc</c:v>
                </c:pt>
                <c:pt idx="3101">
                  <c:v>capitol chevrolet buick gmc</c:v>
                </c:pt>
                <c:pt idx="3102">
                  <c:v>sullivan arc</c:v>
                </c:pt>
                <c:pt idx="3103">
                  <c:v>dulles jeep kia subaru</c:v>
                </c:pt>
                <c:pt idx="3104">
                  <c:v>federal asset remarketing services</c:v>
                </c:pt>
                <c:pt idx="3105">
                  <c:v>harr chrysler jeep dodge</c:v>
                </c:pt>
                <c:pt idx="3106">
                  <c:v>five star chevrolet cadillac</c:v>
                </c:pt>
                <c:pt idx="3107">
                  <c:v>autonation nissan miami</c:v>
                </c:pt>
                <c:pt idx="3108">
                  <c:v>marios auto wholesale</c:v>
                </c:pt>
                <c:pt idx="3109">
                  <c:v>northstar ford</c:v>
                </c:pt>
                <c:pt idx="3110">
                  <c:v>nissan of union city</c:v>
                </c:pt>
                <c:pt idx="3111">
                  <c:v>autonation toyota mall of georgia</c:v>
                </c:pt>
                <c:pt idx="3112">
                  <c:v>stoudt auto sales inc</c:v>
                </c:pt>
                <c:pt idx="3113">
                  <c:v>budget rent a car/east point</c:v>
                </c:pt>
                <c:pt idx="3114">
                  <c:v>autoflex leasing</c:v>
                </c:pt>
                <c:pt idx="3115">
                  <c:v>walser nissan</c:v>
                </c:pt>
                <c:pt idx="3116">
                  <c:v>honda of gainesville</c:v>
                </c:pt>
                <c:pt idx="3117">
                  <c:v>nissan dealer blend/team nissan</c:v>
                </c:pt>
                <c:pt idx="3118">
                  <c:v>swo</c:v>
                </c:pt>
                <c:pt idx="3119">
                  <c:v>courtesy chevrolet</c:v>
                </c:pt>
                <c:pt idx="3120">
                  <c:v>strosnider chevrolet inc</c:v>
                </c:pt>
                <c:pt idx="3121">
                  <c:v>porter nissan buick</c:v>
                </c:pt>
                <c:pt idx="3122">
                  <c:v>bettenhausen motor sales inc</c:v>
                </c:pt>
                <c:pt idx="3123">
                  <c:v>roush honda</c:v>
                </c:pt>
                <c:pt idx="3124">
                  <c:v>hgreg.com</c:v>
                </c:pt>
                <c:pt idx="3125">
                  <c:v>semo motor co</c:v>
                </c:pt>
                <c:pt idx="3126">
                  <c:v>charlie cheap car</c:v>
                </c:pt>
                <c:pt idx="3127">
                  <c:v>street smart auto brokers</c:v>
                </c:pt>
                <c:pt idx="3128">
                  <c:v>autolink sales llc</c:v>
                </c:pt>
                <c:pt idx="3129">
                  <c:v>ars/enterprise rent a car</c:v>
                </c:pt>
                <c:pt idx="3130">
                  <c:v>the faricy boys</c:v>
                </c:pt>
                <c:pt idx="3131">
                  <c:v>educators credit union</c:v>
                </c:pt>
                <c:pt idx="3132">
                  <c:v>car drop</c:v>
                </c:pt>
                <c:pt idx="3133">
                  <c:v>smart auto</c:v>
                </c:pt>
                <c:pt idx="3134">
                  <c:v>centennial buick gmc</c:v>
                </c:pt>
                <c:pt idx="3135">
                  <c:v>chings trading</c:v>
                </c:pt>
                <c:pt idx="3136">
                  <c:v>new concepts leasing inc</c:v>
                </c:pt>
                <c:pt idx="3137">
                  <c:v>international honda</c:v>
                </c:pt>
                <c:pt idx="3138">
                  <c:v>alliance motor cars</c:v>
                </c:pt>
                <c:pt idx="3139">
                  <c:v>lindsay volkswagen of dulles</c:v>
                </c:pt>
                <c:pt idx="3140">
                  <c:v>atlanta dealer trades inc</c:v>
                </c:pt>
                <c:pt idx="3141">
                  <c:v>coulter nissan</c:v>
                </c:pt>
                <c:pt idx="3142">
                  <c:v>toyota of orange</c:v>
                </c:pt>
                <c:pt idx="3143">
                  <c:v>central florida postal credit union</c:v>
                </c:pt>
                <c:pt idx="3144">
                  <c:v>remktgedge/td bank/specialty</c:v>
                </c:pt>
                <c:pt idx="3145">
                  <c:v>college park motor cars inc</c:v>
                </c:pt>
                <c:pt idx="3146">
                  <c:v>cure inc</c:v>
                </c:pt>
                <c:pt idx="3147">
                  <c:v>sunset auto</c:v>
                </c:pt>
                <c:pt idx="3148">
                  <c:v>mercedes-benz of nashville</c:v>
                </c:pt>
                <c:pt idx="3149">
                  <c:v>new city funding</c:v>
                </c:pt>
                <c:pt idx="3150">
                  <c:v>south county auto center</c:v>
                </c:pt>
                <c:pt idx="3151">
                  <c:v>wyatt johnson automotive group inc</c:v>
                </c:pt>
                <c:pt idx="3152">
                  <c:v>ltd ford lincoln</c:v>
                </c:pt>
                <c:pt idx="3153">
                  <c:v>onemain rem/master car center</c:v>
                </c:pt>
                <c:pt idx="3154">
                  <c:v>crown direct llc</c:v>
                </c:pt>
                <c:pt idx="3155">
                  <c:v>crown hyundai</c:v>
                </c:pt>
                <c:pt idx="3156">
                  <c:v>cars unlimited niagara</c:v>
                </c:pt>
                <c:pt idx="3157">
                  <c:v>curry hyundai subaru</c:v>
                </c:pt>
                <c:pt idx="3158">
                  <c:v>victory auto sales inc</c:v>
                </c:pt>
                <c:pt idx="3159">
                  <c:v>pacifico ford inc</c:v>
                </c:pt>
                <c:pt idx="3160">
                  <c:v>hampton roads finance company</c:v>
                </c:pt>
                <c:pt idx="3161">
                  <c:v>m and m auto sales</c:v>
                </c:pt>
                <c:pt idx="3162">
                  <c:v>buddys auto sales llc</c:v>
                </c:pt>
                <c:pt idx="3163">
                  <c:v>spooner sales inc</c:v>
                </c:pt>
                <c:pt idx="3164">
                  <c:v>manheim north carolina</c:v>
                </c:pt>
                <c:pt idx="3165">
                  <c:v>shults ford lincoln</c:v>
                </c:pt>
                <c:pt idx="3166">
                  <c:v>future auto sales inc</c:v>
                </c:pt>
                <c:pt idx="3167">
                  <c:v>medlin hyundai</c:v>
                </c:pt>
                <c:pt idx="3168">
                  <c:v>lexus of south atlanta</c:v>
                </c:pt>
                <c:pt idx="3169">
                  <c:v>stanley ford mercury - eastland</c:v>
                </c:pt>
                <c:pt idx="3170">
                  <c:v>gary smith ford inc</c:v>
                </c:pt>
                <c:pt idx="3171">
                  <c:v>primeritus remarketing/midwest auto mart llc</c:v>
                </c:pt>
                <c:pt idx="3172">
                  <c:v>u save auto rental</c:v>
                </c:pt>
                <c:pt idx="3173">
                  <c:v>faulkner honda used cars</c:v>
                </c:pt>
                <c:pt idx="3174">
                  <c:v>classic audi</c:v>
                </c:pt>
                <c:pt idx="3175">
                  <c:v>fremont chevrolet</c:v>
                </c:pt>
                <c:pt idx="3176">
                  <c:v>orr bmw</c:v>
                </c:pt>
                <c:pt idx="3177">
                  <c:v>aristocrat motors</c:v>
                </c:pt>
                <c:pt idx="3178">
                  <c:v>pennstar bank/nbt bank na</c:v>
                </c:pt>
                <c:pt idx="3179">
                  <c:v>cabe toyota</c:v>
                </c:pt>
                <c:pt idx="3180">
                  <c:v>mcdonald independent pre owned subaru jeep</c:v>
                </c:pt>
                <c:pt idx="3181">
                  <c:v>autoshow sales and service</c:v>
                </c:pt>
                <c:pt idx="3182">
                  <c:v>800cash247</c:v>
                </c:pt>
                <c:pt idx="3183">
                  <c:v>lithia hyundai of fresno</c:v>
                </c:pt>
                <c:pt idx="3184">
                  <c:v>land rover redwood city</c:v>
                </c:pt>
                <c:pt idx="3185">
                  <c:v>wesley chapel toyota</c:v>
                </c:pt>
                <c:pt idx="3186">
                  <c:v>gene latta ford inc</c:v>
                </c:pt>
                <c:pt idx="3187">
                  <c:v>doan buick gmc</c:v>
                </c:pt>
                <c:pt idx="3188">
                  <c:v>riverside hyundai</c:v>
                </c:pt>
                <c:pt idx="3189">
                  <c:v>flag/cotroneo auto group</c:v>
                </c:pt>
                <c:pt idx="3190">
                  <c:v>la costa auto sales</c:v>
                </c:pt>
                <c:pt idx="3191">
                  <c:v>sun motor cars bmw</c:v>
                </c:pt>
                <c:pt idx="3192">
                  <c:v>bmw of nashville</c:v>
                </c:pt>
                <c:pt idx="3193">
                  <c:v>admiral leasing</c:v>
                </c:pt>
                <c:pt idx="3194">
                  <c:v>south coast subaru</c:v>
                </c:pt>
                <c:pt idx="3195">
                  <c:v>allstate remarketing service inc</c:v>
                </c:pt>
                <c:pt idx="3196">
                  <c:v>diablo motors</c:v>
                </c:pt>
                <c:pt idx="3197">
                  <c:v>boardwalk honda</c:v>
                </c:pt>
                <c:pt idx="3198">
                  <c:v>primeritus remarketing/austin century auto sales</c:v>
                </c:pt>
                <c:pt idx="3199">
                  <c:v>corporate america family credit union</c:v>
                </c:pt>
                <c:pt idx="3200">
                  <c:v>stephen wade auto center</c:v>
                </c:pt>
                <c:pt idx="3201">
                  <c:v>crown dodge of fayetteville</c:v>
                </c:pt>
                <c:pt idx="3202">
                  <c:v>city auto</c:v>
                </c:pt>
                <c:pt idx="3203">
                  <c:v>younger toyota</c:v>
                </c:pt>
                <c:pt idx="3204">
                  <c:v>infiniti of syracuse</c:v>
                </c:pt>
                <c:pt idx="3205">
                  <c:v>remarketing by ge/yusim</c:v>
                </c:pt>
                <c:pt idx="3206">
                  <c:v>delray auto mall</c:v>
                </c:pt>
                <c:pt idx="3207">
                  <c:v>southwest business corporation</c:v>
                </c:pt>
                <c:pt idx="3208">
                  <c:v>sunbelt chrysler jeep dodge inc</c:v>
                </c:pt>
                <c:pt idx="3209">
                  <c:v>mtn. view nissan  inc.</c:v>
                </c:pt>
                <c:pt idx="3210">
                  <c:v>rothrock motor sales inc</c:v>
                </c:pt>
                <c:pt idx="3211">
                  <c:v>virginia select auto</c:v>
                </c:pt>
                <c:pt idx="3212">
                  <c:v>munday chevrolet</c:v>
                </c:pt>
                <c:pt idx="3213">
                  <c:v>ss motors llc</c:v>
                </c:pt>
                <c:pt idx="3214">
                  <c:v>enterprise rent a car/london</c:v>
                </c:pt>
                <c:pt idx="3215">
                  <c:v>automart</c:v>
                </c:pt>
                <c:pt idx="3216">
                  <c:v>orlando car connection</c:v>
                </c:pt>
                <c:pt idx="3217">
                  <c:v>brand automotive financial services</c:v>
                </c:pt>
                <c:pt idx="3218">
                  <c:v>freeway investments</c:v>
                </c:pt>
                <c:pt idx="3219">
                  <c:v>primeritus remarketing/gateway affordable motors</c:v>
                </c:pt>
                <c:pt idx="3220">
                  <c:v>budget sales &amp; leasing</c:v>
                </c:pt>
                <c:pt idx="3221">
                  <c:v>aubrey alexander toyota</c:v>
                </c:pt>
                <c:pt idx="3222">
                  <c:v>bmw of fort myers</c:v>
                </c:pt>
                <c:pt idx="3223">
                  <c:v>north main motors inc</c:v>
                </c:pt>
                <c:pt idx="3224">
                  <c:v>mark one financial</c:v>
                </c:pt>
                <c:pt idx="3225">
                  <c:v>u save car &amp; truck renta</c:v>
                </c:pt>
                <c:pt idx="3226">
                  <c:v>five star auto sales corp.</c:v>
                </c:pt>
                <c:pt idx="3227">
                  <c:v>braman honda</c:v>
                </c:pt>
                <c:pt idx="3228">
                  <c:v>atlantic coast remarketing inc/jam</c:v>
                </c:pt>
                <c:pt idx="3229">
                  <c:v>marion motors llc</c:v>
                </c:pt>
                <c:pt idx="3230">
                  <c:v>autonation ford miami</c:v>
                </c:pt>
                <c:pt idx="3231">
                  <c:v>lokey nissan</c:v>
                </c:pt>
                <c:pt idx="3232">
                  <c:v>adventure rv &amp; auto sales inc</c:v>
                </c:pt>
                <c:pt idx="3233">
                  <c:v>frank kent honda</c:v>
                </c:pt>
                <c:pt idx="3234">
                  <c:v>pacific porsche</c:v>
                </c:pt>
                <c:pt idx="3235">
                  <c:v>gosch hyundai</c:v>
                </c:pt>
                <c:pt idx="3236">
                  <c:v>goyetteauto.com</c:v>
                </c:pt>
                <c:pt idx="3237">
                  <c:v>colonial toyota</c:v>
                </c:pt>
                <c:pt idx="3238">
                  <c:v>frederick chev cad olds</c:v>
                </c:pt>
                <c:pt idx="3239">
                  <c:v>dtag</c:v>
                </c:pt>
                <c:pt idx="3240">
                  <c:v>performance lexus</c:v>
                </c:pt>
                <c:pt idx="3241">
                  <c:v>auto/magic car sales</c:v>
                </c:pt>
                <c:pt idx="3242">
                  <c:v>laurel toyota scion</c:v>
                </c:pt>
                <c:pt idx="3243">
                  <c:v>seth wadley ford lincoln mercury</c:v>
                </c:pt>
                <c:pt idx="3244">
                  <c:v>gilboy automotive group</c:v>
                </c:pt>
                <c:pt idx="3245">
                  <c:v>norris ford</c:v>
                </c:pt>
                <c:pt idx="3246">
                  <c:v>roswell auto brokers inc</c:v>
                </c:pt>
                <c:pt idx="3247">
                  <c:v>ken stillwell ford merc inc</c:v>
                </c:pt>
                <c:pt idx="3248">
                  <c:v>apple honda isuzu chrysler plymouth</c:v>
                </c:pt>
                <c:pt idx="3249">
                  <c:v>broward county sheriffs office</c:v>
                </c:pt>
                <c:pt idx="3250">
                  <c:v>comfort auto rental/leasing dba comfort auto</c:v>
                </c:pt>
                <c:pt idx="3251">
                  <c:v>darcars toyota of baltimore</c:v>
                </c:pt>
                <c:pt idx="3252">
                  <c:v>wells auto group</c:v>
                </c:pt>
                <c:pt idx="3253">
                  <c:v>coventry auto sales</c:v>
                </c:pt>
                <c:pt idx="3254">
                  <c:v>mcgee's used cars</c:v>
                </c:pt>
                <c:pt idx="3255">
                  <c:v>high country auto center  inc.</c:v>
                </c:pt>
                <c:pt idx="3256">
                  <c:v>renew wholesale auto sales inc</c:v>
                </c:pt>
                <c:pt idx="3257">
                  <c:v>rehoboth beach motor cars</c:v>
                </c:pt>
                <c:pt idx="3258">
                  <c:v>albert &amp; jack inc</c:v>
                </c:pt>
                <c:pt idx="3259">
                  <c:v>mikhail okhtenberg</c:v>
                </c:pt>
                <c:pt idx="3260">
                  <c:v>crown honda of southpoint</c:v>
                </c:pt>
                <c:pt idx="3261">
                  <c:v>nissan dealer blend/holman infiniti</c:v>
                </c:pt>
                <c:pt idx="3262">
                  <c:v>rb motor finance/dba avis</c:v>
                </c:pt>
                <c:pt idx="3263">
                  <c:v>repo remarketing/obee fcu</c:v>
                </c:pt>
                <c:pt idx="3264">
                  <c:v>glesby marks corporation</c:v>
                </c:pt>
                <c:pt idx="3265">
                  <c:v>auto connect</c:v>
                </c:pt>
                <c:pt idx="3266">
                  <c:v>sky motor cars</c:v>
                </c:pt>
                <c:pt idx="3267">
                  <c:v>rays wholesale auto sales llc</c:v>
                </c:pt>
                <c:pt idx="3268">
                  <c:v>remarketing by ge/manheim louisville</c:v>
                </c:pt>
                <c:pt idx="3269">
                  <c:v>remarketing by ge/manheim albany</c:v>
                </c:pt>
                <c:pt idx="3270">
                  <c:v>ace auto wholesale inc</c:v>
                </c:pt>
                <c:pt idx="3271">
                  <c:v>five star toyota of milledgeville</c:v>
                </c:pt>
                <c:pt idx="3272">
                  <c:v>corona nissan</c:v>
                </c:pt>
                <c:pt idx="3273">
                  <c:v>remarketing by ge/mission fcu</c:v>
                </c:pt>
                <c:pt idx="3274">
                  <c:v>napletons auto werks inc</c:v>
                </c:pt>
                <c:pt idx="3275">
                  <c:v>quality auto wholesale llc</c:v>
                </c:pt>
                <c:pt idx="3276">
                  <c:v>fx caprara vlkwg trailer sales</c:v>
                </c:pt>
                <c:pt idx="3277">
                  <c:v>faulkner buick gmc</c:v>
                </c:pt>
                <c:pt idx="3278">
                  <c:v>victory mitsubishi</c:v>
                </c:pt>
                <c:pt idx="3279">
                  <c:v>remarketing by ge/arnie yusim leasing</c:v>
                </c:pt>
                <c:pt idx="3280">
                  <c:v>allen samuels chrysler dodge jeep ram</c:v>
                </c:pt>
                <c:pt idx="3281">
                  <c:v>maxwell chrysler jeep dodge</c:v>
                </c:pt>
                <c:pt idx="3282">
                  <c:v>love field chrysler dodge jeep ram</c:v>
                </c:pt>
                <c:pt idx="3283">
                  <c:v>hanover honda</c:v>
                </c:pt>
                <c:pt idx="3284">
                  <c:v>browns alexandria mazda</c:v>
                </c:pt>
                <c:pt idx="3285">
                  <c:v>mei finance</c:v>
                </c:pt>
                <c:pt idx="3286">
                  <c:v>first flight federal credit union</c:v>
                </c:pt>
                <c:pt idx="3287">
                  <c:v>toyota of somerset</c:v>
                </c:pt>
                <c:pt idx="3288">
                  <c:v>giles nissan</c:v>
                </c:pt>
                <c:pt idx="3289">
                  <c:v>stanley ford-mcgregor</c:v>
                </c:pt>
                <c:pt idx="3290">
                  <c:v>leto auto exchange</c:v>
                </c:pt>
                <c:pt idx="3291">
                  <c:v>autonation toyota gulf freeway</c:v>
                </c:pt>
                <c:pt idx="3292">
                  <c:v>good car company inc</c:v>
                </c:pt>
                <c:pt idx="3293">
                  <c:v>atlantic coast remarketing inc/baci</c:v>
                </c:pt>
                <c:pt idx="3294">
                  <c:v>united auto credit/atlanta</c:v>
                </c:pt>
                <c:pt idx="3295">
                  <c:v>grove dodge chrysler jeep</c:v>
                </c:pt>
                <c:pt idx="3296">
                  <c:v>remarketing by ge/film vehicle services</c:v>
                </c:pt>
                <c:pt idx="3297">
                  <c:v>west hills chrysler jeep</c:v>
                </c:pt>
                <c:pt idx="3298">
                  <c:v>flowers nissan</c:v>
                </c:pt>
                <c:pt idx="3299">
                  <c:v>flag/jaguar of tampa</c:v>
                </c:pt>
                <c:pt idx="3300">
                  <c:v>image fleet &amp; lease sales llc</c:v>
                </c:pt>
                <c:pt idx="3301">
                  <c:v>kb express auto sales</c:v>
                </c:pt>
                <c:pt idx="3302">
                  <c:v>bank of hawaii auto leasing department</c:v>
                </c:pt>
                <c:pt idx="3303">
                  <c:v>go auto finance</c:v>
                </c:pt>
                <c:pt idx="3304">
                  <c:v>remarketing by ge/mccoy leasing &amp; finance inc</c:v>
                </c:pt>
                <c:pt idx="3305">
                  <c:v>b &amp; j wholesale inc</c:v>
                </c:pt>
                <c:pt idx="3306">
                  <c:v>telhio credit union</c:v>
                </c:pt>
                <c:pt idx="3307">
                  <c:v>ooak motor group</c:v>
                </c:pt>
                <c:pt idx="3308">
                  <c:v>west financial acceptance</c:v>
                </c:pt>
                <c:pt idx="3309">
                  <c:v>morrissey motor company</c:v>
                </c:pt>
                <c:pt idx="3310">
                  <c:v>flag/left lane exotics llc</c:v>
                </c:pt>
                <c:pt idx="3311">
                  <c:v>j &amp; m auto sales</c:v>
                </c:pt>
                <c:pt idx="3312">
                  <c:v>premier motors-leasing  inc.</c:v>
                </c:pt>
                <c:pt idx="3313">
                  <c:v>arc financial</c:v>
                </c:pt>
                <c:pt idx="3314">
                  <c:v>byers ford llc</c:v>
                </c:pt>
                <c:pt idx="3315">
                  <c:v>al hendrickson toyota</c:v>
                </c:pt>
                <c:pt idx="3316">
                  <c:v>b a motor co ltd</c:v>
                </c:pt>
                <c:pt idx="3317">
                  <c:v>toms truck center inc</c:v>
                </c:pt>
                <c:pt idx="3318">
                  <c:v>beechmont audi inc</c:v>
                </c:pt>
                <c:pt idx="3319">
                  <c:v>faulkner bmw</c:v>
                </c:pt>
                <c:pt idx="3320">
                  <c:v>automotive holding co ltd</c:v>
                </c:pt>
                <c:pt idx="3321">
                  <c:v>curry auto center inc</c:v>
                </c:pt>
                <c:pt idx="3322">
                  <c:v>allegacy fcu</c:v>
                </c:pt>
                <c:pt idx="3323">
                  <c:v>globul</c:v>
                </c:pt>
                <c:pt idx="3324">
                  <c:v>town and country motors</c:v>
                </c:pt>
                <c:pt idx="3325">
                  <c:v>tuttle clicks tustin chrysler jeep dodge</c:v>
                </c:pt>
                <c:pt idx="3326">
                  <c:v>united imports</c:v>
                </c:pt>
                <c:pt idx="3327">
                  <c:v>healey ford lincoln llc</c:v>
                </c:pt>
                <c:pt idx="3328">
                  <c:v>rudolph honda</c:v>
                </c:pt>
                <c:pt idx="3329">
                  <c:v>barter holdings inc.</c:v>
                </c:pt>
                <c:pt idx="3330">
                  <c:v>c &amp; f remarketing llc</c:v>
                </c:pt>
                <c:pt idx="3331">
                  <c:v>fred anderson kia</c:v>
                </c:pt>
                <c:pt idx="3332">
                  <c:v>classic honda</c:v>
                </c:pt>
                <c:pt idx="3333">
                  <c:v>auto house llc</c:v>
                </c:pt>
                <c:pt idx="3334">
                  <c:v>bmw of west houston</c:v>
                </c:pt>
                <c:pt idx="3335">
                  <c:v>mercedes benz of sugarland</c:v>
                </c:pt>
                <c:pt idx="3336">
                  <c:v>brown's volkswagen suzuki</c:v>
                </c:pt>
                <c:pt idx="3337">
                  <c:v>baxter volkswagen</c:v>
                </c:pt>
                <c:pt idx="3338">
                  <c:v>huffines chrysler jeep dodge</c:v>
                </c:pt>
                <c:pt idx="3339">
                  <c:v>fairfield honda</c:v>
                </c:pt>
                <c:pt idx="3340">
                  <c:v>o'brien's automotive group</c:v>
                </c:pt>
                <c:pt idx="3341">
                  <c:v>d'amico chrysler dodge jeep</c:v>
                </c:pt>
                <c:pt idx="3342">
                  <c:v>national remarketing services</c:v>
                </c:pt>
                <c:pt idx="3343">
                  <c:v>h&amp;h chevrolet llc</c:v>
                </c:pt>
                <c:pt idx="3344">
                  <c:v>onemain rem/true credit auto wholesale</c:v>
                </c:pt>
                <c:pt idx="3345">
                  <c:v>century buick gmc</c:v>
                </c:pt>
                <c:pt idx="3346">
                  <c:v>desert toyota</c:v>
                </c:pt>
                <c:pt idx="3347">
                  <c:v>fred martin nissan</c:v>
                </c:pt>
                <c:pt idx="3348">
                  <c:v>autoyes</c:v>
                </c:pt>
                <c:pt idx="3349">
                  <c:v>weikert ford inc</c:v>
                </c:pt>
                <c:pt idx="3350">
                  <c:v>goss dodge inc</c:v>
                </c:pt>
                <c:pt idx="3351">
                  <c:v>bmw of houston north</c:v>
                </c:pt>
                <c:pt idx="3352">
                  <c:v>main line honda</c:v>
                </c:pt>
                <c:pt idx="3353">
                  <c:v>remarketing by ge/cardinal community cu  inc.</c:v>
                </c:pt>
                <c:pt idx="3354">
                  <c:v>plaza auto center inc</c:v>
                </c:pt>
                <c:pt idx="3355">
                  <c:v>auto one acceptance llc</c:v>
                </c:pt>
                <c:pt idx="3356">
                  <c:v>auto finance solutions</c:v>
                </c:pt>
                <c:pt idx="3357">
                  <c:v>autonation nissan delray</c:v>
                </c:pt>
                <c:pt idx="3358">
                  <c:v>credit union 1</c:v>
                </c:pt>
                <c:pt idx="3359">
                  <c:v>wesley chapel honda</c:v>
                </c:pt>
                <c:pt idx="3360">
                  <c:v>texas auto</c:v>
                </c:pt>
                <c:pt idx="3361">
                  <c:v>primeritus remarketing/american airlines</c:v>
                </c:pt>
                <c:pt idx="3362">
                  <c:v>consumer credit union</c:v>
                </c:pt>
                <c:pt idx="3363">
                  <c:v>phil moore buick gmc</c:v>
                </c:pt>
                <c:pt idx="3364">
                  <c:v>kuni lexus of greenwood village</c:v>
                </c:pt>
                <c:pt idx="3365">
                  <c:v>rudolph mazda</c:v>
                </c:pt>
                <c:pt idx="3366">
                  <c:v>hyundai mtrs of morris ct inc</c:v>
                </c:pt>
                <c:pt idx="3367">
                  <c:v>fomoco corp</c:v>
                </c:pt>
                <c:pt idx="3368">
                  <c:v>exotic motors corporation</c:v>
                </c:pt>
                <c:pt idx="3369">
                  <c:v>jacobs motors</c:v>
                </c:pt>
                <c:pt idx="3370">
                  <c:v>braman hyundai</c:v>
                </c:pt>
                <c:pt idx="3371">
                  <c:v>on trac auto sales</c:v>
                </c:pt>
                <c:pt idx="3372">
                  <c:v>frontline auto remarketing llc</c:v>
                </c:pt>
                <c:pt idx="3373">
                  <c:v>belcastro auto sales &amp; leasing</c:v>
                </c:pt>
                <c:pt idx="3374">
                  <c:v>south shore bmw</c:v>
                </c:pt>
                <c:pt idx="3375">
                  <c:v>huntington beach auto buyers</c:v>
                </c:pt>
                <c:pt idx="3376">
                  <c:v>remarketing by ge/people driven credit union</c:v>
                </c:pt>
                <c:pt idx="3377">
                  <c:v>gunn buick gmc ltd</c:v>
                </c:pt>
                <c:pt idx="3378">
                  <c:v>nissan north america - pickup request</c:v>
                </c:pt>
                <c:pt idx="3379">
                  <c:v>intermountain auto sales</c:v>
                </c:pt>
                <c:pt idx="3380">
                  <c:v>gray chrysler dodge jeep</c:v>
                </c:pt>
                <c:pt idx="3381">
                  <c:v>big joes auto sales</c:v>
                </c:pt>
                <c:pt idx="3382">
                  <c:v>larry h miller chrysler jeep dodge ram sandy</c:v>
                </c:pt>
                <c:pt idx="3383">
                  <c:v>adventure chrysler jeep</c:v>
                </c:pt>
                <c:pt idx="3384">
                  <c:v>matix motoring inc</c:v>
                </c:pt>
                <c:pt idx="3385">
                  <c:v>classic volkswagen</c:v>
                </c:pt>
                <c:pt idx="3386">
                  <c:v>goodman chevroletcadnissan inc</c:v>
                </c:pt>
                <c:pt idx="3387">
                  <c:v>healey hyundai inc</c:v>
                </c:pt>
                <c:pt idx="3388">
                  <c:v>brown's manassas kia</c:v>
                </c:pt>
                <c:pt idx="3389">
                  <c:v>jim marsh mitsubishi suzuki kia</c:v>
                </c:pt>
                <c:pt idx="3390">
                  <c:v>honda of marysville</c:v>
                </c:pt>
                <c:pt idx="3391">
                  <c:v>hertz car rental</c:v>
                </c:pt>
                <c:pt idx="3392">
                  <c:v>melody toyota</c:v>
                </c:pt>
                <c:pt idx="3393">
                  <c:v>autonation nissan orange park</c:v>
                </c:pt>
                <c:pt idx="3394">
                  <c:v>ron lewis ford</c:v>
                </c:pt>
                <c:pt idx="3395">
                  <c:v>paramount hyundai of hickory</c:v>
                </c:pt>
                <c:pt idx="3396">
                  <c:v>mac haik's southway ford</c:v>
                </c:pt>
                <c:pt idx="3397">
                  <c:v>lake gm auto center</c:v>
                </c:pt>
                <c:pt idx="3398">
                  <c:v>palmiero toyota</c:v>
                </c:pt>
                <c:pt idx="3399">
                  <c:v>co car toyota motor sales</c:v>
                </c:pt>
                <c:pt idx="3400">
                  <c:v>ferman bmw</c:v>
                </c:pt>
                <c:pt idx="3401">
                  <c:v>enterprise vehicle exchange inc. dallas</c:v>
                </c:pt>
                <c:pt idx="3402">
                  <c:v>performance toyota-scion of lavista</c:v>
                </c:pt>
                <c:pt idx="3403">
                  <c:v>hawaii usa fcu</c:v>
                </c:pt>
                <c:pt idx="3404">
                  <c:v>manheim ohio</c:v>
                </c:pt>
                <c:pt idx="3405">
                  <c:v>des plaines autoworks inc</c:v>
                </c:pt>
                <c:pt idx="3406">
                  <c:v>wholesale enterprises inc</c:v>
                </c:pt>
                <c:pt idx="3407">
                  <c:v>luxury sports &amp; imports</c:v>
                </c:pt>
                <c:pt idx="3408">
                  <c:v>master lease plan</c:v>
                </c:pt>
                <c:pt idx="3409">
                  <c:v>fields cadillac</c:v>
                </c:pt>
                <c:pt idx="3410">
                  <c:v>napleton's volkswagen of sanford</c:v>
                </c:pt>
                <c:pt idx="3411">
                  <c:v>exclusive motors</c:v>
                </c:pt>
                <c:pt idx="3412">
                  <c:v>mercedes benz of pleasanton</c:v>
                </c:pt>
                <c:pt idx="3413">
                  <c:v>mph import &amp; export inc</c:v>
                </c:pt>
                <c:pt idx="3414">
                  <c:v>advanced fleet services</c:v>
                </c:pt>
                <c:pt idx="3415">
                  <c:v>prestige toyota</c:v>
                </c:pt>
                <c:pt idx="3416">
                  <c:v>flag/dash motors inc</c:v>
                </c:pt>
                <c:pt idx="3417">
                  <c:v>premier members fcu</c:v>
                </c:pt>
                <c:pt idx="3418">
                  <c:v>lewisville mitsubishi</c:v>
                </c:pt>
                <c:pt idx="3419">
                  <c:v>the car store inc</c:v>
                </c:pt>
                <c:pt idx="3420">
                  <c:v>auto plaza</c:v>
                </c:pt>
                <c:pt idx="3421">
                  <c:v>cold lake ford</c:v>
                </c:pt>
                <c:pt idx="3422">
                  <c:v>anderson toyota scion</c:v>
                </c:pt>
                <c:pt idx="3423">
                  <c:v>remarketing by ge/manheim san diego</c:v>
                </c:pt>
                <c:pt idx="3424">
                  <c:v>porsche of fort myers</c:v>
                </c:pt>
                <c:pt idx="3425">
                  <c:v>new rogers pontiac inc</c:v>
                </c:pt>
                <c:pt idx="3426">
                  <c:v>budget rent a car of harrisburg  pa</c:v>
                </c:pt>
                <c:pt idx="3427">
                  <c:v>uag hudson cjd llc</c:v>
                </c:pt>
                <c:pt idx="3428">
                  <c:v>kolosso chrysler jeep dodge</c:v>
                </c:pt>
                <c:pt idx="3429">
                  <c:v>go right auto group</c:v>
                </c:pt>
                <c:pt idx="3430">
                  <c:v>titlemax/balcone heights tx1</c:v>
                </c:pt>
                <c:pt idx="3431">
                  <c:v>repo remarketing/arizona central credit union</c:v>
                </c:pt>
                <c:pt idx="3432">
                  <c:v>hamel chevrolet buick gmc ltee</c:v>
                </c:pt>
                <c:pt idx="3433">
                  <c:v>beaman dodge chrysler jeep ram</c:v>
                </c:pt>
                <c:pt idx="3434">
                  <c:v>gsa sales inc</c:v>
                </c:pt>
                <c:pt idx="3435">
                  <c:v>modern enterprises</c:v>
                </c:pt>
                <c:pt idx="3436">
                  <c:v>lorenzo bomnin chevrolet</c:v>
                </c:pt>
                <c:pt idx="3437">
                  <c:v>wantcar inc</c:v>
                </c:pt>
                <c:pt idx="3438">
                  <c:v>gurley leep hyundai subaru saab car city</c:v>
                </c:pt>
                <c:pt idx="3439">
                  <c:v>cowboy finance llc</c:v>
                </c:pt>
                <c:pt idx="3440">
                  <c:v>park ford of mahopac inc</c:v>
                </c:pt>
                <c:pt idx="3441">
                  <c:v>primeritus remarketing/aras</c:v>
                </c:pt>
                <c:pt idx="3442">
                  <c:v>byers imports llc</c:v>
                </c:pt>
                <c:pt idx="3443">
                  <c:v>fiserv/community bank</c:v>
                </c:pt>
                <c:pt idx="3444">
                  <c:v>augusta motor group inc.</c:v>
                </c:pt>
                <c:pt idx="3445">
                  <c:v>pegues hurst motor company</c:v>
                </c:pt>
                <c:pt idx="3446">
                  <c:v>palm beach auto group</c:v>
                </c:pt>
                <c:pt idx="3447">
                  <c:v>jaguar annapolis</c:v>
                </c:pt>
                <c:pt idx="3448">
                  <c:v>dream jeep</c:v>
                </c:pt>
                <c:pt idx="3449">
                  <c:v>avis rac/pv holding/san francisco</c:v>
                </c:pt>
                <c:pt idx="3450">
                  <c:v>lakeland toyota/lakeland scion</c:v>
                </c:pt>
                <c:pt idx="3451">
                  <c:v>mercedes benz of westminster</c:v>
                </c:pt>
                <c:pt idx="3452">
                  <c:v>hughes honda</c:v>
                </c:pt>
                <c:pt idx="3453">
                  <c:v>clay nissan of newton inc.</c:v>
                </c:pt>
                <c:pt idx="3454">
                  <c:v>landmark dodge inc</c:v>
                </c:pt>
                <c:pt idx="3455">
                  <c:v>pricedrite auto sales inc</c:v>
                </c:pt>
                <c:pt idx="3456">
                  <c:v>miracle chrysler-dodge-jeep  inc.</c:v>
                </c:pt>
                <c:pt idx="3457">
                  <c:v>bel air nissan subaru inc</c:v>
                </c:pt>
                <c:pt idx="3458">
                  <c:v>burnsville toyota</c:v>
                </c:pt>
                <c:pt idx="3459">
                  <c:v>hendrick honda daytona</c:v>
                </c:pt>
                <c:pt idx="3460">
                  <c:v>criswell nissan</c:v>
                </c:pt>
                <c:pt idx="3461">
                  <c:v>cherokee ford lincoln mercury of alpharetta llc</c:v>
                </c:pt>
                <c:pt idx="3462">
                  <c:v>southwest kia nw</c:v>
                </c:pt>
                <c:pt idx="3463">
                  <c:v>lucas dodge inc</c:v>
                </c:pt>
                <c:pt idx="3464">
                  <c:v>volkswagen of kirkland</c:v>
                </c:pt>
                <c:pt idx="3465">
                  <c:v>asi fcu</c:v>
                </c:pt>
                <c:pt idx="3466">
                  <c:v>floorplan xpress llc</c:v>
                </c:pt>
                <c:pt idx="3467">
                  <c:v>dowling toyota of litchfield</c:v>
                </c:pt>
                <c:pt idx="3468">
                  <c:v>united inventory control inc</c:v>
                </c:pt>
                <c:pt idx="3469">
                  <c:v>remarketing by ge/eglin fcu</c:v>
                </c:pt>
                <c:pt idx="3470">
                  <c:v>wildwood motors</c:v>
                </c:pt>
                <c:pt idx="3471">
                  <c:v>the key finance</c:v>
                </c:pt>
                <c:pt idx="3472">
                  <c:v>curry honda</c:v>
                </c:pt>
                <c:pt idx="3473">
                  <c:v>jackson lease inc</c:v>
                </c:pt>
                <c:pt idx="3474">
                  <c:v>exotic auto sales</c:v>
                </c:pt>
                <c:pt idx="3475">
                  <c:v>hyundai of gadsden</c:v>
                </c:pt>
                <c:pt idx="3476">
                  <c:v>caparra motor services inc. dba target rac</c:v>
                </c:pt>
                <c:pt idx="3477">
                  <c:v>lexus of warwick</c:v>
                </c:pt>
                <c:pt idx="3478">
                  <c:v>crown jaguar</c:v>
                </c:pt>
                <c:pt idx="3479">
                  <c:v>maurice schwartz</c:v>
                </c:pt>
                <c:pt idx="3480">
                  <c:v>stykemain pontiac buick gmc ltd</c:v>
                </c:pt>
                <c:pt idx="3481">
                  <c:v>diaz and sons auto sales inc</c:v>
                </c:pt>
                <c:pt idx="3482">
                  <c:v>faulkner nissan</c:v>
                </c:pt>
                <c:pt idx="3483">
                  <c:v>coast acceptance corp</c:v>
                </c:pt>
                <c:pt idx="3484">
                  <c:v>bob johnson chevrolet</c:v>
                </c:pt>
                <c:pt idx="3485">
                  <c:v>rogers &amp; rogers nissan</c:v>
                </c:pt>
                <c:pt idx="3486">
                  <c:v>nissan dealer blend/mcgrath nissan</c:v>
                </c:pt>
                <c:pt idx="3487">
                  <c:v>packey webb ford</c:v>
                </c:pt>
                <c:pt idx="3488">
                  <c:v>rhinelander chrysler dodge jeep ram</c:v>
                </c:pt>
                <c:pt idx="3489">
                  <c:v>fiat of strongsville</c:v>
                </c:pt>
                <c:pt idx="3490">
                  <c:v>fred raynor ford</c:v>
                </c:pt>
                <c:pt idx="3491">
                  <c:v>fuccillo kia</c:v>
                </c:pt>
                <c:pt idx="3492">
                  <c:v>vip auto enterprises inc</c:v>
                </c:pt>
                <c:pt idx="3493">
                  <c:v>bergstrom infiniti of the fox valley</c:v>
                </c:pt>
                <c:pt idx="3494">
                  <c:v>queen city motors</c:v>
                </c:pt>
                <c:pt idx="3495">
                  <c:v>remarketing by ge/chandler auto sales</c:v>
                </c:pt>
                <c:pt idx="3496">
                  <c:v>alse auto</c:v>
                </c:pt>
                <c:pt idx="3497">
                  <c:v>atlantic coast remarketing inc/bai</c:v>
                </c:pt>
                <c:pt idx="3498">
                  <c:v>the bank of southside virginia</c:v>
                </c:pt>
                <c:pt idx="3499">
                  <c:v>kia matane</c:v>
                </c:pt>
                <c:pt idx="3500">
                  <c:v>chase remarketing and financial</c:v>
                </c:pt>
                <c:pt idx="3501">
                  <c:v>evergreen kia</c:v>
                </c:pt>
                <c:pt idx="3502">
                  <c:v>manheim auctions</c:v>
                </c:pt>
                <c:pt idx="3503">
                  <c:v>platinum auto group inc</c:v>
                </c:pt>
                <c:pt idx="3504">
                  <c:v>boyd honda of south hill</c:v>
                </c:pt>
                <c:pt idx="3505">
                  <c:v>zeibak auto trading</c:v>
                </c:pt>
                <c:pt idx="3506">
                  <c:v>cherry hill nissan inc</c:v>
                </c:pt>
                <c:pt idx="3507">
                  <c:v>onesource/toyota mall of georgia</c:v>
                </c:pt>
                <c:pt idx="3508">
                  <c:v>workman motor company inc</c:v>
                </c:pt>
                <c:pt idx="3509">
                  <c:v>collateral services</c:v>
                </c:pt>
                <c:pt idx="3510">
                  <c:v>888 motors</c:v>
                </c:pt>
                <c:pt idx="3511">
                  <c:v>oars fleet lease llc</c:v>
                </c:pt>
                <c:pt idx="3512">
                  <c:v>mid atlantic finance /clearwater</c:v>
                </c:pt>
                <c:pt idx="3513">
                  <c:v>rockie williams premier dod chry jeep</c:v>
                </c:pt>
                <c:pt idx="3514">
                  <c:v>riverside car store inc</c:v>
                </c:pt>
                <c:pt idx="3515">
                  <c:v>cnh capital</c:v>
                </c:pt>
                <c:pt idx="3516">
                  <c:v>more automotive products inc</c:v>
                </c:pt>
                <c:pt idx="3517">
                  <c:v>autobahn west enterprises inc</c:v>
                </c:pt>
                <c:pt idx="3518">
                  <c:v>global auto group inc</c:v>
                </c:pt>
                <c:pt idx="3519">
                  <c:v>onemain rem/international auto sales</c:v>
                </c:pt>
                <c:pt idx="3520">
                  <c:v>subaru of las vegas</c:v>
                </c:pt>
                <c:pt idx="3521">
                  <c:v>alexander r antkowiak auto sales</c:v>
                </c:pt>
                <c:pt idx="3522">
                  <c:v>double e motors</c:v>
                </c:pt>
                <c:pt idx="3523">
                  <c:v>hendrick porsche</c:v>
                </c:pt>
                <c:pt idx="3524">
                  <c:v>rairdon's dodge chrysler jeep of kirkland</c:v>
                </c:pt>
                <c:pt idx="3525">
                  <c:v>classic dodge chrysler jeep</c:v>
                </c:pt>
                <c:pt idx="3526">
                  <c:v>mercedes benz of cincinnati llc</c:v>
                </c:pt>
                <c:pt idx="3527">
                  <c:v>hi class auto sales inc</c:v>
                </c:pt>
                <c:pt idx="3528">
                  <c:v>dover fcu</c:v>
                </c:pt>
                <c:pt idx="3529">
                  <c:v>auto city</c:v>
                </c:pt>
                <c:pt idx="3530">
                  <c:v>downtown motors inc</c:v>
                </c:pt>
                <c:pt idx="3531">
                  <c:v>pacific auto trade inc</c:v>
                </c:pt>
                <c:pt idx="3532">
                  <c:v>bergstrom neenah gm</c:v>
                </c:pt>
                <c:pt idx="3533">
                  <c:v>colorado river ford of kingman</c:v>
                </c:pt>
                <c:pt idx="3534">
                  <c:v>clearwater toyota</c:v>
                </c:pt>
                <c:pt idx="3535">
                  <c:v>faulkner auto sales</c:v>
                </c:pt>
                <c:pt idx="3536">
                  <c:v>manheim resale llc</c:v>
                </c:pt>
                <c:pt idx="3537">
                  <c:v>edward oshea</c:v>
                </c:pt>
                <c:pt idx="3538">
                  <c:v>michael's motor co.</c:v>
                </c:pt>
                <c:pt idx="3539">
                  <c:v>autonation honda lewisville</c:v>
                </c:pt>
                <c:pt idx="3540">
                  <c:v>thornhill acura</c:v>
                </c:pt>
                <c:pt idx="3541">
                  <c:v>awn sales ltd</c:v>
                </c:pt>
                <c:pt idx="3542">
                  <c:v>super auto</c:v>
                </c:pt>
                <c:pt idx="3543">
                  <c:v>automotive dynamics</c:v>
                </c:pt>
                <c:pt idx="3544">
                  <c:v>onemain rem/city select motors</c:v>
                </c:pt>
                <c:pt idx="3545">
                  <c:v>luther brookdale chrysler jeep dodge</c:v>
                </c:pt>
                <c:pt idx="3546">
                  <c:v>just right auto deals</c:v>
                </c:pt>
                <c:pt idx="3547">
                  <c:v>lynn hines used cars</c:v>
                </c:pt>
                <c:pt idx="3548">
                  <c:v>dewey dodge jeep</c:v>
                </c:pt>
                <c:pt idx="3549">
                  <c:v>keller bros dodge</c:v>
                </c:pt>
                <c:pt idx="3550">
                  <c:v>flag/ferman bmw</c:v>
                </c:pt>
                <c:pt idx="3551">
                  <c:v>national credit union administration/asset mgmt</c:v>
                </c:pt>
                <c:pt idx="3552">
                  <c:v>lease plan/wal-mart stores</c:v>
                </c:pt>
                <c:pt idx="3553">
                  <c:v>bryans cars.com</c:v>
                </c:pt>
                <c:pt idx="3554">
                  <c:v>dixie buick gmc truck inc</c:v>
                </c:pt>
                <c:pt idx="3555">
                  <c:v>autonation toyota scion leesburg</c:v>
                </c:pt>
                <c:pt idx="3556">
                  <c:v>nelson auto sales inc</c:v>
                </c:pt>
                <c:pt idx="3557">
                  <c:v>lansdale chrysler dodge jeep ram</c:v>
                </c:pt>
                <c:pt idx="3558">
                  <c:v>valenti motors inc</c:v>
                </c:pt>
                <c:pt idx="3559">
                  <c:v>mears motor leasing</c:v>
                </c:pt>
                <c:pt idx="3560">
                  <c:v>elite auto wholesale</c:v>
                </c:pt>
                <c:pt idx="3561">
                  <c:v>conway chry dodge jeep inc</c:v>
                </c:pt>
                <c:pt idx="3562">
                  <c:v>premiere chevrolet inc</c:v>
                </c:pt>
                <c:pt idx="3563">
                  <c:v>international toyota subaru</c:v>
                </c:pt>
                <c:pt idx="3564">
                  <c:v>frederick ford inc</c:v>
                </c:pt>
                <c:pt idx="3565">
                  <c:v>interstate motors</c:v>
                </c:pt>
                <c:pt idx="3566">
                  <c:v>fleet services inc</c:v>
                </c:pt>
                <c:pt idx="3567">
                  <c:v>titan motors inc</c:v>
                </c:pt>
                <c:pt idx="3568">
                  <c:v>car cash of new jersey llc</c:v>
                </c:pt>
                <c:pt idx="3569">
                  <c:v>dtag dollar thrifty auto group/gm</c:v>
                </c:pt>
                <c:pt idx="3570">
                  <c:v>hendrick nissan kansas city</c:v>
                </c:pt>
                <c:pt idx="3571">
                  <c:v>goldstein subaru</c:v>
                </c:pt>
                <c:pt idx="3572">
                  <c:v>myrtle beach chry jeep inc</c:v>
                </c:pt>
                <c:pt idx="3573">
                  <c:v>select remarketing group llc/midwest title loans</c:v>
                </c:pt>
                <c:pt idx="3574">
                  <c:v>southwest national bank</c:v>
                </c:pt>
                <c:pt idx="3575">
                  <c:v>remarketing by ge/betal autoplex ltd</c:v>
                </c:pt>
                <c:pt idx="3576">
                  <c:v>ws healey chevrolet buick inc</c:v>
                </c:pt>
                <c:pt idx="3577">
                  <c:v>arcadia motors inc</c:v>
                </c:pt>
                <c:pt idx="3578">
                  <c:v>cac motors</c:v>
                </c:pt>
                <c:pt idx="3579">
                  <c:v>infiniti of coconut creek</c:v>
                </c:pt>
                <c:pt idx="3580">
                  <c:v>hyundai of cookeville</c:v>
                </c:pt>
                <c:pt idx="3581">
                  <c:v>credit union remarketing solutions</c:v>
                </c:pt>
                <c:pt idx="3582">
                  <c:v>preston of sharon</c:v>
                </c:pt>
                <c:pt idx="3583">
                  <c:v>detroit west auto wholesale</c:v>
                </c:pt>
                <c:pt idx="3584">
                  <c:v>remarketing by ge/cable-dahmer of kansas city</c:v>
                </c:pt>
                <c:pt idx="3585">
                  <c:v>classic mazda</c:v>
                </c:pt>
                <c:pt idx="3586">
                  <c:v>lincoln of olympia</c:v>
                </c:pt>
                <c:pt idx="3587">
                  <c:v>repo remarketing/sce federal credit union</c:v>
                </c:pt>
                <c:pt idx="3588">
                  <c:v>dorazio ford inc</c:v>
                </c:pt>
                <c:pt idx="3589">
                  <c:v>mar-max corp inc/cenit leasing</c:v>
                </c:pt>
                <c:pt idx="3590">
                  <c:v>ed bresnahan a/s dba thrifty rac</c:v>
                </c:pt>
                <c:pt idx="3591">
                  <c:v>classic cadillac saab</c:v>
                </c:pt>
                <c:pt idx="3592">
                  <c:v>cash money cars llc</c:v>
                </c:pt>
                <c:pt idx="3593">
                  <c:v>mark beutz auto sales</c:v>
                </c:pt>
                <c:pt idx="3594">
                  <c:v>a+ autobrokers inc</c:v>
                </c:pt>
                <c:pt idx="3595">
                  <c:v>hertrich family</c:v>
                </c:pt>
                <c:pt idx="3596">
                  <c:v>bentley tysons</c:v>
                </c:pt>
                <c:pt idx="3597">
                  <c:v>automotive avenues  inc</c:v>
                </c:pt>
                <c:pt idx="3598">
                  <c:v>primeritus remarketing/yem</c:v>
                </c:pt>
                <c:pt idx="3599">
                  <c:v>remarketing by ge/kemba financial credit union</c:v>
                </c:pt>
                <c:pt idx="3600">
                  <c:v>scarsview plymouth chrysler jeep eagle</c:v>
                </c:pt>
                <c:pt idx="3601">
                  <c:v>larry h miller toyota scion boulder</c:v>
                </c:pt>
                <c:pt idx="3602">
                  <c:v>transitowne dodge chrysler jeep of williamsville</c:v>
                </c:pt>
                <c:pt idx="3603">
                  <c:v>ars/meridian remarketing</c:v>
                </c:pt>
                <c:pt idx="3604">
                  <c:v>bmw northwest</c:v>
                </c:pt>
                <c:pt idx="3605">
                  <c:v>lafontaine ford of lansing</c:v>
                </c:pt>
                <c:pt idx="3606">
                  <c:v>faulkner nissan inc</c:v>
                </c:pt>
                <c:pt idx="3607">
                  <c:v>h j auto group inc</c:v>
                </c:pt>
                <c:pt idx="3608">
                  <c:v>rockville auto vehicle</c:v>
                </c:pt>
                <c:pt idx="3609">
                  <c:v>flexi lease inc</c:v>
                </c:pt>
                <c:pt idx="3610">
                  <c:v>deragon location inc</c:v>
                </c:pt>
                <c:pt idx="3611">
                  <c:v>don jacobs imports inc</c:v>
                </c:pt>
                <c:pt idx="3612">
                  <c:v>state superior fin</c:v>
                </c:pt>
                <c:pt idx="3613">
                  <c:v>lakeland chrysler dodge jeep</c:v>
                </c:pt>
                <c:pt idx="3614">
                  <c:v>hardy automotive llc</c:v>
                </c:pt>
                <c:pt idx="3615">
                  <c:v>dch millburn audi</c:v>
                </c:pt>
                <c:pt idx="3616">
                  <c:v>auto x-change inc</c:v>
                </c:pt>
                <c:pt idx="3617">
                  <c:v>magna auto rentals inc</c:v>
                </c:pt>
                <c:pt idx="3618">
                  <c:v>discount motors</c:v>
                </c:pt>
                <c:pt idx="3619">
                  <c:v>mcgrath city hyundai inc</c:v>
                </c:pt>
                <c:pt idx="3620">
                  <c:v>remarketing by ge/gaia llc</c:v>
                </c:pt>
                <c:pt idx="3621">
                  <c:v>canuck auto sales</c:v>
                </c:pt>
                <c:pt idx="3622">
                  <c:v>bachman auto group  inc.</c:v>
                </c:pt>
                <c:pt idx="3623">
                  <c:v>darcars of rockville inc</c:v>
                </c:pt>
                <c:pt idx="3624">
                  <c:v>axcess financial</c:v>
                </c:pt>
                <c:pt idx="3625">
                  <c:v>billy mauer chevrolet</c:v>
                </c:pt>
                <c:pt idx="3626">
                  <c:v>clutch georgia  llc</c:v>
                </c:pt>
                <c:pt idx="3627">
                  <c:v>los angeles japanese auto corp</c:v>
                </c:pt>
                <c:pt idx="3628">
                  <c:v>motor galaxy inc</c:v>
                </c:pt>
                <c:pt idx="3629">
                  <c:v>lafontaine nissan inc</c:v>
                </c:pt>
                <c:pt idx="3630">
                  <c:v>toyota walnut creek</c:v>
                </c:pt>
                <c:pt idx="3631">
                  <c:v>binghamton chrysler jeep dodge</c:v>
                </c:pt>
                <c:pt idx="3632">
                  <c:v>sixrentals corp</c:v>
                </c:pt>
                <c:pt idx="3633">
                  <c:v>bellmobile inc</c:v>
                </c:pt>
                <c:pt idx="3634">
                  <c:v>boast volkswagen</c:v>
                </c:pt>
                <c:pt idx="3635">
                  <c:v>lxm motorcars</c:v>
                </c:pt>
                <c:pt idx="3636">
                  <c:v>fleetway leasing company</c:v>
                </c:pt>
                <c:pt idx="3637">
                  <c:v>larry h. miller toyota</c:v>
                </c:pt>
                <c:pt idx="3638">
                  <c:v>northwest fleet lease inc</c:v>
                </c:pt>
                <c:pt idx="3639">
                  <c:v>honda motorwerks</c:v>
                </c:pt>
                <c:pt idx="3640">
                  <c:v>mazda of lakewood</c:v>
                </c:pt>
                <c:pt idx="3641">
                  <c:v>onemain rem/intigue motors</c:v>
                </c:pt>
                <c:pt idx="3642">
                  <c:v>imperial rides</c:v>
                </c:pt>
                <c:pt idx="3643">
                  <c:v>golden west motors</c:v>
                </c:pt>
                <c:pt idx="3644">
                  <c:v>kars forever</c:v>
                </c:pt>
                <c:pt idx="3645">
                  <c:v>sheridan ford sales</c:v>
                </c:pt>
                <c:pt idx="3646">
                  <c:v>mcmahon leasing/mcmahon motors</c:v>
                </c:pt>
                <c:pt idx="3647">
                  <c:v>beshoff motorcars</c:v>
                </c:pt>
                <c:pt idx="3648">
                  <c:v>wiz leasing inc</c:v>
                </c:pt>
                <c:pt idx="3649">
                  <c:v>hallmark cards inc</c:v>
                </c:pt>
                <c:pt idx="3650">
                  <c:v>south coast acura</c:v>
                </c:pt>
                <c:pt idx="3651">
                  <c:v>isringhausen imports inc</c:v>
                </c:pt>
                <c:pt idx="3652">
                  <c:v>695 auto sales &amp; service</c:v>
                </c:pt>
                <c:pt idx="3653">
                  <c:v>morries 394 hyundai</c:v>
                </c:pt>
                <c:pt idx="3654">
                  <c:v>safford kia of fredericksburg</c:v>
                </c:pt>
                <c:pt idx="3655">
                  <c:v>america's united financial llc</c:v>
                </c:pt>
                <c:pt idx="3656">
                  <c:v>bergeys auto sales and service</c:v>
                </c:pt>
                <c:pt idx="3657">
                  <c:v>murray ford mercury inc</c:v>
                </c:pt>
                <c:pt idx="3658">
                  <c:v>price ford</c:v>
                </c:pt>
                <c:pt idx="3659">
                  <c:v>onesource/toyota of melbourne</c:v>
                </c:pt>
                <c:pt idx="3660">
                  <c:v>long mcarthur inc</c:v>
                </c:pt>
                <c:pt idx="3661">
                  <c:v>dondelinger chev cad inc</c:v>
                </c:pt>
                <c:pt idx="3662">
                  <c:v>jackson's auto mart inc</c:v>
                </c:pt>
                <c:pt idx="3663">
                  <c:v>five star florence llc</c:v>
                </c:pt>
                <c:pt idx="3664">
                  <c:v>titlemax/windcrest tx1</c:v>
                </c:pt>
                <c:pt idx="3665">
                  <c:v>car saver</c:v>
                </c:pt>
                <c:pt idx="3666">
                  <c:v>stateline chrysler jeep dodge inc</c:v>
                </c:pt>
                <c:pt idx="3667">
                  <c:v>worldwide sales &amp; leasing llc</c:v>
                </c:pt>
                <c:pt idx="3668">
                  <c:v>warren henry infiniti inc</c:v>
                </c:pt>
                <c:pt idx="3669">
                  <c:v>mcgrath lexus of chicago</c:v>
                </c:pt>
                <c:pt idx="3670">
                  <c:v>dch kia of temecula</c:v>
                </c:pt>
                <c:pt idx="3671">
                  <c:v>century auto group</c:v>
                </c:pt>
                <c:pt idx="3672">
                  <c:v>ford of ocala</c:v>
                </c:pt>
                <c:pt idx="3673">
                  <c:v>olathe dodge chrysler jeep</c:v>
                </c:pt>
                <c:pt idx="3674">
                  <c:v>autonation direct</c:v>
                </c:pt>
                <c:pt idx="3675">
                  <c:v>ourisman volkswagen mazda of rockville</c:v>
                </c:pt>
                <c:pt idx="3676">
                  <c:v>worldwide auto sales and service llc</c:v>
                </c:pt>
                <c:pt idx="3677">
                  <c:v>granite buick gmc inc</c:v>
                </c:pt>
                <c:pt idx="3678">
                  <c:v>mercedes benz of southampton</c:v>
                </c:pt>
                <c:pt idx="3679">
                  <c:v>metro kia of raynham</c:v>
                </c:pt>
                <c:pt idx="3680">
                  <c:v>palisades dealer funding llc</c:v>
                </c:pt>
                <c:pt idx="3681">
                  <c:v>premier mazda</c:v>
                </c:pt>
                <c:pt idx="3682">
                  <c:v>discover preowned sales</c:v>
                </c:pt>
                <c:pt idx="3683">
                  <c:v>wranglers unlimited llc</c:v>
                </c:pt>
                <c:pt idx="3684">
                  <c:v>hrm auto sales inc</c:v>
                </c:pt>
                <c:pt idx="3685">
                  <c:v>ars/erac canada limited</c:v>
                </c:pt>
                <c:pt idx="3686">
                  <c:v>frontline enterprises inc</c:v>
                </c:pt>
                <c:pt idx="3687">
                  <c:v>napletons goldcoast imports inc</c:v>
                </c:pt>
                <c:pt idx="3688">
                  <c:v>jake group</c:v>
                </c:pt>
                <c:pt idx="3689">
                  <c:v>donlen/ray chevrolet</c:v>
                </c:pt>
                <c:pt idx="3690">
                  <c:v>advantage ford of stuart inc</c:v>
                </c:pt>
                <c:pt idx="3691">
                  <c:v>walker's renton subaru</c:v>
                </c:pt>
                <c:pt idx="3692">
                  <c:v>autonation ford burleson</c:v>
                </c:pt>
                <c:pt idx="3693">
                  <c:v>van devere inc</c:v>
                </c:pt>
                <c:pt idx="3694">
                  <c:v>remarketing by ge/manheim northstar</c:v>
                </c:pt>
                <c:pt idx="3695">
                  <c:v>st claire cadillac/ st claire oldsmobile</c:v>
                </c:pt>
                <c:pt idx="3696">
                  <c:v>acr (atlanta car remarketing inc)</c:v>
                </c:pt>
                <c:pt idx="3697">
                  <c:v>onesource/earl stewart toyota</c:v>
                </c:pt>
                <c:pt idx="3698">
                  <c:v>high line auto inc</c:v>
                </c:pt>
                <c:pt idx="3699">
                  <c:v>audi minneapolis</c:v>
                </c:pt>
                <c:pt idx="3700">
                  <c:v>park ave motor corp</c:v>
                </c:pt>
                <c:pt idx="3701">
                  <c:v>delacom inc</c:v>
                </c:pt>
                <c:pt idx="3702">
                  <c:v>atlantic coast remarketing inc/kdi</c:v>
                </c:pt>
                <c:pt idx="3703">
                  <c:v>autonation chevrolet northpoint</c:v>
                </c:pt>
                <c:pt idx="3704">
                  <c:v>onemain rem/shak's auto sales inc</c:v>
                </c:pt>
                <c:pt idx="3705">
                  <c:v>ik autowholesale inc</c:v>
                </c:pt>
                <c:pt idx="3706">
                  <c:v>anderson automotive group inc</c:v>
                </c:pt>
                <c:pt idx="3707">
                  <c:v>sheridan nissan llc</c:v>
                </c:pt>
                <c:pt idx="3708">
                  <c:v>university of virginia community credit union</c:v>
                </c:pt>
                <c:pt idx="3709">
                  <c:v>mike albert leasing  inc</c:v>
                </c:pt>
                <c:pt idx="3710">
                  <c:v>fletcher jones automotive ent</c:v>
                </c:pt>
                <c:pt idx="3711">
                  <c:v>mercedes benz of fresno</c:v>
                </c:pt>
                <c:pt idx="3712">
                  <c:v>kearny mesa hyundai subaru</c:v>
                </c:pt>
                <c:pt idx="3713">
                  <c:v>topspeed motor group</c:v>
                </c:pt>
                <c:pt idx="3714">
                  <c:v>pit stop car co</c:v>
                </c:pt>
                <c:pt idx="3715">
                  <c:v>springfield chrysler auto mart</c:v>
                </c:pt>
                <c:pt idx="3716">
                  <c:v>fred anderson toyota of columbia</c:v>
                </c:pt>
                <c:pt idx="3717">
                  <c:v>gateway kia</c:v>
                </c:pt>
                <c:pt idx="3718">
                  <c:v>coastal auto brokers</c:v>
                </c:pt>
                <c:pt idx="3719">
                  <c:v>roy schmidt honda</c:v>
                </c:pt>
                <c:pt idx="3720">
                  <c:v>fisher kia</c:v>
                </c:pt>
                <c:pt idx="3721">
                  <c:v>remarketing by ge/southern wholesale cars</c:v>
                </c:pt>
                <c:pt idx="3722">
                  <c:v>keystone motors</c:v>
                </c:pt>
                <c:pt idx="3723">
                  <c:v>jack safro toyota</c:v>
                </c:pt>
                <c:pt idx="3724">
                  <c:v>thornton chevrolet inc</c:v>
                </c:pt>
                <c:pt idx="3725">
                  <c:v>bill holt chevrolet buick and gmc inc</c:v>
                </c:pt>
                <c:pt idx="3726">
                  <c:v>chesterfield imports inc</c:v>
                </c:pt>
                <c:pt idx="3727">
                  <c:v>gentry chevrolet inc.</c:v>
                </c:pt>
                <c:pt idx="3728">
                  <c:v>blackhawk finance</c:v>
                </c:pt>
                <c:pt idx="3729">
                  <c:v>wilde toyota</c:v>
                </c:pt>
                <c:pt idx="3730">
                  <c:v>morse chevrolet inc</c:v>
                </c:pt>
                <c:pt idx="3731">
                  <c:v>fleet street remarketing (heavy)</c:v>
                </c:pt>
                <c:pt idx="3732">
                  <c:v>martin swanty hyundai</c:v>
                </c:pt>
                <c:pt idx="3733">
                  <c:v>autonation gmc mendenhall</c:v>
                </c:pt>
                <c:pt idx="3734">
                  <c:v>ford of upland</c:v>
                </c:pt>
                <c:pt idx="3735">
                  <c:v>prestige auto wholesales corp 1</c:v>
                </c:pt>
                <c:pt idx="3736">
                  <c:v>united bmw</c:v>
                </c:pt>
                <c:pt idx="3737">
                  <c:v>cadillac of sioux falls</c:v>
                </c:pt>
                <c:pt idx="3738">
                  <c:v>crown bmw</c:v>
                </c:pt>
                <c:pt idx="3739">
                  <c:v>arizona central credit union</c:v>
                </c:pt>
                <c:pt idx="3740">
                  <c:v>moss bros cjd riverside</c:v>
                </c:pt>
                <c:pt idx="3741">
                  <c:v>pronto pre'stamos</c:v>
                </c:pt>
                <c:pt idx="3742">
                  <c:v>low gos used cars</c:v>
                </c:pt>
                <c:pt idx="3743">
                  <c:v>morris motors inc</c:v>
                </c:pt>
                <c:pt idx="3744">
                  <c:v>john jones chevrolet buick cadillac of salem inc</c:v>
                </c:pt>
                <c:pt idx="3745">
                  <c:v>viva dodge chrysler &amp; jeep</c:v>
                </c:pt>
                <c:pt idx="3746">
                  <c:v>hrft finance and leasing</c:v>
                </c:pt>
                <c:pt idx="3747">
                  <c:v>jensen incorporated</c:v>
                </c:pt>
                <c:pt idx="3748">
                  <c:v>star ford lincoln</c:v>
                </c:pt>
                <c:pt idx="3749">
                  <c:v>leaders financial co</c:v>
                </c:pt>
                <c:pt idx="3750">
                  <c:v>steve link ford lincoln mercury inc</c:v>
                </c:pt>
                <c:pt idx="3751">
                  <c:v>weslaco ford  l.l.p.</c:v>
                </c:pt>
                <c:pt idx="3752">
                  <c:v>e motor cars</c:v>
                </c:pt>
                <c:pt idx="3753">
                  <c:v>route 6 auto mall kia</c:v>
                </c:pt>
                <c:pt idx="3754">
                  <c:v>crown chrysler jeep inc</c:v>
                </c:pt>
                <c:pt idx="3755">
                  <c:v>university of iowa community credit union</c:v>
                </c:pt>
                <c:pt idx="3756">
                  <c:v>west coast acceptance</c:v>
                </c:pt>
                <c:pt idx="3757">
                  <c:v>westchester toyota</c:v>
                </c:pt>
                <c:pt idx="3758">
                  <c:v>honda of stevens creek</c:v>
                </c:pt>
                <c:pt idx="3759">
                  <c:v>lease plan international</c:v>
                </c:pt>
                <c:pt idx="3760">
                  <c:v>land rover fort lauderdale</c:v>
                </c:pt>
                <c:pt idx="3761">
                  <c:v>plaza hyundai ltd</c:v>
                </c:pt>
                <c:pt idx="3762">
                  <c:v>nissan dealer blend/corona nissan</c:v>
                </c:pt>
                <c:pt idx="3763">
                  <c:v>beck &amp; masten kia of tomball</c:v>
                </c:pt>
                <c:pt idx="3764">
                  <c:v>rolando kenneth auto</c:v>
                </c:pt>
                <c:pt idx="3765">
                  <c:v>cannco motor sales llc</c:v>
                </c:pt>
                <c:pt idx="3766">
                  <c:v>sun motor cars porsche audi mechanicsburg</c:v>
                </c:pt>
                <c:pt idx="3767">
                  <c:v>triangle chevrolet buick inc</c:v>
                </c:pt>
                <c:pt idx="3768">
                  <c:v>kia motors america inc - lemon law</c:v>
                </c:pt>
                <c:pt idx="3769">
                  <c:v>family auto sales and leasing llc</c:v>
                </c:pt>
                <c:pt idx="3770">
                  <c:v>gateway subaru</c:v>
                </c:pt>
                <c:pt idx="3771">
                  <c:v>classic hyundai</c:v>
                </c:pt>
                <c:pt idx="3772">
                  <c:v>woodmen nissan</c:v>
                </c:pt>
                <c:pt idx="3773">
                  <c:v>carmart llc</c:v>
                </c:pt>
                <c:pt idx="3774">
                  <c:v>remarketing by ge/campus auto retail service</c:v>
                </c:pt>
                <c:pt idx="3775">
                  <c:v>koki motors inc</c:v>
                </c:pt>
                <c:pt idx="3776">
                  <c:v>pat obrien chevrolet buick norwalk</c:v>
                </c:pt>
                <c:pt idx="3777">
                  <c:v>palm toyota</c:v>
                </c:pt>
                <c:pt idx="3778">
                  <c:v>walser honda</c:v>
                </c:pt>
                <c:pt idx="3779">
                  <c:v>downtown l a motors</c:v>
                </c:pt>
                <c:pt idx="3780">
                  <c:v>peoria ford</c:v>
                </c:pt>
                <c:pt idx="3781">
                  <c:v>amherst autoplace inc</c:v>
                </c:pt>
                <c:pt idx="3782">
                  <c:v>toyota volvo jaguar of warren</c:v>
                </c:pt>
                <c:pt idx="3783">
                  <c:v>mwm motors inc</c:v>
                </c:pt>
                <c:pt idx="3784">
                  <c:v>mercedes benz of augusta</c:v>
                </c:pt>
                <c:pt idx="3785">
                  <c:v>sac federal credit union</c:v>
                </c:pt>
                <c:pt idx="3786">
                  <c:v>bmw mini portland</c:v>
                </c:pt>
                <c:pt idx="3787">
                  <c:v>onemain rem/west financial acceptance</c:v>
                </c:pt>
                <c:pt idx="3788">
                  <c:v>simon luxury motorcars ltd</c:v>
                </c:pt>
                <c:pt idx="3789">
                  <c:v>ridenour auto group</c:v>
                </c:pt>
                <c:pt idx="3790">
                  <c:v>auto progress inc</c:v>
                </c:pt>
                <c:pt idx="3791">
                  <c:v>bud's auto sales</c:v>
                </c:pt>
                <c:pt idx="3792">
                  <c:v>car masters corp</c:v>
                </c:pt>
                <c:pt idx="3793">
                  <c:v>kentucky telco credit union</c:v>
                </c:pt>
                <c:pt idx="3794">
                  <c:v>southwest title loans</c:v>
                </c:pt>
                <c:pt idx="3795">
                  <c:v>a&amp;r motors  llc</c:v>
                </c:pt>
                <c:pt idx="3796">
                  <c:v>audi of wallingford</c:v>
                </c:pt>
                <c:pt idx="3797">
                  <c:v>newport auto group inc</c:v>
                </c:pt>
                <c:pt idx="3798">
                  <c:v>center point energy fleet</c:v>
                </c:pt>
                <c:pt idx="3799">
                  <c:v>deer valley fleet &amp; leasing</c:v>
                </c:pt>
                <c:pt idx="3800">
                  <c:v>dukes auto</c:v>
                </c:pt>
                <c:pt idx="3801">
                  <c:v>northbrook toyota</c:v>
                </c:pt>
                <c:pt idx="3802">
                  <c:v>audi volkswagen of naples</c:v>
                </c:pt>
                <c:pt idx="3803">
                  <c:v>duke industries</c:v>
                </c:pt>
                <c:pt idx="3804">
                  <c:v>m &amp; l motor co inc</c:v>
                </c:pt>
                <c:pt idx="3805">
                  <c:v>hinshaws acura</c:v>
                </c:pt>
                <c:pt idx="3806">
                  <c:v>big billy a/s llc</c:v>
                </c:pt>
                <c:pt idx="3807">
                  <c:v>auto junction inc</c:v>
                </c:pt>
                <c:pt idx="3808">
                  <c:v>prestine auto group</c:v>
                </c:pt>
                <c:pt idx="3809">
                  <c:v>palm tree auto sales</c:v>
                </c:pt>
                <c:pt idx="3810">
                  <c:v>cal west motors</c:v>
                </c:pt>
                <c:pt idx="3811">
                  <c:v>gardelli motors</c:v>
                </c:pt>
                <c:pt idx="3812">
                  <c:v>fast cars</c:v>
                </c:pt>
                <c:pt idx="3813">
                  <c:v>ed napleton westmont imports inc</c:v>
                </c:pt>
                <c:pt idx="3814">
                  <c:v>the car store</c:v>
                </c:pt>
                <c:pt idx="3815">
                  <c:v>atlanta auto world</c:v>
                </c:pt>
                <c:pt idx="3816">
                  <c:v>auction access auto inc</c:v>
                </c:pt>
                <c:pt idx="3817">
                  <c:v>repo remarketing/whatcom educational credit unio</c:v>
                </c:pt>
                <c:pt idx="3818">
                  <c:v>platte city airport chrysler dodge jeep ram</c:v>
                </c:pt>
                <c:pt idx="3819">
                  <c:v>onesource/team nissan of lithia springs</c:v>
                </c:pt>
                <c:pt idx="3820">
                  <c:v>five star hyundai of warner robins</c:v>
                </c:pt>
                <c:pt idx="3821">
                  <c:v>napletons tallahassee imports llc</c:v>
                </c:pt>
                <c:pt idx="3822">
                  <c:v>huntington national bank</c:v>
                </c:pt>
                <c:pt idx="3823">
                  <c:v>caldwell leasing</c:v>
                </c:pt>
                <c:pt idx="3824">
                  <c:v>j f r &amp; associates inc</c:v>
                </c:pt>
                <c:pt idx="3825">
                  <c:v>jim hudson ford</c:v>
                </c:pt>
                <c:pt idx="3826">
                  <c:v>centennial mazda</c:v>
                </c:pt>
                <c:pt idx="3827">
                  <c:v>cars 4 needs inc</c:v>
                </c:pt>
                <c:pt idx="3828">
                  <c:v>chrysler / dodge / jeep / ram of gadsden</c:v>
                </c:pt>
                <c:pt idx="3829">
                  <c:v>heritage cars inc</c:v>
                </c:pt>
                <c:pt idx="3830">
                  <c:v>eastern vehicle recycling inc</c:v>
                </c:pt>
                <c:pt idx="3831">
                  <c:v>apple ford</c:v>
                </c:pt>
                <c:pt idx="3832">
                  <c:v>1st mid america credit union</c:v>
                </c:pt>
                <c:pt idx="3833">
                  <c:v>honda of chantilly</c:v>
                </c:pt>
                <c:pt idx="3834">
                  <c:v>big country ford lincoln mercury</c:v>
                </c:pt>
                <c:pt idx="3835">
                  <c:v>carmix inc</c:v>
                </c:pt>
                <c:pt idx="3836">
                  <c:v>nissan dealer blend/west houston infiniti ltd</c:v>
                </c:pt>
                <c:pt idx="3837">
                  <c:v>1st national bank of scotia</c:v>
                </c:pt>
                <c:pt idx="3838">
                  <c:v>autonation ford brooksville</c:v>
                </c:pt>
                <c:pt idx="3839">
                  <c:v>deluxe auto sales inc</c:v>
                </c:pt>
                <c:pt idx="3840">
                  <c:v>onemain rem/network sales and leasing</c:v>
                </c:pt>
                <c:pt idx="3841">
                  <c:v>dean mccrary kia</c:v>
                </c:pt>
                <c:pt idx="3842">
                  <c:v>tio rico te ayuda-anfs inc</c:v>
                </c:pt>
                <c:pt idx="3843">
                  <c:v>plj auto sales inc</c:v>
                </c:pt>
                <c:pt idx="3844">
                  <c:v>del-one fcu</c:v>
                </c:pt>
                <c:pt idx="3845">
                  <c:v>remarketing by ge/vermont state emp credit union</c:v>
                </c:pt>
                <c:pt idx="3846">
                  <c:v>coastal credit llc</c:v>
                </c:pt>
                <c:pt idx="3847">
                  <c:v>volvo of brentwood</c:v>
                </c:pt>
                <c:pt idx="3848">
                  <c:v>lejeune honda cars</c:v>
                </c:pt>
                <c:pt idx="3849">
                  <c:v>alamo leasing co inc</c:v>
                </c:pt>
                <c:pt idx="3850">
                  <c:v>all-trade auto x change inc</c:v>
                </c:pt>
                <c:pt idx="3851">
                  <c:v>sharonview fcu</c:v>
                </c:pt>
                <c:pt idx="3852">
                  <c:v>toth buick pontiac gmc truck inc</c:v>
                </c:pt>
                <c:pt idx="3853">
                  <c:v>budget rent a car &amp; sales</c:v>
                </c:pt>
                <c:pt idx="3854">
                  <c:v>dick poe toyota</c:v>
                </c:pt>
                <c:pt idx="3855">
                  <c:v>honda marysville</c:v>
                </c:pt>
                <c:pt idx="3856">
                  <c:v>economy honda cars</c:v>
                </c:pt>
                <c:pt idx="3857">
                  <c:v>land rover/ jaguar/ aston martin</c:v>
                </c:pt>
                <c:pt idx="3858">
                  <c:v>lexus of chandler</c:v>
                </c:pt>
                <c:pt idx="3859">
                  <c:v>flag/park place maserati</c:v>
                </c:pt>
                <c:pt idx="3860">
                  <c:v>schumacher chevrolet</c:v>
                </c:pt>
                <c:pt idx="3861">
                  <c:v>woodys dodge jeep chrysler</c:v>
                </c:pt>
                <c:pt idx="3862">
                  <c:v>autosport chicago inc</c:v>
                </c:pt>
                <c:pt idx="3863">
                  <c:v>villa toyota scion</c:v>
                </c:pt>
                <c:pt idx="3864">
                  <c:v>town &amp; country ford  llc.</c:v>
                </c:pt>
                <c:pt idx="3865">
                  <c:v>a &amp; a auto and truck center inc</c:v>
                </c:pt>
                <c:pt idx="3866">
                  <c:v>certified auto center inc</c:v>
                </c:pt>
                <c:pt idx="3867">
                  <c:v>ed martin nissan of fishers</c:v>
                </c:pt>
                <c:pt idx="3868">
                  <c:v>dean team ballwin</c:v>
                </c:pt>
                <c:pt idx="3869">
                  <c:v>remarketing by ge/astera credit union</c:v>
                </c:pt>
                <c:pt idx="3870">
                  <c:v>g &amp; m auto sales inc</c:v>
                </c:pt>
                <c:pt idx="3871">
                  <c:v>gambacorta motors inc</c:v>
                </c:pt>
                <c:pt idx="3872">
                  <c:v>sierra valley fleet &amp; lease</c:v>
                </c:pt>
                <c:pt idx="3873">
                  <c:v>big country chevrolet inc</c:v>
                </c:pt>
                <c:pt idx="3874">
                  <c:v>remarketing by ge/deseret first credit union</c:v>
                </c:pt>
                <c:pt idx="3875">
                  <c:v>dealers auto select</c:v>
                </c:pt>
                <c:pt idx="3876">
                  <c:v>world motorsports</c:v>
                </c:pt>
                <c:pt idx="3877">
                  <c:v>auffenberg hyundai inc</c:v>
                </c:pt>
                <c:pt idx="3878">
                  <c:v>preston auto company inc</c:v>
                </c:pt>
                <c:pt idx="3879">
                  <c:v>sam leman chry jeep dodge of morton</c:v>
                </c:pt>
                <c:pt idx="3880">
                  <c:v>piazza honda of reading</c:v>
                </c:pt>
                <c:pt idx="3881">
                  <c:v>capitol hyundai</c:v>
                </c:pt>
                <c:pt idx="3882">
                  <c:v>cadillac of south charlotte</c:v>
                </c:pt>
                <c:pt idx="3883">
                  <c:v>jim falk lexus of beverly hills</c:v>
                </c:pt>
                <c:pt idx="3884">
                  <c:v>willett honda south</c:v>
                </c:pt>
                <c:pt idx="3885">
                  <c:v>boyd brothers ford inc</c:v>
                </c:pt>
                <c:pt idx="3886">
                  <c:v>darcars nissan</c:v>
                </c:pt>
                <c:pt idx="3887">
                  <c:v>mmco llc</c:v>
                </c:pt>
                <c:pt idx="3888">
                  <c:v>weimer chrysler dodge jeep ram</c:v>
                </c:pt>
                <c:pt idx="3889">
                  <c:v>oasis chevrolet llc</c:v>
                </c:pt>
                <c:pt idx="3890">
                  <c:v>hendrick alfa romeo fiat of concord</c:v>
                </c:pt>
                <c:pt idx="3891">
                  <c:v>fields chrysler jeep dodge ram</c:v>
                </c:pt>
                <c:pt idx="3892">
                  <c:v>auto network group inc</c:v>
                </c:pt>
                <c:pt idx="3893">
                  <c:v>al packer ford west</c:v>
                </c:pt>
                <c:pt idx="3894">
                  <c:v>peterson autoplex</c:v>
                </c:pt>
                <c:pt idx="3895">
                  <c:v>gary miller chrysler jeep inc</c:v>
                </c:pt>
                <c:pt idx="3896">
                  <c:v>lilliston ford inc</c:v>
                </c:pt>
                <c:pt idx="3897">
                  <c:v>western american loan</c:v>
                </c:pt>
                <c:pt idx="3898">
                  <c:v>remarketing by ge/arkansas federal credit union</c:v>
                </c:pt>
                <c:pt idx="3899">
                  <c:v>trans pacific leasing llc</c:v>
                </c:pt>
                <c:pt idx="3900">
                  <c:v>bendary car corp</c:v>
                </c:pt>
                <c:pt idx="3901">
                  <c:v>hyundai of auburn inc</c:v>
                </c:pt>
                <c:pt idx="3902">
                  <c:v>sullivan buick gmc inc</c:v>
                </c:pt>
                <c:pt idx="3903">
                  <c:v>luther brookdale honda</c:v>
                </c:pt>
                <c:pt idx="3904">
                  <c:v>fairfield chrysler dodge jeep ram of danville</c:v>
                </c:pt>
                <c:pt idx="3905">
                  <c:v>suburban auto sales</c:v>
                </c:pt>
                <c:pt idx="3906">
                  <c:v>hansen lease &amp; rental inc</c:v>
                </c:pt>
                <c:pt idx="3907">
                  <c:v>advanced auto sales</c:v>
                </c:pt>
                <c:pt idx="3908">
                  <c:v>manheim pennsylvania</c:v>
                </c:pt>
                <c:pt idx="3909">
                  <c:v>autonation toyota south austin</c:v>
                </c:pt>
                <c:pt idx="3910">
                  <c:v>remarketing by ge/linn co federal credit union</c:v>
                </c:pt>
                <c:pt idx="3911">
                  <c:v>auto world inc</c:v>
                </c:pt>
                <c:pt idx="3912">
                  <c:v>ams financial group/auto king inc/sensible car r</c:v>
                </c:pt>
                <c:pt idx="3913">
                  <c:v>tinker fcu</c:v>
                </c:pt>
                <c:pt idx="3914">
                  <c:v>jimmys used cars inc</c:v>
                </c:pt>
                <c:pt idx="3915">
                  <c:v>a&amp;c wholesale</c:v>
                </c:pt>
                <c:pt idx="3916">
                  <c:v>superior a s llc</c:v>
                </c:pt>
                <c:pt idx="3917">
                  <c:v>primus automotive financial services</c:v>
                </c:pt>
                <c:pt idx="3918">
                  <c:v>destination nissan</c:v>
                </c:pt>
                <c:pt idx="3919">
                  <c:v>autonation volkswagen mall of georgia</c:v>
                </c:pt>
                <c:pt idx="3920">
                  <c:v>metro auto wholesale llc</c:v>
                </c:pt>
                <c:pt idx="3921">
                  <c:v>blaise alexander hyundai mazda</c:v>
                </c:pt>
                <c:pt idx="3922">
                  <c:v>atlantic coast remarketing inc/das</c:v>
                </c:pt>
                <c:pt idx="3923">
                  <c:v>metro kia</c:v>
                </c:pt>
                <c:pt idx="3924">
                  <c:v>foust fleet leasing</c:v>
                </c:pt>
                <c:pt idx="3925">
                  <c:v>karl malone chrysler dodge jeep ram</c:v>
                </c:pt>
                <c:pt idx="3926">
                  <c:v>mitsubishi consignments</c:v>
                </c:pt>
                <c:pt idx="3927">
                  <c:v>concord toyota</c:v>
                </c:pt>
                <c:pt idx="3928">
                  <c:v>denooyer chevrolet inc</c:v>
                </c:pt>
                <c:pt idx="3929">
                  <c:v>auto &amp; truck village inc</c:v>
                </c:pt>
                <c:pt idx="3930">
                  <c:v>statewide leasing corp</c:v>
                </c:pt>
                <c:pt idx="3931">
                  <c:v>faulkner mazda</c:v>
                </c:pt>
                <c:pt idx="3932">
                  <c:v>kuhn honda</c:v>
                </c:pt>
                <c:pt idx="3933">
                  <c:v>savarani motors</c:v>
                </c:pt>
                <c:pt idx="3934">
                  <c:v>glesby marks ltd</c:v>
                </c:pt>
                <c:pt idx="3935">
                  <c:v>maguire automotive llc</c:v>
                </c:pt>
                <c:pt idx="3936">
                  <c:v>high country honda</c:v>
                </c:pt>
                <c:pt idx="3937">
                  <c:v>auto city motors inc</c:v>
                </c:pt>
                <c:pt idx="3938">
                  <c:v>infiniti of charlotte</c:v>
                </c:pt>
                <c:pt idx="3939">
                  <c:v>stevens creek hyundai</c:v>
                </c:pt>
                <c:pt idx="3940">
                  <c:v>d &amp; d auto group llc</c:v>
                </c:pt>
                <c:pt idx="3941">
                  <c:v>nevada auto wholesalers</c:v>
                </c:pt>
                <c:pt idx="3942">
                  <c:v>napleton's volkswagen of orlando</c:v>
                </c:pt>
                <c:pt idx="3943">
                  <c:v>vci/stone mountain volkswagen</c:v>
                </c:pt>
                <c:pt idx="3944">
                  <c:v>primeritus remarketing/crown cork and sea</c:v>
                </c:pt>
                <c:pt idx="3945">
                  <c:v>zappone chrysler jeep dodge inc</c:v>
                </c:pt>
                <c:pt idx="3946">
                  <c:v>best auto brokers inc</c:v>
                </c:pt>
                <c:pt idx="3947">
                  <c:v>paul hiltbrand ltd</c:v>
                </c:pt>
                <c:pt idx="3948">
                  <c:v>jenkins acura</c:v>
                </c:pt>
                <c:pt idx="3949">
                  <c:v>al piemonte ford sales inc</c:v>
                </c:pt>
                <c:pt idx="3950">
                  <c:v>coastal credit corp</c:v>
                </c:pt>
                <c:pt idx="3951">
                  <c:v>crossroads ford mazda</c:v>
                </c:pt>
                <c:pt idx="3952">
                  <c:v>grant motors corp</c:v>
                </c:pt>
                <c:pt idx="3953">
                  <c:v>fuccillo chrysler jeep dodge</c:v>
                </c:pt>
                <c:pt idx="3954">
                  <c:v>harbor chevrolet</c:v>
                </c:pt>
                <c:pt idx="3955">
                  <c:v>capitol chevrolet</c:v>
                </c:pt>
                <c:pt idx="3956">
                  <c:v>lexus of brookfield</c:v>
                </c:pt>
                <c:pt idx="3957">
                  <c:v>modern financial services</c:v>
                </c:pt>
                <c:pt idx="3958">
                  <c:v>auto ranch llc</c:v>
                </c:pt>
                <c:pt idx="3959">
                  <c:v>land rover orlando</c:v>
                </c:pt>
                <c:pt idx="3960">
                  <c:v>permian toyota</c:v>
                </c:pt>
                <c:pt idx="3961">
                  <c:v>hg motor company llc</c:v>
                </c:pt>
                <c:pt idx="3962">
                  <c:v>centerone/southeast toyota distributors</c:v>
                </c:pt>
                <c:pt idx="3963">
                  <c:v>green line auto sales</c:v>
                </c:pt>
                <c:pt idx="3964">
                  <c:v>ducharme motors ltd</c:v>
                </c:pt>
                <c:pt idx="3965">
                  <c:v>u haul</c:v>
                </c:pt>
                <c:pt idx="3966">
                  <c:v>professional financial services/louisville</c:v>
                </c:pt>
                <c:pt idx="3967">
                  <c:v>anderson chrysler jeep dodge</c:v>
                </c:pt>
                <c:pt idx="3968">
                  <c:v>proctor subaru</c:v>
                </c:pt>
                <c:pt idx="3969">
                  <c:v>toyota/scion of gastonia</c:v>
                </c:pt>
                <c:pt idx="3970">
                  <c:v>upper marlboro ford llc</c:v>
                </c:pt>
                <c:pt idx="3971">
                  <c:v>carvant financial llc</c:v>
                </c:pt>
                <c:pt idx="3972">
                  <c:v>precision acura of princeton</c:v>
                </c:pt>
                <c:pt idx="3973">
                  <c:v>audi of smithtown</c:v>
                </c:pt>
                <c:pt idx="3974">
                  <c:v>luxury auto group llc</c:v>
                </c:pt>
                <c:pt idx="3975">
                  <c:v>kuehn motor co inc</c:v>
                </c:pt>
                <c:pt idx="3976">
                  <c:v>south dade toyota</c:v>
                </c:pt>
                <c:pt idx="3977">
                  <c:v>jim hudson buick gmc &amp; cadillac inc</c:v>
                </c:pt>
                <c:pt idx="3978">
                  <c:v>manheim san diego</c:v>
                </c:pt>
                <c:pt idx="3979">
                  <c:v>billy lawrence leasing</c:v>
                </c:pt>
                <c:pt idx="3980">
                  <c:v>fairfield hyundai</c:v>
                </c:pt>
                <c:pt idx="3981">
                  <c:v>maserati north america inc</c:v>
                </c:pt>
                <c:pt idx="3982">
                  <c:v>a &amp; n auto group inc</c:v>
                </c:pt>
                <c:pt idx="3983">
                  <c:v>metrolina credit co of charlotte inc</c:v>
                </c:pt>
                <c:pt idx="3984">
                  <c:v>mrd investments inc</c:v>
                </c:pt>
                <c:pt idx="3985">
                  <c:v>community cu of florida</c:v>
                </c:pt>
                <c:pt idx="3986">
                  <c:v>burlington chevrolet inc</c:v>
                </c:pt>
                <c:pt idx="3987">
                  <c:v>primeritus remarketing/davis wholesale outlet</c:v>
                </c:pt>
                <c:pt idx="3988">
                  <c:v>porsche of arlington</c:v>
                </c:pt>
                <c:pt idx="3989">
                  <c:v>donate for charity</c:v>
                </c:pt>
                <c:pt idx="3990">
                  <c:v>mercedes benz of daytona beach</c:v>
                </c:pt>
                <c:pt idx="3991">
                  <c:v>jim fuoco motor company</c:v>
                </c:pt>
                <c:pt idx="3992">
                  <c:v>lithia volkswagen of des moines audi des moines</c:v>
                </c:pt>
                <c:pt idx="3993">
                  <c:v>atlantic coast remarketing inc/rcllc</c:v>
                </c:pt>
                <c:pt idx="3994">
                  <c:v>bergstrom acura</c:v>
                </c:pt>
                <c:pt idx="3995">
                  <c:v>foulke management corp</c:v>
                </c:pt>
                <c:pt idx="3996">
                  <c:v>baierl ford</c:v>
                </c:pt>
                <c:pt idx="3997">
                  <c:v>classic cars &amp; trucks inc</c:v>
                </c:pt>
                <c:pt idx="3998">
                  <c:v>romeo kia of kingston</c:v>
                </c:pt>
                <c:pt idx="3999">
                  <c:v>georges used car sales inc</c:v>
                </c:pt>
                <c:pt idx="4000">
                  <c:v>autonation ford katy</c:v>
                </c:pt>
                <c:pt idx="4001">
                  <c:v>the mint leasing inc</c:v>
                </c:pt>
                <c:pt idx="4002">
                  <c:v>c l hyman auto wholesale of virginia inc</c:v>
                </c:pt>
                <c:pt idx="4003">
                  <c:v>acura of omaha</c:v>
                </c:pt>
                <c:pt idx="4004">
                  <c:v>palm coast ford</c:v>
                </c:pt>
                <c:pt idx="4005">
                  <c:v>remarketing by ge/usa brokers</c:v>
                </c:pt>
                <c:pt idx="4006">
                  <c:v>cadi auto wholesale inc</c:v>
                </c:pt>
                <c:pt idx="4007">
                  <c:v>auto marques inc</c:v>
                </c:pt>
                <c:pt idx="4008">
                  <c:v>dan martins auto depot ltd</c:v>
                </c:pt>
                <c:pt idx="4009">
                  <c:v>peruzzi mazda</c:v>
                </c:pt>
                <c:pt idx="4010">
                  <c:v>meccanic shop north inc</c:v>
                </c:pt>
                <c:pt idx="4011">
                  <c:v>avis rac/san francisco</c:v>
                </c:pt>
                <c:pt idx="4012">
                  <c:v>subaru of clear lake</c:v>
                </c:pt>
                <c:pt idx="4013">
                  <c:v>rc auto brokers inc</c:v>
                </c:pt>
                <c:pt idx="4014">
                  <c:v>jb motors &amp; sons llc</c:v>
                </c:pt>
                <c:pt idx="4015">
                  <c:v>urban motorcars lp</c:v>
                </c:pt>
                <c:pt idx="4016">
                  <c:v>dublin toyota</c:v>
                </c:pt>
                <c:pt idx="4017">
                  <c:v>future finance company inc/oak forest</c:v>
                </c:pt>
                <c:pt idx="4018">
                  <c:v>low book sales</c:v>
                </c:pt>
                <c:pt idx="4019">
                  <c:v>delaware cadillac olds saab</c:v>
                </c:pt>
                <c:pt idx="4020">
                  <c:v>select luxury cars</c:v>
                </c:pt>
                <c:pt idx="4021">
                  <c:v>international imports llc</c:v>
                </c:pt>
                <c:pt idx="4022">
                  <c:v>corporate cars inc</c:v>
                </c:pt>
                <c:pt idx="4023">
                  <c:v>off lease vehicle llc</c:v>
                </c:pt>
                <c:pt idx="4024">
                  <c:v>white plains lincoln</c:v>
                </c:pt>
                <c:pt idx="4025">
                  <c:v>claridon resale cars</c:v>
                </c:pt>
                <c:pt idx="4026">
                  <c:v>bravo cadillac hummer</c:v>
                </c:pt>
                <c:pt idx="4027">
                  <c:v>communication fcu</c:v>
                </c:pt>
                <c:pt idx="4028">
                  <c:v>annapolis volvo subaru</c:v>
                </c:pt>
                <c:pt idx="4029">
                  <c:v>nissan north america - program</c:v>
                </c:pt>
                <c:pt idx="4030">
                  <c:v>liberal auto</c:v>
                </c:pt>
                <c:pt idx="4031">
                  <c:v>carolina farm credit</c:v>
                </c:pt>
                <c:pt idx="4032">
                  <c:v>costa mesa nissan</c:v>
                </c:pt>
                <c:pt idx="4033">
                  <c:v>pauls autos inc/hanchick &amp; lerch</c:v>
                </c:pt>
                <c:pt idx="4034">
                  <c:v>northwest fleet</c:v>
                </c:pt>
                <c:pt idx="4035">
                  <c:v>cali motors</c:v>
                </c:pt>
                <c:pt idx="4036">
                  <c:v>nissan of lagrange</c:v>
                </c:pt>
                <c:pt idx="4037">
                  <c:v>opelika ford inc</c:v>
                </c:pt>
                <c:pt idx="4038">
                  <c:v>toyota of tacoma</c:v>
                </c:pt>
                <c:pt idx="4039">
                  <c:v>hiller ford inc</c:v>
                </c:pt>
                <c:pt idx="4040">
                  <c:v>princeton chevrolet inc</c:v>
                </c:pt>
                <c:pt idx="4041">
                  <c:v>peruzzi pontiac gmc truck inc</c:v>
                </c:pt>
                <c:pt idx="4042">
                  <c:v>jeb leasing co</c:v>
                </c:pt>
                <c:pt idx="4043">
                  <c:v>faulkner subaru mechanicsburg</c:v>
                </c:pt>
                <c:pt idx="4044">
                  <c:v>primeritus remarketing/eurocar imports</c:v>
                </c:pt>
                <c:pt idx="4045">
                  <c:v>bergstrom pioneer auto &amp; truck leasing inc</c:v>
                </c:pt>
                <c:pt idx="4046">
                  <c:v>barlow chevrolet oldsmobile</c:v>
                </c:pt>
                <c:pt idx="4047">
                  <c:v>mullinax ford lincoln</c:v>
                </c:pt>
                <c:pt idx="4048">
                  <c:v>selma hyundai</c:v>
                </c:pt>
                <c:pt idx="4049">
                  <c:v>hendrick chevrolet buick gmc cadillac southpoint</c:v>
                </c:pt>
                <c:pt idx="4050">
                  <c:v>burnsville volkswagen inc</c:v>
                </c:pt>
                <c:pt idx="4051">
                  <c:v>acura of johnston</c:v>
                </c:pt>
                <c:pt idx="4052">
                  <c:v>auto show place  llc</c:v>
                </c:pt>
                <c:pt idx="4053">
                  <c:v>autobahn motorcars</c:v>
                </c:pt>
                <c:pt idx="4054">
                  <c:v>european motor sports inc</c:v>
                </c:pt>
                <c:pt idx="4055">
                  <c:v>apple bmw of york</c:v>
                </c:pt>
                <c:pt idx="4056">
                  <c:v>infiniti of omaha</c:v>
                </c:pt>
                <c:pt idx="4057">
                  <c:v>primeritus remarketing / universal motors</c:v>
                </c:pt>
                <c:pt idx="4058">
                  <c:v>j &amp; b auto &amp; truck inc</c:v>
                </c:pt>
                <c:pt idx="4059">
                  <c:v>roger dean chevrolet inc</c:v>
                </c:pt>
                <c:pt idx="4060">
                  <c:v>autonation chevrolet gulf freeway</c:v>
                </c:pt>
                <c:pt idx="4061">
                  <c:v>primeritus remarketing/capital bank</c:v>
                </c:pt>
                <c:pt idx="4062">
                  <c:v>new holland ford</c:v>
                </c:pt>
                <c:pt idx="4063">
                  <c:v>executive leasing</c:v>
                </c:pt>
                <c:pt idx="4064">
                  <c:v>toyota of tampa bay</c:v>
                </c:pt>
                <c:pt idx="4065">
                  <c:v>bmw of the hudson valley</c:v>
                </c:pt>
                <c:pt idx="4066">
                  <c:v>faa/dt</c:v>
                </c:pt>
                <c:pt idx="4067">
                  <c:v>crown chrysler dodge jeep</c:v>
                </c:pt>
                <c:pt idx="4068">
                  <c:v>transfleet us llc</c:v>
                </c:pt>
                <c:pt idx="4069">
                  <c:v>sunbelt nissan</c:v>
                </c:pt>
                <c:pt idx="4070">
                  <c:v>great lakes chevrolet inc</c:v>
                </c:pt>
                <c:pt idx="4071">
                  <c:v>onemain rem/alliance motor cars</c:v>
                </c:pt>
                <c:pt idx="4072">
                  <c:v>rinos auto sales inc</c:v>
                </c:pt>
                <c:pt idx="4073">
                  <c:v>autonation subaru west</c:v>
                </c:pt>
                <c:pt idx="4074">
                  <c:v>in line motors</c:v>
                </c:pt>
                <c:pt idx="4075">
                  <c:v>j and c inc</c:v>
                </c:pt>
                <c:pt idx="4076">
                  <c:v>tom wood nissan inc</c:v>
                </c:pt>
                <c:pt idx="4077">
                  <c:v>pr auto loans llc</c:v>
                </c:pt>
                <c:pt idx="4078">
                  <c:v>teg federal credit union</c:v>
                </c:pt>
                <c:pt idx="4079">
                  <c:v>honda east</c:v>
                </c:pt>
                <c:pt idx="4080">
                  <c:v>primeritus remarketing/jc auto world</c:v>
                </c:pt>
                <c:pt idx="4081">
                  <c:v>leaseway</c:v>
                </c:pt>
                <c:pt idx="4082">
                  <c:v>advantage funding commercial capital corp</c:v>
                </c:pt>
                <c:pt idx="4083">
                  <c:v>lauer brothers auto sales</c:v>
                </c:pt>
                <c:pt idx="4084">
                  <c:v>arch auto sales</c:v>
                </c:pt>
                <c:pt idx="4085">
                  <c:v>jim hudson luxury cars inc</c:v>
                </c:pt>
                <c:pt idx="4086">
                  <c:v>primeritus remarketing / pennsylvania state</c:v>
                </c:pt>
                <c:pt idx="4087">
                  <c:v>lithia toyota of abilene</c:v>
                </c:pt>
                <c:pt idx="4088">
                  <c:v>american finance &amp; association corp</c:v>
                </c:pt>
                <c:pt idx="4089">
                  <c:v>centerone/macul</c:v>
                </c:pt>
                <c:pt idx="4090">
                  <c:v>kia of silver spring</c:v>
                </c:pt>
                <c:pt idx="4091">
                  <c:v>primeritus remarketing/cur</c:v>
                </c:pt>
                <c:pt idx="4092">
                  <c:v>acr rental services inc</c:v>
                </c:pt>
                <c:pt idx="4093">
                  <c:v>rdr car truck van rentals</c:v>
                </c:pt>
                <c:pt idx="4094">
                  <c:v>grand motors inc</c:v>
                </c:pt>
                <c:pt idx="4095">
                  <c:v>grossinger city toyota</c:v>
                </c:pt>
                <c:pt idx="4096">
                  <c:v>security financial</c:v>
                </c:pt>
                <c:pt idx="4097">
                  <c:v>ray laethem chrysler dodge jeep ram</c:v>
                </c:pt>
                <c:pt idx="4098">
                  <c:v>acura of brookfield</c:v>
                </c:pt>
                <c:pt idx="4099">
                  <c:v>jn auto</c:v>
                </c:pt>
                <c:pt idx="4100">
                  <c:v>san antonio fcu</c:v>
                </c:pt>
                <c:pt idx="4101">
                  <c:v>lehman buick gmc llc</c:v>
                </c:pt>
                <c:pt idx="4102">
                  <c:v>platinum auto world</c:v>
                </c:pt>
                <c:pt idx="4103">
                  <c:v>alexandria toyota inc</c:v>
                </c:pt>
                <c:pt idx="4104">
                  <c:v>airpark motorcars llc</c:v>
                </c:pt>
                <c:pt idx="4105">
                  <c:v>woodbridge motors inc</c:v>
                </c:pt>
                <c:pt idx="4106">
                  <c:v>toyota of poway</c:v>
                </c:pt>
                <c:pt idx="4107">
                  <c:v>luxury auto group</c:v>
                </c:pt>
                <c:pt idx="4108">
                  <c:v>j &amp; r car and truck center llc</c:v>
                </c:pt>
                <c:pt idx="4109">
                  <c:v>park place ltd</c:v>
                </c:pt>
                <c:pt idx="4110">
                  <c:v>massey automotive inc</c:v>
                </c:pt>
                <c:pt idx="4111">
                  <c:v>aarts enterprise inc</c:v>
                </c:pt>
                <c:pt idx="4112">
                  <c:v>alliance credit union</c:v>
                </c:pt>
                <c:pt idx="4113">
                  <c:v>remarketing by ge/landmark auto inc</c:v>
                </c:pt>
                <c:pt idx="4114">
                  <c:v>toyota motor credit corp</c:v>
                </c:pt>
                <c:pt idx="4115">
                  <c:v>ernst toyota</c:v>
                </c:pt>
                <c:pt idx="4116">
                  <c:v>brother auto group inc</c:v>
                </c:pt>
                <c:pt idx="4117">
                  <c:v>clark knapp honda</c:v>
                </c:pt>
                <c:pt idx="4118">
                  <c:v>gainesville buick gmc</c:v>
                </c:pt>
                <c:pt idx="4119">
                  <c:v>don ledford automotive center inc</c:v>
                </c:pt>
                <c:pt idx="4120">
                  <c:v>head motor company</c:v>
                </c:pt>
                <c:pt idx="4121">
                  <c:v>professionals auto sales inc</c:v>
                </c:pt>
                <c:pt idx="4122">
                  <c:v>randall ray motor company</c:v>
                </c:pt>
                <c:pt idx="4123">
                  <c:v>remktgedge/cars/auto one acceptance</c:v>
                </c:pt>
                <c:pt idx="4124">
                  <c:v>royal auto chicago inc</c:v>
                </c:pt>
                <c:pt idx="4125">
                  <c:v>fleet services remarketing inc</c:v>
                </c:pt>
                <c:pt idx="4126">
                  <c:v>remarketing by ge/vic canever chevrolet inc</c:v>
                </c:pt>
                <c:pt idx="4127">
                  <c:v>rick miller used cars &amp; rvs</c:v>
                </c:pt>
                <c:pt idx="4128">
                  <c:v>old fannin autoplex inc</c:v>
                </c:pt>
                <c:pt idx="4129">
                  <c:v>autopay</c:v>
                </c:pt>
                <c:pt idx="4130">
                  <c:v>troy spencer and sons inc</c:v>
                </c:pt>
                <c:pt idx="4131">
                  <c:v>sherwood ford lincoln of salisbury</c:v>
                </c:pt>
                <c:pt idx="4132">
                  <c:v>complete auto remarketing specialists inc</c:v>
                </c:pt>
                <c:pt idx="4133">
                  <c:v>eisenhauer nissan inc</c:v>
                </c:pt>
                <c:pt idx="4134">
                  <c:v>steve's mobile detail</c:v>
                </c:pt>
                <c:pt idx="4135">
                  <c:v>plus auto sales corp</c:v>
                </c:pt>
                <c:pt idx="4136">
                  <c:v>crosslane wholesale llc</c:v>
                </c:pt>
                <c:pt idx="4137">
                  <c:v>toyota of northwest arkansas</c:v>
                </c:pt>
                <c:pt idx="4138">
                  <c:v>bmw of atlantic city</c:v>
                </c:pt>
                <c:pt idx="4139">
                  <c:v>bergstrom lexus</c:v>
                </c:pt>
                <c:pt idx="4140">
                  <c:v>jack schmitt cadillac oldsmobile inc</c:v>
                </c:pt>
                <c:pt idx="4141">
                  <c:v>titlemax/fort apache-nv16</c:v>
                </c:pt>
                <c:pt idx="4142">
                  <c:v>amazing luxury cars</c:v>
                </c:pt>
                <c:pt idx="4143">
                  <c:v>white county ford llc</c:v>
                </c:pt>
                <c:pt idx="4144">
                  <c:v>longmont auto wholesale</c:v>
                </c:pt>
                <c:pt idx="4145">
                  <c:v>vci/eich motor company</c:v>
                </c:pt>
                <c:pt idx="4146">
                  <c:v>cerini/hertz car sales of columbia</c:v>
                </c:pt>
                <c:pt idx="4147">
                  <c:v>mtk auto</c:v>
                </c:pt>
                <c:pt idx="4148">
                  <c:v>grand auto exchange inc</c:v>
                </c:pt>
                <c:pt idx="4149">
                  <c:v>teatero motor products</c:v>
                </c:pt>
                <c:pt idx="4150">
                  <c:v>iezzi's auto sales</c:v>
                </c:pt>
                <c:pt idx="4151">
                  <c:v>rogue cu</c:v>
                </c:pt>
                <c:pt idx="4152">
                  <c:v>net sales auto</c:v>
                </c:pt>
                <c:pt idx="4153">
                  <c:v>southern auto exchange</c:v>
                </c:pt>
                <c:pt idx="4154">
                  <c:v>atlautos.com</c:v>
                </c:pt>
                <c:pt idx="4155">
                  <c:v>apple chevrolet inc</c:v>
                </c:pt>
                <c:pt idx="4156">
                  <c:v>land rover encino</c:v>
                </c:pt>
                <c:pt idx="4157">
                  <c:v>nickel corporation</c:v>
                </c:pt>
                <c:pt idx="4158">
                  <c:v>meridian motors</c:v>
                </c:pt>
                <c:pt idx="4159">
                  <c:v>honda cars of bellevue</c:v>
                </c:pt>
                <c:pt idx="4160">
                  <c:v>car solutions</c:v>
                </c:pt>
                <c:pt idx="4161">
                  <c:v>bmw of bakersfield</c:v>
                </c:pt>
                <c:pt idx="4162">
                  <c:v>toyota of runnemede</c:v>
                </c:pt>
                <c:pt idx="4163">
                  <c:v>onemain rem/sams auto sales</c:v>
                </c:pt>
                <c:pt idx="4164">
                  <c:v>professional financial services/raleigh</c:v>
                </c:pt>
                <c:pt idx="4165">
                  <c:v>gretna auto outlet</c:v>
                </c:pt>
                <c:pt idx="4166">
                  <c:v>frank toyota</c:v>
                </c:pt>
                <c:pt idx="4167">
                  <c:v>east coast toyota scion</c:v>
                </c:pt>
                <c:pt idx="4168">
                  <c:v>hertz car exchange inc/montgomery</c:v>
                </c:pt>
                <c:pt idx="4169">
                  <c:v>orange county's credit union</c:v>
                </c:pt>
                <c:pt idx="4170">
                  <c:v>onesource/atlanta toyota</c:v>
                </c:pt>
                <c:pt idx="4171">
                  <c:v>augusta metro fcu</c:v>
                </c:pt>
                <c:pt idx="4172">
                  <c:v>empire rent a car inc</c:v>
                </c:pt>
                <c:pt idx="4173">
                  <c:v>smothers european</c:v>
                </c:pt>
                <c:pt idx="4174">
                  <c:v>budget rent a car/port angeles</c:v>
                </c:pt>
                <c:pt idx="4175">
                  <c:v>earth motorcars llc</c:v>
                </c:pt>
                <c:pt idx="4176">
                  <c:v>remarketing by ge/manheim el paso</c:v>
                </c:pt>
                <c:pt idx="4177">
                  <c:v>coulter infiniti</c:v>
                </c:pt>
                <c:pt idx="4178">
                  <c:v>crest lincoln inc</c:v>
                </c:pt>
                <c:pt idx="4179">
                  <c:v>tcar recovery and remarketing</c:v>
                </c:pt>
                <c:pt idx="4180">
                  <c:v>motorwerks bmw</c:v>
                </c:pt>
                <c:pt idx="4181">
                  <c:v>sds motors</c:v>
                </c:pt>
                <c:pt idx="4182">
                  <c:v>m &amp; t bank</c:v>
                </c:pt>
                <c:pt idx="4183">
                  <c:v>ocean city cars&amp;trucks inc</c:v>
                </c:pt>
                <c:pt idx="4184">
                  <c:v>mb automotive corp</c:v>
                </c:pt>
                <c:pt idx="4185">
                  <c:v>pch pre owned</c:v>
                </c:pt>
                <c:pt idx="4186">
                  <c:v>orlando motors inc</c:v>
                </c:pt>
                <c:pt idx="4187">
                  <c:v>taylor infiniti bmw hyundai</c:v>
                </c:pt>
                <c:pt idx="4188">
                  <c:v>manheim chicago aa</c:v>
                </c:pt>
                <c:pt idx="4189">
                  <c:v>kalona auto</c:v>
                </c:pt>
                <c:pt idx="4190">
                  <c:v>david mcdavid ford ft worth</c:v>
                </c:pt>
                <c:pt idx="4191">
                  <c:v>craig toyota</c:v>
                </c:pt>
                <c:pt idx="4192">
                  <c:v>northtown vplr</c:v>
                </c:pt>
                <c:pt idx="4193">
                  <c:v>jaguar of tacoma</c:v>
                </c:pt>
                <c:pt idx="4194">
                  <c:v>lasco ford inc</c:v>
                </c:pt>
                <c:pt idx="4195">
                  <c:v>mc grath acura of westmont</c:v>
                </c:pt>
                <c:pt idx="4196">
                  <c:v>ars/manheim auctions</c:v>
                </c:pt>
                <c:pt idx="4197">
                  <c:v>lafontaine chrysler dodge jeep</c:v>
                </c:pt>
                <c:pt idx="4198">
                  <c:v>north island fcu</c:v>
                </c:pt>
                <c:pt idx="4199">
                  <c:v>tom wood toyota</c:v>
                </c:pt>
                <c:pt idx="4200">
                  <c:v>plutus motor group llc</c:v>
                </c:pt>
                <c:pt idx="4201">
                  <c:v>palmetto57 nissan</c:v>
                </c:pt>
                <c:pt idx="4202">
                  <c:v>autonation honda thornton road</c:v>
                </c:pt>
                <c:pt idx="4203">
                  <c:v>mercedes benz of calabasas</c:v>
                </c:pt>
                <c:pt idx="4204">
                  <c:v>scratch and dent motors</c:v>
                </c:pt>
                <c:pt idx="4205">
                  <c:v>macon deals inc</c:v>
                </c:pt>
                <c:pt idx="4206">
                  <c:v>hendrick volkswagen lewisville</c:v>
                </c:pt>
                <c:pt idx="4207">
                  <c:v>dick barbour performance llc</c:v>
                </c:pt>
                <c:pt idx="4208">
                  <c:v>onemain rem/automotive restyling concepts inc</c:v>
                </c:pt>
                <c:pt idx="4209">
                  <c:v>russ darrow leasing co inc</c:v>
                </c:pt>
                <c:pt idx="4210">
                  <c:v>bert ogden infiniti</c:v>
                </c:pt>
                <c:pt idx="4211">
                  <c:v>van pool hawaii  vpsi inc</c:v>
                </c:pt>
                <c:pt idx="4212">
                  <c:v>uncle ang auto sales</c:v>
                </c:pt>
                <c:pt idx="4213">
                  <c:v>educational employees credit union</c:v>
                </c:pt>
                <c:pt idx="4214">
                  <c:v>norris acura west</c:v>
                </c:pt>
                <c:pt idx="4215">
                  <c:v>mc grath honda</c:v>
                </c:pt>
                <c:pt idx="4216">
                  <c:v>l &amp; b auto sales corp</c:v>
                </c:pt>
                <c:pt idx="4217">
                  <c:v>arnold chevrolet llc</c:v>
                </c:pt>
                <c:pt idx="4218">
                  <c:v>bobby ford inc</c:v>
                </c:pt>
                <c:pt idx="4219">
                  <c:v>scheidemantle motors</c:v>
                </c:pt>
                <c:pt idx="4220">
                  <c:v>pattis car country</c:v>
                </c:pt>
                <c:pt idx="4221">
                  <c:v>ponoka chrysler jeep dodge</c:v>
                </c:pt>
                <c:pt idx="4222">
                  <c:v>eagle automotives inc</c:v>
                </c:pt>
                <c:pt idx="4223">
                  <c:v>go rentals</c:v>
                </c:pt>
                <c:pt idx="4224">
                  <c:v>jg elite enterprises</c:v>
                </c:pt>
                <c:pt idx="4225">
                  <c:v>financial one credit union</c:v>
                </c:pt>
                <c:pt idx="4226">
                  <c:v>remarketing by ge/community cu of florida</c:v>
                </c:pt>
                <c:pt idx="4227">
                  <c:v>nashville chrysler dodge jeep ram</c:v>
                </c:pt>
                <c:pt idx="4228">
                  <c:v>mike albert leasing</c:v>
                </c:pt>
                <c:pt idx="4229">
                  <c:v>first team hyu-nis-sub-vw auto mall</c:v>
                </c:pt>
                <c:pt idx="4230">
                  <c:v>jr used cars</c:v>
                </c:pt>
                <c:pt idx="4231">
                  <c:v>vci/commonwealth audi volkswagen</c:v>
                </c:pt>
                <c:pt idx="4232">
                  <c:v>palm desert auto</c:v>
                </c:pt>
                <c:pt idx="4233">
                  <c:v>remarketing by ge/rock valley credit union</c:v>
                </c:pt>
                <c:pt idx="4234">
                  <c:v>primeritus remarketing/vonuc motors</c:v>
                </c:pt>
                <c:pt idx="4235">
                  <c:v>bright bay lincoln inc</c:v>
                </c:pt>
                <c:pt idx="4236">
                  <c:v>cardinale gmc truck</c:v>
                </c:pt>
                <c:pt idx="4237">
                  <c:v>first financial credit union</c:v>
                </c:pt>
                <c:pt idx="4238">
                  <c:v>cjb enterprises inc.</c:v>
                </c:pt>
                <c:pt idx="4239">
                  <c:v>met autos llc</c:v>
                </c:pt>
                <c:pt idx="4240">
                  <c:v>global motors</c:v>
                </c:pt>
                <c:pt idx="4241">
                  <c:v>a b c auto credit inc</c:v>
                </c:pt>
                <c:pt idx="4242">
                  <c:v>trg sales inc</c:v>
                </c:pt>
                <c:pt idx="4243">
                  <c:v>cj wilson mazda of ventura</c:v>
                </c:pt>
                <c:pt idx="4244">
                  <c:v>apple honda</c:v>
                </c:pt>
                <c:pt idx="4245">
                  <c:v>premium auto group llc</c:v>
                </c:pt>
                <c:pt idx="4246">
                  <c:v>orland toyota inc</c:v>
                </c:pt>
                <c:pt idx="4247">
                  <c:v>new deal used cars</c:v>
                </c:pt>
                <c:pt idx="4248">
                  <c:v>fiserv/grow financial fcu</c:v>
                </c:pt>
                <c:pt idx="4249">
                  <c:v>metro ford sales inc</c:v>
                </c:pt>
                <c:pt idx="4250">
                  <c:v>subaru of orange park</c:v>
                </c:pt>
                <c:pt idx="4251">
                  <c:v>autodeal ltd</c:v>
                </c:pt>
                <c:pt idx="4252">
                  <c:v>trade motors sales corp</c:v>
                </c:pt>
                <c:pt idx="4253">
                  <c:v>elite motors llc</c:v>
                </c:pt>
                <c:pt idx="4254">
                  <c:v>united consumer finance</c:v>
                </c:pt>
                <c:pt idx="4255">
                  <c:v>city finance inc</c:v>
                </c:pt>
                <c:pt idx="4256">
                  <c:v>street track-n-trail inc</c:v>
                </c:pt>
                <c:pt idx="4257">
                  <c:v>e &amp; l motors corp</c:v>
                </c:pt>
                <c:pt idx="4258">
                  <c:v>genao auto sales inc</c:v>
                </c:pt>
                <c:pt idx="4259">
                  <c:v>fredy kia</c:v>
                </c:pt>
                <c:pt idx="4260">
                  <c:v>the lot of saratoga llc</c:v>
                </c:pt>
                <c:pt idx="4261">
                  <c:v>autoworks</c:v>
                </c:pt>
                <c:pt idx="4262">
                  <c:v>richardson imports inc</c:v>
                </c:pt>
                <c:pt idx="4263">
                  <c:v>ewald fleet solution</c:v>
                </c:pt>
                <c:pt idx="4264">
                  <c:v>onemain rem/jmp motors llc</c:v>
                </c:pt>
                <c:pt idx="4265">
                  <c:v>klasse auto</c:v>
                </c:pt>
                <c:pt idx="4266">
                  <c:v>brad deery motors inc</c:v>
                </c:pt>
                <c:pt idx="4267">
                  <c:v>dyer &amp; dyer volvo</c:v>
                </c:pt>
                <c:pt idx="4268">
                  <c:v>porsche of san diego</c:v>
                </c:pt>
                <c:pt idx="4269">
                  <c:v>world toyota</c:v>
                </c:pt>
                <c:pt idx="4270">
                  <c:v>volvo of cape cod</c:v>
                </c:pt>
                <c:pt idx="4271">
                  <c:v>palmetto chevrolet co inc</c:v>
                </c:pt>
                <c:pt idx="4272">
                  <c:v>southwest auto inc</c:v>
                </c:pt>
                <c:pt idx="4273">
                  <c:v>crosby nissan sales</c:v>
                </c:pt>
                <c:pt idx="4274">
                  <c:v>team honda</c:v>
                </c:pt>
                <c:pt idx="4275">
                  <c:v>fratelli auto repair</c:v>
                </c:pt>
                <c:pt idx="4276">
                  <c:v>nab</c:v>
                </c:pt>
                <c:pt idx="4277">
                  <c:v>princeton bmw</c:v>
                </c:pt>
                <c:pt idx="4278">
                  <c:v>spire cu</c:v>
                </c:pt>
                <c:pt idx="4279">
                  <c:v>pfs auto financial</c:v>
                </c:pt>
                <c:pt idx="4280">
                  <c:v>o'reilly auto parts</c:v>
                </c:pt>
                <c:pt idx="4281">
                  <c:v>gateway chevrolet</c:v>
                </c:pt>
                <c:pt idx="4282">
                  <c:v>gentilini chevrolet llc</c:v>
                </c:pt>
                <c:pt idx="4283">
                  <c:v>redline motorsports  inc.</c:v>
                </c:pt>
                <c:pt idx="4284">
                  <c:v>hyundai of newport</c:v>
                </c:pt>
                <c:pt idx="4285">
                  <c:v>villa motors inc</c:v>
                </c:pt>
                <c:pt idx="4286">
                  <c:v>ryan mtrs of morristown inc</c:v>
                </c:pt>
                <c:pt idx="4287">
                  <c:v>cox fleet/ari</c:v>
                </c:pt>
                <c:pt idx="4288">
                  <c:v>amco motor sales</c:v>
                </c:pt>
                <c:pt idx="4289">
                  <c:v>flag/fort worth audi</c:v>
                </c:pt>
                <c:pt idx="4290">
                  <c:v>keystone acquisition bureau</c:v>
                </c:pt>
                <c:pt idx="4291">
                  <c:v>freeman motor company inc</c:v>
                </c:pt>
                <c:pt idx="4292">
                  <c:v>automotive leasing specialist</c:v>
                </c:pt>
                <c:pt idx="4293">
                  <c:v>nissan of athens</c:v>
                </c:pt>
                <c:pt idx="4294">
                  <c:v>greenwood remarketing</c:v>
                </c:pt>
                <c:pt idx="4295">
                  <c:v>dan deery rental</c:v>
                </c:pt>
                <c:pt idx="4296">
                  <c:v>dow louisiana fcu</c:v>
                </c:pt>
                <c:pt idx="4297">
                  <c:v>remarketing by ge/carville auto sales llc</c:v>
                </c:pt>
                <c:pt idx="4298">
                  <c:v>volvo of orange county</c:v>
                </c:pt>
                <c:pt idx="4299">
                  <c:v>primeritus remarketing/oregon comm credit</c:v>
                </c:pt>
                <c:pt idx="4300">
                  <c:v>southern motors honda</c:v>
                </c:pt>
                <c:pt idx="4301">
                  <c:v>hudson's stratford kia</c:v>
                </c:pt>
                <c:pt idx="4302">
                  <c:v>spitzer autoworld homestead inc</c:v>
                </c:pt>
                <c:pt idx="4303">
                  <c:v>renty car rental</c:v>
                </c:pt>
                <c:pt idx="4304">
                  <c:v>a1 plus auto center</c:v>
                </c:pt>
                <c:pt idx="4305">
                  <c:v>acme auto leasing llc</c:v>
                </c:pt>
                <c:pt idx="4306">
                  <c:v>ars/luxor motor cars inc</c:v>
                </c:pt>
                <c:pt idx="4307">
                  <c:v>oscar traders inc</c:v>
                </c:pt>
                <c:pt idx="4308">
                  <c:v>justbettercars com inc</c:v>
                </c:pt>
                <c:pt idx="4309">
                  <c:v>schmitt imports llc</c:v>
                </c:pt>
                <c:pt idx="4310">
                  <c:v>perfection truck wholesale inc</c:v>
                </c:pt>
                <c:pt idx="4311">
                  <c:v>illest motors</c:v>
                </c:pt>
                <c:pt idx="4312">
                  <c:v>dm motorcars inc</c:v>
                </c:pt>
                <c:pt idx="4313">
                  <c:v>bmw of fresno</c:v>
                </c:pt>
                <c:pt idx="4314">
                  <c:v>napleton auto werks of ind</c:v>
                </c:pt>
                <c:pt idx="4315">
                  <c:v>check into cash inc.</c:v>
                </c:pt>
                <c:pt idx="4316">
                  <c:v>coast 2 coast auto wholesale</c:v>
                </c:pt>
                <c:pt idx="4317">
                  <c:v>onemain rem/fastlane automotive enterprises</c:v>
                </c:pt>
                <c:pt idx="4318">
                  <c:v>westbury imports llc</c:v>
                </c:pt>
                <c:pt idx="4319">
                  <c:v>autonation ford memphis</c:v>
                </c:pt>
                <c:pt idx="4320">
                  <c:v>harris auto sales</c:v>
                </c:pt>
                <c:pt idx="4321">
                  <c:v>security auto loans inc</c:v>
                </c:pt>
                <c:pt idx="4322">
                  <c:v>west hills chrysler jeep dodge</c:v>
                </c:pt>
                <c:pt idx="4323">
                  <c:v>kernersville chrysler dodge jeep</c:v>
                </c:pt>
                <c:pt idx="4324">
                  <c:v>university of minnesota</c:v>
                </c:pt>
                <c:pt idx="4325">
                  <c:v>remarketing by ge/jax fcu</c:v>
                </c:pt>
                <c:pt idx="4326">
                  <c:v>a1a import export</c:v>
                </c:pt>
                <c:pt idx="4327">
                  <c:v>lone star ford</c:v>
                </c:pt>
                <c:pt idx="4328">
                  <c:v>remarketing by ge/first commerce credit union</c:v>
                </c:pt>
                <c:pt idx="4329">
                  <c:v>porsche of the main line</c:v>
                </c:pt>
                <c:pt idx="4330">
                  <c:v>premier motor/cars</c:v>
                </c:pt>
                <c:pt idx="4331">
                  <c:v>shaver automotive group inc</c:v>
                </c:pt>
                <c:pt idx="4332">
                  <c:v>onemain rem/global imports sales inc</c:v>
                </c:pt>
                <c:pt idx="4333">
                  <c:v>contemporary mitsubishi</c:v>
                </c:pt>
                <c:pt idx="4334">
                  <c:v>remarketing by ge/boeing wichita credit union</c:v>
                </c:pt>
                <c:pt idx="4335">
                  <c:v>gary motors inc</c:v>
                </c:pt>
                <c:pt idx="4336">
                  <c:v>hyundai inland empire</c:v>
                </c:pt>
                <c:pt idx="4337">
                  <c:v>walker wholesale</c:v>
                </c:pt>
                <c:pt idx="4338">
                  <c:v>crossline on fort road</c:v>
                </c:pt>
                <c:pt idx="4339">
                  <c:v>universal motor credit</c:v>
                </c:pt>
                <c:pt idx="4340">
                  <c:v>legacy ford pasco</c:v>
                </c:pt>
                <c:pt idx="4341">
                  <c:v>tampa bay autonetwork</c:v>
                </c:pt>
                <c:pt idx="4342">
                  <c:v>arrowhead auto sales</c:v>
                </c:pt>
                <c:pt idx="4343">
                  <c:v>commerce hyundai</c:v>
                </c:pt>
                <c:pt idx="4344">
                  <c:v>perris valley dodge jeep</c:v>
                </c:pt>
                <c:pt idx="4345">
                  <c:v>u save</c:v>
                </c:pt>
                <c:pt idx="4346">
                  <c:v>remarketing by ge/utah power credit union</c:v>
                </c:pt>
                <c:pt idx="4347">
                  <c:v>cannon motors inc</c:v>
                </c:pt>
                <c:pt idx="4348">
                  <c:v>ciocca subaru</c:v>
                </c:pt>
                <c:pt idx="4349">
                  <c:v>cars &amp; trucks</c:v>
                </c:pt>
                <c:pt idx="4350">
                  <c:v>paradise automotive group inc</c:v>
                </c:pt>
                <c:pt idx="4351">
                  <c:v>primeritus remarketing/lum</c:v>
                </c:pt>
                <c:pt idx="4352">
                  <c:v>leo martin chevrolet inc</c:v>
                </c:pt>
                <c:pt idx="4353">
                  <c:v>chilsons corner motors of cadott llc</c:v>
                </c:pt>
                <c:pt idx="4354">
                  <c:v>manheim houston</c:v>
                </c:pt>
                <c:pt idx="4355">
                  <c:v>remarketing by ge/h&amp;h motors inc</c:v>
                </c:pt>
                <c:pt idx="4356">
                  <c:v>leo venters motors inc</c:v>
                </c:pt>
                <c:pt idx="4357">
                  <c:v>repo remarketing/first flight federal cu</c:v>
                </c:pt>
                <c:pt idx="4358">
                  <c:v>audi reno tahoe</c:v>
                </c:pt>
                <c:pt idx="4359">
                  <c:v>hi country chevrolet inc</c:v>
                </c:pt>
                <c:pt idx="4360">
                  <c:v>diamond automotive group</c:v>
                </c:pt>
                <c:pt idx="4361">
                  <c:v>findlay honda flagstaff</c:v>
                </c:pt>
                <c:pt idx="4362">
                  <c:v>autos 4 less</c:v>
                </c:pt>
                <c:pt idx="4363">
                  <c:v>mercedes benz of walnut creek</c:v>
                </c:pt>
                <c:pt idx="4364">
                  <c:v>nelson auto center inc</c:v>
                </c:pt>
                <c:pt idx="4365">
                  <c:v>eli's auto world inc</c:v>
                </c:pt>
                <c:pt idx="4366">
                  <c:v>arrowhead honda</c:v>
                </c:pt>
                <c:pt idx="4367">
                  <c:v>ted cianos used car center</c:v>
                </c:pt>
                <c:pt idx="4368">
                  <c:v>summs skip &amp; collections service inc</c:v>
                </c:pt>
                <c:pt idx="4369">
                  <c:v>boucher cadillac buick gmc of waukesha</c:v>
                </c:pt>
                <c:pt idx="4370">
                  <c:v>alan jay chevrolet cadillac inc</c:v>
                </c:pt>
                <c:pt idx="4371">
                  <c:v>luxury auto collection llc</c:v>
                </c:pt>
                <c:pt idx="4372">
                  <c:v>lombard auto exchange inc</c:v>
                </c:pt>
                <c:pt idx="4373">
                  <c:v>apex automotive llc</c:v>
                </c:pt>
                <c:pt idx="4374">
                  <c:v>abab corportation</c:v>
                </c:pt>
                <c:pt idx="4375">
                  <c:v>great southern bank</c:v>
                </c:pt>
                <c:pt idx="4376">
                  <c:v>onemain rem/manheim san francisco bay</c:v>
                </c:pt>
                <c:pt idx="4377">
                  <c:v>daimler truck financial</c:v>
                </c:pt>
                <c:pt idx="4378">
                  <c:v>onemain rem/minas car group</c:v>
                </c:pt>
                <c:pt idx="4379">
                  <c:v>alan jay ford lincoln</c:v>
                </c:pt>
                <c:pt idx="4380">
                  <c:v>david ragan ford</c:v>
                </c:pt>
                <c:pt idx="4381">
                  <c:v>heffle motor company preowned vehicles</c:v>
                </c:pt>
                <c:pt idx="4382">
                  <c:v>sensible auto lending  llc</c:v>
                </c:pt>
                <c:pt idx="4383">
                  <c:v>capital one certified inc</c:v>
                </c:pt>
                <c:pt idx="4384">
                  <c:v>union bank &amp; trust</c:v>
                </c:pt>
                <c:pt idx="4385">
                  <c:v>sewell buick-pontiac-gmc</c:v>
                </c:pt>
                <c:pt idx="4386">
                  <c:v>murrays used cars inc</c:v>
                </c:pt>
                <c:pt idx="4387">
                  <c:v>heartland motors inc</c:v>
                </c:pt>
                <c:pt idx="4388">
                  <c:v>city loan</c:v>
                </c:pt>
                <c:pt idx="4389">
                  <c:v>langley federal credit union</c:v>
                </c:pt>
                <c:pt idx="4390">
                  <c:v>dollar thrifty/tra</c:v>
                </c:pt>
                <c:pt idx="4391">
                  <c:v>cartwright motors</c:v>
                </c:pt>
                <c:pt idx="4392">
                  <c:v>eastern utah community credit union</c:v>
                </c:pt>
                <c:pt idx="4393">
                  <c:v>country chevrolet inc</c:v>
                </c:pt>
                <c:pt idx="4394">
                  <c:v>thrift investment corporation</c:v>
                </c:pt>
                <c:pt idx="4395">
                  <c:v>mercedes benz of san diego</c:v>
                </c:pt>
                <c:pt idx="4396">
                  <c:v>u f o motorsports llc</c:v>
                </c:pt>
                <c:pt idx="4397">
                  <c:v>larson motors inc</c:v>
                </c:pt>
                <c:pt idx="4398">
                  <c:v>bls management inc</c:v>
                </c:pt>
                <c:pt idx="4399">
                  <c:v>lexus of marin</c:v>
                </c:pt>
                <c:pt idx="4400">
                  <c:v>global finance group</c:v>
                </c:pt>
                <c:pt idx="4401">
                  <c:v>coconut point ford</c:v>
                </c:pt>
                <c:pt idx="4402">
                  <c:v>721740 alberta ltd</c:v>
                </c:pt>
                <c:pt idx="4403">
                  <c:v>columbia credit union</c:v>
                </c:pt>
                <c:pt idx="4404">
                  <c:v>the western motor co inc</c:v>
                </c:pt>
                <c:pt idx="4405">
                  <c:v>mike brown ford</c:v>
                </c:pt>
                <c:pt idx="4406">
                  <c:v>border federal credit union</c:v>
                </c:pt>
                <c:pt idx="4407">
                  <c:v>wilsonville toyota scion</c:v>
                </c:pt>
                <c:pt idx="4408">
                  <c:v>mancaris chrysler jeep inc</c:v>
                </c:pt>
                <c:pt idx="4409">
                  <c:v>volvo of ft myers</c:v>
                </c:pt>
                <c:pt idx="4410">
                  <c:v>j/r motors</c:v>
                </c:pt>
                <c:pt idx="4411">
                  <c:v>auto house of salisbury inc</c:v>
                </c:pt>
                <c:pt idx="4412">
                  <c:v>deals on wheels</c:v>
                </c:pt>
                <c:pt idx="4413">
                  <c:v>westside hummer inc</c:v>
                </c:pt>
                <c:pt idx="4414">
                  <c:v>superior toyota</c:v>
                </c:pt>
                <c:pt idx="4415">
                  <c:v>gene steffy ford llc</c:v>
                </c:pt>
                <c:pt idx="4416">
                  <c:v>velocity auto broker  inc</c:v>
                </c:pt>
                <c:pt idx="4417">
                  <c:v>blaise alexander chevrolet buick inc</c:v>
                </c:pt>
                <c:pt idx="4418">
                  <c:v>arrow auto sales</c:v>
                </c:pt>
                <c:pt idx="4419">
                  <c:v>subaru of spokane</c:v>
                </c:pt>
                <c:pt idx="4420">
                  <c:v>fuccillo nissan of latham</c:v>
                </c:pt>
                <c:pt idx="4421">
                  <c:v>mechanicsville toyota</c:v>
                </c:pt>
                <c:pt idx="4422">
                  <c:v>nissan dealer blend/kings infiniti inc</c:v>
                </c:pt>
                <c:pt idx="4423">
                  <c:v>hou tex finance</c:v>
                </c:pt>
                <c:pt idx="4424">
                  <c:v>wilson auto wholesale</c:v>
                </c:pt>
                <c:pt idx="4425">
                  <c:v>torre nissan</c:v>
                </c:pt>
                <c:pt idx="4426">
                  <c:v>red bank volvo inc</c:v>
                </c:pt>
                <c:pt idx="4427">
                  <c:v>max auto sales inc</c:v>
                </c:pt>
                <c:pt idx="4428">
                  <c:v>b &amp; m auto sales inc</c:v>
                </c:pt>
                <c:pt idx="4429">
                  <c:v>fuson automotive inc</c:v>
                </c:pt>
                <c:pt idx="4430">
                  <c:v>benchmark auto sales nj llc</c:v>
                </c:pt>
                <c:pt idx="4431">
                  <c:v>autonation ford frisco</c:v>
                </c:pt>
                <c:pt idx="4432">
                  <c:v>carbucks of georgia inc</c:v>
                </c:pt>
                <c:pt idx="4433">
                  <c:v>enterprise leasing co. of georgia</c:v>
                </c:pt>
                <c:pt idx="4434">
                  <c:v>preston chrysler dodge jeep ram</c:v>
                </c:pt>
                <c:pt idx="4435">
                  <c:v>commerce bank</c:v>
                </c:pt>
                <c:pt idx="4436">
                  <c:v>repo remarketing/first commerce credit union</c:v>
                </c:pt>
                <c:pt idx="4437">
                  <c:v>onemain rem/orange county motorsports llc</c:v>
                </c:pt>
                <c:pt idx="4438">
                  <c:v>crossroads auto center</c:v>
                </c:pt>
                <c:pt idx="4439">
                  <c:v>bell canada</c:v>
                </c:pt>
                <c:pt idx="4440">
                  <c:v>ltd automotive llc</c:v>
                </c:pt>
                <c:pt idx="4441">
                  <c:v>pdx auto wholesale llc</c:v>
                </c:pt>
                <c:pt idx="4442">
                  <c:v>barley chase chevrolet buick inc</c:v>
                </c:pt>
                <c:pt idx="4443">
                  <c:v>bellco credit union</c:v>
                </c:pt>
                <c:pt idx="4444">
                  <c:v>mpm auto traders</c:v>
                </c:pt>
                <c:pt idx="4445">
                  <c:v>rosner ford</c:v>
                </c:pt>
                <c:pt idx="4446">
                  <c:v>grables auto wholesale</c:v>
                </c:pt>
                <c:pt idx="4447">
                  <c:v>nations best auto brokers llc</c:v>
                </c:pt>
                <c:pt idx="4448">
                  <c:v>remarketing by ge/sunstate fcu</c:v>
                </c:pt>
                <c:pt idx="4449">
                  <c:v>autonation chrysler jeep west</c:v>
                </c:pt>
                <c:pt idx="4450">
                  <c:v>repo remarketing/skyone fcu</c:v>
                </c:pt>
                <c:pt idx="4451">
                  <c:v>jordan motors inc</c:v>
                </c:pt>
                <c:pt idx="4452">
                  <c:v>diamond motor company</c:v>
                </c:pt>
                <c:pt idx="4453">
                  <c:v>kia st eustache enr</c:v>
                </c:pt>
                <c:pt idx="4454">
                  <c:v>legends toyota legends scion</c:v>
                </c:pt>
                <c:pt idx="4455">
                  <c:v>sunrise volkswagen inc</c:v>
                </c:pt>
                <c:pt idx="4456">
                  <c:v>vci/audi mission viejo</c:v>
                </c:pt>
                <c:pt idx="4457">
                  <c:v>trucks &amp; cars for less</c:v>
                </c:pt>
                <c:pt idx="4458">
                  <c:v>m &amp; g cars unlimited llc</c:v>
                </c:pt>
                <c:pt idx="4459">
                  <c:v>audi warwick</c:v>
                </c:pt>
                <c:pt idx="4460">
                  <c:v>fx caprara chevrolet olds buick inc</c:v>
                </c:pt>
                <c:pt idx="4461">
                  <c:v>lithia chrysler jeep dodge of tri-cities</c:v>
                </c:pt>
                <c:pt idx="4462">
                  <c:v>ruan car leasing</c:v>
                </c:pt>
                <c:pt idx="4463">
                  <c:v>power jda llc</c:v>
                </c:pt>
                <c:pt idx="4464">
                  <c:v>anderson motors</c:v>
                </c:pt>
                <c:pt idx="4465">
                  <c:v>imans imports</c:v>
                </c:pt>
                <c:pt idx="4466">
                  <c:v>herrnstein chrysler inc</c:v>
                </c:pt>
                <c:pt idx="4467">
                  <c:v>chase automotive</c:v>
                </c:pt>
                <c:pt idx="4468">
                  <c:v>brian s richmond enterprise inc</c:v>
                </c:pt>
                <c:pt idx="4469">
                  <c:v>landrover tampa</c:v>
                </c:pt>
                <c:pt idx="4470">
                  <c:v>piazza honda of philadelphia</c:v>
                </c:pt>
                <c:pt idx="4471">
                  <c:v>answer one motors</c:v>
                </c:pt>
                <c:pt idx="4472">
                  <c:v>paramount autosport</c:v>
                </c:pt>
                <c:pt idx="4473">
                  <c:v>wheels/cox</c:v>
                </c:pt>
                <c:pt idx="4474">
                  <c:v>repo remarketing/first credit union</c:v>
                </c:pt>
                <c:pt idx="4475">
                  <c:v>auto funding group</c:v>
                </c:pt>
                <c:pt idx="4476">
                  <c:v>classic motorcars inc</c:v>
                </c:pt>
                <c:pt idx="4477">
                  <c:v>mercedes benz of oakland</c:v>
                </c:pt>
                <c:pt idx="4478">
                  <c:v>land rover knoxville llc</c:v>
                </c:pt>
                <c:pt idx="4479">
                  <c:v>yucca valley ford center</c:v>
                </c:pt>
                <c:pt idx="4480">
                  <c:v>carlos jeep rental</c:v>
                </c:pt>
                <c:pt idx="4481">
                  <c:v>bill currie ford</c:v>
                </c:pt>
                <c:pt idx="4482">
                  <c:v>azf auto inc</c:v>
                </c:pt>
                <c:pt idx="4483">
                  <c:v>long beach bmw &amp; long beach mini</c:v>
                </c:pt>
                <c:pt idx="4484">
                  <c:v>allied rent a car</c:v>
                </c:pt>
                <c:pt idx="4485">
                  <c:v>archer-perdue suzuki</c:v>
                </c:pt>
                <c:pt idx="4486">
                  <c:v>clay cooley toyota of hazelwood</c:v>
                </c:pt>
                <c:pt idx="4487">
                  <c:v>united bank inc</c:v>
                </c:pt>
                <c:pt idx="4488">
                  <c:v>langley fcu</c:v>
                </c:pt>
                <c:pt idx="4489">
                  <c:v>larry h. miller chevrolet</c:v>
                </c:pt>
                <c:pt idx="4490">
                  <c:v>port lavaca ford inc</c:v>
                </c:pt>
                <c:pt idx="4491">
                  <c:v>carlsbad chevrolet</c:v>
                </c:pt>
                <c:pt idx="4492">
                  <c:v>cardinaleway volkswagen</c:v>
                </c:pt>
                <c:pt idx="4493">
                  <c:v>autonation ford westlake</c:v>
                </c:pt>
                <c:pt idx="4494">
                  <c:v>generations bank</c:v>
                </c:pt>
                <c:pt idx="4495">
                  <c:v>volkswagen of downtown la</c:v>
                </c:pt>
                <c:pt idx="4496">
                  <c:v>potomac imports inc</c:v>
                </c:pt>
                <c:pt idx="4497">
                  <c:v>lee f slaughter fine cars since 1948</c:v>
                </c:pt>
                <c:pt idx="4498">
                  <c:v>a town auto brokers</c:v>
                </c:pt>
                <c:pt idx="4499">
                  <c:v>apollo vw subaru</c:v>
                </c:pt>
                <c:pt idx="4500">
                  <c:v>national brokers</c:v>
                </c:pt>
                <c:pt idx="4501">
                  <c:v>n/a imports</c:v>
                </c:pt>
                <c:pt idx="4502">
                  <c:v>titlemax/san antonio tx24</c:v>
                </c:pt>
                <c:pt idx="4503">
                  <c:v>onemain rem/us auto fleet group</c:v>
                </c:pt>
                <c:pt idx="4504">
                  <c:v>cedar rapids toyota inc</c:v>
                </c:pt>
                <c:pt idx="4505">
                  <c:v>cal rentals</c:v>
                </c:pt>
                <c:pt idx="4506">
                  <c:v>sheehy ford of warrenton</c:v>
                </c:pt>
                <c:pt idx="4507">
                  <c:v>sheehy ford ashland</c:v>
                </c:pt>
                <c:pt idx="4508">
                  <c:v>remarketing by ge/public service credit union</c:v>
                </c:pt>
                <c:pt idx="4509">
                  <c:v>molle toyota inc</c:v>
                </c:pt>
                <c:pt idx="4510">
                  <c:v>re2 inc</c:v>
                </c:pt>
                <c:pt idx="4511">
                  <c:v>ars/all vehicle leasing</c:v>
                </c:pt>
                <c:pt idx="4512">
                  <c:v>spc credit union</c:v>
                </c:pt>
                <c:pt idx="4513">
                  <c:v>fields motorcars orlando</c:v>
                </c:pt>
                <c:pt idx="4514">
                  <c:v>european automobile company</c:v>
                </c:pt>
                <c:pt idx="4515">
                  <c:v>laclede gas</c:v>
                </c:pt>
                <c:pt idx="4516">
                  <c:v>new rochelle toyota</c:v>
                </c:pt>
                <c:pt idx="4517">
                  <c:v>the johnson dealerships inc</c:v>
                </c:pt>
                <c:pt idx="4518">
                  <c:v>remarketing by ge/lion's share fcu</c:v>
                </c:pt>
                <c:pt idx="4519">
                  <c:v>stivers ford lincoln</c:v>
                </c:pt>
                <c:pt idx="4520">
                  <c:v>luxury of queens inc</c:v>
                </c:pt>
                <c:pt idx="4521">
                  <c:v>rental remarketing inc</c:v>
                </c:pt>
                <c:pt idx="4522">
                  <c:v>remarketing by ge/dab auto world &amp; leasing</c:v>
                </c:pt>
                <c:pt idx="4523">
                  <c:v>north lily auto sales llc</c:v>
                </c:pt>
                <c:pt idx="4524">
                  <c:v>kia of bedford</c:v>
                </c:pt>
                <c:pt idx="4525">
                  <c:v>manheim nevada</c:v>
                </c:pt>
                <c:pt idx="4526">
                  <c:v>joe ball pontiac gmc commercial trucks</c:v>
                </c:pt>
                <c:pt idx="4527">
                  <c:v>indoor auto llc</c:v>
                </c:pt>
                <c:pt idx="4528">
                  <c:v>eastside corridor constructors</c:v>
                </c:pt>
                <c:pt idx="4529">
                  <c:v>westerra credit union</c:v>
                </c:pt>
                <c:pt idx="4530">
                  <c:v>katy kars</c:v>
                </c:pt>
                <c:pt idx="4531">
                  <c:v>diamond toyota scion</c:v>
                </c:pt>
                <c:pt idx="4532">
                  <c:v>priority nissan chantilly</c:v>
                </c:pt>
                <c:pt idx="4533">
                  <c:v>fernandez honda</c:v>
                </c:pt>
                <c:pt idx="4534">
                  <c:v>j &amp; l autosports</c:v>
                </c:pt>
                <c:pt idx="4535">
                  <c:v>infiniti of van nuys</c:v>
                </c:pt>
                <c:pt idx="4536">
                  <c:v>o hara motors inc</c:v>
                </c:pt>
                <c:pt idx="4537">
                  <c:v>kings auto ltd</c:v>
                </c:pt>
                <c:pt idx="4538">
                  <c:v>coastal mitsubishi  coastal hyundai</c:v>
                </c:pt>
                <c:pt idx="4539">
                  <c:v>hi-end auto llc</c:v>
                </c:pt>
                <c:pt idx="4540">
                  <c:v>professional financial services / murfreesboro</c:v>
                </c:pt>
                <c:pt idx="4541">
                  <c:v>scottsdale motor group llc</c:v>
                </c:pt>
                <c:pt idx="4542">
                  <c:v>randy butler automotive inc</c:v>
                </c:pt>
                <c:pt idx="4543">
                  <c:v>glesby marks leasing</c:v>
                </c:pt>
                <c:pt idx="4544">
                  <c:v>blevins auto sales llc</c:v>
                </c:pt>
                <c:pt idx="4545">
                  <c:v>twin motor</c:v>
                </c:pt>
                <c:pt idx="4546">
                  <c:v>ken peterson sales &amp; leasing</c:v>
                </c:pt>
                <c:pt idx="4547">
                  <c:v>smithfield motor sales inc</c:v>
                </c:pt>
                <c:pt idx="4548">
                  <c:v>rpm auto remarketing llc</c:v>
                </c:pt>
                <c:pt idx="4549">
                  <c:v>prestige leasing &amp; management inc</c:v>
                </c:pt>
                <c:pt idx="4550">
                  <c:v>gainesville nissan</c:v>
                </c:pt>
                <c:pt idx="4551">
                  <c:v>sal's auto service ltd.</c:v>
                </c:pt>
                <c:pt idx="4552">
                  <c:v>bens automotive center inc</c:v>
                </c:pt>
                <c:pt idx="4553">
                  <c:v>onpoint financial corp</c:v>
                </c:pt>
                <c:pt idx="4554">
                  <c:v>western brok venture ltd</c:v>
                </c:pt>
                <c:pt idx="4555">
                  <c:v>arrigo dodge chrysler jeep ram sawgrass</c:v>
                </c:pt>
                <c:pt idx="4556">
                  <c:v>grossinger motors inc</c:v>
                </c:pt>
                <c:pt idx="4557">
                  <c:v>aunlimited inc</c:v>
                </c:pt>
                <c:pt idx="4558">
                  <c:v>safco</c:v>
                </c:pt>
                <c:pt idx="4559">
                  <c:v>wonder automotive inc</c:v>
                </c:pt>
                <c:pt idx="4560">
                  <c:v>alexander automotive downtown franklin</c:v>
                </c:pt>
                <c:pt idx="4561">
                  <c:v>rc motorcars</c:v>
                </c:pt>
                <c:pt idx="4562">
                  <c:v>myrtle beach tnt auto sales llc</c:v>
                </c:pt>
                <c:pt idx="4563">
                  <c:v>cole ford sales inc</c:v>
                </c:pt>
                <c:pt idx="4564">
                  <c:v>bill bryan subaru</c:v>
                </c:pt>
                <c:pt idx="4565">
                  <c:v>georgetown auto sales inc</c:v>
                </c:pt>
                <c:pt idx="4566">
                  <c:v>primeritus remarketing/loan service center</c:v>
                </c:pt>
                <c:pt idx="4567">
                  <c:v>ideal motors</c:v>
                </c:pt>
                <c:pt idx="4568">
                  <c:v>joe ball gmc</c:v>
                </c:pt>
                <c:pt idx="4569">
                  <c:v>j and e auto sales inc</c:v>
                </c:pt>
                <c:pt idx="4570">
                  <c:v>pls loan store/phoenix</c:v>
                </c:pt>
                <c:pt idx="4571">
                  <c:v>manhattan imported cars inc</c:v>
                </c:pt>
                <c:pt idx="4572">
                  <c:v>stockton # 12 honda</c:v>
                </c:pt>
                <c:pt idx="4573">
                  <c:v>hertz corporation/non pgm</c:v>
                </c:pt>
                <c:pt idx="4574">
                  <c:v>atlantic coast remarketing inc/omcllc</c:v>
                </c:pt>
                <c:pt idx="4575">
                  <c:v>keweenaw automotive inc</c:v>
                </c:pt>
                <c:pt idx="4576">
                  <c:v>n &amp; b motorworks inc</c:v>
                </c:pt>
                <c:pt idx="4577">
                  <c:v>j r mirizio auto sales</c:v>
                </c:pt>
                <c:pt idx="4578">
                  <c:v>burt watson chevrolet inc</c:v>
                </c:pt>
                <c:pt idx="4579">
                  <c:v>prestige bmw</c:v>
                </c:pt>
                <c:pt idx="4580">
                  <c:v>cape fear credit union</c:v>
                </c:pt>
                <c:pt idx="4581">
                  <c:v>repo remarketing/unitus community cu</c:v>
                </c:pt>
                <c:pt idx="4582">
                  <c:v>sheehy ford of springfield inc</c:v>
                </c:pt>
                <c:pt idx="4583">
                  <c:v>marshall chevrolet co</c:v>
                </c:pt>
                <c:pt idx="4584">
                  <c:v>palm springs volvo</c:v>
                </c:pt>
                <c:pt idx="4585">
                  <c:v>morries subaru</c:v>
                </c:pt>
                <c:pt idx="4586">
                  <c:v>the car company inc</c:v>
                </c:pt>
                <c:pt idx="4587">
                  <c:v>bill bunch chevrolet inc</c:v>
                </c:pt>
                <c:pt idx="4588">
                  <c:v>jim hudson toyota</c:v>
                </c:pt>
                <c:pt idx="4589">
                  <c:v>hunter chev volvo subaru hyundai</c:v>
                </c:pt>
                <c:pt idx="4590">
                  <c:v>bill gray volvo</c:v>
                </c:pt>
                <c:pt idx="4591">
                  <c:v>1st commercial</c:v>
                </c:pt>
                <c:pt idx="4592">
                  <c:v>motor trends</c:v>
                </c:pt>
                <c:pt idx="4593">
                  <c:v>scholfield buick gmc hyundai</c:v>
                </c:pt>
                <c:pt idx="4594">
                  <c:v>ernst auto center inc</c:v>
                </c:pt>
                <c:pt idx="4595">
                  <c:v>denper group  inc.</c:v>
                </c:pt>
                <c:pt idx="4596">
                  <c:v>givens auto inc</c:v>
                </c:pt>
                <c:pt idx="4597">
                  <c:v>carlock kia of tuscaloosa</c:v>
                </c:pt>
                <c:pt idx="4598">
                  <c:v>landers fiat</c:v>
                </c:pt>
                <c:pt idx="4599">
                  <c:v>lafontaine subaru</c:v>
                </c:pt>
                <c:pt idx="4600">
                  <c:v>remarketing by ge/shine auto brokers inc</c:v>
                </c:pt>
                <c:pt idx="4601">
                  <c:v>oxmoor ford lincoln mercury</c:v>
                </c:pt>
                <c:pt idx="4602">
                  <c:v>c harper ford kia</c:v>
                </c:pt>
                <c:pt idx="4603">
                  <c:v>keith m motors</c:v>
                </c:pt>
                <c:pt idx="4604">
                  <c:v>carplus auto sales  inc</c:v>
                </c:pt>
                <c:pt idx="4605">
                  <c:v>the best choice inc</c:v>
                </c:pt>
                <c:pt idx="4606">
                  <c:v>mercedes benz of denver</c:v>
                </c:pt>
                <c:pt idx="4607">
                  <c:v>orr nissan</c:v>
                </c:pt>
                <c:pt idx="4608">
                  <c:v>action finance &amp; leasing corporation</c:v>
                </c:pt>
                <c:pt idx="4609">
                  <c:v>ala sales inc</c:v>
                </c:pt>
                <c:pt idx="4610">
                  <c:v>oates &amp; lane motor co</c:v>
                </c:pt>
                <c:pt idx="4611">
                  <c:v>nissan dealer blend/briggs motor company</c:v>
                </c:pt>
                <c:pt idx="4612">
                  <c:v>rent a vette</c:v>
                </c:pt>
                <c:pt idx="4613">
                  <c:v>dependable auto sales</c:v>
                </c:pt>
                <c:pt idx="4614">
                  <c:v>sheehy subaru</c:v>
                </c:pt>
                <c:pt idx="4615">
                  <c:v>finishline services</c:v>
                </c:pt>
                <c:pt idx="4616">
                  <c:v>bristol county savings bank</c:v>
                </c:pt>
                <c:pt idx="4617">
                  <c:v>greenwood chevrolet olds inc</c:v>
                </c:pt>
                <c:pt idx="4618">
                  <c:v>auto dealer solutions inc</c:v>
                </c:pt>
                <c:pt idx="4619">
                  <c:v>faulkner harrisburg inc</c:v>
                </c:pt>
                <c:pt idx="4620">
                  <c:v>buckeye title loans inc</c:v>
                </c:pt>
                <c:pt idx="4621">
                  <c:v>red hoagland hyundai inc</c:v>
                </c:pt>
                <c:pt idx="4622">
                  <c:v>toyota chula vista dba scion</c:v>
                </c:pt>
                <c:pt idx="4623">
                  <c:v>peach state fcu</c:v>
                </c:pt>
                <c:pt idx="4624">
                  <c:v>stapleton motorcars inc</c:v>
                </c:pt>
                <c:pt idx="4625">
                  <c:v>action auction llc</c:v>
                </c:pt>
                <c:pt idx="4626">
                  <c:v>american capital asset management</c:v>
                </c:pt>
                <c:pt idx="4627">
                  <c:v>fields of daytona llc</c:v>
                </c:pt>
                <c:pt idx="4628">
                  <c:v>bmw of mobile</c:v>
                </c:pt>
                <c:pt idx="4629">
                  <c:v>honda of covington</c:v>
                </c:pt>
                <c:pt idx="4630">
                  <c:v>symes saab of pasadena</c:v>
                </c:pt>
                <c:pt idx="4631">
                  <c:v>s &amp; f auto sales inc.</c:v>
                </c:pt>
                <c:pt idx="4632">
                  <c:v>larson cadillac saab</c:v>
                </c:pt>
                <c:pt idx="4633">
                  <c:v>ar auto sales</c:v>
                </c:pt>
                <c:pt idx="4634">
                  <c:v>michael hohl subaru</c:v>
                </c:pt>
                <c:pt idx="4635">
                  <c:v>west coast motors</c:v>
                </c:pt>
                <c:pt idx="4636">
                  <c:v>jrs autobuyers llc</c:v>
                </c:pt>
                <c:pt idx="4637">
                  <c:v>zinc auto finance</c:v>
                </c:pt>
                <c:pt idx="4638">
                  <c:v>lease plan/fig leasing co</c:v>
                </c:pt>
                <c:pt idx="4639">
                  <c:v>united motors trade llc</c:v>
                </c:pt>
                <c:pt idx="4640">
                  <c:v>suburban chrysler jeep dodge</c:v>
                </c:pt>
                <c:pt idx="4641">
                  <c:v>san tan ford</c:v>
                </c:pt>
                <c:pt idx="4642">
                  <c:v>bay automotive corporation</c:v>
                </c:pt>
                <c:pt idx="4643">
                  <c:v>ramos auto sales</c:v>
                </c:pt>
                <c:pt idx="4644">
                  <c:v>remarketing by ge/ted a rea inc</c:v>
                </c:pt>
                <c:pt idx="4645">
                  <c:v>bert ogden chevrolet inc</c:v>
                </c:pt>
                <c:pt idx="4646">
                  <c:v>crown kia</c:v>
                </c:pt>
                <c:pt idx="4647">
                  <c:v>wards motorsports inc</c:v>
                </c:pt>
                <c:pt idx="4648">
                  <c:v>russell &amp; smith ford inc</c:v>
                </c:pt>
                <c:pt idx="4649">
                  <c:v>claremont volkswagen</c:v>
                </c:pt>
                <c:pt idx="4650">
                  <c:v>budds chev cadillac buick gmc</c:v>
                </c:pt>
                <c:pt idx="4651">
                  <c:v>repo remarketing/vons credit union</c:v>
                </c:pt>
                <c:pt idx="4652">
                  <c:v>sixrentals corp/damage liquidation</c:v>
                </c:pt>
                <c:pt idx="4653">
                  <c:v>larry miller volkswagen avondale</c:v>
                </c:pt>
                <c:pt idx="4654">
                  <c:v>volvo of memphis</c:v>
                </c:pt>
                <c:pt idx="4655">
                  <c:v>coon rapids nissan</c:v>
                </c:pt>
                <c:pt idx="4656">
                  <c:v>remarketing by ge/manheim utah</c:v>
                </c:pt>
                <c:pt idx="4657">
                  <c:v>premier partners inc.</c:v>
                </c:pt>
                <c:pt idx="4658">
                  <c:v>long island motorcars inc</c:v>
                </c:pt>
                <c:pt idx="4659">
                  <c:v>allied acceptance corp</c:v>
                </c:pt>
                <c:pt idx="4660">
                  <c:v>budget rent a car/rapid city</c:v>
                </c:pt>
                <c:pt idx="4661">
                  <c:v>eagle motorsports corporation</c:v>
                </c:pt>
                <c:pt idx="4662">
                  <c:v>centrus auto finance</c:v>
                </c:pt>
                <c:pt idx="4663">
                  <c:v>michaels motorcars inc</c:v>
                </c:pt>
                <c:pt idx="4664">
                  <c:v>tri state leasing</c:v>
                </c:pt>
                <c:pt idx="4665">
                  <c:v>gardner motors inc</c:v>
                </c:pt>
                <c:pt idx="4666">
                  <c:v>brown chevrolet co inc</c:v>
                </c:pt>
                <c:pt idx="4667">
                  <c:v>norfolk motors</c:v>
                </c:pt>
                <c:pt idx="4668">
                  <c:v>toyota of surprise</c:v>
                </c:pt>
                <c:pt idx="4669">
                  <c:v>wilmington auto wholesale inc</c:v>
                </c:pt>
                <c:pt idx="4670">
                  <c:v>jimmy's love bug sales</c:v>
                </c:pt>
                <c:pt idx="4671">
                  <c:v>atlantic coast remarketing inc/gawllc</c:v>
                </c:pt>
                <c:pt idx="4672">
                  <c:v>auto planet superstore</c:v>
                </c:pt>
                <c:pt idx="4673">
                  <c:v>remarketing by ge/your deal automotive inc</c:v>
                </c:pt>
                <c:pt idx="4674">
                  <c:v>manheim kansas city</c:v>
                </c:pt>
                <c:pt idx="4675">
                  <c:v>sterling credit corp</c:v>
                </c:pt>
                <c:pt idx="4676">
                  <c:v>butler county motor company</c:v>
                </c:pt>
                <c:pt idx="4677">
                  <c:v>chaco credit union</c:v>
                </c:pt>
                <c:pt idx="4678">
                  <c:v>jc auto world</c:v>
                </c:pt>
                <c:pt idx="4679">
                  <c:v>brad benson motorsports</c:v>
                </c:pt>
                <c:pt idx="4680">
                  <c:v>h &amp; h corvette inc</c:v>
                </c:pt>
                <c:pt idx="4681">
                  <c:v>richmond bmw</c:v>
                </c:pt>
                <c:pt idx="4682">
                  <c:v>assets recovered llc</c:v>
                </c:pt>
                <c:pt idx="4683">
                  <c:v>new holland toyota</c:v>
                </c:pt>
                <c:pt idx="4684">
                  <c:v>pontotoc auto sales</c:v>
                </c:pt>
                <c:pt idx="4685">
                  <c:v>smart toyota of quad cities</c:v>
                </c:pt>
                <c:pt idx="4686">
                  <c:v>sheehy honda</c:v>
                </c:pt>
                <c:pt idx="4687">
                  <c:v>auto sales &amp; services inc</c:v>
                </c:pt>
                <c:pt idx="4688">
                  <c:v>pm worldwide rent a car</c:v>
                </c:pt>
                <c:pt idx="4689">
                  <c:v>kings volkswagen</c:v>
                </c:pt>
                <c:pt idx="4690">
                  <c:v>majestic auto sale &amp; wholesale corp</c:v>
                </c:pt>
                <c:pt idx="4691">
                  <c:v>peninsula infiniti llc</c:v>
                </c:pt>
                <c:pt idx="4692">
                  <c:v>mercedes-benz of houston greenway</c:v>
                </c:pt>
                <c:pt idx="4693">
                  <c:v>joe wanas auto sales</c:v>
                </c:pt>
                <c:pt idx="4694">
                  <c:v>auto village llc</c:v>
                </c:pt>
                <c:pt idx="4695">
                  <c:v>hoffman ford sales inc</c:v>
                </c:pt>
                <c:pt idx="4696">
                  <c:v>manheim seattle</c:v>
                </c:pt>
                <c:pt idx="4697">
                  <c:v>sonic crest honda llc</c:v>
                </c:pt>
                <c:pt idx="4698">
                  <c:v>repo remarketing/north island fcu</c:v>
                </c:pt>
                <c:pt idx="4699">
                  <c:v>manheim omaha</c:v>
                </c:pt>
                <c:pt idx="4700">
                  <c:v>fruendly auto source inc</c:v>
                </c:pt>
                <c:pt idx="4701">
                  <c:v>driveit financial services llc</c:v>
                </c:pt>
                <c:pt idx="4702">
                  <c:v>starco financial llc</c:v>
                </c:pt>
                <c:pt idx="4703">
                  <c:v>onemain rem/no.1 auto sales inc</c:v>
                </c:pt>
                <c:pt idx="4704">
                  <c:v>regional finance corp ga dba autocredit source</c:v>
                </c:pt>
                <c:pt idx="4705">
                  <c:v>taunton fcu</c:v>
                </c:pt>
                <c:pt idx="4706">
                  <c:v>difeo bmw</c:v>
                </c:pt>
                <c:pt idx="4707">
                  <c:v>ride &amp; drive llc</c:v>
                </c:pt>
                <c:pt idx="4708">
                  <c:v>sunshine autos</c:v>
                </c:pt>
                <c:pt idx="4709">
                  <c:v>plutas motor group llc</c:v>
                </c:pt>
                <c:pt idx="4710">
                  <c:v>venice auto mall</c:v>
                </c:pt>
                <c:pt idx="4711">
                  <c:v>k &amp; s auto sales</c:v>
                </c:pt>
                <c:pt idx="4712">
                  <c:v>avm auto sales</c:v>
                </c:pt>
                <c:pt idx="4713">
                  <c:v>tom kadlec honda</c:v>
                </c:pt>
                <c:pt idx="4714">
                  <c:v>fleet masters</c:v>
                </c:pt>
                <c:pt idx="4715">
                  <c:v>dave's speedway service</c:v>
                </c:pt>
                <c:pt idx="4716">
                  <c:v>eaton auto sales &amp; leasing</c:v>
                </c:pt>
                <c:pt idx="4717">
                  <c:v>toyota motor credit corp/torrance</c:v>
                </c:pt>
                <c:pt idx="4718">
                  <c:v>new tampa auto brokers inc</c:v>
                </c:pt>
                <c:pt idx="4719">
                  <c:v>seven town trading inc</c:v>
                </c:pt>
                <c:pt idx="4720">
                  <c:v>sj auto fleet wholesale inc</c:v>
                </c:pt>
                <c:pt idx="4721">
                  <c:v>lafontaine buick gmc of ann arbor inc</c:v>
                </c:pt>
                <c:pt idx="4722">
                  <c:v>tom ahl buick inc</c:v>
                </c:pt>
                <c:pt idx="4723">
                  <c:v>luxury autos of great neck llc</c:v>
                </c:pt>
                <c:pt idx="4724">
                  <c:v>el mor chevrolet inc</c:v>
                </c:pt>
                <c:pt idx="4725">
                  <c:v>longs auto place inc</c:v>
                </c:pt>
                <c:pt idx="4726">
                  <c:v>bmw of dayton</c:v>
                </c:pt>
                <c:pt idx="4727">
                  <c:v>hiland toyota</c:v>
                </c:pt>
                <c:pt idx="4728">
                  <c:v>bryan bowman chrys dod jeep</c:v>
                </c:pt>
                <c:pt idx="4729">
                  <c:v>avondale mazda</c:v>
                </c:pt>
                <c:pt idx="4730">
                  <c:v>orange buick gmc</c:v>
                </c:pt>
                <c:pt idx="4731">
                  <c:v>auto haus</c:v>
                </c:pt>
                <c:pt idx="4732">
                  <c:v>primeritus remarketing/five star car and truck</c:v>
                </c:pt>
                <c:pt idx="4733">
                  <c:v>pigg enterprises inc</c:v>
                </c:pt>
                <c:pt idx="4734">
                  <c:v>sons acura</c:v>
                </c:pt>
                <c:pt idx="4735">
                  <c:v>dennis j baglier buick inc</c:v>
                </c:pt>
                <c:pt idx="4736">
                  <c:v>2626 5660 quebec inc</c:v>
                </c:pt>
                <c:pt idx="4737">
                  <c:v>altoona honda</c:v>
                </c:pt>
                <c:pt idx="4738">
                  <c:v>a.n.a auto sales llc</c:v>
                </c:pt>
                <c:pt idx="4739">
                  <c:v>superior chevrolet</c:v>
                </c:pt>
                <c:pt idx="4740">
                  <c:v>swanson fahrney ford sales</c:v>
                </c:pt>
                <c:pt idx="4741">
                  <c:v>manheim fredericksburg</c:v>
                </c:pt>
                <c:pt idx="4742">
                  <c:v>leif johnson ford</c:v>
                </c:pt>
                <c:pt idx="4743">
                  <c:v>pritchard's of clear lake inc</c:v>
                </c:pt>
                <c:pt idx="4744">
                  <c:v>philadelphia fcu</c:v>
                </c:pt>
                <c:pt idx="4745">
                  <c:v>jay wolfe honda</c:v>
                </c:pt>
                <c:pt idx="4746">
                  <c:v>all season motors corp</c:v>
                </c:pt>
                <c:pt idx="4747">
                  <c:v>avis rac/damage/charlotte</c:v>
                </c:pt>
                <c:pt idx="4748">
                  <c:v>remarketing by ge/npps inc</c:v>
                </c:pt>
                <c:pt idx="4749">
                  <c:v>merle stone chevrolet</c:v>
                </c:pt>
                <c:pt idx="4750">
                  <c:v>southwest auto finance</c:v>
                </c:pt>
                <c:pt idx="4751">
                  <c:v>fidelity auto credit</c:v>
                </c:pt>
                <c:pt idx="4752">
                  <c:v>lexus of merrillville</c:v>
                </c:pt>
                <c:pt idx="4753">
                  <c:v>mark toyota of plover</c:v>
                </c:pt>
                <c:pt idx="4754">
                  <c:v>cars ez llc</c:v>
                </c:pt>
                <c:pt idx="4755">
                  <c:v>whitewater motors inc</c:v>
                </c:pt>
                <c:pt idx="4756">
                  <c:v>napletons hyundai</c:v>
                </c:pt>
                <c:pt idx="4757">
                  <c:v>valor federal credit union</c:v>
                </c:pt>
                <c:pt idx="4758">
                  <c:v>rab motors</c:v>
                </c:pt>
                <c:pt idx="4759">
                  <c:v>primeritus remarketing/truck division of lowes</c:v>
                </c:pt>
                <c:pt idx="4760">
                  <c:v>lake norman infiniti</c:v>
                </c:pt>
                <c:pt idx="4761">
                  <c:v>tom griffiths autos wholesale</c:v>
                </c:pt>
                <c:pt idx="4762">
                  <c:v>auto network group of arizona</c:v>
                </c:pt>
                <c:pt idx="4763">
                  <c:v>foreman financial</c:v>
                </c:pt>
                <c:pt idx="4764">
                  <c:v>beadle fd inc/beadle chry ctr</c:v>
                </c:pt>
                <c:pt idx="4765">
                  <c:v>apollo auto finance llc</c:v>
                </c:pt>
                <c:pt idx="4766">
                  <c:v>omega auto sale</c:v>
                </c:pt>
                <c:pt idx="4767">
                  <c:v>zeigler chevrolet-schaumburg llc</c:v>
                </c:pt>
                <c:pt idx="4768">
                  <c:v>automart wholesale</c:v>
                </c:pt>
                <c:pt idx="4769">
                  <c:v>houston distributing</c:v>
                </c:pt>
                <c:pt idx="4770">
                  <c:v>nissan of cookeville</c:v>
                </c:pt>
                <c:pt idx="4771">
                  <c:v>fredericktowne motors inc</c:v>
                </c:pt>
                <c:pt idx="4772">
                  <c:v>cherokee hyundai of kennesaw</c:v>
                </c:pt>
                <c:pt idx="4773">
                  <c:v>repo remarketing/pacific marine credit union</c:v>
                </c:pt>
                <c:pt idx="4774">
                  <c:v>miracle ford inc.</c:v>
                </c:pt>
                <c:pt idx="4775">
                  <c:v>complete fleet auto sales</c:v>
                </c:pt>
                <c:pt idx="4776">
                  <c:v>lee buick gmc</c:v>
                </c:pt>
                <c:pt idx="4777">
                  <c:v>volvo na lease/world omni</c:v>
                </c:pt>
                <c:pt idx="4778">
                  <c:v>auto credit source</c:v>
                </c:pt>
                <c:pt idx="4779">
                  <c:v>land rover jaguar louisville</c:v>
                </c:pt>
                <c:pt idx="4780">
                  <c:v>ultra auto enterprise inc</c:v>
                </c:pt>
                <c:pt idx="4781">
                  <c:v>richland auto mart</c:v>
                </c:pt>
                <c:pt idx="4782">
                  <c:v>toyota financial services cfg</c:v>
                </c:pt>
                <c:pt idx="4783">
                  <c:v>all out powersports</c:v>
                </c:pt>
                <c:pt idx="4784">
                  <c:v>a crivelli buick gmc inc</c:v>
                </c:pt>
                <c:pt idx="4785">
                  <c:v>chilson chrysler dodge llc</c:v>
                </c:pt>
                <c:pt idx="4786">
                  <c:v>143 auto sales inc</c:v>
                </c:pt>
                <c:pt idx="4787">
                  <c:v>fiserv/us bank</c:v>
                </c:pt>
                <c:pt idx="4788">
                  <c:v>volvo of las vegas</c:v>
                </c:pt>
                <c:pt idx="4789">
                  <c:v>schumacher chevrolet of clifton</c:v>
                </c:pt>
                <c:pt idx="4790">
                  <c:v>joe machens bmw</c:v>
                </c:pt>
                <c:pt idx="4791">
                  <c:v>cerritos infiniti inc</c:v>
                </c:pt>
                <c:pt idx="4792">
                  <c:v>resources for human development</c:v>
                </c:pt>
                <c:pt idx="4793">
                  <c:v>remarketing by ge/coc llc</c:v>
                </c:pt>
                <c:pt idx="4794">
                  <c:v>lee chevrolet buick</c:v>
                </c:pt>
                <c:pt idx="4795">
                  <c:v>lph automotive</c:v>
                </c:pt>
                <c:pt idx="4796">
                  <c:v>bmw of dallas</c:v>
                </c:pt>
                <c:pt idx="4797">
                  <c:v>inman motors sales of somerville</c:v>
                </c:pt>
                <c:pt idx="4798">
                  <c:v>united motors llc</c:v>
                </c:pt>
                <c:pt idx="4799">
                  <c:v>lou fusz kia</c:v>
                </c:pt>
                <c:pt idx="4800">
                  <c:v>lewis page auto brokers</c:v>
                </c:pt>
                <c:pt idx="4801">
                  <c:v>mimick motor co</c:v>
                </c:pt>
                <c:pt idx="4802">
                  <c:v>jud kuhn chevrolet</c:v>
                </c:pt>
                <c:pt idx="4803">
                  <c:v>central florida automotive group llc</c:v>
                </c:pt>
                <c:pt idx="4804">
                  <c:v>york mitsubishi</c:v>
                </c:pt>
                <c:pt idx="4805">
                  <c:v>performance nissan</c:v>
                </c:pt>
                <c:pt idx="4806">
                  <c:v>volkswagen of gainesville</c:v>
                </c:pt>
                <c:pt idx="4807">
                  <c:v>bales motor company inc</c:v>
                </c:pt>
                <c:pt idx="4808">
                  <c:v>bredemann chevrolet</c:v>
                </c:pt>
                <c:pt idx="4809">
                  <c:v>super car co inc</c:v>
                </c:pt>
                <c:pt idx="4810">
                  <c:v>chris scott motors</c:v>
                </c:pt>
                <c:pt idx="4811">
                  <c:v>crevier bmw</c:v>
                </c:pt>
                <c:pt idx="4812">
                  <c:v>kfa automotive group inc</c:v>
                </c:pt>
                <c:pt idx="4813">
                  <c:v>nelson automotive ltd</c:v>
                </c:pt>
                <c:pt idx="4814">
                  <c:v>rite car</c:v>
                </c:pt>
                <c:pt idx="4815">
                  <c:v>hi lo auto sales</c:v>
                </c:pt>
                <c:pt idx="4816">
                  <c:v>dan hecht chevrolet inc</c:v>
                </c:pt>
                <c:pt idx="4817">
                  <c:v>pelican auto finance</c:v>
                </c:pt>
                <c:pt idx="4818">
                  <c:v>pfs auto finance</c:v>
                </c:pt>
                <c:pt idx="4819">
                  <c:v>s &amp; p auto leasing</c:v>
                </c:pt>
                <c:pt idx="4820">
                  <c:v>ohio auto sales</c:v>
                </c:pt>
                <c:pt idx="4821">
                  <c:v>amg auto traders</c:v>
                </c:pt>
                <c:pt idx="4822">
                  <c:v>max cars</c:v>
                </c:pt>
                <c:pt idx="4823">
                  <c:v>bob hook chevrolet  inc.</c:v>
                </c:pt>
                <c:pt idx="4824">
                  <c:v>jerrys auto sales inc</c:v>
                </c:pt>
                <c:pt idx="4825">
                  <c:v>dragon auto group inc</c:v>
                </c:pt>
                <c:pt idx="4826">
                  <c:v>bmw of las vegas</c:v>
                </c:pt>
                <c:pt idx="4827">
                  <c:v>vics auto wholesale</c:v>
                </c:pt>
                <c:pt idx="4828">
                  <c:v>primeritus remarketing/jack's auto sales</c:v>
                </c:pt>
                <c:pt idx="4829">
                  <c:v>safe fcu</c:v>
                </c:pt>
                <c:pt idx="4830">
                  <c:v>village chev co</c:v>
                </c:pt>
                <c:pt idx="4831">
                  <c:v>claremont toyota</c:v>
                </c:pt>
                <c:pt idx="4832">
                  <c:v>autoport llc</c:v>
                </c:pt>
                <c:pt idx="4833">
                  <c:v>james wood motors inc</c:v>
                </c:pt>
                <c:pt idx="4834">
                  <c:v>1st choice automotive corp</c:v>
                </c:pt>
                <c:pt idx="4835">
                  <c:v>jefferson bank leasing service division</c:v>
                </c:pt>
                <c:pt idx="4836">
                  <c:v>fbi</c:v>
                </c:pt>
                <c:pt idx="4837">
                  <c:v>island lincoln mercury inc</c:v>
                </c:pt>
                <c:pt idx="4838">
                  <c:v>auto row sales center inc</c:v>
                </c:pt>
                <c:pt idx="4839">
                  <c:v>toyota west</c:v>
                </c:pt>
                <c:pt idx="4840">
                  <c:v>performance subaru porsche</c:v>
                </c:pt>
                <c:pt idx="4841">
                  <c:v>piazza honda of springfield</c:v>
                </c:pt>
                <c:pt idx="4842">
                  <c:v>hancock bank</c:v>
                </c:pt>
                <c:pt idx="4843">
                  <c:v>ks motor group llc</c:v>
                </c:pt>
                <c:pt idx="4844">
                  <c:v>pass auto center</c:v>
                </c:pt>
                <c:pt idx="4845">
                  <c:v>source motors inc</c:v>
                </c:pt>
                <c:pt idx="4846">
                  <c:v>486236 alberta ltd</c:v>
                </c:pt>
                <c:pt idx="4847">
                  <c:v>doan chevrolet llc</c:v>
                </c:pt>
                <c:pt idx="4848">
                  <c:v>gann auto group</c:v>
                </c:pt>
                <c:pt idx="4849">
                  <c:v>remarketing by ge/advantage enterprises llc</c:v>
                </c:pt>
                <c:pt idx="4850">
                  <c:v>primeritus</c:v>
                </c:pt>
                <c:pt idx="4851">
                  <c:v>penske toyota</c:v>
                </c:pt>
                <c:pt idx="4852">
                  <c:v>kugman inc</c:v>
                </c:pt>
                <c:pt idx="4853">
                  <c:v>remarketing by ge/manheim digital marketplace</c:v>
                </c:pt>
                <c:pt idx="4854">
                  <c:v>bert ogden chrysler ply dodge inc</c:v>
                </c:pt>
                <c:pt idx="4855">
                  <c:v>elite auto financing</c:v>
                </c:pt>
                <c:pt idx="4856">
                  <c:v>onesource/lagrange toyota inc</c:v>
                </c:pt>
                <c:pt idx="4857">
                  <c:v>normandin chrysler jeep dodge</c:v>
                </c:pt>
                <c:pt idx="4858">
                  <c:v>the auto mall of effingham</c:v>
                </c:pt>
                <c:pt idx="4859">
                  <c:v>alexander subaru inc</c:v>
                </c:pt>
                <c:pt idx="4860">
                  <c:v>gary's wholesaling  ltd</c:v>
                </c:pt>
                <c:pt idx="4861">
                  <c:v>manchester motors</c:v>
                </c:pt>
                <c:pt idx="4862">
                  <c:v>riverside motorcars of derby llc</c:v>
                </c:pt>
                <c:pt idx="4863">
                  <c:v>precision mitsubishi / precision mazda</c:v>
                </c:pt>
                <c:pt idx="4864">
                  <c:v>ashland motorcars llc</c:v>
                </c:pt>
                <c:pt idx="4865">
                  <c:v>emich chevrolet</c:v>
                </c:pt>
                <c:pt idx="4866">
                  <c:v>lee chrysler dodge jeep</c:v>
                </c:pt>
                <c:pt idx="4867">
                  <c:v>mid-tenn ford truck sales  inc.</c:v>
                </c:pt>
                <c:pt idx="4868">
                  <c:v>miller motors</c:v>
                </c:pt>
                <c:pt idx="4869">
                  <c:v>extra credit union</c:v>
                </c:pt>
                <c:pt idx="4870">
                  <c:v>florence toyota</c:v>
                </c:pt>
                <c:pt idx="4871">
                  <c:v>midlands honda</c:v>
                </c:pt>
                <c:pt idx="4872">
                  <c:v>sun financial holdings llc</c:v>
                </c:pt>
                <c:pt idx="4873">
                  <c:v>st cloud hyundai llc</c:v>
                </c:pt>
                <c:pt idx="4874">
                  <c:v>ramsey pontiac corp</c:v>
                </c:pt>
                <c:pt idx="4875">
                  <c:v>savage dodge</c:v>
                </c:pt>
                <c:pt idx="4876">
                  <c:v>townsend used cars llc</c:v>
                </c:pt>
                <c:pt idx="4877">
                  <c:v>huber automotive inc</c:v>
                </c:pt>
                <c:pt idx="4878">
                  <c:v>evolution motorsports llc</c:v>
                </c:pt>
                <c:pt idx="4879">
                  <c:v>bmw trade assist</c:v>
                </c:pt>
                <c:pt idx="4880">
                  <c:v>j w c motor cars llc</c:v>
                </c:pt>
                <c:pt idx="4881">
                  <c:v>manheim arena illinois</c:v>
                </c:pt>
                <c:pt idx="4882">
                  <c:v>stevens creek auto imports</c:v>
                </c:pt>
                <c:pt idx="4883">
                  <c:v>executive auto brokers &amp; leasing inc</c:v>
                </c:pt>
                <c:pt idx="4884">
                  <c:v>national auto clearing house</c:v>
                </c:pt>
                <c:pt idx="4885">
                  <c:v>steven toyota</c:v>
                </c:pt>
                <c:pt idx="4886">
                  <c:v>magnum motors</c:v>
                </c:pt>
                <c:pt idx="4887">
                  <c:v>lute riley honda</c:v>
                </c:pt>
                <c:pt idx="4888">
                  <c:v>waconia ford sales inc</c:v>
                </c:pt>
                <c:pt idx="4889">
                  <c:v>ed howard lincoln mercury  inc</c:v>
                </c:pt>
                <c:pt idx="4890">
                  <c:v>exotic leasing &amp; sales</c:v>
                </c:pt>
                <c:pt idx="4891">
                  <c:v>basler auto ltd</c:v>
                </c:pt>
                <c:pt idx="4892">
                  <c:v>elrac  llc</c:v>
                </c:pt>
                <c:pt idx="4893">
                  <c:v>bhfc financial services inc</c:v>
                </c:pt>
                <c:pt idx="4894">
                  <c:v>last stop motors inc</c:v>
                </c:pt>
                <c:pt idx="4895">
                  <c:v>prime auto group of nj</c:v>
                </c:pt>
                <c:pt idx="4896">
                  <c:v>fayette honda</c:v>
                </c:pt>
                <c:pt idx="4897">
                  <c:v>florida luxury motorcars llc</c:v>
                </c:pt>
                <c:pt idx="4898">
                  <c:v>heritage volkswagen inc</c:v>
                </c:pt>
                <c:pt idx="4899">
                  <c:v>southland credit union</c:v>
                </c:pt>
                <c:pt idx="4900">
                  <c:v>rte 6 auto max</c:v>
                </c:pt>
                <c:pt idx="4901">
                  <c:v>ken cox ford inc</c:v>
                </c:pt>
                <c:pt idx="4902">
                  <c:v>ingram park chrysler jeep</c:v>
                </c:pt>
                <c:pt idx="4903">
                  <c:v>john megel motors</c:v>
                </c:pt>
                <c:pt idx="4904">
                  <c:v>boardwalk volkswagen</c:v>
                </c:pt>
                <c:pt idx="4905">
                  <c:v>enterprise fleet management inc</c:v>
                </c:pt>
                <c:pt idx="4906">
                  <c:v>moon township ford</c:v>
                </c:pt>
                <c:pt idx="4907">
                  <c:v>mcdonough toyota &amp; scion</c:v>
                </c:pt>
                <c:pt idx="4908">
                  <c:v>autonation toyota north arlington</c:v>
                </c:pt>
                <c:pt idx="4909">
                  <c:v>men car auto sales</c:v>
                </c:pt>
                <c:pt idx="4910">
                  <c:v>finish line auto sales llc</c:v>
                </c:pt>
                <c:pt idx="4911">
                  <c:v>jones kia</c:v>
                </c:pt>
                <c:pt idx="4912">
                  <c:v>bargain auto centre</c:v>
                </c:pt>
                <c:pt idx="4913">
                  <c:v>marshal mize ford inc</c:v>
                </c:pt>
                <c:pt idx="4914">
                  <c:v>coastal credit llc/ft walton beach/ft walton be</c:v>
                </c:pt>
                <c:pt idx="4915">
                  <c:v>bmw financial services</c:v>
                </c:pt>
                <c:pt idx="4916">
                  <c:v>toyota of naperville inc</c:v>
                </c:pt>
                <c:pt idx="4917">
                  <c:v>landers mclarty chevrolet</c:v>
                </c:pt>
                <c:pt idx="4918">
                  <c:v>olivia chrysler center</c:v>
                </c:pt>
                <c:pt idx="4919">
                  <c:v>doxon toyota scion</c:v>
                </c:pt>
                <c:pt idx="4920">
                  <c:v>brown daub chrysler jeep dodge</c:v>
                </c:pt>
                <c:pt idx="4921">
                  <c:v>troys auto &amp; cycle sport</c:v>
                </c:pt>
                <c:pt idx="4922">
                  <c:v>usf federal credit union</c:v>
                </c:pt>
                <c:pt idx="4923">
                  <c:v>park cities volkswagen</c:v>
                </c:pt>
                <c:pt idx="4924">
                  <c:v>national automotive group inc</c:v>
                </c:pt>
                <c:pt idx="4925">
                  <c:v>carlock nissan of jackson inc</c:v>
                </c:pt>
                <c:pt idx="4926">
                  <c:v>altier credit union</c:v>
                </c:pt>
                <c:pt idx="4927">
                  <c:v>grenier chrysler dodge jeep inc</c:v>
                </c:pt>
                <c:pt idx="4928">
                  <c:v>air force fcu</c:v>
                </c:pt>
                <c:pt idx="4929">
                  <c:v>remarketing by ge/heritage ford of indiana inc</c:v>
                </c:pt>
                <c:pt idx="4930">
                  <c:v>rosen nissan inc</c:v>
                </c:pt>
                <c:pt idx="4931">
                  <c:v>merchants sales &amp; leasing</c:v>
                </c:pt>
                <c:pt idx="4932">
                  <c:v>exotic motoring group llc</c:v>
                </c:pt>
                <c:pt idx="4933">
                  <c:v>nice car inc</c:v>
                </c:pt>
                <c:pt idx="4934">
                  <c:v>ray chevrolet inc</c:v>
                </c:pt>
                <c:pt idx="4935">
                  <c:v>sports and imports inc</c:v>
                </c:pt>
                <c:pt idx="4936">
                  <c:v>east coast auto group inc</c:v>
                </c:pt>
                <c:pt idx="4937">
                  <c:v>1491081 alberta inc.</c:v>
                </c:pt>
                <c:pt idx="4938">
                  <c:v>onemain rem/j&amp;d expo inc dba auto connect</c:v>
                </c:pt>
                <c:pt idx="4939">
                  <c:v>a plus auto sales inc</c:v>
                </c:pt>
                <c:pt idx="4940">
                  <c:v>don bindas motors</c:v>
                </c:pt>
                <c:pt idx="4941">
                  <c:v>diamond credit union</c:v>
                </c:pt>
                <c:pt idx="4942">
                  <c:v>federal financial services inc/elkin</c:v>
                </c:pt>
                <c:pt idx="4943">
                  <c:v>electro savings credit union</c:v>
                </c:pt>
                <c:pt idx="4944">
                  <c:v>preston honda</c:v>
                </c:pt>
                <c:pt idx="4945">
                  <c:v>fuller auto sales</c:v>
                </c:pt>
                <c:pt idx="4946">
                  <c:v>jns auto sales inc</c:v>
                </c:pt>
                <c:pt idx="4947">
                  <c:v>bmw of topeka volkswagen of topeka</c:v>
                </c:pt>
                <c:pt idx="4948">
                  <c:v>midsouth auto sales llc</c:v>
                </c:pt>
                <c:pt idx="4949">
                  <c:v>remarketing by ge/marcar leasing 2011 inc</c:v>
                </c:pt>
                <c:pt idx="4950">
                  <c:v>miniter group</c:v>
                </c:pt>
                <c:pt idx="4951">
                  <c:v>miami lakes chevrolet</c:v>
                </c:pt>
                <c:pt idx="4952">
                  <c:v>enterprise vehicle exchange/el paso</c:v>
                </c:pt>
                <c:pt idx="4953">
                  <c:v>dallas chry dodge jeep</c:v>
                </c:pt>
                <c:pt idx="4954">
                  <c:v>mtp auto leasing &amp; services inc</c:v>
                </c:pt>
                <c:pt idx="4955">
                  <c:v>more mazda</c:v>
                </c:pt>
                <c:pt idx="4956">
                  <c:v>cella ford inc</c:v>
                </c:pt>
                <c:pt idx="4957">
                  <c:v>bill gatton mazda</c:v>
                </c:pt>
                <c:pt idx="4958">
                  <c:v>atwater ford inc</c:v>
                </c:pt>
                <c:pt idx="4959">
                  <c:v>volkswagen of saint augustine</c:v>
                </c:pt>
                <c:pt idx="4960">
                  <c:v>tom williams imports llc</c:v>
                </c:pt>
                <c:pt idx="4961">
                  <c:v>bohn brothers toyota</c:v>
                </c:pt>
                <c:pt idx="4962">
                  <c:v>central florida lincoln mercury inc</c:v>
                </c:pt>
                <c:pt idx="4963">
                  <c:v>professional financial services/charlotte</c:v>
                </c:pt>
                <c:pt idx="4964">
                  <c:v>audi west covina</c:v>
                </c:pt>
                <c:pt idx="4965">
                  <c:v>hertrich ford lincoln mercury</c:v>
                </c:pt>
                <c:pt idx="4966">
                  <c:v>mustard motor company</c:v>
                </c:pt>
                <c:pt idx="4967">
                  <c:v>red line auto &amp; tires corp</c:v>
                </c:pt>
                <c:pt idx="4968">
                  <c:v>wholesale auto brokers inc</c:v>
                </c:pt>
                <c:pt idx="4969">
                  <c:v>cougar auto sales</c:v>
                </c:pt>
                <c:pt idx="4970">
                  <c:v>franklin chrysler dodge jeep ram</c:v>
                </c:pt>
                <c:pt idx="4971">
                  <c:v>executive auto sales</c:v>
                </c:pt>
                <c:pt idx="4972">
                  <c:v>rezzetti enterprises inc</c:v>
                </c:pt>
                <c:pt idx="4973">
                  <c:v>total finance llc</c:v>
                </c:pt>
                <c:pt idx="4974">
                  <c:v>aq motors</c:v>
                </c:pt>
                <c:pt idx="4975">
                  <c:v>trois-rivieres hyundai</c:v>
                </c:pt>
                <c:pt idx="4976">
                  <c:v>vnb loan services inc</c:v>
                </c:pt>
                <c:pt idx="4977">
                  <c:v>remarketing by ge/westconsin credit union</c:v>
                </c:pt>
                <c:pt idx="4978">
                  <c:v>g b services</c:v>
                </c:pt>
                <c:pt idx="4979">
                  <c:v>team nissan</c:v>
                </c:pt>
                <c:pt idx="4980">
                  <c:v>colorado chrysler jeep</c:v>
                </c:pt>
                <c:pt idx="4981">
                  <c:v>kingdom auto center inc</c:v>
                </c:pt>
                <c:pt idx="4982">
                  <c:v>car chase llc</c:v>
                </c:pt>
                <c:pt idx="4983">
                  <c:v>aatc auto</c:v>
                </c:pt>
                <c:pt idx="4984">
                  <c:v>all star dodge chrysler jeep</c:v>
                </c:pt>
                <c:pt idx="4985">
                  <c:v>autos en gros</c:v>
                </c:pt>
                <c:pt idx="4986">
                  <c:v>primeritus remarketing/best deal motors</c:v>
                </c:pt>
                <c:pt idx="4987">
                  <c:v>clay nissan of newton inc</c:v>
                </c:pt>
                <c:pt idx="4988">
                  <c:v>prestige cadillac inc</c:v>
                </c:pt>
                <c:pt idx="4989">
                  <c:v>safe auto sales</c:v>
                </c:pt>
                <c:pt idx="4990">
                  <c:v>joe hall used cars inc</c:v>
                </c:pt>
                <c:pt idx="4991">
                  <c:v>hanscom fcu</c:v>
                </c:pt>
                <c:pt idx="4992">
                  <c:v>atlantic coast remarketing/tpllc</c:v>
                </c:pt>
                <c:pt idx="4993">
                  <c:v>salt lake imports  inc.</c:v>
                </c:pt>
                <c:pt idx="4994">
                  <c:v>budget rent a car &amp; sales/las vagas</c:v>
                </c:pt>
                <c:pt idx="4995">
                  <c:v>gray daniels nissan north</c:v>
                </c:pt>
                <c:pt idx="4996">
                  <c:v>poage cadillac buick gmc inc</c:v>
                </c:pt>
                <c:pt idx="4997">
                  <c:v>overland park imports</c:v>
                </c:pt>
                <c:pt idx="4998">
                  <c:v>vw of freehold</c:v>
                </c:pt>
                <c:pt idx="4999">
                  <c:v>tate's auto center of winslow</c:v>
                </c:pt>
                <c:pt idx="5000">
                  <c:v>caramerica inc</c:v>
                </c:pt>
                <c:pt idx="5001">
                  <c:v>della honda of glens falls</c:v>
                </c:pt>
                <c:pt idx="5002">
                  <c:v>cosmopolitan finance</c:v>
                </c:pt>
                <c:pt idx="5003">
                  <c:v>parkway motors</c:v>
                </c:pt>
                <c:pt idx="5004">
                  <c:v>kia of gastonia</c:v>
                </c:pt>
                <c:pt idx="5005">
                  <c:v>stephens chrslr jeep dodge of grnwich llc</c:v>
                </c:pt>
                <c:pt idx="5006">
                  <c:v>first class auto inc</c:v>
                </c:pt>
                <c:pt idx="5007">
                  <c:v>all pro leasing</c:v>
                </c:pt>
                <c:pt idx="5008">
                  <c:v>bmw of sioux falls</c:v>
                </c:pt>
                <c:pt idx="5009">
                  <c:v>arrigo dodge chrysler jeep ram ft pierce</c:v>
                </c:pt>
                <c:pt idx="5010">
                  <c:v>twelve oaks auto</c:v>
                </c:pt>
                <c:pt idx="5011">
                  <c:v>auto quest inc.</c:v>
                </c:pt>
                <c:pt idx="5012">
                  <c:v>joe basil chevrolet inc</c:v>
                </c:pt>
                <c:pt idx="5013">
                  <c:v>future ford of clovis</c:v>
                </c:pt>
                <c:pt idx="5014">
                  <c:v>audi palo alto</c:v>
                </c:pt>
                <c:pt idx="5015">
                  <c:v>performance auto sales llc</c:v>
                </c:pt>
                <c:pt idx="5016">
                  <c:v>sacramento european ltd</c:v>
                </c:pt>
                <c:pt idx="5017">
                  <c:v>riley toyota scion</c:v>
                </c:pt>
                <c:pt idx="5018">
                  <c:v>mercedes benz of scottsdale</c:v>
                </c:pt>
                <c:pt idx="5019">
                  <c:v>flexilease</c:v>
                </c:pt>
                <c:pt idx="5020">
                  <c:v>remarketing by ge/motorsource inc</c:v>
                </c:pt>
                <c:pt idx="5021">
                  <c:v>holz motors inc</c:v>
                </c:pt>
                <c:pt idx="5022">
                  <c:v>jnb motor inc</c:v>
                </c:pt>
                <c:pt idx="5023">
                  <c:v>del valle auto sales</c:v>
                </c:pt>
                <c:pt idx="5024">
                  <c:v>world hyundai matteson</c:v>
                </c:pt>
                <c:pt idx="5025">
                  <c:v>sikeston leasing company llc</c:v>
                </c:pt>
                <c:pt idx="5026">
                  <c:v>mossy nissan kearny mesa</c:v>
                </c:pt>
                <c:pt idx="5027">
                  <c:v>ebersole auto sales</c:v>
                </c:pt>
                <c:pt idx="5028">
                  <c:v>georgetown kraft credit union</c:v>
                </c:pt>
                <c:pt idx="5029">
                  <c:v>j &amp; m affordable auto inc</c:v>
                </c:pt>
                <c:pt idx="5030">
                  <c:v>capital lincoln of cary</c:v>
                </c:pt>
                <c:pt idx="5031">
                  <c:v>honda of santa monica</c:v>
                </c:pt>
                <c:pt idx="5032">
                  <c:v>mcquiston motors</c:v>
                </c:pt>
                <c:pt idx="5033">
                  <c:v>exquisite car sales</c:v>
                </c:pt>
                <c:pt idx="5034">
                  <c:v>blaise alexander ford of ephrata</c:v>
                </c:pt>
                <c:pt idx="5035">
                  <c:v>denper group inc</c:v>
                </c:pt>
                <c:pt idx="5036">
                  <c:v>naples motorsports inc</c:v>
                </c:pt>
                <c:pt idx="5037">
                  <c:v>nissan dealer blend/continental motors</c:v>
                </c:pt>
                <c:pt idx="5038">
                  <c:v>lakefront auto sales inc</c:v>
                </c:pt>
                <c:pt idx="5039">
                  <c:v>lexus of glendale</c:v>
                </c:pt>
                <c:pt idx="5040">
                  <c:v>headquarter honda</c:v>
                </c:pt>
                <c:pt idx="5041">
                  <c:v>executive business wholesale</c:v>
                </c:pt>
                <c:pt idx="5042">
                  <c:v>suntrup hyundai west inc</c:v>
                </c:pt>
                <c:pt idx="5043">
                  <c:v>elite auto sales llc</c:v>
                </c:pt>
                <c:pt idx="5044">
                  <c:v>cars 2 credit</c:v>
                </c:pt>
                <c:pt idx="5045">
                  <c:v>svz auto group inc</c:v>
                </c:pt>
                <c:pt idx="5046">
                  <c:v>primeritus remarketing/car city inc</c:v>
                </c:pt>
                <c:pt idx="5047">
                  <c:v>remarketing by ge/manheim atlanta</c:v>
                </c:pt>
                <c:pt idx="5048">
                  <c:v>outten chrysler dodge jeep ram</c:v>
                </c:pt>
                <c:pt idx="5049">
                  <c:v>360 motors inc</c:v>
                </c:pt>
                <c:pt idx="5050">
                  <c:v>dick norris buick gmc palm harbor</c:v>
                </c:pt>
                <c:pt idx="5051">
                  <c:v>courtesy lincoln</c:v>
                </c:pt>
                <c:pt idx="5052">
                  <c:v>volkswagen of duluth</c:v>
                </c:pt>
                <c:pt idx="5053">
                  <c:v>affordable autos inc</c:v>
                </c:pt>
                <c:pt idx="5054">
                  <c:v>crivelli ford inc</c:v>
                </c:pt>
                <c:pt idx="5055">
                  <c:v>1st advantage fcu</c:v>
                </c:pt>
                <c:pt idx="5056">
                  <c:v>direct sales and leasing</c:v>
                </c:pt>
                <c:pt idx="5057">
                  <c:v>chesterfield motorsports llc</c:v>
                </c:pt>
                <c:pt idx="5058">
                  <c:v>our community credit union</c:v>
                </c:pt>
                <c:pt idx="5059">
                  <c:v>van subaru</c:v>
                </c:pt>
                <c:pt idx="5060">
                  <c:v>repo remarketing/sun east credit union</c:v>
                </c:pt>
                <c:pt idx="5061">
                  <c:v>avanti auto sales</c:v>
                </c:pt>
                <c:pt idx="5062">
                  <c:v>caguas auto city inc</c:v>
                </c:pt>
                <c:pt idx="5063">
                  <c:v>honda of seattle</c:v>
                </c:pt>
                <c:pt idx="5064">
                  <c:v>autonation ford south fort worth</c:v>
                </c:pt>
                <c:pt idx="5065">
                  <c:v>smart finance</c:v>
                </c:pt>
                <c:pt idx="5066">
                  <c:v>perfect 10 auto sales</c:v>
                </c:pt>
                <c:pt idx="5067">
                  <c:v>onemain remarketing</c:v>
                </c:pt>
                <c:pt idx="5068">
                  <c:v>houston premium motorcars</c:v>
                </c:pt>
                <c:pt idx="5069">
                  <c:v>all star mitsubishi</c:v>
                </c:pt>
                <c:pt idx="5070">
                  <c:v>lithia ford lincoln of fresno</c:v>
                </c:pt>
                <c:pt idx="5071">
                  <c:v>kjc auto title loan corp</c:v>
                </c:pt>
                <c:pt idx="5072">
                  <c:v>hebert auto</c:v>
                </c:pt>
                <c:pt idx="5073">
                  <c:v>piazza acura of reading</c:v>
                </c:pt>
                <c:pt idx="5074">
                  <c:v>west county performance</c:v>
                </c:pt>
                <c:pt idx="5075">
                  <c:v>auto advantage finance</c:v>
                </c:pt>
                <c:pt idx="5076">
                  <c:v>3 in one auto sales inc</c:v>
                </c:pt>
                <c:pt idx="5077">
                  <c:v>legacy toyota of tallahassee</c:v>
                </c:pt>
                <c:pt idx="5078">
                  <c:v>quick cars llc</c:v>
                </c:pt>
                <c:pt idx="5079">
                  <c:v>onemain rem/nas financial services</c:v>
                </c:pt>
                <c:pt idx="5080">
                  <c:v>landmark auto inc</c:v>
                </c:pt>
                <c:pt idx="5081">
                  <c:v>capital finance and sales of kenosha inc</c:v>
                </c:pt>
                <c:pt idx="5082">
                  <c:v>azjor truck &amp; equipment inc</c:v>
                </c:pt>
                <c:pt idx="5083">
                  <c:v>burdick ford inc</c:v>
                </c:pt>
                <c:pt idx="5084">
                  <c:v>autosource motors inc</c:v>
                </c:pt>
                <c:pt idx="5085">
                  <c:v>safco southern automotive finance</c:v>
                </c:pt>
                <c:pt idx="5086">
                  <c:v>pacific auto center</c:v>
                </c:pt>
                <c:pt idx="5087">
                  <c:v>american united family credit union</c:v>
                </c:pt>
                <c:pt idx="5088">
                  <c:v>green light automotive llc</c:v>
                </c:pt>
                <c:pt idx="5089">
                  <c:v>main street motors</c:v>
                </c:pt>
                <c:pt idx="5090">
                  <c:v>mark miller subaru inc</c:v>
                </c:pt>
                <c:pt idx="5091">
                  <c:v>simply wheelz dba advantage rent a car</c:v>
                </c:pt>
                <c:pt idx="5092">
                  <c:v>bmw of macon</c:v>
                </c:pt>
                <c:pt idx="5093">
                  <c:v>integrity automotive inc</c:v>
                </c:pt>
                <c:pt idx="5094">
                  <c:v>young buick gmc co.</c:v>
                </c:pt>
                <c:pt idx="5095">
                  <c:v>modern image customs inc</c:v>
                </c:pt>
                <c:pt idx="5096">
                  <c:v>central florida sales &amp; leasing</c:v>
                </c:pt>
                <c:pt idx="5097">
                  <c:v>lithia subaru of fresno</c:v>
                </c:pt>
                <c:pt idx="5098">
                  <c:v>montrose buick pontiac gmc cadillac</c:v>
                </c:pt>
                <c:pt idx="5099">
                  <c:v>delashmit motors llc</c:v>
                </c:pt>
                <c:pt idx="5100">
                  <c:v>arlington lexus in palatine</c:v>
                </c:pt>
                <c:pt idx="5101">
                  <c:v>eco drive auto sales/leasing inc</c:v>
                </c:pt>
                <c:pt idx="5102">
                  <c:v>southside auto sales llc</c:v>
                </c:pt>
                <c:pt idx="5103">
                  <c:v>price chrysler dodge jeep ram</c:v>
                </c:pt>
                <c:pt idx="5104">
                  <c:v>wallace chevrolet-olds inc</c:v>
                </c:pt>
                <c:pt idx="5105">
                  <c:v>royal import cars llc</c:v>
                </c:pt>
                <c:pt idx="5106">
                  <c:v>commercial fleet financing</c:v>
                </c:pt>
                <c:pt idx="5107">
                  <c:v>holiday rent a car</c:v>
                </c:pt>
                <c:pt idx="5108">
                  <c:v>bic motors llc</c:v>
                </c:pt>
                <c:pt idx="5109">
                  <c:v>avis rac/los angeles</c:v>
                </c:pt>
                <c:pt idx="5110">
                  <c:v>wichita falls ford lin merc</c:v>
                </c:pt>
                <c:pt idx="5111">
                  <c:v>motorcars of delaware</c:v>
                </c:pt>
                <c:pt idx="5112">
                  <c:v>william lehman leasing corporation</c:v>
                </c:pt>
                <c:pt idx="5113">
                  <c:v>tower fcu</c:v>
                </c:pt>
                <c:pt idx="5114">
                  <c:v>south colorado springs nissan</c:v>
                </c:pt>
                <c:pt idx="5115">
                  <c:v>jansens auto sales</c:v>
                </c:pt>
                <c:pt idx="5116">
                  <c:v>friedman's financial group llc</c:v>
                </c:pt>
                <c:pt idx="5117">
                  <c:v>sherman oaks exclusive</c:v>
                </c:pt>
                <c:pt idx="5118">
                  <c:v>interstate motorsport llc</c:v>
                </c:pt>
                <c:pt idx="5119">
                  <c:v>vigor leasing</c:v>
                </c:pt>
                <c:pt idx="5120">
                  <c:v>jaguar jacksonville</c:v>
                </c:pt>
                <c:pt idx="5121">
                  <c:v>rock chevrolet</c:v>
                </c:pt>
                <c:pt idx="5122">
                  <c:v>mercedes benz &amp; porsche of jax</c:v>
                </c:pt>
                <c:pt idx="5123">
                  <c:v>rok auto brokers</c:v>
                </c:pt>
                <c:pt idx="5124">
                  <c:v>remarketing by ge/nas financial services</c:v>
                </c:pt>
                <c:pt idx="5125">
                  <c:v>volvo of charleston</c:v>
                </c:pt>
                <c:pt idx="5126">
                  <c:v>brandon financial inc</c:v>
                </c:pt>
                <c:pt idx="5127">
                  <c:v>gilboy volkswagen inc</c:v>
                </c:pt>
                <c:pt idx="5128">
                  <c:v>keffer kia</c:v>
                </c:pt>
                <c:pt idx="5129">
                  <c:v>advantage autosport llc</c:v>
                </c:pt>
                <c:pt idx="5130">
                  <c:v>onemain rem/cisco enterprises</c:v>
                </c:pt>
                <c:pt idx="5131">
                  <c:v>scott evans chrysler dodge jeep</c:v>
                </c:pt>
                <c:pt idx="5132">
                  <c:v>niello fiat/masarati sacramento</c:v>
                </c:pt>
                <c:pt idx="5133">
                  <c:v>onemain rem/metropolitan classic cars inc</c:v>
                </c:pt>
                <c:pt idx="5134">
                  <c:v>amros wholesales</c:v>
                </c:pt>
                <c:pt idx="5135">
                  <c:v>bmw of san antonio</c:v>
                </c:pt>
                <c:pt idx="5136">
                  <c:v>access motors company</c:v>
                </c:pt>
                <c:pt idx="5137">
                  <c:v>autonation hyundai mall of georgia</c:v>
                </c:pt>
                <c:pt idx="5138">
                  <c:v>halfmoon trading corp</c:v>
                </c:pt>
                <c:pt idx="5139">
                  <c:v>fiserv/citizens bank</c:v>
                </c:pt>
                <c:pt idx="5140">
                  <c:v>sloane toyota of philadelphia</c:v>
                </c:pt>
                <c:pt idx="5141">
                  <c:v>larry h miller bountiful chrysler jeep dodge</c:v>
                </c:pt>
                <c:pt idx="5142">
                  <c:v>united imports inc</c:v>
                </c:pt>
                <c:pt idx="5143">
                  <c:v>cox auto group inc</c:v>
                </c:pt>
                <c:pt idx="5144">
                  <c:v>ed morse sawgrass auto mall</c:v>
                </c:pt>
                <c:pt idx="5145">
                  <c:v>southland automotive group llc</c:v>
                </c:pt>
                <c:pt idx="5146">
                  <c:v>autopros columbia</c:v>
                </c:pt>
                <c:pt idx="5147">
                  <c:v>david scott investments</c:v>
                </c:pt>
                <c:pt idx="5148">
                  <c:v>luther white bear acura</c:v>
                </c:pt>
                <c:pt idx="5149">
                  <c:v>location sauvageau inc</c:v>
                </c:pt>
                <c:pt idx="5150">
                  <c:v>valley honda</c:v>
                </c:pt>
                <c:pt idx="5151">
                  <c:v>continental motors inc</c:v>
                </c:pt>
                <c:pt idx="5152">
                  <c:v>hortenbach auto llc</c:v>
                </c:pt>
                <c:pt idx="5153">
                  <c:v>d. dahle mazda of murray</c:v>
                </c:pt>
                <c:pt idx="5154">
                  <c:v>ford lincoln of cookeville</c:v>
                </c:pt>
                <c:pt idx="5155">
                  <c:v>bunnin chevrolet cadillac</c:v>
                </c:pt>
                <c:pt idx="5156">
                  <c:v>vci/maple hill auto center</c:v>
                </c:pt>
                <c:pt idx="5157">
                  <c:v>cherokee ford inc</c:v>
                </c:pt>
                <c:pt idx="5158">
                  <c:v>feeny chrysler jeep dodge inc</c:v>
                </c:pt>
                <c:pt idx="5159">
                  <c:v>autoprice canada</c:v>
                </c:pt>
                <c:pt idx="5160">
                  <c:v>ed napleton acura</c:v>
                </c:pt>
                <c:pt idx="5161">
                  <c:v>autonation chrysler dodge jeep ram southwest</c:v>
                </c:pt>
                <c:pt idx="5162">
                  <c:v>tampa honda</c:v>
                </c:pt>
                <c:pt idx="5163">
                  <c:v>onemain rem/royal motors wholesale</c:v>
                </c:pt>
                <c:pt idx="5164">
                  <c:v>coulter cadillac oldsmobile inc</c:v>
                </c:pt>
                <c:pt idx="5165">
                  <c:v>prime automart inc</c:v>
                </c:pt>
                <c:pt idx="5166">
                  <c:v>lariche toyota subaru inc</c:v>
                </c:pt>
                <c:pt idx="5167">
                  <c:v>waynesville chevrolet buick</c:v>
                </c:pt>
                <c:pt idx="5168">
                  <c:v>crystal chevrolet</c:v>
                </c:pt>
                <c:pt idx="5169">
                  <c:v>advantage/rosedale dodge/chrysler</c:v>
                </c:pt>
                <c:pt idx="5170">
                  <c:v>central ford y hyundai</c:v>
                </c:pt>
                <c:pt idx="5171">
                  <c:v>autonation nissan memphis</c:v>
                </c:pt>
                <c:pt idx="5172">
                  <c:v>mmc motors</c:v>
                </c:pt>
                <c:pt idx="5173">
                  <c:v>middlekauff ford lincoln</c:v>
                </c:pt>
                <c:pt idx="5174">
                  <c:v>cardex inc</c:v>
                </c:pt>
                <c:pt idx="5175">
                  <c:v>dawkins auto sales inc</c:v>
                </c:pt>
                <c:pt idx="5176">
                  <c:v>hiline motorsports llc</c:v>
                </c:pt>
                <c:pt idx="5177">
                  <c:v>starling chevrolet cadillac llc</c:v>
                </c:pt>
                <c:pt idx="5178">
                  <c:v>patrick land rover</c:v>
                </c:pt>
                <c:pt idx="5179">
                  <c:v>tom gill chevrolet</c:v>
                </c:pt>
                <c:pt idx="5180">
                  <c:v>budget rent a car/utah</c:v>
                </c:pt>
                <c:pt idx="5181">
                  <c:v>hertz car exchange inc/monroe</c:v>
                </c:pt>
                <c:pt idx="5182">
                  <c:v>village pointe toyota-scion</c:v>
                </c:pt>
                <c:pt idx="5183">
                  <c:v>stoney ledge auto sales llc</c:v>
                </c:pt>
                <c:pt idx="5184">
                  <c:v>hatfield kia</c:v>
                </c:pt>
                <c:pt idx="5185">
                  <c:v>lexus of orland</c:v>
                </c:pt>
                <c:pt idx="5186">
                  <c:v>philpott ford</c:v>
                </c:pt>
                <c:pt idx="5187">
                  <c:v>lombard toyota scion</c:v>
                </c:pt>
                <c:pt idx="5188">
                  <c:v>hendrick fiat of cary</c:v>
                </c:pt>
                <c:pt idx="5189">
                  <c:v>anderson rockriver ford</c:v>
                </c:pt>
                <c:pt idx="5190">
                  <c:v>bellavia buick inc</c:v>
                </c:pt>
                <c:pt idx="5191">
                  <c:v>darcars sales and leasing</c:v>
                </c:pt>
                <c:pt idx="5192">
                  <c:v>bobs auto sales inc</c:v>
                </c:pt>
                <c:pt idx="5193">
                  <c:v>west end autos</c:v>
                </c:pt>
                <c:pt idx="5194">
                  <c:v>anderson motor company of crystal lake inc</c:v>
                </c:pt>
                <c:pt idx="5195">
                  <c:v>dk ford sales ltd</c:v>
                </c:pt>
                <c:pt idx="5196">
                  <c:v>budget autos llc</c:v>
                </c:pt>
                <c:pt idx="5197">
                  <c:v>ctl corp</c:v>
                </c:pt>
                <c:pt idx="5198">
                  <c:v>access finance</c:v>
                </c:pt>
                <c:pt idx="5199">
                  <c:v>jp morgan public</c:v>
                </c:pt>
                <c:pt idx="5200">
                  <c:v>soliman enterprises inc</c:v>
                </c:pt>
                <c:pt idx="5201">
                  <c:v>mercedes benz of tucson</c:v>
                </c:pt>
                <c:pt idx="5202">
                  <c:v>c r cregar &amp; son autobroker</c:v>
                </c:pt>
                <c:pt idx="5203">
                  <c:v>sheehy ford lincoln</c:v>
                </c:pt>
                <c:pt idx="5204">
                  <c:v>superior motor cars inc</c:v>
                </c:pt>
                <c:pt idx="5205">
                  <c:v>onesource/lynch nissan</c:v>
                </c:pt>
                <c:pt idx="5206">
                  <c:v>tech motors llc</c:v>
                </c:pt>
                <c:pt idx="5207">
                  <c:v>toyota of melbourne</c:v>
                </c:pt>
                <c:pt idx="5208">
                  <c:v>daves motors</c:v>
                </c:pt>
                <c:pt idx="5209">
                  <c:v>interlease corporation</c:v>
                </c:pt>
                <c:pt idx="5210">
                  <c:v>autonation cadillac port richey</c:v>
                </c:pt>
                <c:pt idx="5211">
                  <c:v>century kia</c:v>
                </c:pt>
                <c:pt idx="5212">
                  <c:v>imports auto sales inc</c:v>
                </c:pt>
                <c:pt idx="5213">
                  <c:v>volvo of fredericksburg</c:v>
                </c:pt>
                <c:pt idx="5214">
                  <c:v>len stoler nissan ford porsche audi</c:v>
                </c:pt>
                <c:pt idx="5215">
                  <c:v>simpson auto inc</c:v>
                </c:pt>
                <c:pt idx="5216">
                  <c:v>capital fleet</c:v>
                </c:pt>
                <c:pt idx="5217">
                  <c:v>bob johnson 390 chevrolet inc</c:v>
                </c:pt>
                <c:pt idx="5218">
                  <c:v>eide chrysler dodge jeep ram</c:v>
                </c:pt>
                <c:pt idx="5219">
                  <c:v>all american chevrolet inc</c:v>
                </c:pt>
                <c:pt idx="5220">
                  <c:v>pinnacle financial group</c:v>
                </c:pt>
                <c:pt idx="5221">
                  <c:v>van horn chrysler dodge jeep ram</c:v>
                </c:pt>
                <c:pt idx="5222">
                  <c:v>toyota of seattle</c:v>
                </c:pt>
                <c:pt idx="5223">
                  <c:v>beyer brothers gmc</c:v>
                </c:pt>
                <c:pt idx="5224">
                  <c:v>gilleland chev cadi inc</c:v>
                </c:pt>
                <c:pt idx="5225">
                  <c:v>addison motorcars</c:v>
                </c:pt>
                <c:pt idx="5226">
                  <c:v>d &amp; m auto sales</c:v>
                </c:pt>
                <c:pt idx="5227">
                  <c:v>florida autobrokers of st augustine</c:v>
                </c:pt>
                <c:pt idx="5228">
                  <c:v>effingham auto care &amp; tire inc</c:v>
                </c:pt>
                <c:pt idx="5229">
                  <c:v>sterling auto sales</c:v>
                </c:pt>
                <c:pt idx="5230">
                  <c:v>beadles chevrolet buick gmc llc</c:v>
                </c:pt>
                <c:pt idx="5231">
                  <c:v>redline european</c:v>
                </c:pt>
                <c:pt idx="5232">
                  <c:v>allan a hornbeck chevrolet sales inc</c:v>
                </c:pt>
                <c:pt idx="5233">
                  <c:v>roper kia</c:v>
                </c:pt>
                <c:pt idx="5234">
                  <c:v>mac haik ford lincoln</c:v>
                </c:pt>
                <c:pt idx="5235">
                  <c:v>advance car rental inc</c:v>
                </c:pt>
                <c:pt idx="5236">
                  <c:v>kargo quality cars &amp; trucks inc</c:v>
                </c:pt>
                <c:pt idx="5237">
                  <c:v>tuttle click chrysler jeep dodge</c:v>
                </c:pt>
                <c:pt idx="5238">
                  <c:v>mega motors inc</c:v>
                </c:pt>
                <c:pt idx="5239">
                  <c:v>primeritus remarketing/fort knox fcu</c:v>
                </c:pt>
                <c:pt idx="5240">
                  <c:v>dependable motor sales inc</c:v>
                </c:pt>
                <c:pt idx="5241">
                  <c:v>dempewolf ford lincoln mercury</c:v>
                </c:pt>
                <c:pt idx="5242">
                  <c:v>durbin motor sales</c:v>
                </c:pt>
                <c:pt idx="5243">
                  <c:v>nissan dealer blend/tustin nissan</c:v>
                </c:pt>
                <c:pt idx="5244">
                  <c:v>g stone motors inc</c:v>
                </c:pt>
                <c:pt idx="5245">
                  <c:v>dnl automotive inc</c:v>
                </c:pt>
                <c:pt idx="5246">
                  <c:v>madigans auto sales llc</c:v>
                </c:pt>
                <c:pt idx="5247">
                  <c:v>bill bryan kia</c:v>
                </c:pt>
                <c:pt idx="5248">
                  <c:v>gray-daniels toyota</c:v>
                </c:pt>
                <c:pt idx="5249">
                  <c:v>towne bmw mini</c:v>
                </c:pt>
                <c:pt idx="5250">
                  <c:v>molle chevrolet inc</c:v>
                </c:pt>
                <c:pt idx="5251">
                  <c:v>suburban chevrolet cadillac saab hummer</c:v>
                </c:pt>
                <c:pt idx="5252">
                  <c:v>manheim mississippi</c:v>
                </c:pt>
                <c:pt idx="5253">
                  <c:v>flag/platinum motor cars</c:v>
                </c:pt>
                <c:pt idx="5254">
                  <c:v>community chevrolet inc</c:v>
                </c:pt>
                <c:pt idx="5255">
                  <c:v>cars for less llc</c:v>
                </c:pt>
                <c:pt idx="5256">
                  <c:v>onemain rem/capital auto broker inc</c:v>
                </c:pt>
                <c:pt idx="5257">
                  <c:v>team 'd' auto sales</c:v>
                </c:pt>
                <c:pt idx="5258">
                  <c:v>mike shaw toyota</c:v>
                </c:pt>
                <c:pt idx="5259">
                  <c:v>remarketing by ge/point breeze credit union</c:v>
                </c:pt>
                <c:pt idx="5260">
                  <c:v>momentum volkswagen</c:v>
                </c:pt>
                <c:pt idx="5261">
                  <c:v>alliance automotive marketing</c:v>
                </c:pt>
                <c:pt idx="5262">
                  <c:v>american auto sales</c:v>
                </c:pt>
                <c:pt idx="5263">
                  <c:v>bestway auto brokers llc</c:v>
                </c:pt>
                <c:pt idx="5264">
                  <c:v>fiserv/teachers credit union</c:v>
                </c:pt>
                <c:pt idx="5265">
                  <c:v>tilton automotive llc</c:v>
                </c:pt>
                <c:pt idx="5266">
                  <c:v>american resources financial llc</c:v>
                </c:pt>
                <c:pt idx="5267">
                  <c:v>marino chrysler jeep dodge</c:v>
                </c:pt>
                <c:pt idx="5268">
                  <c:v>valley imports inc</c:v>
                </c:pt>
                <c:pt idx="5269">
                  <c:v>united autopia</c:v>
                </c:pt>
                <c:pt idx="5270">
                  <c:v>buena park honda</c:v>
                </c:pt>
                <c:pt idx="5271">
                  <c:v>g payne sales</c:v>
                </c:pt>
                <c:pt idx="5272">
                  <c:v>blue ridge north georgia ford inc</c:v>
                </c:pt>
                <c:pt idx="5273">
                  <c:v>american honda fin/honda lse trust/hvt inc/inet</c:v>
                </c:pt>
                <c:pt idx="5274">
                  <c:v>titlemax/whitehall oh1</c:v>
                </c:pt>
                <c:pt idx="5275">
                  <c:v>szottm-59 toyota szott m-59 scion</c:v>
                </c:pt>
                <c:pt idx="5276">
                  <c:v>ed hicks nissan ltd</c:v>
                </c:pt>
                <c:pt idx="5277">
                  <c:v>autonation ford fort worth</c:v>
                </c:pt>
                <c:pt idx="5278">
                  <c:v>broadway motor company</c:v>
                </c:pt>
                <c:pt idx="5279">
                  <c:v>blue diamond auto sales corp 1</c:v>
                </c:pt>
                <c:pt idx="5280">
                  <c:v>martins sales llc</c:v>
                </c:pt>
                <c:pt idx="5281">
                  <c:v>bald hill dodge-chrysler-jeep</c:v>
                </c:pt>
                <c:pt idx="5282">
                  <c:v>carflex</c:v>
                </c:pt>
                <c:pt idx="5283">
                  <c:v>repo remarketing/pacific community credit union</c:v>
                </c:pt>
                <c:pt idx="5284">
                  <c:v>king buick gmc llc</c:v>
                </c:pt>
                <c:pt idx="5285">
                  <c:v>southern motors acura</c:v>
                </c:pt>
                <c:pt idx="5286">
                  <c:v>members credit union</c:v>
                </c:pt>
                <c:pt idx="5287">
                  <c:v>budget rac/easy car leasing</c:v>
                </c:pt>
                <c:pt idx="5288">
                  <c:v>arizona specialty motors</c:v>
                </c:pt>
                <c:pt idx="5289">
                  <c:v>family ford lincoln</c:v>
                </c:pt>
                <c:pt idx="5290">
                  <c:v>elmwood auto sales inc</c:v>
                </c:pt>
                <c:pt idx="5291">
                  <c:v>kentucky telco fcu</c:v>
                </c:pt>
                <c:pt idx="5292">
                  <c:v>sugar loaf ford linc mrc inc</c:v>
                </c:pt>
                <c:pt idx="5293">
                  <c:v>apple chevrolet apple cadillac</c:v>
                </c:pt>
                <c:pt idx="5294">
                  <c:v>top finance co inc</c:v>
                </c:pt>
                <c:pt idx="5295">
                  <c:v>eautoniche llc</c:v>
                </c:pt>
                <c:pt idx="5296">
                  <c:v>freedom ford sales inc</c:v>
                </c:pt>
                <c:pt idx="5297">
                  <c:v>del norte credit union</c:v>
                </c:pt>
                <c:pt idx="5298">
                  <c:v>bill kolb jr subaru inc</c:v>
                </c:pt>
                <c:pt idx="5299">
                  <c:v>subaru pacific</c:v>
                </c:pt>
                <c:pt idx="5300">
                  <c:v>midwest diesel trucks llc</c:v>
                </c:pt>
                <c:pt idx="5301">
                  <c:v>wheels &amp; deals</c:v>
                </c:pt>
                <c:pt idx="5302">
                  <c:v>reachme auto group llc</c:v>
                </c:pt>
                <c:pt idx="5303">
                  <c:v>novato chevrolet</c:v>
                </c:pt>
                <c:pt idx="5304">
                  <c:v>plaza auto sales inc</c:v>
                </c:pt>
                <c:pt idx="5305">
                  <c:v>american financial</c:v>
                </c:pt>
                <c:pt idx="5306">
                  <c:v>butler leasing</c:v>
                </c:pt>
                <c:pt idx="5307">
                  <c:v>audi wilsonville</c:v>
                </c:pt>
                <c:pt idx="5308">
                  <c:v>global venture capital/dba airport rac of atl</c:v>
                </c:pt>
                <c:pt idx="5309">
                  <c:v>garnett motorcars  inc.</c:v>
                </c:pt>
                <c:pt idx="5310">
                  <c:v>ars/economy rent a car</c:v>
                </c:pt>
                <c:pt idx="5311">
                  <c:v>robinson ford sales inc</c:v>
                </c:pt>
                <c:pt idx="5312">
                  <c:v>k b m</c:v>
                </c:pt>
                <c:pt idx="5313">
                  <c:v>primeritus remarketing / executive auto sal</c:v>
                </c:pt>
                <c:pt idx="5314">
                  <c:v>saulnier automobile inc</c:v>
                </c:pt>
                <c:pt idx="5315">
                  <c:v>kings fcu</c:v>
                </c:pt>
                <c:pt idx="5316">
                  <c:v>american bank</c:v>
                </c:pt>
                <c:pt idx="5317">
                  <c:v>culver city toyota</c:v>
                </c:pt>
                <c:pt idx="5318">
                  <c:v>remktgedge/fastenal company fleet</c:v>
                </c:pt>
                <c:pt idx="5319">
                  <c:v>jaguar land rover hunt valley</c:v>
                </c:pt>
                <c:pt idx="5320">
                  <c:v>art butler auto sales inc</c:v>
                </c:pt>
                <c:pt idx="5321">
                  <c:v>bredemann ford-glenview</c:v>
                </c:pt>
                <c:pt idx="5322">
                  <c:v>heritage toyota</c:v>
                </c:pt>
                <c:pt idx="5323">
                  <c:v>autospot car sales</c:v>
                </c:pt>
                <c:pt idx="5324">
                  <c:v>kc ventures llc</c:v>
                </c:pt>
                <c:pt idx="5325">
                  <c:v>avis rent a car/mobile</c:v>
                </c:pt>
                <c:pt idx="5326">
                  <c:v>evolve federal credit union</c:v>
                </c:pt>
                <c:pt idx="5327">
                  <c:v>litchfield auto sales</c:v>
                </c:pt>
                <c:pt idx="5328">
                  <c:v>mini north scottsdale</c:v>
                </c:pt>
                <c:pt idx="5329">
                  <c:v>tim dahle nissan</c:v>
                </c:pt>
                <c:pt idx="5330">
                  <c:v>mccauley automotive co</c:v>
                </c:pt>
                <c:pt idx="5331">
                  <c:v>lenders assistance corp/fisher auto sales</c:v>
                </c:pt>
                <c:pt idx="5332">
                  <c:v>capital auto trading</c:v>
                </c:pt>
                <c:pt idx="5333">
                  <c:v>sheehy nissan of manassas</c:v>
                </c:pt>
                <c:pt idx="5334">
                  <c:v>the motorlease corporation</c:v>
                </c:pt>
                <c:pt idx="5335">
                  <c:v>sheboygan chev buick pontiac gmc cad inc</c:v>
                </c:pt>
                <c:pt idx="5336">
                  <c:v>ford of murfreesboro</c:v>
                </c:pt>
                <c:pt idx="5337">
                  <c:v>veridian credit union</c:v>
                </c:pt>
                <c:pt idx="5338">
                  <c:v>ars/spallco enterprises inc</c:v>
                </c:pt>
                <c:pt idx="5339">
                  <c:v>jo jo auto wholesalers</c:v>
                </c:pt>
                <c:pt idx="5340">
                  <c:v>dallas car store</c:v>
                </c:pt>
                <c:pt idx="5341">
                  <c:v>offlease of miami</c:v>
                </c:pt>
                <c:pt idx="5342">
                  <c:v>s friedman enterprises inc</c:v>
                </c:pt>
                <c:pt idx="5343">
                  <c:v>network auto sales llc</c:v>
                </c:pt>
                <c:pt idx="5344">
                  <c:v>la capitol fcu</c:v>
                </c:pt>
                <c:pt idx="5345">
                  <c:v>mid state auto inc</c:v>
                </c:pt>
                <c:pt idx="5346">
                  <c:v>victoria motors llc</c:v>
                </c:pt>
                <c:pt idx="5347">
                  <c:v>onemain rem/manheim southern california</c:v>
                </c:pt>
                <c:pt idx="5348">
                  <c:v>members co-op credit union</c:v>
                </c:pt>
                <c:pt idx="5349">
                  <c:v>tech auto sales inc</c:v>
                </c:pt>
                <c:pt idx="5350">
                  <c:v>s/s auto leasing inc</c:v>
                </c:pt>
                <c:pt idx="5351">
                  <c:v>tri star ford chry dodge jeep ram suz kia</c:v>
                </c:pt>
                <c:pt idx="5352">
                  <c:v>3117839 canada inc</c:v>
                </c:pt>
                <c:pt idx="5353">
                  <c:v>er fleet and rental</c:v>
                </c:pt>
                <c:pt idx="5354">
                  <c:v>lafontaine volkswagen of dearborn</c:v>
                </c:pt>
                <c:pt idx="5355">
                  <c:v>onemain rem/advance automotive sales &amp; financing</c:v>
                </c:pt>
                <c:pt idx="5356">
                  <c:v>fiserv/independent dealers advantage</c:v>
                </c:pt>
                <c:pt idx="5357">
                  <c:v>express auto spot</c:v>
                </c:pt>
                <c:pt idx="5358">
                  <c:v>roby cars corporation</c:v>
                </c:pt>
                <c:pt idx="5359">
                  <c:v>dealer auto sales</c:v>
                </c:pt>
                <c:pt idx="5360">
                  <c:v>ancira eagle pass ford</c:v>
                </c:pt>
                <c:pt idx="5361">
                  <c:v>distinctive motors</c:v>
                </c:pt>
                <c:pt idx="5362">
                  <c:v>kia of alhambra</c:v>
                </c:pt>
                <c:pt idx="5363">
                  <c:v>marine credit union</c:v>
                </c:pt>
                <c:pt idx="5364">
                  <c:v>luxury imports/bmw of bowling green</c:v>
                </c:pt>
                <c:pt idx="5365">
                  <c:v>enterprise rent a car/hyundai</c:v>
                </c:pt>
                <c:pt idx="5366">
                  <c:v>ancor financing inc</c:v>
                </c:pt>
                <c:pt idx="5367">
                  <c:v>infiniti of kirkland</c:v>
                </c:pt>
                <c:pt idx="5368">
                  <c:v>south hills car store</c:v>
                </c:pt>
                <c:pt idx="5369">
                  <c:v>chandler nissan inc</c:v>
                </c:pt>
                <c:pt idx="5370">
                  <c:v>bell ford inc</c:v>
                </c:pt>
                <c:pt idx="5371">
                  <c:v>rd cars</c:v>
                </c:pt>
                <c:pt idx="5372">
                  <c:v>cdd motors</c:v>
                </c:pt>
                <c:pt idx="5373">
                  <c:v>all car care</c:v>
                </c:pt>
                <c:pt idx="5374">
                  <c:v>autosouth pre-owned superstore llc</c:v>
                </c:pt>
                <c:pt idx="5375">
                  <c:v>lancaster honda</c:v>
                </c:pt>
                <c:pt idx="5376">
                  <c:v>morries chippewa valley mazda</c:v>
                </c:pt>
                <c:pt idx="5377">
                  <c:v>remarketing by ge/budget motor co</c:v>
                </c:pt>
                <c:pt idx="5378">
                  <c:v>primeritus remarketing/deere &amp; co credit</c:v>
                </c:pt>
                <c:pt idx="5379">
                  <c:v>remarketing by ge/carolina fcu</c:v>
                </c:pt>
                <c:pt idx="5380">
                  <c:v>brittany motors ltd</c:v>
                </c:pt>
                <c:pt idx="5381">
                  <c:v>toyota motor sales usa inc/marshalled units</c:v>
                </c:pt>
                <c:pt idx="5382">
                  <c:v>remarketing by ge/turner acceptance corp</c:v>
                </c:pt>
                <c:pt idx="5383">
                  <c:v>mallen enterprises inc</c:v>
                </c:pt>
                <c:pt idx="5384">
                  <c:v>superior brookdale ford llc</c:v>
                </c:pt>
                <c:pt idx="5385">
                  <c:v>macatawa auto &amp; finance company</c:v>
                </c:pt>
                <c:pt idx="5386">
                  <c:v>pacific luxury motors inc</c:v>
                </c:pt>
                <c:pt idx="5387">
                  <c:v>hanesbrands credit union</c:v>
                </c:pt>
                <c:pt idx="5388">
                  <c:v>hudson nissan</c:v>
                </c:pt>
                <c:pt idx="5389">
                  <c:v>bedard bros auto sales inc</c:v>
                </c:pt>
                <c:pt idx="5390">
                  <c:v>outland motors</c:v>
                </c:pt>
                <c:pt idx="5391">
                  <c:v>teds auto inc</c:v>
                </c:pt>
                <c:pt idx="5392">
                  <c:v>pj's motorcars inc</c:v>
                </c:pt>
                <c:pt idx="5393">
                  <c:v>tim whitehead chrysler dodge jeep inc</c:v>
                </c:pt>
                <c:pt idx="5394">
                  <c:v>remktgedge/ruan inc</c:v>
                </c:pt>
                <c:pt idx="5395">
                  <c:v>flag/brian harris bmw</c:v>
                </c:pt>
                <c:pt idx="5396">
                  <c:v>family hyundai inc</c:v>
                </c:pt>
                <c:pt idx="5397">
                  <c:v>metro motors</c:v>
                </c:pt>
                <c:pt idx="5398">
                  <c:v>motor village la</c:v>
                </c:pt>
                <c:pt idx="5399">
                  <c:v>jk motors inc</c:v>
                </c:pt>
                <c:pt idx="5400">
                  <c:v>bleecker buick gmc inc</c:v>
                </c:pt>
                <c:pt idx="5401">
                  <c:v>gosch toyota</c:v>
                </c:pt>
                <c:pt idx="5402">
                  <c:v>marple fleet leasing llc/non program</c:v>
                </c:pt>
                <c:pt idx="5403">
                  <c:v>deva motor co</c:v>
                </c:pt>
                <c:pt idx="5404">
                  <c:v>imperial auto mall llc</c:v>
                </c:pt>
                <c:pt idx="5405">
                  <c:v>preferred auto brokers</c:v>
                </c:pt>
                <c:pt idx="5406">
                  <c:v>lou fusz motor co of kirkwood inc</c:v>
                </c:pt>
                <c:pt idx="5407">
                  <c:v>century finance &amp; lease</c:v>
                </c:pt>
                <c:pt idx="5408">
                  <c:v>healthcare associates credit union</c:v>
                </c:pt>
                <c:pt idx="5409">
                  <c:v>onemain rem/hawthorne motors pre-owned</c:v>
                </c:pt>
                <c:pt idx="5410">
                  <c:v>john hinderer honda</c:v>
                </c:pt>
                <c:pt idx="5411">
                  <c:v>northwest sales &amp; service</c:v>
                </c:pt>
                <c:pt idx="5412">
                  <c:v>superior credit union</c:v>
                </c:pt>
                <c:pt idx="5413">
                  <c:v>all american chev of san angelo</c:v>
                </c:pt>
                <c:pt idx="5414">
                  <c:v>centerone/avis budget group</c:v>
                </c:pt>
                <c:pt idx="5415">
                  <c:v>berthod motors inc</c:v>
                </c:pt>
                <c:pt idx="5416">
                  <c:v>lacombe ford sales ltd</c:v>
                </c:pt>
                <c:pt idx="5417">
                  <c:v>k &amp; g auto group llc</c:v>
                </c:pt>
                <c:pt idx="5418">
                  <c:v>toyota of mcdonough scion of mcdonough</c:v>
                </c:pt>
                <c:pt idx="5419">
                  <c:v>international motor group annex</c:v>
                </c:pt>
                <c:pt idx="5420">
                  <c:v>first financial bank</c:v>
                </c:pt>
                <c:pt idx="5421">
                  <c:v>premier acceptance</c:v>
                </c:pt>
                <c:pt idx="5422">
                  <c:v>hendrickcars.com</c:v>
                </c:pt>
                <c:pt idx="5423">
                  <c:v>tj lending</c:v>
                </c:pt>
                <c:pt idx="5424">
                  <c:v>cover-jones motor company</c:v>
                </c:pt>
                <c:pt idx="5425">
                  <c:v>genessee financial</c:v>
                </c:pt>
                <c:pt idx="5426">
                  <c:v>cars for less auto</c:v>
                </c:pt>
                <c:pt idx="5427">
                  <c:v>haldeman ford of hightstown llc</c:v>
                </c:pt>
                <c:pt idx="5428">
                  <c:v>preston volkswagen lp</c:v>
                </c:pt>
                <c:pt idx="5429">
                  <c:v>thoroughbred motors llc</c:v>
                </c:pt>
                <c:pt idx="5430">
                  <c:v>volvo of princeton</c:v>
                </c:pt>
                <c:pt idx="5431">
                  <c:v>dick smith ford inc</c:v>
                </c:pt>
                <c:pt idx="5432">
                  <c:v>faulkner dodge ram</c:v>
                </c:pt>
                <c:pt idx="5433">
                  <c:v>pa distributor</c:v>
                </c:pt>
                <c:pt idx="5434">
                  <c:v>motor town llc</c:v>
                </c:pt>
                <c:pt idx="5435">
                  <c:v>north end motors  inc.</c:v>
                </c:pt>
                <c:pt idx="5436">
                  <c:v>ars/amro -auction sale unit</c:v>
                </c:pt>
                <c:pt idx="5437">
                  <c:v>cars direct inc</c:v>
                </c:pt>
                <c:pt idx="5438">
                  <c:v>wheel estate llc</c:v>
                </c:pt>
                <c:pt idx="5439">
                  <c:v>sunshine auto</c:v>
                </c:pt>
                <c:pt idx="5440">
                  <c:v>al piemonte arlington heights ford inc</c:v>
                </c:pt>
                <c:pt idx="5441">
                  <c:v>jerrys toyota inc</c:v>
                </c:pt>
                <c:pt idx="5442">
                  <c:v>az luxury auto llc</c:v>
                </c:pt>
                <c:pt idx="5443">
                  <c:v>crown auto</c:v>
                </c:pt>
                <c:pt idx="5444">
                  <c:v>prestige ford inc</c:v>
                </c:pt>
                <c:pt idx="5445">
                  <c:v>bob harper ford inc</c:v>
                </c:pt>
                <c:pt idx="5446">
                  <c:v>faines auto sales inc</c:v>
                </c:pt>
                <c:pt idx="5447">
                  <c:v>mission chevrolet ltd</c:v>
                </c:pt>
                <c:pt idx="5448">
                  <c:v>rock honda</c:v>
                </c:pt>
                <c:pt idx="5449">
                  <c:v>keller motors</c:v>
                </c:pt>
                <c:pt idx="5450">
                  <c:v>boardwalk volkswagen  boardwalk lotus</c:v>
                </c:pt>
                <c:pt idx="5451">
                  <c:v>atlantic fleet services</c:v>
                </c:pt>
                <c:pt idx="5452">
                  <c:v>lmg auto brokers llc</c:v>
                </c:pt>
                <c:pt idx="5453">
                  <c:v>cars on brand</c:v>
                </c:pt>
                <c:pt idx="5454">
                  <c:v>gateway subaru llc</c:v>
                </c:pt>
                <c:pt idx="5455">
                  <c:v>acura of serramonte</c:v>
                </c:pt>
                <c:pt idx="5456">
                  <c:v>dunn brothers premium auto corp</c:v>
                </c:pt>
                <c:pt idx="5457">
                  <c:v>bank liberty</c:v>
                </c:pt>
                <c:pt idx="5458">
                  <c:v>schlumberger employee credit union</c:v>
                </c:pt>
                <c:pt idx="5459">
                  <c:v>planet power toys</c:v>
                </c:pt>
                <c:pt idx="5460">
                  <c:v>olathe subaru llc</c:v>
                </c:pt>
                <c:pt idx="5461">
                  <c:v>remarketing by ge/carolina collegiate fcu</c:v>
                </c:pt>
                <c:pt idx="5462">
                  <c:v>extreme motors</c:v>
                </c:pt>
                <c:pt idx="5463">
                  <c:v>great bridge auto sales</c:v>
                </c:pt>
                <c:pt idx="5464">
                  <c:v>commonwealth one fcu</c:v>
                </c:pt>
                <c:pt idx="5465">
                  <c:v>first america auto center</c:v>
                </c:pt>
                <c:pt idx="5466">
                  <c:v>cornhusker auto center inc</c:v>
                </c:pt>
                <c:pt idx="5467">
                  <c:v>napletons auto werks of bourbonnais inc</c:v>
                </c:pt>
                <c:pt idx="5468">
                  <c:v>power remarketing inc</c:v>
                </c:pt>
                <c:pt idx="5469">
                  <c:v>rise v auto &amp; tire center</c:v>
                </c:pt>
                <c:pt idx="5470">
                  <c:v>winegardner pontiac gmc of prince frederick inc</c:v>
                </c:pt>
                <c:pt idx="5471">
                  <c:v>pav inc</c:v>
                </c:pt>
                <c:pt idx="5472">
                  <c:v>auto credit acceptance</c:v>
                </c:pt>
                <c:pt idx="5473">
                  <c:v>wybles used cars</c:v>
                </c:pt>
                <c:pt idx="5474">
                  <c:v>onesource/glendale mitsubishi</c:v>
                </c:pt>
                <c:pt idx="5475">
                  <c:v>n a b inc</c:v>
                </c:pt>
                <c:pt idx="5476">
                  <c:v>nissan of casper llc</c:v>
                </c:pt>
                <c:pt idx="5477">
                  <c:v>heritage auto center inc</c:v>
                </c:pt>
                <c:pt idx="5478">
                  <c:v>capitol chevrolet &amp; imports inc</c:v>
                </c:pt>
                <c:pt idx="5479">
                  <c:v>dealer finance</c:v>
                </c:pt>
                <c:pt idx="5480">
                  <c:v>southeast brokerage inc</c:v>
                </c:pt>
                <c:pt idx="5481">
                  <c:v>nick mayer lincoln mercury inc</c:v>
                </c:pt>
                <c:pt idx="5482">
                  <c:v>rick case acura</c:v>
                </c:pt>
                <c:pt idx="5483">
                  <c:v>lextechs of atlanta</c:v>
                </c:pt>
                <c:pt idx="5484">
                  <c:v>muller nissan subaru vw</c:v>
                </c:pt>
                <c:pt idx="5485">
                  <c:v>trinity auto sales</c:v>
                </c:pt>
                <c:pt idx="5486">
                  <c:v>morries minnetonka ford</c:v>
                </c:pt>
                <c:pt idx="5487">
                  <c:v>new wave auto sales</c:v>
                </c:pt>
                <c:pt idx="5488">
                  <c:v>albright motor company</c:v>
                </c:pt>
                <c:pt idx="5489">
                  <c:v>ccs service inc</c:v>
                </c:pt>
                <c:pt idx="5490">
                  <c:v>cucci ford</c:v>
                </c:pt>
                <c:pt idx="5491">
                  <c:v>happy hyundai</c:v>
                </c:pt>
                <c:pt idx="5492">
                  <c:v>automobile rimek inc</c:v>
                </c:pt>
                <c:pt idx="5493">
                  <c:v>all star autos</c:v>
                </c:pt>
                <c:pt idx="5494">
                  <c:v>coast financial auto</c:v>
                </c:pt>
                <c:pt idx="5495">
                  <c:v>repo remarketing/twin star credit union</c:v>
                </c:pt>
                <c:pt idx="5496">
                  <c:v>luther bloomington hyundai</c:v>
                </c:pt>
                <c:pt idx="5497">
                  <c:v>first bank florida</c:v>
                </c:pt>
                <c:pt idx="5498">
                  <c:v>flag/motorwerks vehicle sales llc</c:v>
                </c:pt>
                <c:pt idx="5499">
                  <c:v>gulliver east inc</c:v>
                </c:pt>
                <c:pt idx="5500">
                  <c:v>red mccombs superior hyundai</c:v>
                </c:pt>
                <c:pt idx="5501">
                  <c:v>dario auto sales</c:v>
                </c:pt>
                <c:pt idx="5502">
                  <c:v>lithia chrysler jeep dodge</c:v>
                </c:pt>
                <c:pt idx="5503">
                  <c:v>autonation nissan marietta</c:v>
                </c:pt>
                <c:pt idx="5504">
                  <c:v>horne ford of nogales llc</c:v>
                </c:pt>
                <c:pt idx="5505">
                  <c:v>udrive chicago inc</c:v>
                </c:pt>
                <c:pt idx="5506">
                  <c:v>marty feldman chevrolet inc</c:v>
                </c:pt>
                <c:pt idx="5507">
                  <c:v>bedford nissan inc</c:v>
                </c:pt>
                <c:pt idx="5508">
                  <c:v>joyce buick gmc inc</c:v>
                </c:pt>
                <c:pt idx="5509">
                  <c:v>harvey-ellis motors  inc.</c:v>
                </c:pt>
                <c:pt idx="5510">
                  <c:v>stan mcnabb ford llc</c:v>
                </c:pt>
                <c:pt idx="5511">
                  <c:v>hertrich of new castle inc</c:v>
                </c:pt>
                <c:pt idx="5512">
                  <c:v>inter auto trade inc</c:v>
                </c:pt>
                <c:pt idx="5513">
                  <c:v>benz/beamer</c:v>
                </c:pt>
                <c:pt idx="5514">
                  <c:v>signature rent a car</c:v>
                </c:pt>
                <c:pt idx="5515">
                  <c:v>annapolis volvo</c:v>
                </c:pt>
                <c:pt idx="5516">
                  <c:v>bob ruth ford inc</c:v>
                </c:pt>
                <c:pt idx="5517">
                  <c:v>courtesy chevrolet center</c:v>
                </c:pt>
                <c:pt idx="5518">
                  <c:v>kia auto sport of pensacola inc</c:v>
                </c:pt>
                <c:pt idx="5519">
                  <c:v>bergstrom victory lane imports</c:v>
                </c:pt>
                <c:pt idx="5520">
                  <c:v>rock city chrysler jeep dodge</c:v>
                </c:pt>
                <c:pt idx="5521">
                  <c:v>rotolo chevrolet inc</c:v>
                </c:pt>
                <c:pt idx="5522">
                  <c:v>vci/volkswagen of edmond</c:v>
                </c:pt>
                <c:pt idx="5523">
                  <c:v>walser leasing &amp; fleet services</c:v>
                </c:pt>
                <c:pt idx="5524">
                  <c:v>federal financial</c:v>
                </c:pt>
                <c:pt idx="5525">
                  <c:v>remarketing by ge/collateral solutions</c:v>
                </c:pt>
                <c:pt idx="5526">
                  <c:v>dellen chry dod jeep</c:v>
                </c:pt>
                <c:pt idx="5527">
                  <c:v>onesource/sun toyota</c:v>
                </c:pt>
                <c:pt idx="5528">
                  <c:v>mid lake motors inc</c:v>
                </c:pt>
                <c:pt idx="5529">
                  <c:v>remarketing by ge/wiregrass fcu</c:v>
                </c:pt>
                <c:pt idx="5530">
                  <c:v>greenville auto sales</c:v>
                </c:pt>
                <c:pt idx="5531">
                  <c:v>luther brookdale volkswagen</c:v>
                </c:pt>
                <c:pt idx="5532">
                  <c:v>sparks toyota</c:v>
                </c:pt>
                <c:pt idx="5533">
                  <c:v>nielsen dodge chry jeep llc</c:v>
                </c:pt>
                <c:pt idx="5534">
                  <c:v>honda of hayward</c:v>
                </c:pt>
                <c:pt idx="5535">
                  <c:v>a d autos</c:v>
                </c:pt>
                <c:pt idx="5536">
                  <c:v>dealers toa baja</c:v>
                </c:pt>
                <c:pt idx="5537">
                  <c:v>bill black chevrolet cadillac inc</c:v>
                </c:pt>
                <c:pt idx="5538">
                  <c:v>mercedes benz of west chester</c:v>
                </c:pt>
                <c:pt idx="5539">
                  <c:v>conklin cars hutchinson</c:v>
                </c:pt>
                <c:pt idx="5540">
                  <c:v>central florida auto trader llc</c:v>
                </c:pt>
                <c:pt idx="5541">
                  <c:v>persian acceptance corp</c:v>
                </c:pt>
                <c:pt idx="5542">
                  <c:v>orleans ford mercury inc</c:v>
                </c:pt>
                <c:pt idx="5543">
                  <c:v>northwest fcu</c:v>
                </c:pt>
                <c:pt idx="5544">
                  <c:v>pinnacle financial group inc</c:v>
                </c:pt>
                <c:pt idx="5545">
                  <c:v>lightning auto group llc</c:v>
                </c:pt>
                <c:pt idx="5546">
                  <c:v>revolution motor cars</c:v>
                </c:pt>
                <c:pt idx="5547">
                  <c:v>rich ford sales</c:v>
                </c:pt>
                <c:pt idx="5548">
                  <c:v>bening ford</c:v>
                </c:pt>
                <c:pt idx="5549">
                  <c:v>all american autohaus inc.</c:v>
                </c:pt>
                <c:pt idx="5550">
                  <c:v>steve rotella sales ltd</c:v>
                </c:pt>
                <c:pt idx="5551">
                  <c:v>midwest customs</c:v>
                </c:pt>
                <c:pt idx="5552">
                  <c:v>uva community credit union</c:v>
                </c:pt>
                <c:pt idx="5553">
                  <c:v>derby hill equipment</c:v>
                </c:pt>
                <c:pt idx="5554">
                  <c:v>hub city ford inc</c:v>
                </c:pt>
                <c:pt idx="5555">
                  <c:v>rivard buick gmc</c:v>
                </c:pt>
                <c:pt idx="5556">
                  <c:v>brantford kia</c:v>
                </c:pt>
                <c:pt idx="5557">
                  <c:v>tropical chevrolet</c:v>
                </c:pt>
                <c:pt idx="5558">
                  <c:v>east side motors</c:v>
                </c:pt>
                <c:pt idx="5559">
                  <c:v>primeritus remarketing/americu credit uni</c:v>
                </c:pt>
                <c:pt idx="5560">
                  <c:v>prime drive inc.</c:v>
                </c:pt>
                <c:pt idx="5561">
                  <c:v>mclaren tampa bay</c:v>
                </c:pt>
                <c:pt idx="5562">
                  <c:v>auto unlimited inc</c:v>
                </c:pt>
                <c:pt idx="5563">
                  <c:v>bill bryan chrysler dodge jeep inc</c:v>
                </c:pt>
                <c:pt idx="5564">
                  <c:v>fiserv/scient federal credit union</c:v>
                </c:pt>
                <c:pt idx="5565">
                  <c:v>whetstone partners</c:v>
                </c:pt>
                <c:pt idx="5566">
                  <c:v>daniels long chevrolet</c:v>
                </c:pt>
                <c:pt idx="5567">
                  <c:v>performance auto center</c:v>
                </c:pt>
                <c:pt idx="5568">
                  <c:v>metro credit union</c:v>
                </c:pt>
                <c:pt idx="5569">
                  <c:v>tamaroff leasing co</c:v>
                </c:pt>
                <c:pt idx="5570">
                  <c:v>della buick gmc cadillac inc</c:v>
                </c:pt>
                <c:pt idx="5571">
                  <c:v>lonestar truck &amp; trailer</c:v>
                </c:pt>
                <c:pt idx="5572">
                  <c:v>onemain rem/cartime auto center</c:v>
                </c:pt>
                <c:pt idx="5573">
                  <c:v>new holland dodge chrysler jeep</c:v>
                </c:pt>
                <c:pt idx="5574">
                  <c:v>momentum chevrolet</c:v>
                </c:pt>
                <c:pt idx="5575">
                  <c:v>fc auto sales llc</c:v>
                </c:pt>
                <c:pt idx="5576">
                  <c:v>international motors inc.</c:v>
                </c:pt>
                <c:pt idx="5577">
                  <c:v>dicicco auto sales</c:v>
                </c:pt>
                <c:pt idx="5578">
                  <c:v>auto solutions llc</c:v>
                </c:pt>
                <c:pt idx="5579">
                  <c:v>greenville auto world llc</c:v>
                </c:pt>
                <c:pt idx="5580">
                  <c:v>superior motors inc</c:v>
                </c:pt>
                <c:pt idx="5581">
                  <c:v>brown's jaguar</c:v>
                </c:pt>
                <c:pt idx="5582">
                  <c:v>frank boucher chevrolet inc</c:v>
                </c:pt>
                <c:pt idx="5583">
                  <c:v>mcelveen pont buick gmc trk inc</c:v>
                </c:pt>
                <c:pt idx="5584">
                  <c:v>leaseyourcar.com</c:v>
                </c:pt>
                <c:pt idx="5585">
                  <c:v>onemain rem/caltex motors</c:v>
                </c:pt>
                <c:pt idx="5586">
                  <c:v>emich volkswagen</c:v>
                </c:pt>
                <c:pt idx="5587">
                  <c:v>srt wholesale auto llc</c:v>
                </c:pt>
                <c:pt idx="5588">
                  <c:v>remarketing by ge/pareto solutinos llc</c:v>
                </c:pt>
                <c:pt idx="5589">
                  <c:v>sl auto gallery inc</c:v>
                </c:pt>
                <c:pt idx="5590">
                  <c:v>triple seven auto group</c:v>
                </c:pt>
                <c:pt idx="5591">
                  <c:v>security first credit union</c:v>
                </c:pt>
                <c:pt idx="5592">
                  <c:v>norling motors inc</c:v>
                </c:pt>
                <c:pt idx="5593">
                  <c:v>precision auto sales</c:v>
                </c:pt>
                <c:pt idx="5594">
                  <c:v>r &amp; l auto wholesale</c:v>
                </c:pt>
                <c:pt idx="5595">
                  <c:v>hyperformance inc</c:v>
                </c:pt>
                <c:pt idx="5596">
                  <c:v>a &amp; w sales</c:v>
                </c:pt>
                <c:pt idx="5597">
                  <c:v>bolsam autos llc</c:v>
                </c:pt>
                <c:pt idx="5598">
                  <c:v>bickford motors</c:v>
                </c:pt>
                <c:pt idx="5599">
                  <c:v>cortin motors</c:v>
                </c:pt>
                <c:pt idx="5600">
                  <c:v>repo remarketing/tucson fcu</c:v>
                </c:pt>
                <c:pt idx="5601">
                  <c:v>trustone financial fed credit union</c:v>
                </c:pt>
                <c:pt idx="5602">
                  <c:v>ray brandt dodge chrysler jeep ram</c:v>
                </c:pt>
                <c:pt idx="5603">
                  <c:v>moline motors llc</c:v>
                </c:pt>
                <c:pt idx="5604">
                  <c:v>j.b.c auto wholesale</c:v>
                </c:pt>
                <c:pt idx="5605">
                  <c:v>repo remarketing/patelco credit union</c:v>
                </c:pt>
                <c:pt idx="5606">
                  <c:v>palm chevrolet inc</c:v>
                </c:pt>
                <c:pt idx="5607">
                  <c:v>dellenbach motors</c:v>
                </c:pt>
                <c:pt idx="5608">
                  <c:v>bill cramer chevrolet cadi bpg</c:v>
                </c:pt>
                <c:pt idx="5609">
                  <c:v>courtesy autopark</c:v>
                </c:pt>
                <c:pt idx="5610">
                  <c:v>jo dan motors</c:v>
                </c:pt>
                <c:pt idx="5611">
                  <c:v>carlson toyota</c:v>
                </c:pt>
                <c:pt idx="5612">
                  <c:v>autonation ford lincoln wolfchase</c:v>
                </c:pt>
                <c:pt idx="5613">
                  <c:v>onemain rem/joshy auto sales</c:v>
                </c:pt>
                <c:pt idx="5614">
                  <c:v>dan welles southtown inc</c:v>
                </c:pt>
                <c:pt idx="5615">
                  <c:v>gerardos foreign car service llc</c:v>
                </c:pt>
                <c:pt idx="5616">
                  <c:v>manheim auctions inventory</c:v>
                </c:pt>
                <c:pt idx="5617">
                  <c:v>san antonio federal credit union</c:v>
                </c:pt>
                <c:pt idx="5618">
                  <c:v>fivetenauto sales inc</c:v>
                </c:pt>
                <c:pt idx="5619">
                  <c:v>goodwin honda volks mits</c:v>
                </c:pt>
                <c:pt idx="5620">
                  <c:v>titlemax/upland ca1</c:v>
                </c:pt>
                <c:pt idx="5621">
                  <c:v>southtown chrysler dodge jeep</c:v>
                </c:pt>
                <c:pt idx="5622">
                  <c:v>mossy volkswagen</c:v>
                </c:pt>
                <c:pt idx="5623">
                  <c:v>shults toyota</c:v>
                </c:pt>
                <c:pt idx="5624">
                  <c:v>onemain rem/three brothers auto sales</c:v>
                </c:pt>
                <c:pt idx="5625">
                  <c:v>l a auto sales inc</c:v>
                </c:pt>
                <c:pt idx="5626">
                  <c:v>davies ford inc</c:v>
                </c:pt>
                <c:pt idx="5627">
                  <c:v>crescent ford inc</c:v>
                </c:pt>
                <c:pt idx="5628">
                  <c:v>triple s auto outlet</c:v>
                </c:pt>
                <c:pt idx="5629">
                  <c:v>silver star ag ltd</c:v>
                </c:pt>
                <c:pt idx="5630">
                  <c:v>ed morse honda</c:v>
                </c:pt>
                <c:pt idx="5631">
                  <c:v>j e motors inc</c:v>
                </c:pt>
                <c:pt idx="5632">
                  <c:v>extreme automotive corp</c:v>
                </c:pt>
                <c:pt idx="5633">
                  <c:v>capital city motor worx</c:v>
                </c:pt>
                <c:pt idx="5634">
                  <c:v>acura of glendale</c:v>
                </c:pt>
                <c:pt idx="5635">
                  <c:v>jorgensen ford inc</c:v>
                </c:pt>
                <c:pt idx="5636">
                  <c:v>hosick motors inc</c:v>
                </c:pt>
                <c:pt idx="5637">
                  <c:v>mercedes benz bmw of ann arbor</c:v>
                </c:pt>
                <c:pt idx="5638">
                  <c:v>libertyville chevrolet inc</c:v>
                </c:pt>
                <c:pt idx="5639">
                  <c:v>automotive remarketing inc/resale auto</c:v>
                </c:pt>
                <c:pt idx="5640">
                  <c:v>rosen motor sales inc</c:v>
                </c:pt>
                <c:pt idx="5641">
                  <c:v>ingram motor sales</c:v>
                </c:pt>
                <c:pt idx="5642">
                  <c:v>quality auto sales usa inc</c:v>
                </c:pt>
                <c:pt idx="5643">
                  <c:v>repo remarketing/prime way fcu</c:v>
                </c:pt>
                <c:pt idx="5644">
                  <c:v>capital bank</c:v>
                </c:pt>
                <c:pt idx="5645">
                  <c:v>bmw of mamaroneck</c:v>
                </c:pt>
                <c:pt idx="5646">
                  <c:v>crown motors of tallahassee inc</c:v>
                </c:pt>
                <c:pt idx="5647">
                  <c:v>superbodies auto center llc</c:v>
                </c:pt>
                <c:pt idx="5648">
                  <c:v>stew hansen hyundai</c:v>
                </c:pt>
                <c:pt idx="5649">
                  <c:v>ahfc/honda lease trust/hvt inc</c:v>
                </c:pt>
                <c:pt idx="5650">
                  <c:v>crossroads ford truck sales inc</c:v>
                </c:pt>
                <c:pt idx="5651">
                  <c:v>dick sneeringer</c:v>
                </c:pt>
                <c:pt idx="5652">
                  <c:v>atlantic coast remarketing inc/gar</c:v>
                </c:pt>
                <c:pt idx="5653">
                  <c:v>san diego auto finder</c:v>
                </c:pt>
                <c:pt idx="5654">
                  <c:v>friendly ford</c:v>
                </c:pt>
                <c:pt idx="5655">
                  <c:v>cars r us</c:v>
                </c:pt>
                <c:pt idx="5656">
                  <c:v>beverly hills bmw</c:v>
                </c:pt>
                <c:pt idx="5657">
                  <c:v>community auto center llc</c:v>
                </c:pt>
                <c:pt idx="5658">
                  <c:v>onemain rem/auto access</c:v>
                </c:pt>
                <c:pt idx="5659">
                  <c:v>viva las vegas autos inc</c:v>
                </c:pt>
                <c:pt idx="5660">
                  <c:v>expert auto brokers</c:v>
                </c:pt>
                <c:pt idx="5661">
                  <c:v>jones motor co inc</c:v>
                </c:pt>
                <c:pt idx="5662">
                  <c:v>a &amp; b auto sales</c:v>
                </c:pt>
                <c:pt idx="5663">
                  <c:v>champion toyota corpus christi</c:v>
                </c:pt>
                <c:pt idx="5664">
                  <c:v>harrison motors inc</c:v>
                </c:pt>
                <c:pt idx="5665">
                  <c:v>karma cars of arizona llc</c:v>
                </c:pt>
                <c:pt idx="5666">
                  <c:v>nemer chrysler jeep dodge ram of saratoga</c:v>
                </c:pt>
                <c:pt idx="5667">
                  <c:v>world auto service</c:v>
                </c:pt>
                <c:pt idx="5668">
                  <c:v>remarketing by ge/first financial fcu</c:v>
                </c:pt>
                <c:pt idx="5669">
                  <c:v>goldstein buick gmc</c:v>
                </c:pt>
                <c:pt idx="5670">
                  <c:v>findlay cadillac</c:v>
                </c:pt>
                <c:pt idx="5671">
                  <c:v>husker financial</c:v>
                </c:pt>
                <c:pt idx="5672">
                  <c:v>titlemax of flamingo rd. - nv 9</c:v>
                </c:pt>
                <c:pt idx="5673">
                  <c:v>phil smith acura</c:v>
                </c:pt>
                <c:pt idx="5674">
                  <c:v>kings honda</c:v>
                </c:pt>
                <c:pt idx="5675">
                  <c:v>perfect match auto</c:v>
                </c:pt>
                <c:pt idx="5676">
                  <c:v>nationwide remarketing</c:v>
                </c:pt>
                <c:pt idx="5677">
                  <c:v>us alliance fcu</c:v>
                </c:pt>
                <c:pt idx="5678">
                  <c:v>potomac preowned auto sales</c:v>
                </c:pt>
                <c:pt idx="5679">
                  <c:v>sky touch imports inc</c:v>
                </c:pt>
                <c:pt idx="5680">
                  <c:v>mazda of orange</c:v>
                </c:pt>
                <c:pt idx="5681">
                  <c:v>turk collectors inc</c:v>
                </c:pt>
                <c:pt idx="5682">
                  <c:v>hidy ford</c:v>
                </c:pt>
                <c:pt idx="5683">
                  <c:v>dens auto center llc</c:v>
                </c:pt>
                <c:pt idx="5684">
                  <c:v>fairfield ford of williamsport</c:v>
                </c:pt>
                <c:pt idx="5685">
                  <c:v>jim burke automotive inc</c:v>
                </c:pt>
                <c:pt idx="5686">
                  <c:v>autonation honda at bel air mall</c:v>
                </c:pt>
                <c:pt idx="5687">
                  <c:v>antwerpens toyota village</c:v>
                </c:pt>
                <c:pt idx="5688">
                  <c:v>northwest honda</c:v>
                </c:pt>
                <c:pt idx="5689">
                  <c:v>giles automotive inc</c:v>
                </c:pt>
                <c:pt idx="5690">
                  <c:v>premier automotive imports of ca llc</c:v>
                </c:pt>
                <c:pt idx="5691">
                  <c:v>west chevrolet  inc.</c:v>
                </c:pt>
                <c:pt idx="5692">
                  <c:v>land rover of reno</c:v>
                </c:pt>
                <c:pt idx="5693">
                  <c:v>george kell motors inc.</c:v>
                </c:pt>
                <c:pt idx="5694">
                  <c:v>dolan toyota scion</c:v>
                </c:pt>
                <c:pt idx="5695">
                  <c:v>jim hudson hyundai</c:v>
                </c:pt>
                <c:pt idx="5696">
                  <c:v>byers delaware auto llc</c:v>
                </c:pt>
                <c:pt idx="5697">
                  <c:v>charles chevrolet oldsmobile inc</c:v>
                </c:pt>
                <c:pt idx="5698">
                  <c:v>elite auto group inc</c:v>
                </c:pt>
                <c:pt idx="5699">
                  <c:v>websmart auto inc</c:v>
                </c:pt>
                <c:pt idx="5700">
                  <c:v>sheehy nissan of springfield  inc.</c:v>
                </c:pt>
                <c:pt idx="5701">
                  <c:v>streamline remarketing inc</c:v>
                </c:pt>
                <c:pt idx="5702">
                  <c:v>white sands fcu</c:v>
                </c:pt>
                <c:pt idx="5703">
                  <c:v>david maus volkswagen</c:v>
                </c:pt>
                <c:pt idx="5704">
                  <c:v>envista credit union</c:v>
                </c:pt>
                <c:pt idx="5705">
                  <c:v>excalibur auto group inc</c:v>
                </c:pt>
                <c:pt idx="5706">
                  <c:v>mini of chicago</c:v>
                </c:pt>
                <c:pt idx="5707">
                  <c:v>mark cj inc</c:v>
                </c:pt>
                <c:pt idx="5708">
                  <c:v>chevrolet cadillac of bellingham</c:v>
                </c:pt>
                <c:pt idx="5709">
                  <c:v>u-haul truck and equipment sales</c:v>
                </c:pt>
                <c:pt idx="5710">
                  <c:v>walts auto brokers inc</c:v>
                </c:pt>
                <c:pt idx="5711">
                  <c:v>king brothers used cars</c:v>
                </c:pt>
                <c:pt idx="5712">
                  <c:v>a line auto wholesale</c:v>
                </c:pt>
                <c:pt idx="5713">
                  <c:v>elite car rental</c:v>
                </c:pt>
                <c:pt idx="5714">
                  <c:v>jimmy vasser toyota</c:v>
                </c:pt>
                <c:pt idx="5715">
                  <c:v>hyundai of bradenton</c:v>
                </c:pt>
                <c:pt idx="5716">
                  <c:v>mr automotive</c:v>
                </c:pt>
                <c:pt idx="5717">
                  <c:v>puklich chevrolet inc</c:v>
                </c:pt>
                <c:pt idx="5718">
                  <c:v>autonation mitsubishi</c:v>
                </c:pt>
                <c:pt idx="5719">
                  <c:v>repo remarketing/chevron fcu</c:v>
                </c:pt>
                <c:pt idx="5720">
                  <c:v>premier auto sales</c:v>
                </c:pt>
                <c:pt idx="5721">
                  <c:v>the motor company inc</c:v>
                </c:pt>
                <c:pt idx="5722">
                  <c:v>ultimate buick gmc</c:v>
                </c:pt>
                <c:pt idx="5723">
                  <c:v>quality autos of collins</c:v>
                </c:pt>
                <c:pt idx="5724">
                  <c:v>unique car rental &amp; sales</c:v>
                </c:pt>
                <c:pt idx="5725">
                  <c:v>kents auto sales inc</c:v>
                </c:pt>
                <c:pt idx="5726">
                  <c:v>fleet sales &amp; services llc</c:v>
                </c:pt>
                <c:pt idx="5727">
                  <c:v>starling chevrolet buick gmc</c:v>
                </c:pt>
                <c:pt idx="5728">
                  <c:v>palmetto health credit union</c:v>
                </c:pt>
                <c:pt idx="5729">
                  <c:v>remarketing by ge/fc leasing</c:v>
                </c:pt>
                <c:pt idx="5730">
                  <c:v>vescovo toyota of las cruces</c:v>
                </c:pt>
                <c:pt idx="5731">
                  <c:v>investment motors sales &amp; leasing</c:v>
                </c:pt>
                <c:pt idx="5732">
                  <c:v>david austin auto sales</c:v>
                </c:pt>
                <c:pt idx="5733">
                  <c:v>okemos auto collection</c:v>
                </c:pt>
                <c:pt idx="5734">
                  <c:v>mini of fort myers</c:v>
                </c:pt>
                <c:pt idx="5735">
                  <c:v>mobility motoring llc</c:v>
                </c:pt>
                <c:pt idx="5736">
                  <c:v>practical car rental/emak industries inc</c:v>
                </c:pt>
                <c:pt idx="5737">
                  <c:v>midflorida credit union</c:v>
                </c:pt>
                <c:pt idx="5738">
                  <c:v>miami auto broker llc</c:v>
                </c:pt>
                <c:pt idx="5739">
                  <c:v>toyota of boardman</c:v>
                </c:pt>
                <c:pt idx="5740">
                  <c:v>hertrich toyota scion</c:v>
                </c:pt>
                <c:pt idx="5741">
                  <c:v>nationwide imports</c:v>
                </c:pt>
                <c:pt idx="5742">
                  <c:v>fred beans chrysler dodge jeep ram</c:v>
                </c:pt>
                <c:pt idx="5743">
                  <c:v>sti fleet corp</c:v>
                </c:pt>
                <c:pt idx="5744">
                  <c:v>pritchard brothers inc</c:v>
                </c:pt>
                <c:pt idx="5745">
                  <c:v>mercedes benz of spokane</c:v>
                </c:pt>
                <c:pt idx="5746">
                  <c:v>mike carlson motor company</c:v>
                </c:pt>
                <c:pt idx="5747">
                  <c:v>best wheels imports  llc</c:v>
                </c:pt>
                <c:pt idx="5748">
                  <c:v>coulter cadillac inc</c:v>
                </c:pt>
                <c:pt idx="5749">
                  <c:v>subaru of dayton</c:v>
                </c:pt>
                <c:pt idx="5750">
                  <c:v>metro auto sales</c:v>
                </c:pt>
                <c:pt idx="5751">
                  <c:v>alexander pont buick cadi gmc tk inc</c:v>
                </c:pt>
                <c:pt idx="5752">
                  <c:v>d majestic auto group inc</c:v>
                </c:pt>
                <c:pt idx="5753">
                  <c:v>selective autoplex</c:v>
                </c:pt>
                <c:pt idx="5754">
                  <c:v>springfield ford inc</c:v>
                </c:pt>
                <c:pt idx="5755">
                  <c:v>unique auto brokerage</c:v>
                </c:pt>
                <c:pt idx="5756">
                  <c:v>gerald nissan inc</c:v>
                </c:pt>
                <c:pt idx="5757">
                  <c:v>davey deals inc</c:v>
                </c:pt>
                <c:pt idx="5758">
                  <c:v>avis rent a car systems/tra</c:v>
                </c:pt>
                <c:pt idx="5759">
                  <c:v>independent auto brokers</c:v>
                </c:pt>
                <c:pt idx="5760">
                  <c:v>hometrust bank</c:v>
                </c:pt>
                <c:pt idx="5761">
                  <c:v>criswell chevrolet of thurmont llc</c:v>
                </c:pt>
                <c:pt idx="5762">
                  <c:v>auto lux</c:v>
                </c:pt>
                <c:pt idx="5763">
                  <c:v>atlantic global financing inc</c:v>
                </c:pt>
                <c:pt idx="5764">
                  <c:v>first national fleet &amp; lease auto sales</c:v>
                </c:pt>
                <c:pt idx="5765">
                  <c:v>energy fcu</c:v>
                </c:pt>
                <c:pt idx="5766">
                  <c:v>bmw of houston north in the woodlands</c:v>
                </c:pt>
                <c:pt idx="5767">
                  <c:v>trona valley community fcu</c:v>
                </c:pt>
                <c:pt idx="5768">
                  <c:v>freeway ford llc</c:v>
                </c:pt>
                <c:pt idx="5769">
                  <c:v>budget las vegas/ars</c:v>
                </c:pt>
                <c:pt idx="5770">
                  <c:v>image imports auto brokerage inc</c:v>
                </c:pt>
                <c:pt idx="5771">
                  <c:v>nissan dealer blend/oak ridge nissan</c:v>
                </c:pt>
                <c:pt idx="5772">
                  <c:v>nsk industries inc</c:v>
                </c:pt>
                <c:pt idx="5773">
                  <c:v>autoporter leasing serv inc</c:v>
                </c:pt>
                <c:pt idx="5774">
                  <c:v>gmotorcars inc</c:v>
                </c:pt>
                <c:pt idx="5775">
                  <c:v>boyd boys auto &amp; truck</c:v>
                </c:pt>
                <c:pt idx="5776">
                  <c:v>jones auto sales</c:v>
                </c:pt>
                <c:pt idx="5777">
                  <c:v>hector felix auto corp</c:v>
                </c:pt>
                <c:pt idx="5778">
                  <c:v>flag/proctor automotive inc</c:v>
                </c:pt>
                <c:pt idx="5779">
                  <c:v>volunteers of america western washington</c:v>
                </c:pt>
                <c:pt idx="5780">
                  <c:v>credit union of new jersey</c:v>
                </c:pt>
                <c:pt idx="5781">
                  <c:v>cub hill motor co inc.</c:v>
                </c:pt>
                <c:pt idx="5782">
                  <c:v>numerica credit union</c:v>
                </c:pt>
                <c:pt idx="5783">
                  <c:v>lexus of wayzata</c:v>
                </c:pt>
                <c:pt idx="5784">
                  <c:v>mc quality cars inc</c:v>
                </c:pt>
                <c:pt idx="5785">
                  <c:v>doug smith autoplex inc.</c:v>
                </c:pt>
                <c:pt idx="5786">
                  <c:v>remarketing by ge/manheim houston</c:v>
                </c:pt>
                <c:pt idx="5787">
                  <c:v>southern american lease corp</c:v>
                </c:pt>
                <c:pt idx="5788">
                  <c:v>nikles motor co inc</c:v>
                </c:pt>
                <c:pt idx="5789">
                  <c:v>john jones automtv outlet inc</c:v>
                </c:pt>
                <c:pt idx="5790">
                  <c:v>alexander family pont buick olds gmc truck inc</c:v>
                </c:pt>
                <c:pt idx="5791">
                  <c:v>fast lane direct llc</c:v>
                </c:pt>
                <c:pt idx="5792">
                  <c:v>manheim riverside</c:v>
                </c:pt>
                <c:pt idx="5793">
                  <c:v>sullivan investment corporation</c:v>
                </c:pt>
                <c:pt idx="5794">
                  <c:v>watson chevrolet</c:v>
                </c:pt>
                <c:pt idx="5795">
                  <c:v>sarasota ford</c:v>
                </c:pt>
                <c:pt idx="5796">
                  <c:v>mmg finance llc</c:v>
                </c:pt>
                <c:pt idx="5797">
                  <c:v>euromotive llc</c:v>
                </c:pt>
                <c:pt idx="5798">
                  <c:v>autonation honda mendenhall</c:v>
                </c:pt>
                <c:pt idx="5799">
                  <c:v>edmond chevrolet gmc buick</c:v>
                </c:pt>
                <c:pt idx="5800">
                  <c:v>auto equity loans of de llc</c:v>
                </c:pt>
                <c:pt idx="5801">
                  <c:v>jonathan motor cars inc</c:v>
                </c:pt>
                <c:pt idx="5802">
                  <c:v>third national bank</c:v>
                </c:pt>
                <c:pt idx="5803">
                  <c:v>onemain rem/garcia trucks auto sales inc</c:v>
                </c:pt>
                <c:pt idx="5804">
                  <c:v>big h auto mart</c:v>
                </c:pt>
                <c:pt idx="5805">
                  <c:v>9250 3002 quebec inc</c:v>
                </c:pt>
                <c:pt idx="5806">
                  <c:v>craig &amp; landreth pre-owned</c:v>
                </c:pt>
                <c:pt idx="5807">
                  <c:v>downey nissan</c:v>
                </c:pt>
                <c:pt idx="5808">
                  <c:v>toyota mont laurier</c:v>
                </c:pt>
                <c:pt idx="5809">
                  <c:v>rick phillips motors</c:v>
                </c:pt>
                <c:pt idx="5810">
                  <c:v>capital lease group ltd</c:v>
                </c:pt>
                <c:pt idx="5811">
                  <c:v>ttcu the credit union</c:v>
                </c:pt>
                <c:pt idx="5812">
                  <c:v>volvo of cincinnati</c:v>
                </c:pt>
                <c:pt idx="5813">
                  <c:v>west palm beach kia</c:v>
                </c:pt>
                <c:pt idx="5814">
                  <c:v>vision motors inc</c:v>
                </c:pt>
                <c:pt idx="5815">
                  <c:v>tom clark chevrolet inc</c:v>
                </c:pt>
                <c:pt idx="5816">
                  <c:v>lee hyundai of goldsboro</c:v>
                </c:pt>
                <c:pt idx="5817">
                  <c:v>duck river electric membership corp</c:v>
                </c:pt>
                <c:pt idx="5818">
                  <c:v>beaverton infiniti</c:v>
                </c:pt>
                <c:pt idx="5819">
                  <c:v>hummer connections inc.</c:v>
                </c:pt>
                <c:pt idx="5820">
                  <c:v>ford lincoln of queens preowned</c:v>
                </c:pt>
                <c:pt idx="5821">
                  <c:v>select motor group llc</c:v>
                </c:pt>
                <c:pt idx="5822">
                  <c:v>nissan dealer blend/nissan of cookeville</c:v>
                </c:pt>
                <c:pt idx="5823">
                  <c:v>merlin auto group</c:v>
                </c:pt>
                <c:pt idx="5824">
                  <c:v>liccardi motors llc</c:v>
                </c:pt>
                <c:pt idx="5825">
                  <c:v>auto direct montreal inc</c:v>
                </c:pt>
                <c:pt idx="5826">
                  <c:v>deacon jones auto park</c:v>
                </c:pt>
                <c:pt idx="5827">
                  <c:v>south county fiat at mission viejo</c:v>
                </c:pt>
                <c:pt idx="5828">
                  <c:v>cooper motors inc</c:v>
                </c:pt>
                <c:pt idx="5829">
                  <c:v>autonation ford white bear lake</c:v>
                </c:pt>
                <c:pt idx="5830">
                  <c:v>melly auto sales inc</c:v>
                </c:pt>
                <c:pt idx="5831">
                  <c:v>car mart leasing and sales inc</c:v>
                </c:pt>
                <c:pt idx="5832">
                  <c:v>intermarkets trading co</c:v>
                </c:pt>
                <c:pt idx="5833">
                  <c:v>frank marcum motors</c:v>
                </c:pt>
                <c:pt idx="5834">
                  <c:v>community one auto finance</c:v>
                </c:pt>
                <c:pt idx="5835">
                  <c:v>nusenda federal credit union</c:v>
                </c:pt>
                <c:pt idx="5836">
                  <c:v>tim dahle nissan of sandy</c:v>
                </c:pt>
                <c:pt idx="5837">
                  <c:v>signature leasing llc</c:v>
                </c:pt>
                <c:pt idx="5838">
                  <c:v>magnum motors inc</c:v>
                </c:pt>
                <c:pt idx="5839">
                  <c:v>godwin auto sales inc</c:v>
                </c:pt>
                <c:pt idx="5840">
                  <c:v>chaparral ford inc</c:v>
                </c:pt>
                <c:pt idx="5841">
                  <c:v>jay automobiles inc</c:v>
                </c:pt>
                <c:pt idx="5842">
                  <c:v>victory auto group llc</c:v>
                </c:pt>
                <c:pt idx="5843">
                  <c:v>jersey city ford lincoln mercury</c:v>
                </c:pt>
                <c:pt idx="5844">
                  <c:v>maps auto center llc</c:v>
                </c:pt>
                <c:pt idx="5845">
                  <c:v>liberal finance service</c:v>
                </c:pt>
                <c:pt idx="5846">
                  <c:v>leesburg volkswagen</c:v>
                </c:pt>
                <c:pt idx="5847">
                  <c:v>john elway chevrolet</c:v>
                </c:pt>
                <c:pt idx="5848">
                  <c:v>best buy auto inc.</c:v>
                </c:pt>
                <c:pt idx="5849">
                  <c:v>ferrari &amp; maserati of washington</c:v>
                </c:pt>
                <c:pt idx="5850">
                  <c:v>glesby mark leasing</c:v>
                </c:pt>
                <c:pt idx="5851">
                  <c:v>jack safro ford</c:v>
                </c:pt>
                <c:pt idx="5852">
                  <c:v>r k motors inc</c:v>
                </c:pt>
                <c:pt idx="5853">
                  <c:v>menaul auto sales inc</c:v>
                </c:pt>
                <c:pt idx="5854">
                  <c:v>oneok inc</c:v>
                </c:pt>
                <c:pt idx="5855">
                  <c:v>hertz car exchange inc/orlando</c:v>
                </c:pt>
                <c:pt idx="5856">
                  <c:v>dealers choice motor co.</c:v>
                </c:pt>
                <c:pt idx="5857">
                  <c:v>p &amp; r auto brokers llc</c:v>
                </c:pt>
                <c:pt idx="5858">
                  <c:v>napleton cad saab</c:v>
                </c:pt>
                <c:pt idx="5859">
                  <c:v>hyundai of la quinta</c:v>
                </c:pt>
                <c:pt idx="5860">
                  <c:v>california connection auto leasing llc</c:v>
                </c:pt>
                <c:pt idx="5861">
                  <c:v>bmw of orland park</c:v>
                </c:pt>
                <c:pt idx="5862">
                  <c:v>mackey auto broker</c:v>
                </c:pt>
                <c:pt idx="5863">
                  <c:v>wolf automotive center inc</c:v>
                </c:pt>
                <c:pt idx="5864">
                  <c:v>route 22 auto sales inc.</c:v>
                </c:pt>
                <c:pt idx="5865">
                  <c:v>colin's motors</c:v>
                </c:pt>
                <c:pt idx="5866">
                  <c:v>cap city motorsports llc</c:v>
                </c:pt>
                <c:pt idx="5867">
                  <c:v>the wilhardt collection inc</c:v>
                </c:pt>
                <c:pt idx="5868">
                  <c:v>paris auto sales inc</c:v>
                </c:pt>
                <c:pt idx="5869">
                  <c:v>remarketing by ge/auto discounters</c:v>
                </c:pt>
                <c:pt idx="5870">
                  <c:v>wheels by r t incorporated</c:v>
                </c:pt>
                <c:pt idx="5871">
                  <c:v>nova auto sales</c:v>
                </c:pt>
                <c:pt idx="5872">
                  <c:v>gorges volvo</c:v>
                </c:pt>
                <c:pt idx="5873">
                  <c:v>globe auto center inc</c:v>
                </c:pt>
                <c:pt idx="5874">
                  <c:v>carfinder auto sales inc</c:v>
                </c:pt>
                <c:pt idx="5875">
                  <c:v>mccarthy olathe nissan inc</c:v>
                </c:pt>
                <c:pt idx="5876">
                  <c:v>1479582 alberta ltd.</c:v>
                </c:pt>
                <c:pt idx="5877">
                  <c:v>source one adj of ohio inc/softite community fcu</c:v>
                </c:pt>
                <c:pt idx="5878">
                  <c:v>mall chevrolet inc</c:v>
                </c:pt>
                <c:pt idx="5879">
                  <c:v>royal motors inc</c:v>
                </c:pt>
                <c:pt idx="5880">
                  <c:v>markham auto sales</c:v>
                </c:pt>
                <c:pt idx="5881">
                  <c:v>w &amp; l sports cars inc</c:v>
                </c:pt>
                <c:pt idx="5882">
                  <c:v>w i simonson</c:v>
                </c:pt>
                <c:pt idx="5883">
                  <c:v>n4s auto group</c:v>
                </c:pt>
                <c:pt idx="5884">
                  <c:v>autonation toyota thornton road</c:v>
                </c:pt>
                <c:pt idx="5885">
                  <c:v>ace auto sales</c:v>
                </c:pt>
                <c:pt idx="5886">
                  <c:v>jakes auto exchange</c:v>
                </c:pt>
                <c:pt idx="5887">
                  <c:v>home town auto sales</c:v>
                </c:pt>
                <c:pt idx="5888">
                  <c:v>visalia kia</c:v>
                </c:pt>
                <c:pt idx="5889">
                  <c:v>beaver dam ford llc</c:v>
                </c:pt>
                <c:pt idx="5890">
                  <c:v>coastal credit llc / macedonia / macedonia</c:v>
                </c:pt>
                <c:pt idx="5891">
                  <c:v>danny holder automotive  inc.</c:v>
                </c:pt>
                <c:pt idx="5892">
                  <c:v>freedom ford</c:v>
                </c:pt>
                <c:pt idx="5893">
                  <c:v>custom remarketing services/lowe's</c:v>
                </c:pt>
                <c:pt idx="5894">
                  <c:v>new country lexus of latham</c:v>
                </c:pt>
                <c:pt idx="5895">
                  <c:v>onemain rem/cars under 5000</c:v>
                </c:pt>
                <c:pt idx="5896">
                  <c:v>pearl harbor fcu</c:v>
                </c:pt>
                <c:pt idx="5897">
                  <c:v>browning auto sales</c:v>
                </c:pt>
                <c:pt idx="5898">
                  <c:v>belair road discount auto sales</c:v>
                </c:pt>
                <c:pt idx="5899">
                  <c:v>frank siena auto sales inc</c:v>
                </c:pt>
                <c:pt idx="5900">
                  <c:v>avner corporation</c:v>
                </c:pt>
                <c:pt idx="5901">
                  <c:v>specialties automotive group llc</c:v>
                </c:pt>
                <c:pt idx="5902">
                  <c:v>autonation acura gulf freeway</c:v>
                </c:pt>
                <c:pt idx="5903">
                  <c:v>helm bank</c:v>
                </c:pt>
                <c:pt idx="5904">
                  <c:v>james hodge toyota</c:v>
                </c:pt>
                <c:pt idx="5905">
                  <c:v>dick vlist motors  inc.</c:v>
                </c:pt>
                <c:pt idx="5906">
                  <c:v>j&amp;n motors</c:v>
                </c:pt>
                <c:pt idx="5907">
                  <c:v>mini of portland</c:v>
                </c:pt>
                <c:pt idx="5908">
                  <c:v>primeritus remarketing/cars america inc</c:v>
                </c:pt>
                <c:pt idx="5909">
                  <c:v>onesource/limbaugh toyota</c:v>
                </c:pt>
                <c:pt idx="5910">
                  <c:v>tj auto</c:v>
                </c:pt>
                <c:pt idx="5911">
                  <c:v>cfc investment company</c:v>
                </c:pt>
                <c:pt idx="5912">
                  <c:v>jaguar land rover treasure coast</c:v>
                </c:pt>
                <c:pt idx="5913">
                  <c:v>bergey's lincoln mercury inc</c:v>
                </c:pt>
                <c:pt idx="5914">
                  <c:v>select auto sales</c:v>
                </c:pt>
                <c:pt idx="5915">
                  <c:v>quality motor cars</c:v>
                </c:pt>
                <c:pt idx="5916">
                  <c:v>tom sibbitt chevrolet buick inc</c:v>
                </c:pt>
                <c:pt idx="5917">
                  <c:v>midway motor sales company llc</c:v>
                </c:pt>
                <c:pt idx="5918">
                  <c:v>cu auto source/autobranch</c:v>
                </c:pt>
                <c:pt idx="5919">
                  <c:v>jones toyota</c:v>
                </c:pt>
                <c:pt idx="5920">
                  <c:v>dick brantmeier ford inc</c:v>
                </c:pt>
                <c:pt idx="5921">
                  <c:v>doug perry wholesale cars inc</c:v>
                </c:pt>
                <c:pt idx="5922">
                  <c:v>fajardo ford inc</c:v>
                </c:pt>
                <c:pt idx="5923">
                  <c:v>la auto house</c:v>
                </c:pt>
                <c:pt idx="5924">
                  <c:v>ron smith buick pontiac gmc truck jeep eagle</c:v>
                </c:pt>
                <c:pt idx="5925">
                  <c:v>winegardner motor company llc</c:v>
                </c:pt>
                <c:pt idx="5926">
                  <c:v>remarketing by ge/all star</c:v>
                </c:pt>
                <c:pt idx="5927">
                  <c:v>gt3 auto group</c:v>
                </c:pt>
                <c:pt idx="5928">
                  <c:v>atlantic coast remarketing inc/ia</c:v>
                </c:pt>
                <c:pt idx="5929">
                  <c:v>ft worth community credit union</c:v>
                </c:pt>
                <c:pt idx="5930">
                  <c:v>flag/proctor subaru</c:v>
                </c:pt>
                <c:pt idx="5931">
                  <c:v>mike keffer chrysler dodge jeep ram</c:v>
                </c:pt>
                <c:pt idx="5932">
                  <c:v>manheim lakeland</c:v>
                </c:pt>
                <c:pt idx="5933">
                  <c:v>herndon quality cars inc</c:v>
                </c:pt>
                <c:pt idx="5934">
                  <c:v>horner sales</c:v>
                </c:pt>
                <c:pt idx="5935">
                  <c:v>acra automotive group</c:v>
                </c:pt>
                <c:pt idx="5936">
                  <c:v>exotic auto mall inc</c:v>
                </c:pt>
                <c:pt idx="5937">
                  <c:v>davis creek auto group preowned vehicle</c:v>
                </c:pt>
                <c:pt idx="5938">
                  <c:v>roger beasley volvo of georgetown</c:v>
                </c:pt>
                <c:pt idx="5939">
                  <c:v>pure pursuit automotive</c:v>
                </c:pt>
                <c:pt idx="5940">
                  <c:v>mini of kennesaw</c:v>
                </c:pt>
                <c:pt idx="5941">
                  <c:v>san francisco police credit union</c:v>
                </c:pt>
                <c:pt idx="5942">
                  <c:v>hinshaw's acura</c:v>
                </c:pt>
                <c:pt idx="5943">
                  <c:v>j and s motor cars</c:v>
                </c:pt>
                <c:pt idx="5944">
                  <c:v>first state bank</c:v>
                </c:pt>
                <c:pt idx="5945">
                  <c:v>tom jones ford</c:v>
                </c:pt>
                <c:pt idx="5946">
                  <c:v>volkswagen gallery</c:v>
                </c:pt>
                <c:pt idx="5947">
                  <c:v>mercedes benz of valencia</c:v>
                </c:pt>
                <c:pt idx="5948">
                  <c:v>mobico auto</c:v>
                </c:pt>
                <c:pt idx="5949">
                  <c:v>toyota scion of gladstone</c:v>
                </c:pt>
                <c:pt idx="5950">
                  <c:v>seattle mini</c:v>
                </c:pt>
                <c:pt idx="5951">
                  <c:v>repo remarketing/qualstar credit union</c:v>
                </c:pt>
                <c:pt idx="5952">
                  <c:v>gm/avis rent a car</c:v>
                </c:pt>
                <c:pt idx="5953">
                  <c:v>anderson truck &amp; trailer</c:v>
                </c:pt>
                <c:pt idx="5954">
                  <c:v>new prague ford</c:v>
                </c:pt>
                <c:pt idx="5955">
                  <c:v>masterpiece motorcars llc</c:v>
                </c:pt>
                <c:pt idx="5956">
                  <c:v>sampson motors llc</c:v>
                </c:pt>
                <c:pt idx="5957">
                  <c:v>mel hambelton ford inc</c:v>
                </c:pt>
                <c:pt idx="5958">
                  <c:v>envision credit union</c:v>
                </c:pt>
                <c:pt idx="5959">
                  <c:v>j. p. thibodeaux nissan</c:v>
                </c:pt>
                <c:pt idx="5960">
                  <c:v>united autoland inc</c:v>
                </c:pt>
                <c:pt idx="5961">
                  <c:v>pensacola auto brokers inc</c:v>
                </c:pt>
                <c:pt idx="5962">
                  <c:v>primeritus remarketing/marc dalmolin motos llp</c:v>
                </c:pt>
                <c:pt idx="5963">
                  <c:v>mountain states toyota and scion</c:v>
                </c:pt>
                <c:pt idx="5964">
                  <c:v>return to perfection inc</c:v>
                </c:pt>
                <c:pt idx="5965">
                  <c:v>arizona auto resource</c:v>
                </c:pt>
                <c:pt idx="5966">
                  <c:v>independent credit inc</c:v>
                </c:pt>
                <c:pt idx="5967">
                  <c:v>battlefield ford</c:v>
                </c:pt>
                <c:pt idx="5968">
                  <c:v>allstate leasing</c:v>
                </c:pt>
                <c:pt idx="5969">
                  <c:v>silver sales automotive group</c:v>
                </c:pt>
                <c:pt idx="5970">
                  <c:v>larry h miller nissan mesa</c:v>
                </c:pt>
                <c:pt idx="5971">
                  <c:v>warren toyota</c:v>
                </c:pt>
                <c:pt idx="5972">
                  <c:v>tempe toyota</c:v>
                </c:pt>
                <c:pt idx="5973">
                  <c:v>century bmw</c:v>
                </c:pt>
                <c:pt idx="5974">
                  <c:v>roseville buick gmc</c:v>
                </c:pt>
                <c:pt idx="5975">
                  <c:v>kia of brooklyn park</c:v>
                </c:pt>
                <c:pt idx="5976">
                  <c:v>dodge city motors inc</c:v>
                </c:pt>
                <c:pt idx="5977">
                  <c:v>hickam fcu</c:v>
                </c:pt>
                <c:pt idx="5978">
                  <c:v>courtesy of vermilion</c:v>
                </c:pt>
                <c:pt idx="5979">
                  <c:v>solution ford inc</c:v>
                </c:pt>
                <c:pt idx="5980">
                  <c:v>lindsay honda</c:v>
                </c:pt>
                <c:pt idx="5981">
                  <c:v>transitowne resale of amherst</c:v>
                </c:pt>
                <c:pt idx="5982">
                  <c:v>nissan of newnan</c:v>
                </c:pt>
                <c:pt idx="5983">
                  <c:v>lexus north shore</c:v>
                </c:pt>
                <c:pt idx="5984">
                  <c:v>tri city auto sales</c:v>
                </c:pt>
                <c:pt idx="5985">
                  <c:v>midwest car source llc</c:v>
                </c:pt>
                <c:pt idx="5986">
                  <c:v>park place maserati fort worth</c:v>
                </c:pt>
                <c:pt idx="5987">
                  <c:v>springfield toyota</c:v>
                </c:pt>
                <c:pt idx="5988">
                  <c:v>drive 4 less auto inc</c:v>
                </c:pt>
                <c:pt idx="5989">
                  <c:v>ed shults of warren inc</c:v>
                </c:pt>
                <c:pt idx="5990">
                  <c:v>camp bmw</c:v>
                </c:pt>
                <c:pt idx="5991">
                  <c:v>allstate leasing &amp; sales inc</c:v>
                </c:pt>
                <c:pt idx="5992">
                  <c:v>motors acceptance corporation</c:v>
                </c:pt>
                <c:pt idx="5993">
                  <c:v>larry h miller chevrolet provo</c:v>
                </c:pt>
                <c:pt idx="5994">
                  <c:v>spartan auto brokers llc</c:v>
                </c:pt>
                <c:pt idx="5995">
                  <c:v>unified communities fcu</c:v>
                </c:pt>
                <c:pt idx="5996">
                  <c:v>priced right cars inc</c:v>
                </c:pt>
                <c:pt idx="5997">
                  <c:v>manheim northstar minnesota</c:v>
                </c:pt>
                <c:pt idx="5998">
                  <c:v>mcgoldrick leasing co inc</c:v>
                </c:pt>
                <c:pt idx="5999">
                  <c:v>hatfield volkswagen</c:v>
                </c:pt>
                <c:pt idx="6000">
                  <c:v>bright bay mazda</c:v>
                </c:pt>
                <c:pt idx="6001">
                  <c:v>route 44 toyota</c:v>
                </c:pt>
                <c:pt idx="6002">
                  <c:v>moon township honda</c:v>
                </c:pt>
                <c:pt idx="6003">
                  <c:v>www getauctioncars com</c:v>
                </c:pt>
                <c:pt idx="6004">
                  <c:v>r.e.s. enterprises exchange llc</c:v>
                </c:pt>
                <c:pt idx="6005">
                  <c:v>toyota of san bernardino</c:v>
                </c:pt>
                <c:pt idx="6006">
                  <c:v>moss motor company</c:v>
                </c:pt>
                <c:pt idx="6007">
                  <c:v>land rover roaring fork</c:v>
                </c:pt>
                <c:pt idx="6008">
                  <c:v>milton dodge chrysler jeep inc</c:v>
                </c:pt>
                <c:pt idx="6009">
                  <c:v>reliance leasing dba avis fargo</c:v>
                </c:pt>
                <c:pt idx="6010">
                  <c:v>burlington volkswagen inc</c:v>
                </c:pt>
                <c:pt idx="6011">
                  <c:v>b link auto marine</c:v>
                </c:pt>
                <c:pt idx="6012">
                  <c:v>carolina autohaus</c:v>
                </c:pt>
                <c:pt idx="6013">
                  <c:v>nae moe inc dba matthews &amp; michaels</c:v>
                </c:pt>
                <c:pt idx="6014">
                  <c:v>acura of limerick</c:v>
                </c:pt>
                <c:pt idx="6015">
                  <c:v>northtown auto liquidators</c:v>
                </c:pt>
                <c:pt idx="6016">
                  <c:v>southern remarketing solutions</c:v>
                </c:pt>
                <c:pt idx="6017">
                  <c:v>twin city toyota</c:v>
                </c:pt>
                <c:pt idx="6018">
                  <c:v>best quality auto sls corp</c:v>
                </c:pt>
                <c:pt idx="6019">
                  <c:v>capital one auto financing u.s.a. llc</c:v>
                </c:pt>
                <c:pt idx="6020">
                  <c:v>pro cars</c:v>
                </c:pt>
                <c:pt idx="6021">
                  <c:v>texas autosmart llc</c:v>
                </c:pt>
                <c:pt idx="6022">
                  <c:v>bradenton motors</c:v>
                </c:pt>
                <c:pt idx="6023">
                  <c:v>dtg trade ins</c:v>
                </c:pt>
                <c:pt idx="6024">
                  <c:v>eastern carolina nissan inc</c:v>
                </c:pt>
                <c:pt idx="6025">
                  <c:v>jordan ford ltd</c:v>
                </c:pt>
                <c:pt idx="6026">
                  <c:v>midwest america fcu</c:v>
                </c:pt>
                <c:pt idx="6027">
                  <c:v>p &amp; l imports llc</c:v>
                </c:pt>
                <c:pt idx="6028">
                  <c:v>remarketing by ge/compass financial fcu</c:v>
                </c:pt>
                <c:pt idx="6029">
                  <c:v>bmw north america pickups</c:v>
                </c:pt>
                <c:pt idx="6030">
                  <c:v>dave white acura</c:v>
                </c:pt>
                <c:pt idx="6031">
                  <c:v>total resource auctions-tulsa</c:v>
                </c:pt>
                <c:pt idx="6032">
                  <c:v>tdaf remarketing/miloschs palace chrysler jeep</c:v>
                </c:pt>
                <c:pt idx="6033">
                  <c:v>precision automtve sls inc</c:v>
                </c:pt>
                <c:pt idx="6034">
                  <c:v>toyota of danville</c:v>
                </c:pt>
                <c:pt idx="6035">
                  <c:v>buckeye nissan in</c:v>
                </c:pt>
                <c:pt idx="6036">
                  <c:v>bedard bros chevrolet</c:v>
                </c:pt>
                <c:pt idx="6037">
                  <c:v>first technology fcu</c:v>
                </c:pt>
                <c:pt idx="6038">
                  <c:v>h d auto sales inc</c:v>
                </c:pt>
                <c:pt idx="6039">
                  <c:v>hanover hyundai</c:v>
                </c:pt>
                <c:pt idx="6040">
                  <c:v>heiser chevrolet inc</c:v>
                </c:pt>
                <c:pt idx="6041">
                  <c:v>motorcars washington llc</c:v>
                </c:pt>
                <c:pt idx="6042">
                  <c:v>professional financial services/virginia beach</c:v>
                </c:pt>
                <c:pt idx="6043">
                  <c:v>sloane toyota of malvern</c:v>
                </c:pt>
                <c:pt idx="6044">
                  <c:v>wildwood auto plaza</c:v>
                </c:pt>
                <c:pt idx="6045">
                  <c:v>dr detail inc</c:v>
                </c:pt>
                <c:pt idx="6046">
                  <c:v>gervais inc</c:v>
                </c:pt>
                <c:pt idx="6047">
                  <c:v>tex mex used cars</c:v>
                </c:pt>
                <c:pt idx="6048">
                  <c:v>1st canadian auto sales &amp; service</c:v>
                </c:pt>
                <c:pt idx="6049">
                  <c:v>tag financial services inc</c:v>
                </c:pt>
                <c:pt idx="6050">
                  <c:v>top finance co</c:v>
                </c:pt>
                <c:pt idx="6051">
                  <c:v>sleepy hollow chevrolet buick gmc inc</c:v>
                </c:pt>
                <c:pt idx="6052">
                  <c:v>springs rent a car</c:v>
                </c:pt>
                <c:pt idx="6053">
                  <c:v>motoring trendds of canada corporation</c:v>
                </c:pt>
                <c:pt idx="6054">
                  <c:v>newcastle motors ltd</c:v>
                </c:pt>
                <c:pt idx="6055">
                  <c:v>morell auto gallery inc</c:v>
                </c:pt>
                <c:pt idx="6056">
                  <c:v>auto estates inc</c:v>
                </c:pt>
                <c:pt idx="6057">
                  <c:v>coastal credit llc / jacksonville / orange park</c:v>
                </c:pt>
                <c:pt idx="6058">
                  <c:v>bob allen chrysler dodge jeep of frankfort inc</c:v>
                </c:pt>
                <c:pt idx="6059">
                  <c:v>lee's auto sales and detailing inc</c:v>
                </c:pt>
                <c:pt idx="6060">
                  <c:v>us motorsports llc</c:v>
                </c:pt>
                <c:pt idx="6061">
                  <c:v>baker automotive inc</c:v>
                </c:pt>
                <c:pt idx="6062">
                  <c:v>alexander buick gmc cadillac</c:v>
                </c:pt>
                <c:pt idx="6063">
                  <c:v>c harper honda</c:v>
                </c:pt>
                <c:pt idx="6064">
                  <c:v>omni auto consulting</c:v>
                </c:pt>
                <c:pt idx="6065">
                  <c:v>commercial automotive grp inc</c:v>
                </c:pt>
                <c:pt idx="6066">
                  <c:v>lexus el cajon</c:v>
                </c:pt>
                <c:pt idx="6067">
                  <c:v>toyota of selma</c:v>
                </c:pt>
                <c:pt idx="6068">
                  <c:v>quest auto sales inc</c:v>
                </c:pt>
                <c:pt idx="6069">
                  <c:v>westside hyundai</c:v>
                </c:pt>
                <c:pt idx="6070">
                  <c:v>onemain rem/nationwide remarketing</c:v>
                </c:pt>
                <c:pt idx="6071">
                  <c:v>perfect match auto com</c:v>
                </c:pt>
                <c:pt idx="6072">
                  <c:v>auto town credit inc</c:v>
                </c:pt>
                <c:pt idx="6073">
                  <c:v>dehesa auto sales llc</c:v>
                </c:pt>
                <c:pt idx="6074">
                  <c:v>charlotte metro credit union</c:v>
                </c:pt>
                <c:pt idx="6075">
                  <c:v>cellexpress inc</c:v>
                </c:pt>
                <c:pt idx="6076">
                  <c:v>ford lincoln of franklin</c:v>
                </c:pt>
                <c:pt idx="6077">
                  <c:v>ed murdock ford</c:v>
                </c:pt>
                <c:pt idx="6078">
                  <c:v>gem mazda</c:v>
                </c:pt>
                <c:pt idx="6079">
                  <c:v>wesley chapel nissan</c:v>
                </c:pt>
                <c:pt idx="6080">
                  <c:v>fierge auto sales</c:v>
                </c:pt>
                <c:pt idx="6081">
                  <c:v>fort walton beach auto brokers inc</c:v>
                </c:pt>
                <c:pt idx="6082">
                  <c:v>capital finance loans llc</c:v>
                </c:pt>
                <c:pt idx="6083">
                  <c:v>onemain rem/hanson auto repair</c:v>
                </c:pt>
                <c:pt idx="6084">
                  <c:v>motor trend imports llc</c:v>
                </c:pt>
                <c:pt idx="6085">
                  <c:v>millennium motorcars llc</c:v>
                </c:pt>
                <c:pt idx="6086">
                  <c:v>sams auto wholesale inc</c:v>
                </c:pt>
                <c:pt idx="6087">
                  <c:v>mini of plano</c:v>
                </c:pt>
                <c:pt idx="6088">
                  <c:v>larson motors</c:v>
                </c:pt>
                <c:pt idx="6089">
                  <c:v>affordable auto sales</c:v>
                </c:pt>
                <c:pt idx="6090">
                  <c:v>city of st peters</c:v>
                </c:pt>
                <c:pt idx="6091">
                  <c:v>heritage bank</c:v>
                </c:pt>
                <c:pt idx="6092">
                  <c:v>afg/roquemore and roquemore  inc.</c:v>
                </c:pt>
                <c:pt idx="6093">
                  <c:v>south credit acceptance llc</c:v>
                </c:pt>
                <c:pt idx="6094">
                  <c:v>primeritus remarketing/liberty savings fc</c:v>
                </c:pt>
                <c:pt idx="6095">
                  <c:v>onemain rem/ramos autos &amp; trucks inc</c:v>
                </c:pt>
                <c:pt idx="6096">
                  <c:v>georges auto sales</c:v>
                </c:pt>
                <c:pt idx="6097">
                  <c:v>community west credit union</c:v>
                </c:pt>
                <c:pt idx="6098">
                  <c:v>harborstone credit union</c:v>
                </c:pt>
                <c:pt idx="6099">
                  <c:v>u s auto wholesale</c:v>
                </c:pt>
                <c:pt idx="6100">
                  <c:v>national fleet service</c:v>
                </c:pt>
                <c:pt idx="6101">
                  <c:v>onemain rem/european motors group</c:v>
                </c:pt>
                <c:pt idx="6102">
                  <c:v>primeritus remarketing/lai</c:v>
                </c:pt>
                <c:pt idx="6103">
                  <c:v>west coast auto brokers</c:v>
                </c:pt>
                <c:pt idx="6104">
                  <c:v>classic automotive inc</c:v>
                </c:pt>
                <c:pt idx="6105">
                  <c:v>georgia united credit union</c:v>
                </c:pt>
                <c:pt idx="6106">
                  <c:v>crossroads car and truck</c:v>
                </c:pt>
                <c:pt idx="6107">
                  <c:v>mjn</c:v>
                </c:pt>
                <c:pt idx="6108">
                  <c:v>vietnam veterans of america</c:v>
                </c:pt>
                <c:pt idx="6109">
                  <c:v>page honda of bloomfield</c:v>
                </c:pt>
                <c:pt idx="6110">
                  <c:v>stone mountain toyota &amp; scion</c:v>
                </c:pt>
                <c:pt idx="6111">
                  <c:v>pleasant motors</c:v>
                </c:pt>
                <c:pt idx="6112">
                  <c:v>superior autos for you</c:v>
                </c:pt>
                <c:pt idx="6113">
                  <c:v>super discount auto sales corp</c:v>
                </c:pt>
                <c:pt idx="6114">
                  <c:v>discount car and truck rentals</c:v>
                </c:pt>
                <c:pt idx="6115">
                  <c:v>nalley hyundai</c:v>
                </c:pt>
                <c:pt idx="6116">
                  <c:v>transitowne hyundai</c:v>
                </c:pt>
                <c:pt idx="6117">
                  <c:v>members auto brokerage service inc</c:v>
                </c:pt>
                <c:pt idx="6118">
                  <c:v>audi porsche of stratham</c:v>
                </c:pt>
                <c:pt idx="6119">
                  <c:v>berlin chrysler dodge jeep ram</c:v>
                </c:pt>
                <c:pt idx="6120">
                  <c:v>professional bureau of collections</c:v>
                </c:pt>
                <c:pt idx="6121">
                  <c:v>mccarthy ford inc</c:v>
                </c:pt>
                <c:pt idx="6122">
                  <c:v>corporate motors inc</c:v>
                </c:pt>
                <c:pt idx="6123">
                  <c:v>alvand auto sales inc</c:v>
                </c:pt>
                <c:pt idx="6124">
                  <c:v>walker quality sales</c:v>
                </c:pt>
                <c:pt idx="6125">
                  <c:v>source one adj of ohio inc/skipco</c:v>
                </c:pt>
                <c:pt idx="6126">
                  <c:v>central florida sales and leasing inc</c:v>
                </c:pt>
                <c:pt idx="6127">
                  <c:v>arg</c:v>
                </c:pt>
                <c:pt idx="6128">
                  <c:v>harold's car donation service</c:v>
                </c:pt>
                <c:pt idx="6129">
                  <c:v>california xtreme auto</c:v>
                </c:pt>
                <c:pt idx="6130">
                  <c:v>ronningen motors llc</c:v>
                </c:pt>
                <c:pt idx="6131">
                  <c:v>romano motors ltd</c:v>
                </c:pt>
                <c:pt idx="6132">
                  <c:v>crest auto wholesalers of sw fl inc</c:v>
                </c:pt>
                <c:pt idx="6133">
                  <c:v>atlantic coast remarketing inc/easi</c:v>
                </c:pt>
                <c:pt idx="6134">
                  <c:v>fast title &amp; finance inc</c:v>
                </c:pt>
                <c:pt idx="6135">
                  <c:v>alpine buick gmc llc</c:v>
                </c:pt>
                <c:pt idx="6136">
                  <c:v>classic kia</c:v>
                </c:pt>
                <c:pt idx="6137">
                  <c:v>cars/carfinance capital llc</c:v>
                </c:pt>
                <c:pt idx="6138">
                  <c:v>fiat of las vegas</c:v>
                </c:pt>
                <c:pt idx="6139">
                  <c:v>affordable autos</c:v>
                </c:pt>
                <c:pt idx="6140">
                  <c:v>bud brown volkswagen llc</c:v>
                </c:pt>
                <c:pt idx="6141">
                  <c:v>select jeeps inc</c:v>
                </c:pt>
                <c:pt idx="6142">
                  <c:v>ride rite auto llc</c:v>
                </c:pt>
                <c:pt idx="6143">
                  <c:v>dch toyota of torrance</c:v>
                </c:pt>
                <c:pt idx="6144">
                  <c:v>hubler auto plaza</c:v>
                </c:pt>
                <c:pt idx="6145">
                  <c:v>felt &amp; lukes llc</c:v>
                </c:pt>
                <c:pt idx="6146">
                  <c:v>green light auto sales</c:v>
                </c:pt>
                <c:pt idx="6147">
                  <c:v>cox mazda</c:v>
                </c:pt>
                <c:pt idx="6148">
                  <c:v>hinsdale bank &amp; trust</c:v>
                </c:pt>
                <c:pt idx="6149">
                  <c:v>apple acura subaru</c:v>
                </c:pt>
                <c:pt idx="6150">
                  <c:v>streuter chevrolet inc</c:v>
                </c:pt>
                <c:pt idx="6151">
                  <c:v>ontario vehicle exchange</c:v>
                </c:pt>
                <c:pt idx="6152">
                  <c:v>motor truck sales</c:v>
                </c:pt>
                <c:pt idx="6153">
                  <c:v>shults resale center</c:v>
                </c:pt>
                <c:pt idx="6154">
                  <c:v>stan bennett sales inc</c:v>
                </c:pt>
                <c:pt idx="6155">
                  <c:v>jds rv outlet inc</c:v>
                </c:pt>
                <c:pt idx="6156">
                  <c:v>colon motor auto sales inc</c:v>
                </c:pt>
                <c:pt idx="6157">
                  <c:v>k and l sales inc</c:v>
                </c:pt>
                <c:pt idx="6158">
                  <c:v>911 sportscars</c:v>
                </c:pt>
                <c:pt idx="6159">
                  <c:v>camacho mitsubishi</c:v>
                </c:pt>
                <c:pt idx="6160">
                  <c:v>davis motor co</c:v>
                </c:pt>
                <c:pt idx="6161">
                  <c:v>community financial fcu</c:v>
                </c:pt>
                <c:pt idx="6162">
                  <c:v>broadway cars llc</c:v>
                </c:pt>
                <c:pt idx="6163">
                  <c:v>randy reed buick gmc inc</c:v>
                </c:pt>
                <c:pt idx="6164">
                  <c:v>l &amp; k enterprises</c:v>
                </c:pt>
                <c:pt idx="6165">
                  <c:v>m l bradford enterprises</c:v>
                </c:pt>
                <c:pt idx="6166">
                  <c:v>remarketing by ge/arrowhead central credit union</c:v>
                </c:pt>
                <c:pt idx="6167">
                  <c:v>gainesville mitsubishi</c:v>
                </c:pt>
                <c:pt idx="6168">
                  <c:v>doug woods auto sales</c:v>
                </c:pt>
                <c:pt idx="6169">
                  <c:v>automobiles n.c.</c:v>
                </c:pt>
                <c:pt idx="6170">
                  <c:v>puente hills mitsubishi</c:v>
                </c:pt>
                <c:pt idx="6171">
                  <c:v>peoria volkswagen</c:v>
                </c:pt>
                <c:pt idx="6172">
                  <c:v>prime acceptance corp</c:v>
                </c:pt>
                <c:pt idx="6173">
                  <c:v>easy acceptance</c:v>
                </c:pt>
                <c:pt idx="6174">
                  <c:v>bristol auto sales llc</c:v>
                </c:pt>
                <c:pt idx="6175">
                  <c:v>san luis bay motors inc</c:v>
                </c:pt>
                <c:pt idx="6176">
                  <c:v>the kar store</c:v>
                </c:pt>
                <c:pt idx="6177">
                  <c:v>precision auto leasing</c:v>
                </c:pt>
                <c:pt idx="6178">
                  <c:v>off lease remarketing llc</c:v>
                </c:pt>
                <c:pt idx="6179">
                  <c:v>palm beach auto collection inc</c:v>
                </c:pt>
                <c:pt idx="6180">
                  <c:v>longhorn motorsports</c:v>
                </c:pt>
                <c:pt idx="6181">
                  <c:v>gunners automotive center inc</c:v>
                </c:pt>
                <c:pt idx="6182">
                  <c:v>denecker chevrolet</c:v>
                </c:pt>
                <c:pt idx="6183">
                  <c:v>launch fcu</c:v>
                </c:pt>
                <c:pt idx="6184">
                  <c:v>utah first credit union</c:v>
                </c:pt>
                <c:pt idx="6185">
                  <c:v>cartech enterprises inc</c:v>
                </c:pt>
                <c:pt idx="6186">
                  <c:v>liberty ford</c:v>
                </c:pt>
                <c:pt idx="6187">
                  <c:v>the right buy trb auto sales llc</c:v>
                </c:pt>
                <c:pt idx="6188">
                  <c:v>arlington auto sales &amp; leasing inc</c:v>
                </c:pt>
                <c:pt idx="6189">
                  <c:v>fiserv/snaac</c:v>
                </c:pt>
                <c:pt idx="6190">
                  <c:v>affordable loans llc</c:v>
                </c:pt>
                <c:pt idx="6191">
                  <c:v>guess motors inc</c:v>
                </c:pt>
                <c:pt idx="6192">
                  <c:v>baron bmw baron mini</c:v>
                </c:pt>
                <c:pt idx="6193">
                  <c:v>honor finance llc</c:v>
                </c:pt>
                <c:pt idx="6194">
                  <c:v>s a auto sales</c:v>
                </c:pt>
                <c:pt idx="6195">
                  <c:v>larry h miller chrysler jeep tucson</c:v>
                </c:pt>
                <c:pt idx="6196">
                  <c:v>kisselback ford</c:v>
                </c:pt>
                <c:pt idx="6197">
                  <c:v>vigils auto sales</c:v>
                </c:pt>
                <c:pt idx="6198">
                  <c:v>ocean 99</c:v>
                </c:pt>
                <c:pt idx="6199">
                  <c:v>germain ford of beavercreek</c:v>
                </c:pt>
                <c:pt idx="6200">
                  <c:v>foggs automotive</c:v>
                </c:pt>
                <c:pt idx="6201">
                  <c:v>five star ford</c:v>
                </c:pt>
                <c:pt idx="6202">
                  <c:v>hofco auto consultants</c:v>
                </c:pt>
                <c:pt idx="6203">
                  <c:v>champion auto exchange</c:v>
                </c:pt>
                <c:pt idx="6204">
                  <c:v>duval acura</c:v>
                </c:pt>
                <c:pt idx="6205">
                  <c:v>mariner finance llc/baltimore</c:v>
                </c:pt>
                <c:pt idx="6206">
                  <c:v>law auto group inc</c:v>
                </c:pt>
                <c:pt idx="6207">
                  <c:v>pfk automotive</c:v>
                </c:pt>
                <c:pt idx="6208">
                  <c:v>beaverton kia</c:v>
                </c:pt>
                <c:pt idx="6209">
                  <c:v>used car factory inc</c:v>
                </c:pt>
                <c:pt idx="6210">
                  <c:v>bredemann toyota inc</c:v>
                </c:pt>
                <c:pt idx="6211">
                  <c:v>allen turner hyundai</c:v>
                </c:pt>
                <c:pt idx="6212">
                  <c:v>prestige autos</c:v>
                </c:pt>
                <c:pt idx="6213">
                  <c:v>leesburg auto import llc</c:v>
                </c:pt>
                <c:pt idx="6214">
                  <c:v>rp auto sales inc</c:v>
                </c:pt>
                <c:pt idx="6215">
                  <c:v>sewell infiniti of fort worth</c:v>
                </c:pt>
                <c:pt idx="6216">
                  <c:v>nissan dealer blend/al piemonte nissan inc</c:v>
                </c:pt>
                <c:pt idx="6217">
                  <c:v>rons rides inc</c:v>
                </c:pt>
                <c:pt idx="6218">
                  <c:v>professional financial services/knoxville</c:v>
                </c:pt>
                <c:pt idx="6219">
                  <c:v>knudtsen chevrolet company</c:v>
                </c:pt>
                <c:pt idx="6220">
                  <c:v>exotics car rentals for less inc</c:v>
                </c:pt>
                <c:pt idx="6221">
                  <c:v>carter federal credit union</c:v>
                </c:pt>
                <c:pt idx="6222">
                  <c:v>u s rallye limited</c:v>
                </c:pt>
                <c:pt idx="6223">
                  <c:v>car hunters auto sales inc</c:v>
                </c:pt>
                <c:pt idx="6224">
                  <c:v>hatfield hyundai</c:v>
                </c:pt>
                <c:pt idx="6225">
                  <c:v>volkswagen of palm springs</c:v>
                </c:pt>
                <c:pt idx="6226">
                  <c:v>quakertown mitsubishi</c:v>
                </c:pt>
                <c:pt idx="6227">
                  <c:v>tomlinson auto sales leasing account</c:v>
                </c:pt>
                <c:pt idx="6228">
                  <c:v>rivers edge auto llc</c:v>
                </c:pt>
                <c:pt idx="6229">
                  <c:v>primeritus remarketing / greenwood credit u</c:v>
                </c:pt>
                <c:pt idx="6230">
                  <c:v>a s auto sales</c:v>
                </c:pt>
                <c:pt idx="6231">
                  <c:v>ecars usa</c:v>
                </c:pt>
                <c:pt idx="6232">
                  <c:v>rick case cars inc</c:v>
                </c:pt>
                <c:pt idx="6233">
                  <c:v>stevens ford inc</c:v>
                </c:pt>
                <c:pt idx="6234">
                  <c:v>mini of tempe</c:v>
                </c:pt>
                <c:pt idx="6235">
                  <c:v>uhlmann motors inc</c:v>
                </c:pt>
                <c:pt idx="6236">
                  <c:v>proctor motor company inc</c:v>
                </c:pt>
                <c:pt idx="6237">
                  <c:v>eddie tourelles northpark nissan inc</c:v>
                </c:pt>
                <c:pt idx="6238">
                  <c:v>alen's auto sales inc</c:v>
                </c:pt>
                <c:pt idx="6239">
                  <c:v>annapolis used cars wholesale inc</c:v>
                </c:pt>
                <c:pt idx="6240">
                  <c:v>primeritus remarketing / huntington bank</c:v>
                </c:pt>
                <c:pt idx="6241">
                  <c:v>stone motors</c:v>
                </c:pt>
                <c:pt idx="6242">
                  <c:v>top line auto inc</c:v>
                </c:pt>
                <c:pt idx="6243">
                  <c:v>lithia chrys jeep dodge of bryan college station</c:v>
                </c:pt>
                <c:pt idx="6244">
                  <c:v>pj auto rentals inc/dba all american car rental</c:v>
                </c:pt>
                <c:pt idx="6245">
                  <c:v>primeritus remarketing/sar enterprises</c:v>
                </c:pt>
                <c:pt idx="6246">
                  <c:v>fleet lease disposal - heavy</c:v>
                </c:pt>
                <c:pt idx="6247">
                  <c:v>goldstein chrysler jeep inc</c:v>
                </c:pt>
                <c:pt idx="6248">
                  <c:v>autoline sales &amp; leasing inc</c:v>
                </c:pt>
                <c:pt idx="6249">
                  <c:v>highline motors of westchester inc</c:v>
                </c:pt>
                <c:pt idx="6250">
                  <c:v>car corporation of america inc</c:v>
                </c:pt>
                <c:pt idx="6251">
                  <c:v>albany ford subaru</c:v>
                </c:pt>
                <c:pt idx="6252">
                  <c:v>remarketing by ge/jme services llc</c:v>
                </c:pt>
                <c:pt idx="6253">
                  <c:v>fifth third exchange</c:v>
                </c:pt>
                <c:pt idx="6254">
                  <c:v>ashland ford chrysler</c:v>
                </c:pt>
                <c:pt idx="6255">
                  <c:v>five star nissan of florence llc</c:v>
                </c:pt>
                <c:pt idx="6256">
                  <c:v>nissan of chattanooga east</c:v>
                </c:pt>
                <c:pt idx="6257">
                  <c:v>auto advance of america</c:v>
                </c:pt>
                <c:pt idx="6258">
                  <c:v>professional financial services/newport news</c:v>
                </c:pt>
                <c:pt idx="6259">
                  <c:v>rainbow motors</c:v>
                </c:pt>
                <c:pt idx="6260">
                  <c:v>tampa truck store</c:v>
                </c:pt>
                <c:pt idx="6261">
                  <c:v>gordon chevrolet</c:v>
                </c:pt>
                <c:pt idx="6262">
                  <c:v>dan vaden chev olds bu cad is</c:v>
                </c:pt>
                <c:pt idx="6263">
                  <c:v>city toyota city scion</c:v>
                </c:pt>
                <c:pt idx="6264">
                  <c:v>telco cu</c:v>
                </c:pt>
                <c:pt idx="6265">
                  <c:v>source one adj of ohio inc/community one cu inc</c:v>
                </c:pt>
                <c:pt idx="6266">
                  <c:v>sierra blanca motor company</c:v>
                </c:pt>
                <c:pt idx="6267">
                  <c:v>la terre federal credit union</c:v>
                </c:pt>
                <c:pt idx="6268">
                  <c:v>atlantic coast remarketing inc/amss</c:v>
                </c:pt>
                <c:pt idx="6269">
                  <c:v>graff chevrolet company</c:v>
                </c:pt>
                <c:pt idx="6270">
                  <c:v>parks auto brokers inc</c:v>
                </c:pt>
                <c:pt idx="6271">
                  <c:v>olathe kia</c:v>
                </c:pt>
                <c:pt idx="6272">
                  <c:v>napleton fleet group</c:v>
                </c:pt>
                <c:pt idx="6273">
                  <c:v>madison capital llc</c:v>
                </c:pt>
                <c:pt idx="6274">
                  <c:v>kennedy kars</c:v>
                </c:pt>
                <c:pt idx="6275">
                  <c:v>f a m international inc</c:v>
                </c:pt>
                <c:pt idx="6276">
                  <c:v>industry auto sales llc</c:v>
                </c:pt>
                <c:pt idx="6277">
                  <c:v>founders fcu</c:v>
                </c:pt>
                <c:pt idx="6278">
                  <c:v>auto vendors</c:v>
                </c:pt>
                <c:pt idx="6279">
                  <c:v>bryant motors</c:v>
                </c:pt>
                <c:pt idx="6280">
                  <c:v>kon motors</c:v>
                </c:pt>
                <c:pt idx="6281">
                  <c:v>ada dodge chrysler jeep ram</c:v>
                </c:pt>
                <c:pt idx="6282">
                  <c:v>ichy auto sales</c:v>
                </c:pt>
                <c:pt idx="6283">
                  <c:v>frank boucher mazda vw kia</c:v>
                </c:pt>
                <c:pt idx="6284">
                  <c:v>bush motors</c:v>
                </c:pt>
                <c:pt idx="6285">
                  <c:v>eynon pontiac buick inc</c:v>
                </c:pt>
                <c:pt idx="6286">
                  <c:v>storch ford inc</c:v>
                </c:pt>
                <c:pt idx="6287">
                  <c:v>with style auto sales inc</c:v>
                </c:pt>
                <c:pt idx="6288">
                  <c:v>randy adams inc</c:v>
                </c:pt>
                <c:pt idx="6289">
                  <c:v>manheim san antonio</c:v>
                </c:pt>
                <c:pt idx="6290">
                  <c:v>sands chry jeep dodge</c:v>
                </c:pt>
                <c:pt idx="6291">
                  <c:v>gannett fleming inc</c:v>
                </c:pt>
                <c:pt idx="6292">
                  <c:v>car stash llc</c:v>
                </c:pt>
                <c:pt idx="6293">
                  <c:v>dannys auto sales</c:v>
                </c:pt>
                <c:pt idx="6294">
                  <c:v>professional financial services/pensacola</c:v>
                </c:pt>
                <c:pt idx="6295">
                  <c:v>destiny auto sales inc</c:v>
                </c:pt>
                <c:pt idx="6296">
                  <c:v>k and a automotive inc</c:v>
                </c:pt>
                <c:pt idx="6297">
                  <c:v>wheel city auto sales</c:v>
                </c:pt>
                <c:pt idx="6298">
                  <c:v>gurley leep ford</c:v>
                </c:pt>
                <c:pt idx="6299">
                  <c:v>class motor sales</c:v>
                </c:pt>
                <c:pt idx="6300">
                  <c:v>alexander nissan inc</c:v>
                </c:pt>
                <c:pt idx="6301">
                  <c:v>amigo auto sales inc</c:v>
                </c:pt>
                <c:pt idx="6302">
                  <c:v>desert trail auto</c:v>
                </c:pt>
                <c:pt idx="6303">
                  <c:v>onemain rem/emperor motors llc</c:v>
                </c:pt>
                <c:pt idx="6304">
                  <c:v>top finance company inc.</c:v>
                </c:pt>
                <c:pt idx="6305">
                  <c:v>repo remarketing/fresno county fcu</c:v>
                </c:pt>
                <c:pt idx="6306">
                  <c:v>hatfields motor cars llc</c:v>
                </c:pt>
                <c:pt idx="6307">
                  <c:v>fiserv/consumer finance corp</c:v>
                </c:pt>
                <c:pt idx="6308">
                  <c:v>the parshay group inc</c:v>
                </c:pt>
                <c:pt idx="6309">
                  <c:v>primeritus remarketing/bayport credit uni</c:v>
                </c:pt>
                <c:pt idx="6310">
                  <c:v>onemain rem/sullivan auto group</c:v>
                </c:pt>
                <c:pt idx="6311">
                  <c:v>nedal's inc</c:v>
                </c:pt>
                <c:pt idx="6312">
                  <c:v>u save rent a car</c:v>
                </c:pt>
                <c:pt idx="6313">
                  <c:v>luis rujel auto sales inc</c:v>
                </c:pt>
                <c:pt idx="6314">
                  <c:v>loomis motorsports</c:v>
                </c:pt>
                <c:pt idx="6315">
                  <c:v>ajmp/jamieson's car &amp; truck rental</c:v>
                </c:pt>
                <c:pt idx="6316">
                  <c:v>exotic motorcars</c:v>
                </c:pt>
                <c:pt idx="6317">
                  <c:v>calico motorcade</c:v>
                </c:pt>
                <c:pt idx="6318">
                  <c:v>brandon volkswagen</c:v>
                </c:pt>
                <c:pt idx="6319">
                  <c:v>preferred motor cars</c:v>
                </c:pt>
                <c:pt idx="6320">
                  <c:v>world auto financial llc</c:v>
                </c:pt>
                <c:pt idx="6321">
                  <c:v>gene messer ford</c:v>
                </c:pt>
                <c:pt idx="6322">
                  <c:v>h g motorcar corporation</c:v>
                </c:pt>
                <c:pt idx="6323">
                  <c:v>mercedes benz of orland park</c:v>
                </c:pt>
                <c:pt idx="6324">
                  <c:v>lance inc buick pontiac gmc</c:v>
                </c:pt>
                <c:pt idx="6325">
                  <c:v>lee ford lincoln</c:v>
                </c:pt>
                <c:pt idx="6326">
                  <c:v>modern nissan of concord llc</c:v>
                </c:pt>
                <c:pt idx="6327">
                  <c:v>malones automotive inc</c:v>
                </c:pt>
                <c:pt idx="6328">
                  <c:v>lano usa inc</c:v>
                </c:pt>
                <c:pt idx="6329">
                  <c:v>chicago autoplex inc</c:v>
                </c:pt>
                <c:pt idx="6330">
                  <c:v>b js auto wholesale inc</c:v>
                </c:pt>
                <c:pt idx="6331">
                  <c:v>etc auto group llc</c:v>
                </c:pt>
                <c:pt idx="6332">
                  <c:v>alexandria motor company</c:v>
                </c:pt>
                <c:pt idx="6333">
                  <c:v>town &amp; country salida inc</c:v>
                </c:pt>
                <c:pt idx="6334">
                  <c:v>maximum auto search</c:v>
                </c:pt>
                <c:pt idx="6335">
                  <c:v>kal motors</c:v>
                </c:pt>
                <c:pt idx="6336">
                  <c:v>visalia ford</c:v>
                </c:pt>
                <c:pt idx="6337">
                  <c:v>laporte chry ply dod inc</c:v>
                </c:pt>
                <c:pt idx="6338">
                  <c:v>rohrich volkswagen mazda</c:v>
                </c:pt>
                <c:pt idx="6339">
                  <c:v>46 vans &amp; trucks llc</c:v>
                </c:pt>
                <c:pt idx="6340">
                  <c:v>toronto auto broker</c:v>
                </c:pt>
                <c:pt idx="6341">
                  <c:v>performance chrysler jeep dodge</c:v>
                </c:pt>
                <c:pt idx="6342">
                  <c:v>don bohn ford</c:v>
                </c:pt>
                <c:pt idx="6343">
                  <c:v>arnold pontiac oldsmobile</c:v>
                </c:pt>
                <c:pt idx="6344">
                  <c:v>automatic car credit inc.</c:v>
                </c:pt>
                <c:pt idx="6345">
                  <c:v>others first inc.</c:v>
                </c:pt>
                <c:pt idx="6346">
                  <c:v>aberdeen fcu</c:v>
                </c:pt>
                <c:pt idx="6347">
                  <c:v>robinson brothers lincoln</c:v>
                </c:pt>
                <c:pt idx="6348">
                  <c:v>m &amp; m auto sale inc</c:v>
                </c:pt>
                <c:pt idx="6349">
                  <c:v>e j auto sales</c:v>
                </c:pt>
                <c:pt idx="6350">
                  <c:v>fidelity financial</c:v>
                </c:pt>
                <c:pt idx="6351">
                  <c:v>norris ford sales ltd</c:v>
                </c:pt>
                <c:pt idx="6352">
                  <c:v>mid carolina credit union</c:v>
                </c:pt>
                <c:pt idx="6353">
                  <c:v>carsdirect llc</c:v>
                </c:pt>
                <c:pt idx="6354">
                  <c:v>honda on grand</c:v>
                </c:pt>
                <c:pt idx="6355">
                  <c:v>d &amp; d motors inc</c:v>
                </c:pt>
                <c:pt idx="6356">
                  <c:v>acura of gainesville</c:v>
                </c:pt>
                <c:pt idx="6357">
                  <c:v>bill jacobs joliet llc</c:v>
                </c:pt>
                <c:pt idx="6358">
                  <c:v>bluegrass bmw</c:v>
                </c:pt>
                <c:pt idx="6359">
                  <c:v>liberty subaru inc</c:v>
                </c:pt>
                <c:pt idx="6360">
                  <c:v>kia of clarksville</c:v>
                </c:pt>
                <c:pt idx="6361">
                  <c:v>lynnes hyundai llc</c:v>
                </c:pt>
                <c:pt idx="6362">
                  <c:v>kl auto sales inc</c:v>
                </c:pt>
                <c:pt idx="6363">
                  <c:v>larson enterprises inc.</c:v>
                </c:pt>
                <c:pt idx="6364">
                  <c:v>personal auto locator service llc</c:v>
                </c:pt>
                <c:pt idx="6365">
                  <c:v>shaffer ford sales inc</c:v>
                </c:pt>
                <c:pt idx="6366">
                  <c:v>rentschler corporation</c:v>
                </c:pt>
                <c:pt idx="6367">
                  <c:v>t&amp;t auto sales</c:v>
                </c:pt>
                <c:pt idx="6368">
                  <c:v>viva kia</c:v>
                </c:pt>
                <c:pt idx="6369">
                  <c:v>lumberton auto world llc</c:v>
                </c:pt>
                <c:pt idx="6370">
                  <c:v>millennium motor sales inc</c:v>
                </c:pt>
                <c:pt idx="6371">
                  <c:v>honda of escondido</c:v>
                </c:pt>
                <c:pt idx="6372">
                  <c:v>remarketing by ge/courtesy chrysler jeep dodge</c:v>
                </c:pt>
                <c:pt idx="6373">
                  <c:v>master lease plan inc</c:v>
                </c:pt>
                <c:pt idx="6374">
                  <c:v>tnh enterprises inc</c:v>
                </c:pt>
                <c:pt idx="6375">
                  <c:v>pickcars.biz llc</c:v>
                </c:pt>
                <c:pt idx="6376">
                  <c:v>southern auto finance company/ft lauderdale</c:v>
                </c:pt>
                <c:pt idx="6377">
                  <c:v>premier nissan of newport</c:v>
                </c:pt>
                <c:pt idx="6378">
                  <c:v>d &amp; s auto</c:v>
                </c:pt>
                <c:pt idx="6379">
                  <c:v>autostrada enterprises llc</c:v>
                </c:pt>
                <c:pt idx="6380">
                  <c:v>onemain rem/express credit inc</c:v>
                </c:pt>
                <c:pt idx="6381">
                  <c:v>peltier chevrolet</c:v>
                </c:pt>
                <c:pt idx="6382">
                  <c:v>premier auto group of south florida inc</c:v>
                </c:pt>
                <c:pt idx="6383">
                  <c:v>pioneer chevrolet inc</c:v>
                </c:pt>
                <c:pt idx="6384">
                  <c:v>prime west finance co inc</c:v>
                </c:pt>
                <c:pt idx="6385">
                  <c:v>community united credit unoin</c:v>
                </c:pt>
                <c:pt idx="6386">
                  <c:v>affordable used cars &amp; marine sales</c:v>
                </c:pt>
                <c:pt idx="6387">
                  <c:v>dollar rac/st louis</c:v>
                </c:pt>
                <c:pt idx="6388">
                  <c:v>friendly honda</c:v>
                </c:pt>
                <c:pt idx="6389">
                  <c:v>brandon honda</c:v>
                </c:pt>
                <c:pt idx="6390">
                  <c:v>doral auto sales</c:v>
                </c:pt>
                <c:pt idx="6391">
                  <c:v>hk imports inc</c:v>
                </c:pt>
                <c:pt idx="6392">
                  <c:v>palmen motors inc</c:v>
                </c:pt>
                <c:pt idx="6393">
                  <c:v>toyota city</c:v>
                </c:pt>
                <c:pt idx="6394">
                  <c:v>tlk investments llc</c:v>
                </c:pt>
                <c:pt idx="6395">
                  <c:v>viva auto sales llc</c:v>
                </c:pt>
                <c:pt idx="6396">
                  <c:v>volkswagen of stockton</c:v>
                </c:pt>
                <c:pt idx="6397">
                  <c:v>the ohio educational credit union</c:v>
                </c:pt>
                <c:pt idx="6398">
                  <c:v>covington capital corporation</c:v>
                </c:pt>
                <c:pt idx="6399">
                  <c:v>show me auto mall inc</c:v>
                </c:pt>
                <c:pt idx="6400">
                  <c:v>jakmax</c:v>
                </c:pt>
                <c:pt idx="6401">
                  <c:v>apex auto wholesalers/apex auto lease</c:v>
                </c:pt>
                <c:pt idx="6402">
                  <c:v>ed shults ford lincoln</c:v>
                </c:pt>
                <c:pt idx="6403">
                  <c:v>pioneer bank</c:v>
                </c:pt>
                <c:pt idx="6404">
                  <c:v>burge floyd auto &amp; leasing</c:v>
                </c:pt>
                <c:pt idx="6405">
                  <c:v>collins auto wholesale</c:v>
                </c:pt>
                <c:pt idx="6406">
                  <c:v>summit view auto llc</c:v>
                </c:pt>
                <c:pt idx="6407">
                  <c:v>ion cars</c:v>
                </c:pt>
                <c:pt idx="6408">
                  <c:v>janson automotive</c:v>
                </c:pt>
                <c:pt idx="6409">
                  <c:v>dave hallman chevrolet inc</c:v>
                </c:pt>
                <c:pt idx="6410">
                  <c:v>route 44 hyundai</c:v>
                </c:pt>
                <c:pt idx="6411">
                  <c:v>mankato ford</c:v>
                </c:pt>
                <c:pt idx="6412">
                  <c:v>garden savings federal credit union</c:v>
                </c:pt>
                <c:pt idx="6413">
                  <c:v>autonation chevrolet cadillac south corpus chris</c:v>
                </c:pt>
                <c:pt idx="6414">
                  <c:v>curmsons auto sales inc</c:v>
                </c:pt>
                <c:pt idx="6415">
                  <c:v>michael riggio auto sales</c:v>
                </c:pt>
                <c:pt idx="6416">
                  <c:v>shelly bmw</c:v>
                </c:pt>
                <c:pt idx="6417">
                  <c:v>nissan dealer blend/nissan of south holland</c:v>
                </c:pt>
                <c:pt idx="6418">
                  <c:v>buschmeer enterprises llc</c:v>
                </c:pt>
                <c:pt idx="6419">
                  <c:v>get me done autosales</c:v>
                </c:pt>
                <c:pt idx="6420">
                  <c:v>jeepies  llc</c:v>
                </c:pt>
                <c:pt idx="6421">
                  <c:v>dave white chevrolet inc</c:v>
                </c:pt>
                <c:pt idx="6422">
                  <c:v>erac vehicle holdings llc</c:v>
                </c:pt>
                <c:pt idx="6423">
                  <c:v>big west dodge chrysler ltd</c:v>
                </c:pt>
                <c:pt idx="6424">
                  <c:v>fred beans subaru</c:v>
                </c:pt>
                <c:pt idx="6425">
                  <c:v>dick hannah honda</c:v>
                </c:pt>
                <c:pt idx="6426">
                  <c:v>mercedes benz of warwick</c:v>
                </c:pt>
                <c:pt idx="6427">
                  <c:v>oconnors auto outlet inc</c:v>
                </c:pt>
                <c:pt idx="6428">
                  <c:v>southern imports llc</c:v>
                </c:pt>
                <c:pt idx="6429">
                  <c:v>autonation v imports of delray beach llc</c:v>
                </c:pt>
                <c:pt idx="6430">
                  <c:v>c/h auto usa inc</c:v>
                </c:pt>
                <c:pt idx="6431">
                  <c:v>dublin honda</c:v>
                </c:pt>
                <c:pt idx="6432">
                  <c:v>coastal credit llc / centennial / centennial</c:v>
                </c:pt>
                <c:pt idx="6433">
                  <c:v>four way m &amp; m llc</c:v>
                </c:pt>
                <c:pt idx="6434">
                  <c:v>orange motor co inc</c:v>
                </c:pt>
                <c:pt idx="6435">
                  <c:v>naddi auto trade inc</c:v>
                </c:pt>
                <c:pt idx="6436">
                  <c:v>ricks place auto sales inc</c:v>
                </c:pt>
                <c:pt idx="6437">
                  <c:v>orange county motorsports llc</c:v>
                </c:pt>
                <c:pt idx="6438">
                  <c:v>maxie price chev olds inc</c:v>
                </c:pt>
                <c:pt idx="6439">
                  <c:v>country club auto inc</c:v>
                </c:pt>
                <c:pt idx="6440">
                  <c:v>new century auto</c:v>
                </c:pt>
                <c:pt idx="6441">
                  <c:v>land rover birmingham</c:v>
                </c:pt>
                <c:pt idx="6442">
                  <c:v>a1 group inc</c:v>
                </c:pt>
                <c:pt idx="6443">
                  <c:v>car west leasing &amp; fleet</c:v>
                </c:pt>
                <c:pt idx="6444">
                  <c:v>hnd leasing co</c:v>
                </c:pt>
                <c:pt idx="6445">
                  <c:v>beck nissan inc</c:v>
                </c:pt>
                <c:pt idx="6446">
                  <c:v>world ford pensacola</c:v>
                </c:pt>
                <c:pt idx="6447">
                  <c:v>mega leasing</c:v>
                </c:pt>
                <c:pt idx="6448">
                  <c:v>laramine plains community federal credit union</c:v>
                </c:pt>
                <c:pt idx="6449">
                  <c:v>midway automotive corp.</c:v>
                </c:pt>
                <c:pt idx="6450">
                  <c:v>woodlake auto sales inc</c:v>
                </c:pt>
                <c:pt idx="6451">
                  <c:v>united auto rental</c:v>
                </c:pt>
                <c:pt idx="6452">
                  <c:v>patriot chevrolet inc</c:v>
                </c:pt>
                <c:pt idx="6453">
                  <c:v>rhode auto sales</c:v>
                </c:pt>
                <c:pt idx="6454">
                  <c:v>alabama wholesale motors llc</c:v>
                </c:pt>
                <c:pt idx="6455">
                  <c:v>car financial services inc</c:v>
                </c:pt>
                <c:pt idx="6456">
                  <c:v>selkcomm motors</c:v>
                </c:pt>
                <c:pt idx="6457">
                  <c:v>onemain rem/regional management corp</c:v>
                </c:pt>
                <c:pt idx="6458">
                  <c:v>primeritus remarketing/gas</c:v>
                </c:pt>
                <c:pt idx="6459">
                  <c:v>united auto usa corp</c:v>
                </c:pt>
                <c:pt idx="6460">
                  <c:v>tuttle click ford lincoln mercury</c:v>
                </c:pt>
                <c:pt idx="6461">
                  <c:v>second to none auto sales</c:v>
                </c:pt>
                <c:pt idx="6462">
                  <c:v>corpat inc</c:v>
                </c:pt>
                <c:pt idx="6463">
                  <c:v>flow companies of greensboro llc</c:v>
                </c:pt>
                <c:pt idx="6464">
                  <c:v>fiala automotive inc</c:v>
                </c:pt>
                <c:pt idx="6465">
                  <c:v>cherokee county toyota</c:v>
                </c:pt>
                <c:pt idx="6466">
                  <c:v>jacky jones ford inc</c:v>
                </c:pt>
                <c:pt idx="6467">
                  <c:v>elite sports cars  llc</c:v>
                </c:pt>
                <c:pt idx="6468">
                  <c:v>central auto outlet</c:v>
                </c:pt>
                <c:pt idx="6469">
                  <c:v>fields volvo</c:v>
                </c:pt>
                <c:pt idx="6470">
                  <c:v>parker ford-lincoln  inc</c:v>
                </c:pt>
                <c:pt idx="6471">
                  <c:v>remarketing by ge/national auto remarketing</c:v>
                </c:pt>
                <c:pt idx="6472">
                  <c:v>skipco financial adjusters</c:v>
                </c:pt>
                <c:pt idx="6473">
                  <c:v>spitzer acura</c:v>
                </c:pt>
                <c:pt idx="6474">
                  <c:v>manheim caribbean</c:v>
                </c:pt>
                <c:pt idx="6475">
                  <c:v>wasatch peaks credit union</c:v>
                </c:pt>
                <c:pt idx="6476">
                  <c:v>melissa's autos</c:v>
                </c:pt>
                <c:pt idx="6477">
                  <c:v>rent a van</c:v>
                </c:pt>
                <c:pt idx="6478">
                  <c:v>kars incorporated</c:v>
                </c:pt>
                <c:pt idx="6479">
                  <c:v>berglund chev buick jeep</c:v>
                </c:pt>
                <c:pt idx="6480">
                  <c:v>kearny mesa toyota</c:v>
                </c:pt>
                <c:pt idx="6481">
                  <c:v>jaguar land rover anaheim hills</c:v>
                </c:pt>
                <c:pt idx="6482">
                  <c:v>danco financial inc</c:v>
                </c:pt>
                <c:pt idx="6483">
                  <c:v>san diego import center</c:v>
                </c:pt>
                <c:pt idx="6484">
                  <c:v>racine honda</c:v>
                </c:pt>
                <c:pt idx="6485">
                  <c:v>mercedes benz of buffalo</c:v>
                </c:pt>
                <c:pt idx="6486">
                  <c:v>switzerland of america</c:v>
                </c:pt>
                <c:pt idx="6487">
                  <c:v>della toyota della scion</c:v>
                </c:pt>
                <c:pt idx="6488">
                  <c:v>family auto sales</c:v>
                </c:pt>
                <c:pt idx="6489">
                  <c:v>jefferson bank</c:v>
                </c:pt>
                <c:pt idx="6490">
                  <c:v>niello bmw</c:v>
                </c:pt>
                <c:pt idx="6491">
                  <c:v>mazda of clear lake</c:v>
                </c:pt>
                <c:pt idx="6492">
                  <c:v>checkered flag jaguar porsche audi</c:v>
                </c:pt>
                <c:pt idx="6493">
                  <c:v>lexus of lehigh valley</c:v>
                </c:pt>
                <c:pt idx="6494">
                  <c:v>onemain rem/platinum motors</c:v>
                </c:pt>
                <c:pt idx="6495">
                  <c:v>foreign motorcars inc</c:v>
                </c:pt>
                <c:pt idx="6496">
                  <c:v>grm enterprises</c:v>
                </c:pt>
                <c:pt idx="6497">
                  <c:v>g's automotive</c:v>
                </c:pt>
                <c:pt idx="6498">
                  <c:v>onemain rem/miami auto world llc</c:v>
                </c:pt>
                <c:pt idx="6499">
                  <c:v>nissan of south holland</c:v>
                </c:pt>
                <c:pt idx="6500">
                  <c:v>onion creek auto sales llc</c:v>
                </c:pt>
                <c:pt idx="6501">
                  <c:v>motion auto sales</c:v>
                </c:pt>
                <c:pt idx="6502">
                  <c:v>miller auto sales</c:v>
                </c:pt>
                <c:pt idx="6503">
                  <c:v>moab ford</c:v>
                </c:pt>
                <c:pt idx="6504">
                  <c:v>lexus of toledo</c:v>
                </c:pt>
                <c:pt idx="6505">
                  <c:v>r l m b inc</c:v>
                </c:pt>
                <c:pt idx="6506">
                  <c:v>credit union collections llc</c:v>
                </c:pt>
                <c:pt idx="6507">
                  <c:v>huebner chevrolet oldsmobile</c:v>
                </c:pt>
                <c:pt idx="6508">
                  <c:v>fr auto sales</c:v>
                </c:pt>
                <c:pt idx="6509">
                  <c:v>sondos trade company</c:v>
                </c:pt>
                <c:pt idx="6510">
                  <c:v>nationwide auto sales inc</c:v>
                </c:pt>
                <c:pt idx="6511">
                  <c:v>motorvest leasing</c:v>
                </c:pt>
                <c:pt idx="6512">
                  <c:v>sms financial inc</c:v>
                </c:pt>
                <c:pt idx="6513">
                  <c:v>soeby motor company</c:v>
                </c:pt>
                <c:pt idx="6514">
                  <c:v>sunset autos</c:v>
                </c:pt>
                <c:pt idx="6515">
                  <c:v>a plus motors</c:v>
                </c:pt>
                <c:pt idx="6516">
                  <c:v>empire automotive group inc</c:v>
                </c:pt>
                <c:pt idx="6517">
                  <c:v>east lawn one llc</c:v>
                </c:pt>
                <c:pt idx="6518">
                  <c:v>merchants automotive group/gdp</c:v>
                </c:pt>
                <c:pt idx="6519">
                  <c:v>odenton cars llc</c:v>
                </c:pt>
                <c:pt idx="6520">
                  <c:v>crest motors</c:v>
                </c:pt>
                <c:pt idx="6521">
                  <c:v>internet auto rent &amp; sales</c:v>
                </c:pt>
                <c:pt idx="6522">
                  <c:v>auto link</c:v>
                </c:pt>
                <c:pt idx="6523">
                  <c:v>c a p auto sales inc</c:v>
                </c:pt>
                <c:pt idx="6524">
                  <c:v>auto xchange auto banx</c:v>
                </c:pt>
                <c:pt idx="6525">
                  <c:v>onemain rem/morries auto imports</c:v>
                </c:pt>
                <c:pt idx="6526">
                  <c:v>nu image auto llc</c:v>
                </c:pt>
                <c:pt idx="6527">
                  <c:v>beford auto</c:v>
                </c:pt>
                <c:pt idx="6528">
                  <c:v>auto now financial</c:v>
                </c:pt>
                <c:pt idx="6529">
                  <c:v>fort bragg federal credit union</c:v>
                </c:pt>
                <c:pt idx="6530">
                  <c:v>jimmy's auto sales inc</c:v>
                </c:pt>
                <c:pt idx="6531">
                  <c:v>toyota of pullman</c:v>
                </c:pt>
                <c:pt idx="6532">
                  <c:v>atta group</c:v>
                </c:pt>
                <c:pt idx="6533">
                  <c:v>auto world sales &amp; service llc</c:v>
                </c:pt>
                <c:pt idx="6534">
                  <c:v>classic auto sales</c:v>
                </c:pt>
                <c:pt idx="6535">
                  <c:v>royal auto trading</c:v>
                </c:pt>
                <c:pt idx="6536">
                  <c:v>scott evans nissan</c:v>
                </c:pt>
                <c:pt idx="6537">
                  <c:v>texas e cars</c:v>
                </c:pt>
                <c:pt idx="6538">
                  <c:v>onemain rem/navi exchange llc</c:v>
                </c:pt>
                <c:pt idx="6539">
                  <c:v>minas van rental</c:v>
                </c:pt>
                <c:pt idx="6540">
                  <c:v>spallco enterprises inc</c:v>
                </c:pt>
                <c:pt idx="6541">
                  <c:v>roling ford llc</c:v>
                </c:pt>
                <c:pt idx="6542">
                  <c:v>volkswagen of hartford</c:v>
                </c:pt>
                <c:pt idx="6543">
                  <c:v>hertz car exchange inc/jackson</c:v>
                </c:pt>
                <c:pt idx="6544">
                  <c:v>tustin nissan</c:v>
                </c:pt>
                <c:pt idx="6545">
                  <c:v>spectrum auto sales inc</c:v>
                </c:pt>
                <c:pt idx="6546">
                  <c:v>metro american brokerage</c:v>
                </c:pt>
                <c:pt idx="6547">
                  <c:v>witham chevrolet</c:v>
                </c:pt>
                <c:pt idx="6548">
                  <c:v>tonys ny auto sales inc</c:v>
                </c:pt>
                <c:pt idx="6549">
                  <c:v>ken garff motors</c:v>
                </c:pt>
                <c:pt idx="6550">
                  <c:v>nissan south</c:v>
                </c:pt>
                <c:pt idx="6551">
                  <c:v>specialty bank liquidators</c:v>
                </c:pt>
                <c:pt idx="6552">
                  <c:v>ed voyles kia of chamblee</c:v>
                </c:pt>
                <c:pt idx="6553">
                  <c:v>alaska sales and service inc</c:v>
                </c:pt>
                <c:pt idx="6554">
                  <c:v>hotte automobile inc</c:v>
                </c:pt>
                <c:pt idx="6555">
                  <c:v>titlemax of rainbow blvd - nv 4</c:v>
                </c:pt>
                <c:pt idx="6556">
                  <c:v>bob penkhus volvo mazda inc</c:v>
                </c:pt>
                <c:pt idx="6557">
                  <c:v>autonation chevrolet west austin</c:v>
                </c:pt>
                <c:pt idx="6558">
                  <c:v>san marcos chrysler dodge jeep</c:v>
                </c:pt>
                <c:pt idx="6559">
                  <c:v>velocity credit union</c:v>
                </c:pt>
                <c:pt idx="6560">
                  <c:v>nordic sales &amp; leasing</c:v>
                </c:pt>
                <c:pt idx="6561">
                  <c:v>aubreys auto sales inc</c:v>
                </c:pt>
                <c:pt idx="6562">
                  <c:v>dale earnhardt jr. buick gmc cadillac</c:v>
                </c:pt>
                <c:pt idx="6563">
                  <c:v>craigs auto sales</c:v>
                </c:pt>
                <c:pt idx="6564">
                  <c:v>don davis buick gmc</c:v>
                </c:pt>
                <c:pt idx="6565">
                  <c:v>sonic momentum jvp lp</c:v>
                </c:pt>
                <c:pt idx="6566">
                  <c:v>moose auto ltd</c:v>
                </c:pt>
                <c:pt idx="6567">
                  <c:v>b &amp; y used cars</c:v>
                </c:pt>
                <c:pt idx="6568">
                  <c:v>mungenast hyundai</c:v>
                </c:pt>
                <c:pt idx="6569">
                  <c:v>koons ford of baltimore inc</c:v>
                </c:pt>
                <c:pt idx="6570">
                  <c:v>palm chevrolet of gainesville</c:v>
                </c:pt>
                <c:pt idx="6571">
                  <c:v>westminister fcu</c:v>
                </c:pt>
                <c:pt idx="6572">
                  <c:v>onemain rem/international automart export</c:v>
                </c:pt>
                <c:pt idx="6573">
                  <c:v>glenview mitsubishi</c:v>
                </c:pt>
                <c:pt idx="6574">
                  <c:v>allstate auto llc</c:v>
                </c:pt>
                <c:pt idx="6575">
                  <c:v>enterprise vehicle exchange/linthicum heights</c:v>
                </c:pt>
                <c:pt idx="6576">
                  <c:v>carhop</c:v>
                </c:pt>
                <c:pt idx="6577">
                  <c:v>stevens point honda</c:v>
                </c:pt>
                <c:pt idx="6578">
                  <c:v>northeast acura</c:v>
                </c:pt>
                <c:pt idx="6579">
                  <c:v>massive auto brokers inc</c:v>
                </c:pt>
                <c:pt idx="6580">
                  <c:v>andrey's auto repair corp</c:v>
                </c:pt>
                <c:pt idx="6581">
                  <c:v>jeep chrysler of ontario</c:v>
                </c:pt>
                <c:pt idx="6582">
                  <c:v>five star auto sales corp</c:v>
                </c:pt>
                <c:pt idx="6583">
                  <c:v>a/d bank repos</c:v>
                </c:pt>
                <c:pt idx="6584">
                  <c:v>royalcarriage llc</c:v>
                </c:pt>
                <c:pt idx="6585">
                  <c:v>tdaf remarketing/capital one certified inc</c:v>
                </c:pt>
                <c:pt idx="6586">
                  <c:v>sml auto sales</c:v>
                </c:pt>
                <c:pt idx="6587">
                  <c:v>safe federal credit union</c:v>
                </c:pt>
                <c:pt idx="6588">
                  <c:v>toyota of north miami</c:v>
                </c:pt>
                <c:pt idx="6589">
                  <c:v>avis rac/salt lake city</c:v>
                </c:pt>
                <c:pt idx="6590">
                  <c:v>d3 wholesale llc</c:v>
                </c:pt>
                <c:pt idx="6591">
                  <c:v>mega auto finance inc</c:v>
                </c:pt>
                <c:pt idx="6592">
                  <c:v>meggs ford inc</c:v>
                </c:pt>
                <c:pt idx="6593">
                  <c:v>prime source credit union</c:v>
                </c:pt>
                <c:pt idx="6594">
                  <c:v>tri-county motor co.</c:v>
                </c:pt>
                <c:pt idx="6595">
                  <c:v>thunder road automotive  llc.</c:v>
                </c:pt>
                <c:pt idx="6596">
                  <c:v>autonation nissan jacksonville</c:v>
                </c:pt>
                <c:pt idx="6597">
                  <c:v>caparra auto y/o oriental bank</c:v>
                </c:pt>
                <c:pt idx="6598">
                  <c:v>don moore toyota</c:v>
                </c:pt>
                <c:pt idx="6599">
                  <c:v>florida farm bureau insurance agency</c:v>
                </c:pt>
                <c:pt idx="6600">
                  <c:v>gurley leep nissan</c:v>
                </c:pt>
                <c:pt idx="6601">
                  <c:v>automotive finance center inc</c:v>
                </c:pt>
                <c:pt idx="6602">
                  <c:v>remarketing by ge/honda federal credit union</c:v>
                </c:pt>
                <c:pt idx="6603">
                  <c:v>tamiami hyundai mitsubishi</c:v>
                </c:pt>
                <c:pt idx="6604">
                  <c:v>top notch auto brokers inc</c:v>
                </c:pt>
                <c:pt idx="6605">
                  <c:v>thurston auto sales</c:v>
                </c:pt>
                <c:pt idx="6606">
                  <c:v>south florida education fcu</c:v>
                </c:pt>
                <c:pt idx="6607">
                  <c:v>pinnacle automotive gallery llc</c:v>
                </c:pt>
                <c:pt idx="6608">
                  <c:v>mike finnin motors inc</c:v>
                </c:pt>
                <c:pt idx="6609">
                  <c:v>fairway ford lincoln mercury inc</c:v>
                </c:pt>
                <c:pt idx="6610">
                  <c:v>bob boyte honda</c:v>
                </c:pt>
                <c:pt idx="6611">
                  <c:v>jay bennett automotive llc</c:v>
                </c:pt>
                <c:pt idx="6612">
                  <c:v>hamer toyota</c:v>
                </c:pt>
                <c:pt idx="6613">
                  <c:v>jim glover chevrolet</c:v>
                </c:pt>
                <c:pt idx="6614">
                  <c:v>gillman mitsubishi</c:v>
                </c:pt>
                <c:pt idx="6615">
                  <c:v>bashir &amp; son inc</c:v>
                </c:pt>
                <c:pt idx="6616">
                  <c:v>tanskys sawmill toyota inc</c:v>
                </c:pt>
                <c:pt idx="6617">
                  <c:v>tri state leasing inc</c:v>
                </c:pt>
                <c:pt idx="6618">
                  <c:v>southern financial services</c:v>
                </c:pt>
                <c:pt idx="6619">
                  <c:v>perrines buick pontiac gmc</c:v>
                </c:pt>
                <c:pt idx="6620">
                  <c:v>seasons fcu</c:v>
                </c:pt>
                <c:pt idx="6621">
                  <c:v>watts auto sales llc</c:v>
                </c:pt>
                <c:pt idx="6622">
                  <c:v>magnum auto sales and service  llc</c:v>
                </c:pt>
                <c:pt idx="6623">
                  <c:v>credit acceptance corp/inop/southfield</c:v>
                </c:pt>
                <c:pt idx="6624">
                  <c:v>care fox autowhole sale</c:v>
                </c:pt>
                <c:pt idx="6625">
                  <c:v>honda of san angelo</c:v>
                </c:pt>
                <c:pt idx="6626">
                  <c:v>super deal motors</c:v>
                </c:pt>
                <c:pt idx="6627">
                  <c:v>manheim new york -ars</c:v>
                </c:pt>
                <c:pt idx="6628">
                  <c:v>father &amp; son 170 atlantic av car corp</c:v>
                </c:pt>
                <c:pt idx="6629">
                  <c:v>dossett gmc cadillac inc</c:v>
                </c:pt>
                <c:pt idx="6630">
                  <c:v>remarketing by ge/riverside remarketing group</c:v>
                </c:pt>
                <c:pt idx="6631">
                  <c:v>bmw financial services p/u's</c:v>
                </c:pt>
                <c:pt idx="6632">
                  <c:v>motorcars of distinction inc</c:v>
                </c:pt>
                <c:pt idx="6633">
                  <c:v>lou bachrodt chevrolet</c:v>
                </c:pt>
                <c:pt idx="6634">
                  <c:v>cbs mitsubishi durham</c:v>
                </c:pt>
                <c:pt idx="6635">
                  <c:v>international autoplex inc</c:v>
                </c:pt>
                <c:pt idx="6636">
                  <c:v>d acquisto motors</c:v>
                </c:pt>
                <c:pt idx="6637">
                  <c:v>primeritus remarketing/american eagle fcu</c:v>
                </c:pt>
                <c:pt idx="6638">
                  <c:v>remarketing by ge/buckeye state credit union</c:v>
                </c:pt>
                <c:pt idx="6639">
                  <c:v>larry h miller chevrolet</c:v>
                </c:pt>
                <c:pt idx="6640">
                  <c:v>mcconnell automotive corp</c:v>
                </c:pt>
                <c:pt idx="6641">
                  <c:v>lou fusz mitsubishi st peters</c:v>
                </c:pt>
                <c:pt idx="6642">
                  <c:v>carls buick gmc</c:v>
                </c:pt>
                <c:pt idx="6643">
                  <c:v>alexander dodge chrysler jeep inc</c:v>
                </c:pt>
                <c:pt idx="6644">
                  <c:v>rj pickup &amp; accessories inc</c:v>
                </c:pt>
                <c:pt idx="6645">
                  <c:v>klute truck equipment</c:v>
                </c:pt>
                <c:pt idx="6646">
                  <c:v>parks chevrolet inc</c:v>
                </c:pt>
                <c:pt idx="6647">
                  <c:v>zmax moto leasing inc</c:v>
                </c:pt>
                <c:pt idx="6648">
                  <c:v>lakewood automotive inc</c:v>
                </c:pt>
                <c:pt idx="6649">
                  <c:v>luxury &amp; economy cars</c:v>
                </c:pt>
                <c:pt idx="6650">
                  <c:v>paul miller subaru</c:v>
                </c:pt>
                <c:pt idx="6651">
                  <c:v>d j s auto sales</c:v>
                </c:pt>
                <c:pt idx="6652">
                  <c:v>a and a auto mart inc</c:v>
                </c:pt>
                <c:pt idx="6653">
                  <c:v>holly automotive</c:v>
                </c:pt>
                <c:pt idx="6654">
                  <c:v>swbc</c:v>
                </c:pt>
                <c:pt idx="6655">
                  <c:v>luther hopkins honda</c:v>
                </c:pt>
                <c:pt idx="6656">
                  <c:v>tmj of pinellas county inc</c:v>
                </c:pt>
                <c:pt idx="6657">
                  <c:v>platinum car brokers llc</c:v>
                </c:pt>
                <c:pt idx="6658">
                  <c:v>smith gray buick gmc inc</c:v>
                </c:pt>
                <c:pt idx="6659">
                  <c:v>doral buick gmc</c:v>
                </c:pt>
                <c:pt idx="6660">
                  <c:v>humboldt chrysler-dodge-jeep  inc.</c:v>
                </c:pt>
                <c:pt idx="6661">
                  <c:v>max speed motors</c:v>
                </c:pt>
                <c:pt idx="6662">
                  <c:v>autonation nissan arapahoe</c:v>
                </c:pt>
                <c:pt idx="6663">
                  <c:v>liberty chevrolet</c:v>
                </c:pt>
                <c:pt idx="6664">
                  <c:v>south tacoma mazda</c:v>
                </c:pt>
                <c:pt idx="6665">
                  <c:v>remarketing by ge/power financial credit union</c:v>
                </c:pt>
                <c:pt idx="6666">
                  <c:v>reed lallier chevrolet</c:v>
                </c:pt>
                <c:pt idx="6667">
                  <c:v>primeritus remarketing/police fcu</c:v>
                </c:pt>
                <c:pt idx="6668">
                  <c:v>duffy wholesalers</c:v>
                </c:pt>
                <c:pt idx="6669">
                  <c:v>highway motors inc</c:v>
                </c:pt>
                <c:pt idx="6670">
                  <c:v>hines park lincoln mercury inc</c:v>
                </c:pt>
                <c:pt idx="6671">
                  <c:v>manheim denver</c:v>
                </c:pt>
                <c:pt idx="6672">
                  <c:v>phillips chevrolet of lansing inc</c:v>
                </c:pt>
                <c:pt idx="6673">
                  <c:v>land rover rocklin</c:v>
                </c:pt>
                <c:pt idx="6674">
                  <c:v>auto exotica inc</c:v>
                </c:pt>
                <c:pt idx="6675">
                  <c:v>zimbrick bmw</c:v>
                </c:pt>
                <c:pt idx="6676">
                  <c:v>jack key nissan</c:v>
                </c:pt>
                <c:pt idx="6677">
                  <c:v>arrigo dodge chrysler jeep</c:v>
                </c:pt>
                <c:pt idx="6678">
                  <c:v>gold coast fcu</c:v>
                </c:pt>
                <c:pt idx="6679">
                  <c:v>mcgrath honda of st charles</c:v>
                </c:pt>
                <c:pt idx="6680">
                  <c:v>mercedes benz of alexandria</c:v>
                </c:pt>
                <c:pt idx="6681">
                  <c:v>luna financial</c:v>
                </c:pt>
                <c:pt idx="6682">
                  <c:v>red canoe credit union</c:v>
                </c:pt>
                <c:pt idx="6683">
                  <c:v>mcgoldrick leasing inc</c:v>
                </c:pt>
                <c:pt idx="6684">
                  <c:v>repo remarketing / southwest airlines fcu</c:v>
                </c:pt>
                <c:pt idx="6685">
                  <c:v>primeritus remarketing/cas</c:v>
                </c:pt>
                <c:pt idx="6686">
                  <c:v>michigan schools and government credit union</c:v>
                </c:pt>
                <c:pt idx="6687">
                  <c:v>florida state efcu</c:v>
                </c:pt>
                <c:pt idx="6688">
                  <c:v>rapid auto sales inc</c:v>
                </c:pt>
                <c:pt idx="6689">
                  <c:v>u save car &amp; truck rental</c:v>
                </c:pt>
                <c:pt idx="6690">
                  <c:v>truck time</c:v>
                </c:pt>
                <c:pt idx="6691">
                  <c:v>majesty auto sales corp</c:v>
                </c:pt>
                <c:pt idx="6692">
                  <c:v>lts nationwide</c:v>
                </c:pt>
                <c:pt idx="6693">
                  <c:v>jl auto sales corp</c:v>
                </c:pt>
                <c:pt idx="6694">
                  <c:v>autos of dallas</c:v>
                </c:pt>
                <c:pt idx="6695">
                  <c:v>haps auto sales inc</c:v>
                </c:pt>
                <c:pt idx="6696">
                  <c:v>remarketing by ge/generic accounts</c:v>
                </c:pt>
                <c:pt idx="6697">
                  <c:v>tri boro fcu</c:v>
                </c:pt>
                <c:pt idx="6698">
                  <c:v>tantramar chevrolet buick gmc (2009) ltd</c:v>
                </c:pt>
                <c:pt idx="6699">
                  <c:v>palatine motors inc</c:v>
                </c:pt>
                <c:pt idx="6700">
                  <c:v>park ave auto lots inc</c:v>
                </c:pt>
                <c:pt idx="6701">
                  <c:v>napleton's north palm lincoln</c:v>
                </c:pt>
                <c:pt idx="6702">
                  <c:v>pathways financial credit union</c:v>
                </c:pt>
                <c:pt idx="6703">
                  <c:v>rizza buick gmc cadillac inc</c:v>
                </c:pt>
                <c:pt idx="6704">
                  <c:v>auto finance center</c:v>
                </c:pt>
                <c:pt idx="6705">
                  <c:v>avon auto brokers inc</c:v>
                </c:pt>
                <c:pt idx="6706">
                  <c:v>don bulluck chevrolet inc</c:v>
                </c:pt>
                <c:pt idx="6707">
                  <c:v>dealmax inc</c:v>
                </c:pt>
                <c:pt idx="6708">
                  <c:v>titlemax of tropicana ave. - nv 6</c:v>
                </c:pt>
                <c:pt idx="6709">
                  <c:v>ank import export</c:v>
                </c:pt>
                <c:pt idx="6710">
                  <c:v>marion toyota scion</c:v>
                </c:pt>
                <c:pt idx="6711">
                  <c:v>repo remarketing/sesloc fcu</c:v>
                </c:pt>
                <c:pt idx="6712">
                  <c:v>poway honda</c:v>
                </c:pt>
                <c:pt idx="6713">
                  <c:v>federal financial services inc/cary</c:v>
                </c:pt>
                <c:pt idx="6714">
                  <c:v>don wessel oldsmobile honda</c:v>
                </c:pt>
                <c:pt idx="6715">
                  <c:v>small town auto sales</c:v>
                </c:pt>
                <c:pt idx="6716">
                  <c:v>route 22 nissan inc</c:v>
                </c:pt>
                <c:pt idx="6717">
                  <c:v>robins fcu</c:v>
                </c:pt>
                <c:pt idx="6718">
                  <c:v>remarketing by ge/atlanta enterprises llc</c:v>
                </c:pt>
                <c:pt idx="6719">
                  <c:v>mcmahon leasing inc</c:v>
                </c:pt>
                <c:pt idx="6720">
                  <c:v>titlemax of west craig rd. - nv 8</c:v>
                </c:pt>
                <c:pt idx="6721">
                  <c:v>thrift auto sales inc</c:v>
                </c:pt>
                <c:pt idx="6722">
                  <c:v>coconut grove fleet and lease</c:v>
                </c:pt>
                <c:pt idx="6723">
                  <c:v>american auto-rama inc</c:v>
                </c:pt>
                <c:pt idx="6724">
                  <c:v>florida auto sales &amp; leasing inc</c:v>
                </c:pt>
                <c:pt idx="6725">
                  <c:v>remarketing by ge/manheim statesville</c:v>
                </c:pt>
                <c:pt idx="6726">
                  <c:v>brown &amp; brown chevrolet hyundai inc</c:v>
                </c:pt>
                <c:pt idx="6727">
                  <c:v>primeritus remarketing/us financial auto credit</c:v>
                </c:pt>
                <c:pt idx="6728">
                  <c:v>southern cascade finance</c:v>
                </c:pt>
                <c:pt idx="6729">
                  <c:v>the car lot of leon county inc</c:v>
                </c:pt>
                <c:pt idx="6730">
                  <c:v>exclusive auto sales</c:v>
                </c:pt>
                <c:pt idx="6731">
                  <c:v>1st source bank</c:v>
                </c:pt>
                <c:pt idx="6732">
                  <c:v>ed dees</c:v>
                </c:pt>
                <c:pt idx="6733">
                  <c:v>onemain rem/jalisco auto sales</c:v>
                </c:pt>
                <c:pt idx="6734">
                  <c:v>honda of downtown los angeles</c:v>
                </c:pt>
                <c:pt idx="6735">
                  <c:v>day ford inc</c:v>
                </c:pt>
                <c:pt idx="6736">
                  <c:v>key scales ford inc</c:v>
                </c:pt>
                <c:pt idx="6737">
                  <c:v>remarketing by ge/first alliance credit union</c:v>
                </c:pt>
                <c:pt idx="6738">
                  <c:v>yuma honda</c:v>
                </c:pt>
                <c:pt idx="6739">
                  <c:v>mbm auto sales inc</c:v>
                </c:pt>
                <c:pt idx="6740">
                  <c:v>river city fcu</c:v>
                </c:pt>
                <c:pt idx="6741">
                  <c:v>texas auto center llc</c:v>
                </c:pt>
                <c:pt idx="6742">
                  <c:v>primeritus remarketing / trugrocer fcu</c:v>
                </c:pt>
                <c:pt idx="6743">
                  <c:v>capistrano car co</c:v>
                </c:pt>
                <c:pt idx="6744">
                  <c:v>fidelity motors</c:v>
                </c:pt>
                <c:pt idx="6745">
                  <c:v>aek auto dealer</c:v>
                </c:pt>
                <c:pt idx="6746">
                  <c:v>carlock nissan of tupelo inc</c:v>
                </c:pt>
                <c:pt idx="6747">
                  <c:v>j m k auto sales inc</c:v>
                </c:pt>
                <c:pt idx="6748">
                  <c:v>bdhc inc</c:v>
                </c:pt>
                <c:pt idx="6749">
                  <c:v>john bleakley ford inc</c:v>
                </c:pt>
                <c:pt idx="6750">
                  <c:v>auto connection llc</c:v>
                </c:pt>
                <c:pt idx="6751">
                  <c:v>auto premier sales inc</c:v>
                </c:pt>
                <c:pt idx="6752">
                  <c:v>auto south inc</c:v>
                </c:pt>
                <c:pt idx="6753">
                  <c:v>city credit union</c:v>
                </c:pt>
                <c:pt idx="6754">
                  <c:v>european automotive imports inc</c:v>
                </c:pt>
                <c:pt idx="6755">
                  <c:v>verc car rental</c:v>
                </c:pt>
                <c:pt idx="6756">
                  <c:v>shifferly dodge leasing inc</c:v>
                </c:pt>
                <c:pt idx="6757">
                  <c:v>on track auto mall inc</c:v>
                </c:pt>
                <c:pt idx="6758">
                  <c:v>lithia chrysler dodge of eureka</c:v>
                </c:pt>
                <c:pt idx="6759">
                  <c:v>mini of san diego</c:v>
                </c:pt>
                <c:pt idx="6760">
                  <c:v>villa auto sales</c:v>
                </c:pt>
                <c:pt idx="6761">
                  <c:v>lake powell car rental co dba avis rent a car</c:v>
                </c:pt>
                <c:pt idx="6762">
                  <c:v>f &amp; j auto brokers inc</c:v>
                </c:pt>
                <c:pt idx="6763">
                  <c:v>volkswagen of tacoma</c:v>
                </c:pt>
                <c:pt idx="6764">
                  <c:v>stikeleather auto sales</c:v>
                </c:pt>
                <c:pt idx="6765">
                  <c:v>petrie auto sales inc</c:v>
                </c:pt>
                <c:pt idx="6766">
                  <c:v>onesource/rick hendrick toyota scion</c:v>
                </c:pt>
                <c:pt idx="6767">
                  <c:v>pacific auto resellers</c:v>
                </c:pt>
                <c:pt idx="6768">
                  <c:v>valone ford lincoln inc</c:v>
                </c:pt>
                <c:pt idx="6769">
                  <c:v>top auto</c:v>
                </c:pt>
                <c:pt idx="6770">
                  <c:v>dream cars 4 u llc</c:v>
                </c:pt>
                <c:pt idx="6771">
                  <c:v>haifaa export auto sales</c:v>
                </c:pt>
                <c:pt idx="6772">
                  <c:v>i -5 uhlmann rv</c:v>
                </c:pt>
                <c:pt idx="6773">
                  <c:v>sylvain beauchemin auto enr</c:v>
                </c:pt>
                <c:pt idx="6774">
                  <c:v>kraft nissan</c:v>
                </c:pt>
                <c:pt idx="6775">
                  <c:v>fred beans nissan of doylestown</c:v>
                </c:pt>
                <c:pt idx="6776">
                  <c:v>benson traders inc</c:v>
                </c:pt>
                <c:pt idx="6777">
                  <c:v>jenkins nissan  inc</c:v>
                </c:pt>
                <c:pt idx="6778">
                  <c:v>laird noller ford inc</c:v>
                </c:pt>
                <c:pt idx="6779">
                  <c:v>russ darrow leasing company inc</c:v>
                </c:pt>
                <c:pt idx="6780">
                  <c:v>wescom credit union</c:v>
                </c:pt>
                <c:pt idx="6781">
                  <c:v>tc auto ny inc</c:v>
                </c:pt>
                <c:pt idx="6782">
                  <c:v>rohrich toyota inc</c:v>
                </c:pt>
                <c:pt idx="6783">
                  <c:v>universal auto</c:v>
                </c:pt>
                <c:pt idx="6784">
                  <c:v>strider buick gmc subaru</c:v>
                </c:pt>
                <c:pt idx="6785">
                  <c:v>mike kelly hyundai inc</c:v>
                </c:pt>
                <c:pt idx="6786">
                  <c:v>zeigler honda amherst</c:v>
                </c:pt>
                <c:pt idx="6787">
                  <c:v>cooper corvettes and performance cars  inc</c:v>
                </c:pt>
                <c:pt idx="6788">
                  <c:v>first reliance bank</c:v>
                </c:pt>
                <c:pt idx="6789">
                  <c:v>credit union one</c:v>
                </c:pt>
                <c:pt idx="6790">
                  <c:v>c j automotive</c:v>
                </c:pt>
                <c:pt idx="6791">
                  <c:v>flag/audi fort myers</c:v>
                </c:pt>
                <c:pt idx="6792">
                  <c:v>amans auto field inc</c:v>
                </c:pt>
                <c:pt idx="6793">
                  <c:v>fleet way leasing inc</c:v>
                </c:pt>
                <c:pt idx="6794">
                  <c:v>west edmonton hyundai</c:v>
                </c:pt>
                <c:pt idx="6795">
                  <c:v>vin devers inc</c:v>
                </c:pt>
                <c:pt idx="6796">
                  <c:v>lifetime auto sales and service inc</c:v>
                </c:pt>
                <c:pt idx="6797">
                  <c:v>marks auto sales</c:v>
                </c:pt>
                <c:pt idx="6798">
                  <c:v>e/e auto wholesale</c:v>
                </c:pt>
                <c:pt idx="6799">
                  <c:v>america's finance group</c:v>
                </c:pt>
                <c:pt idx="6800">
                  <c:v>dewey ford</c:v>
                </c:pt>
                <c:pt idx="6801">
                  <c:v>lee's summit subaru llc</c:v>
                </c:pt>
                <c:pt idx="6802">
                  <c:v>uncle maxs auto sales &amp; leasing</c:v>
                </c:pt>
                <c:pt idx="6803">
                  <c:v>shults nissan subaru</c:v>
                </c:pt>
                <c:pt idx="6804">
                  <c:v>visalia toyota dba visalia scion</c:v>
                </c:pt>
                <c:pt idx="6805">
                  <c:v>stanley direct auto</c:v>
                </c:pt>
                <c:pt idx="6806">
                  <c:v>lendmark financial services/covington</c:v>
                </c:pt>
                <c:pt idx="6807">
                  <c:v>spanos imports</c:v>
                </c:pt>
                <c:pt idx="6808">
                  <c:v>buckhead auto gallery</c:v>
                </c:pt>
                <c:pt idx="6809">
                  <c:v>rhinebeck ford inc</c:v>
                </c:pt>
                <c:pt idx="6810">
                  <c:v>bass auto</c:v>
                </c:pt>
                <c:pt idx="6811">
                  <c:v>prestige auto sales and rentals</c:v>
                </c:pt>
                <c:pt idx="6812">
                  <c:v>george matick chevrolet inc</c:v>
                </c:pt>
                <c:pt idx="6813">
                  <c:v>auto haus on velp inc</c:v>
                </c:pt>
                <c:pt idx="6814">
                  <c:v>triangle auto painting llc</c:v>
                </c:pt>
                <c:pt idx="6815">
                  <c:v>carson honda</c:v>
                </c:pt>
                <c:pt idx="6816">
                  <c:v>capitol dealerships inc</c:v>
                </c:pt>
                <c:pt idx="6817">
                  <c:v>premier motors llc</c:v>
                </c:pt>
                <c:pt idx="6818">
                  <c:v>stevinson lexus of frederick</c:v>
                </c:pt>
                <c:pt idx="6819">
                  <c:v>millenium trade inc</c:v>
                </c:pt>
                <c:pt idx="6820">
                  <c:v>herman jenkins motors  inc.</c:v>
                </c:pt>
                <c:pt idx="6821">
                  <c:v>beaumont management co llc</c:v>
                </c:pt>
                <c:pt idx="6822">
                  <c:v>premier chry jeep dge ram of w covina</c:v>
                </c:pt>
                <c:pt idx="6823">
                  <c:v>mid town auto sales inc</c:v>
                </c:pt>
                <c:pt idx="6824">
                  <c:v>shults ford inc</c:v>
                </c:pt>
                <c:pt idx="6825">
                  <c:v>terry labonte chevrolet</c:v>
                </c:pt>
                <c:pt idx="6826">
                  <c:v>snyders auto sales &amp; car care center</c:v>
                </c:pt>
                <c:pt idx="6827">
                  <c:v>layton hills chrysler dodge jeep ram</c:v>
                </c:pt>
                <c:pt idx="6828">
                  <c:v>jet chevrolet inc</c:v>
                </c:pt>
                <c:pt idx="6829">
                  <c:v>a a a motors inc</c:v>
                </c:pt>
                <c:pt idx="6830">
                  <c:v>cpr auto sales &amp; finance</c:v>
                </c:pt>
                <c:pt idx="6831">
                  <c:v>madison honda</c:v>
                </c:pt>
                <c:pt idx="6832">
                  <c:v>l &amp; l motor company inc</c:v>
                </c:pt>
                <c:pt idx="6833">
                  <c:v>primeritus remarketing / sandhills motorsports</c:v>
                </c:pt>
                <c:pt idx="6834">
                  <c:v>southeast fleet a/s inc</c:v>
                </c:pt>
                <c:pt idx="6835">
                  <c:v>robbins motor sports llc</c:v>
                </c:pt>
                <c:pt idx="6836">
                  <c:v>royal credit union</c:v>
                </c:pt>
                <c:pt idx="6837">
                  <c:v>lou fusz ford inc</c:v>
                </c:pt>
                <c:pt idx="6838">
                  <c:v>union volkswagen</c:v>
                </c:pt>
                <c:pt idx="6839">
                  <c:v>moore-stewart honda</c:v>
                </c:pt>
                <c:pt idx="6840">
                  <c:v>shaker auto leasing/ars</c:v>
                </c:pt>
                <c:pt idx="6841">
                  <c:v>new york autosports inc.</c:v>
                </c:pt>
                <c:pt idx="6842">
                  <c:v>united motors sales</c:v>
                </c:pt>
                <c:pt idx="6843">
                  <c:v>moss motor company inc</c:v>
                </c:pt>
                <c:pt idx="6844">
                  <c:v>xpress finance inc</c:v>
                </c:pt>
                <c:pt idx="6845">
                  <c:v>bird chevrolet company</c:v>
                </c:pt>
                <c:pt idx="6846">
                  <c:v>autobahnd</c:v>
                </c:pt>
                <c:pt idx="6847">
                  <c:v>consumer auto liquidators</c:v>
                </c:pt>
                <c:pt idx="6848">
                  <c:v>reddell honda</c:v>
                </c:pt>
                <c:pt idx="6849">
                  <c:v>phoenix rsng corporation</c:v>
                </c:pt>
                <c:pt idx="6850">
                  <c:v>salazar used cars</c:v>
                </c:pt>
                <c:pt idx="6851">
                  <c:v>lee chrysler dodge jeep ram</c:v>
                </c:pt>
                <c:pt idx="6852">
                  <c:v>mulligan motors inc</c:v>
                </c:pt>
                <c:pt idx="6853">
                  <c:v>rw motors llc</c:v>
                </c:pt>
                <c:pt idx="6854">
                  <c:v>shawnee mission hyundai</c:v>
                </c:pt>
                <c:pt idx="6855">
                  <c:v>primeritus remareting/pee dee auto buyers</c:v>
                </c:pt>
                <c:pt idx="6856">
                  <c:v>global trade</c:v>
                </c:pt>
                <c:pt idx="6857">
                  <c:v>bodafide auto ltd</c:v>
                </c:pt>
                <c:pt idx="6858">
                  <c:v>eastside collateral</c:v>
                </c:pt>
                <c:pt idx="6859">
                  <c:v>international celebrity auto resale</c:v>
                </c:pt>
                <c:pt idx="6860">
                  <c:v>k c summers nissan mazda</c:v>
                </c:pt>
                <c:pt idx="6861">
                  <c:v>faulkner hyundai</c:v>
                </c:pt>
                <c:pt idx="6862">
                  <c:v>titlemax of blue diamond</c:v>
                </c:pt>
                <c:pt idx="6863">
                  <c:v>faa employees credit union</c:v>
                </c:pt>
                <c:pt idx="6864">
                  <c:v>d &amp; d auto &amp; truck sales inc</c:v>
                </c:pt>
                <c:pt idx="6865">
                  <c:v>remarketing by ge/fort lauderdale classic collec</c:v>
                </c:pt>
                <c:pt idx="6866">
                  <c:v>auto fleet</c:v>
                </c:pt>
                <c:pt idx="6867">
                  <c:v>all car canada</c:v>
                </c:pt>
                <c:pt idx="6868">
                  <c:v>deter motor company</c:v>
                </c:pt>
                <c:pt idx="6869">
                  <c:v>camex auto sale</c:v>
                </c:pt>
                <c:pt idx="6870">
                  <c:v>fletcher jones motorcars</c:v>
                </c:pt>
                <c:pt idx="6871">
                  <c:v>streamline automotives inc</c:v>
                </c:pt>
                <c:pt idx="6872">
                  <c:v>xclusive ato sls &amp; lsng inc</c:v>
                </c:pt>
                <c:pt idx="6873">
                  <c:v>kenco</c:v>
                </c:pt>
                <c:pt idx="6874">
                  <c:v>wallace automotive sales &amp; leasing</c:v>
                </c:pt>
                <c:pt idx="6875">
                  <c:v>fulton teachers credit union</c:v>
                </c:pt>
                <c:pt idx="6876">
                  <c:v>a/k auto sales</c:v>
                </c:pt>
                <c:pt idx="6877">
                  <c:v>comet enterprises</c:v>
                </c:pt>
                <c:pt idx="6878">
                  <c:v>boardwalk acura</c:v>
                </c:pt>
                <c:pt idx="6879">
                  <c:v>los angeles police fcu</c:v>
                </c:pt>
                <c:pt idx="6880">
                  <c:v>signature kia of colorado springs</c:v>
                </c:pt>
                <c:pt idx="6881">
                  <c:v>alphera financial services/div of bmw canada inc</c:v>
                </c:pt>
                <c:pt idx="6882">
                  <c:v>burns chevrolet cadillac inc</c:v>
                </c:pt>
                <c:pt idx="6883">
                  <c:v>avon equipment leasing</c:v>
                </c:pt>
                <c:pt idx="6884">
                  <c:v>hudson ford llc</c:v>
                </c:pt>
                <c:pt idx="6885">
                  <c:v>eugene auto center</c:v>
                </c:pt>
                <c:pt idx="6886">
                  <c:v>honda of new rochelle</c:v>
                </c:pt>
                <c:pt idx="6887">
                  <c:v>webb chevrolet plainfield inc</c:v>
                </c:pt>
                <c:pt idx="6888">
                  <c:v>royal motors usa</c:v>
                </c:pt>
                <c:pt idx="6889">
                  <c:v>utah used car sales</c:v>
                </c:pt>
                <c:pt idx="6890">
                  <c:v>lakeland moteurs</c:v>
                </c:pt>
                <c:pt idx="6891">
                  <c:v>lexus of edmonton</c:v>
                </c:pt>
                <c:pt idx="6892">
                  <c:v>tinker credit union</c:v>
                </c:pt>
                <c:pt idx="6893">
                  <c:v>infiniti of dayton</c:v>
                </c:pt>
                <c:pt idx="6894">
                  <c:v>don rosen imports</c:v>
                </c:pt>
                <c:pt idx="6895">
                  <c:v>burdick lexus</c:v>
                </c:pt>
                <c:pt idx="6896">
                  <c:v>green eyed motors</c:v>
                </c:pt>
                <c:pt idx="6897">
                  <c:v>tower west livery center llc</c:v>
                </c:pt>
                <c:pt idx="6898">
                  <c:v>metropolitan classic cars inc</c:v>
                </c:pt>
                <c:pt idx="6899">
                  <c:v>south shore bmw mini</c:v>
                </c:pt>
                <c:pt idx="6900">
                  <c:v>import specialists</c:v>
                </c:pt>
                <c:pt idx="6901">
                  <c:v>bergstrom pioneer leasing</c:v>
                </c:pt>
                <c:pt idx="6902">
                  <c:v>intercorp holdings  llc</c:v>
                </c:pt>
                <c:pt idx="6903">
                  <c:v>glanzmann autos</c:v>
                </c:pt>
                <c:pt idx="6904">
                  <c:v>cavender toyota</c:v>
                </c:pt>
                <c:pt idx="6905">
                  <c:v>schukei chevrolet inc</c:v>
                </c:pt>
                <c:pt idx="6906">
                  <c:v>midtown auto group</c:v>
                </c:pt>
                <c:pt idx="6907">
                  <c:v>river region credit union</c:v>
                </c:pt>
                <c:pt idx="6908">
                  <c:v>s l ford sales ltd</c:v>
                </c:pt>
                <c:pt idx="6909">
                  <c:v>repo remarketing/first american credit union</c:v>
                </c:pt>
                <c:pt idx="6910">
                  <c:v>sam swope fiat</c:v>
                </c:pt>
                <c:pt idx="6911">
                  <c:v>h kulp inc</c:v>
                </c:pt>
                <c:pt idx="6912">
                  <c:v>car land of macon llc</c:v>
                </c:pt>
                <c:pt idx="6913">
                  <c:v>chevrolet buick gmc cadillac of murfreesboro</c:v>
                </c:pt>
                <c:pt idx="6914">
                  <c:v>new market auto</c:v>
                </c:pt>
                <c:pt idx="6915">
                  <c:v>mt moriah auto sales inc</c:v>
                </c:pt>
                <c:pt idx="6916">
                  <c:v>le bo auto brokers</c:v>
                </c:pt>
                <c:pt idx="6917">
                  <c:v>ft trade financial dba ft acceptance corporation</c:v>
                </c:pt>
                <c:pt idx="6918">
                  <c:v>a plus fine cars</c:v>
                </c:pt>
                <c:pt idx="6919">
                  <c:v>browns ford of amsterdam inc</c:v>
                </c:pt>
                <c:pt idx="6920">
                  <c:v>breckenridge motors east llc</c:v>
                </c:pt>
                <c:pt idx="6921">
                  <c:v>chambersburg affordable auto sales llc</c:v>
                </c:pt>
                <c:pt idx="6922">
                  <c:v>titlemax/castle hills tx1</c:v>
                </c:pt>
                <c:pt idx="6923">
                  <c:v>heritage acceptance</c:v>
                </c:pt>
                <c:pt idx="6924">
                  <c:v>ron tonkin honda</c:v>
                </c:pt>
                <c:pt idx="6925">
                  <c:v>tony honda</c:v>
                </c:pt>
                <c:pt idx="6926">
                  <c:v>pacific cascade fcu</c:v>
                </c:pt>
                <c:pt idx="6927">
                  <c:v>titlemax of decatur blvd. - nv 14</c:v>
                </c:pt>
                <c:pt idx="6928">
                  <c:v>u s auto mart inc.</c:v>
                </c:pt>
                <c:pt idx="6929">
                  <c:v>brads auto sales</c:v>
                </c:pt>
                <c:pt idx="6930">
                  <c:v>affinity automotive repairs &amp; sales inc</c:v>
                </c:pt>
                <c:pt idx="6931">
                  <c:v>house of cars inc</c:v>
                </c:pt>
                <c:pt idx="6932">
                  <c:v>heritage chrysler dodge jeep ram owings mills</c:v>
                </c:pt>
                <c:pt idx="6933">
                  <c:v>j &amp; l auto sales llc</c:v>
                </c:pt>
                <c:pt idx="6934">
                  <c:v>brian harris bmw</c:v>
                </c:pt>
                <c:pt idx="6935">
                  <c:v>courtesy toyota</c:v>
                </c:pt>
                <c:pt idx="6936">
                  <c:v>alternative financial group inc</c:v>
                </c:pt>
                <c:pt idx="6937">
                  <c:v>autobahn auto group inc</c:v>
                </c:pt>
                <c:pt idx="6938">
                  <c:v>larry h. miller volkswagen lakewood</c:v>
                </c:pt>
                <c:pt idx="6939">
                  <c:v>3242878 nova scotia company</c:v>
                </c:pt>
                <c:pt idx="6940">
                  <c:v>tdaf remarketing/advanced auto brokers llc</c:v>
                </c:pt>
                <c:pt idx="6941">
                  <c:v>cowboy motors of vidor</c:v>
                </c:pt>
                <c:pt idx="6942">
                  <c:v>first cheyenne fcu</c:v>
                </c:pt>
                <c:pt idx="6943">
                  <c:v>gastonia chrysler jeep dodge ram</c:v>
                </c:pt>
                <c:pt idx="6944">
                  <c:v>lakeside car rental/l &amp; s car rental</c:v>
                </c:pt>
                <c:pt idx="6945">
                  <c:v>autonation chevrolet north</c:v>
                </c:pt>
                <c:pt idx="6946">
                  <c:v>autonation nissan dallas</c:v>
                </c:pt>
                <c:pt idx="6947">
                  <c:v>v &amp; m auto wholesale inc</c:v>
                </c:pt>
                <c:pt idx="6948">
                  <c:v>l &amp; h used cars of wilmington inc</c:v>
                </c:pt>
                <c:pt idx="6949">
                  <c:v>oxmoor toyota</c:v>
                </c:pt>
                <c:pt idx="6950">
                  <c:v>discount auto mart inc</c:v>
                </c:pt>
                <c:pt idx="6951">
                  <c:v>dave riddle wholesale</c:v>
                </c:pt>
                <c:pt idx="6952">
                  <c:v>a &amp; l auto sales llc</c:v>
                </c:pt>
                <c:pt idx="6953">
                  <c:v>division 1 auto brokers inc</c:v>
                </c:pt>
                <c:pt idx="6954">
                  <c:v>heritage acceptance inc</c:v>
                </c:pt>
                <c:pt idx="6955">
                  <c:v>extreme auto llc</c:v>
                </c:pt>
                <c:pt idx="6956">
                  <c:v>caguax auto sales</c:v>
                </c:pt>
                <c:pt idx="6957">
                  <c:v>sterling import motors lp</c:v>
                </c:pt>
                <c:pt idx="6958">
                  <c:v>onemain rem/abi auto</c:v>
                </c:pt>
                <c:pt idx="6959">
                  <c:v>moss bros toyota</c:v>
                </c:pt>
                <c:pt idx="6960">
                  <c:v>jars auto sales</c:v>
                </c:pt>
                <c:pt idx="6961">
                  <c:v>a g auto sales</c:v>
                </c:pt>
                <c:pt idx="6962">
                  <c:v>dreamauto inc</c:v>
                </c:pt>
                <c:pt idx="6963">
                  <c:v>kia of dayton</c:v>
                </c:pt>
                <c:pt idx="6964">
                  <c:v>shadlows auto sales &amp; brokerage</c:v>
                </c:pt>
                <c:pt idx="6965">
                  <c:v>northwest repossession services</c:v>
                </c:pt>
                <c:pt idx="6966">
                  <c:v>tom ahl chrysler dodge inc</c:v>
                </c:pt>
                <c:pt idx="6967">
                  <c:v>miracle toyota</c:v>
                </c:pt>
                <c:pt idx="6968">
                  <c:v>summit auto sales</c:v>
                </c:pt>
                <c:pt idx="6969">
                  <c:v>carzone</c:v>
                </c:pt>
                <c:pt idx="6970">
                  <c:v>carnes motor co inc</c:v>
                </c:pt>
                <c:pt idx="6971">
                  <c:v>dakota motor company</c:v>
                </c:pt>
                <c:pt idx="6972">
                  <c:v>decatur transit inc</c:v>
                </c:pt>
                <c:pt idx="6973">
                  <c:v>family auto center</c:v>
                </c:pt>
                <c:pt idx="6974">
                  <c:v>dbs financial</c:v>
                </c:pt>
                <c:pt idx="6975">
                  <c:v>american international finance</c:v>
                </c:pt>
                <c:pt idx="6976">
                  <c:v>bv automotive llc</c:v>
                </c:pt>
                <c:pt idx="6977">
                  <c:v>now auto sales inc</c:v>
                </c:pt>
                <c:pt idx="6978">
                  <c:v>sterling mccall nissan</c:v>
                </c:pt>
                <c:pt idx="6979">
                  <c:v>sandia area fcu</c:v>
                </c:pt>
                <c:pt idx="6980">
                  <c:v>nissan dealer blend/airport infiniti</c:v>
                </c:pt>
                <c:pt idx="6981">
                  <c:v>everett nissan</c:v>
                </c:pt>
                <c:pt idx="6982">
                  <c:v>westside auto imports</c:v>
                </c:pt>
                <c:pt idx="6983">
                  <c:v>wtb auto llc</c:v>
                </c:pt>
                <c:pt idx="6984">
                  <c:v>manhattan beach toyota</c:v>
                </c:pt>
                <c:pt idx="6985">
                  <c:v>unlimited automotive wholesalers</c:v>
                </c:pt>
                <c:pt idx="6986">
                  <c:v>jim hudson lexus augusta</c:v>
                </c:pt>
                <c:pt idx="6987">
                  <c:v>fox toyota inc</c:v>
                </c:pt>
                <c:pt idx="6988">
                  <c:v>don larson chev buick cad gmc</c:v>
                </c:pt>
                <c:pt idx="6989">
                  <c:v>fairchild wholesale</c:v>
                </c:pt>
                <c:pt idx="6990">
                  <c:v>hoss's auto sales</c:v>
                </c:pt>
                <c:pt idx="6991">
                  <c:v>dfw audi</c:v>
                </c:pt>
                <c:pt idx="6992">
                  <c:v>servus credit union</c:v>
                </c:pt>
                <c:pt idx="6993">
                  <c:v>m m m auto sales llc</c:v>
                </c:pt>
                <c:pt idx="6994">
                  <c:v>granby chrysler inc</c:v>
                </c:pt>
                <c:pt idx="6995">
                  <c:v>audi escondido</c:v>
                </c:pt>
                <c:pt idx="6996">
                  <c:v>oct partnership</c:v>
                </c:pt>
                <c:pt idx="6997">
                  <c:v>neches fcu</c:v>
                </c:pt>
                <c:pt idx="6998">
                  <c:v>smart honda</c:v>
                </c:pt>
                <c:pt idx="6999">
                  <c:v>remarketing by ge/pacific marine credit union</c:v>
                </c:pt>
                <c:pt idx="7000">
                  <c:v>audi concord</c:v>
                </c:pt>
                <c:pt idx="7001">
                  <c:v>import exchange limited</c:v>
                </c:pt>
                <c:pt idx="7002">
                  <c:v>belvoir fcu</c:v>
                </c:pt>
                <c:pt idx="7003">
                  <c:v>condemi motor company</c:v>
                </c:pt>
                <c:pt idx="7004">
                  <c:v>national remarketing</c:v>
                </c:pt>
                <c:pt idx="7005">
                  <c:v>parkway ford inc</c:v>
                </c:pt>
                <c:pt idx="7006">
                  <c:v>wilson county motors  llc</c:v>
                </c:pt>
                <c:pt idx="7007">
                  <c:v>georgia car finders llc</c:v>
                </c:pt>
                <c:pt idx="7008">
                  <c:v>k b motors inc</c:v>
                </c:pt>
                <c:pt idx="7009">
                  <c:v>fox chry plym dod jeep inc</c:v>
                </c:pt>
                <c:pt idx="7010">
                  <c:v>vp auto brokerage</c:v>
                </c:pt>
                <c:pt idx="7011">
                  <c:v>key cadillac inc</c:v>
                </c:pt>
                <c:pt idx="7012">
                  <c:v>plaza buick gmc inc</c:v>
                </c:pt>
                <c:pt idx="7013">
                  <c:v>conklin cars salina</c:v>
                </c:pt>
                <c:pt idx="7014">
                  <c:v>ruda chevrolet toyota</c:v>
                </c:pt>
                <c:pt idx="7015">
                  <c:v>on the road again</c:v>
                </c:pt>
                <c:pt idx="7016">
                  <c:v>virginia premier auto</c:v>
                </c:pt>
                <c:pt idx="7017">
                  <c:v>the truck junction inc</c:v>
                </c:pt>
                <c:pt idx="7018">
                  <c:v>adventure rv &amp; auto sales  inc</c:v>
                </c:pt>
                <c:pt idx="7019">
                  <c:v>chevrolake motorcars (2002) inc</c:v>
                </c:pt>
                <c:pt idx="7020">
                  <c:v>sherwood ford</c:v>
                </c:pt>
                <c:pt idx="7021">
                  <c:v>g s auto sales inc</c:v>
                </c:pt>
                <c:pt idx="7022">
                  <c:v>onemain rem/nationwide auto sale llc</c:v>
                </c:pt>
                <c:pt idx="7023">
                  <c:v>key finance</c:v>
                </c:pt>
                <c:pt idx="7024">
                  <c:v>motor vehicle remarketing llc</c:v>
                </c:pt>
                <c:pt idx="7025">
                  <c:v>barrera auto sales</c:v>
                </c:pt>
                <c:pt idx="7026">
                  <c:v>dominion credit union</c:v>
                </c:pt>
                <c:pt idx="7027">
                  <c:v>avis rac/nashville</c:v>
                </c:pt>
                <c:pt idx="7028">
                  <c:v>national auto sales</c:v>
                </c:pt>
                <c:pt idx="7029">
                  <c:v>rover of orange</c:v>
                </c:pt>
                <c:pt idx="7030">
                  <c:v>heritage trust fcu</c:v>
                </c:pt>
                <c:pt idx="7031">
                  <c:v>leadfoot auto sales</c:v>
                </c:pt>
                <c:pt idx="7032">
                  <c:v>marken ventures inc</c:v>
                </c:pt>
                <c:pt idx="7033">
                  <c:v>wyrope williamsport federal credit union</c:v>
                </c:pt>
                <c:pt idx="7034">
                  <c:v>loop auto sales and service llc</c:v>
                </c:pt>
                <c:pt idx="7035">
                  <c:v>pawtucket credit union</c:v>
                </c:pt>
                <c:pt idx="7036">
                  <c:v>millenium auto sales</c:v>
                </c:pt>
                <c:pt idx="7037">
                  <c:v>lee kia of greenville</c:v>
                </c:pt>
                <c:pt idx="7038">
                  <c:v>south regional financial llc</c:v>
                </c:pt>
                <c:pt idx="7039">
                  <c:v>prime auto direct</c:v>
                </c:pt>
                <c:pt idx="7040">
                  <c:v>o'steen volkswagen</c:v>
                </c:pt>
                <c:pt idx="7041">
                  <c:v>royal rent a car systems</c:v>
                </c:pt>
                <c:pt idx="7042">
                  <c:v>nissan dealer blend/infiniti of montclair</c:v>
                </c:pt>
                <c:pt idx="7043">
                  <c:v>dynamite auto sales inc</c:v>
                </c:pt>
                <c:pt idx="7044">
                  <c:v>auto iq inc</c:v>
                </c:pt>
                <c:pt idx="7045">
                  <c:v>ann arbor acura hyundai</c:v>
                </c:pt>
                <c:pt idx="7046">
                  <c:v>best deals auto center</c:v>
                </c:pt>
                <c:pt idx="7047">
                  <c:v>budget hanover/evan's service centre</c:v>
                </c:pt>
                <c:pt idx="7048">
                  <c:v>bayamon car rental</c:v>
                </c:pt>
                <c:pt idx="7049">
                  <c:v>idrive utah</c:v>
                </c:pt>
                <c:pt idx="7050">
                  <c:v>southeast auto group</c:v>
                </c:pt>
                <c:pt idx="7051">
                  <c:v>luther ford lincoln</c:v>
                </c:pt>
                <c:pt idx="7052">
                  <c:v>auto magic</c:v>
                </c:pt>
                <c:pt idx="7053">
                  <c:v>germain lexus of easton</c:v>
                </c:pt>
                <c:pt idx="7054">
                  <c:v>planet mitsubishi</c:v>
                </c:pt>
                <c:pt idx="7055">
                  <c:v>penningtons inc</c:v>
                </c:pt>
                <c:pt idx="7056">
                  <c:v>repo remarketing/sierra central credit union</c:v>
                </c:pt>
                <c:pt idx="7057">
                  <c:v>kirtland fcu</c:v>
                </c:pt>
                <c:pt idx="7058">
                  <c:v>northwest motors</c:v>
                </c:pt>
                <c:pt idx="7059">
                  <c:v>kobza motors inc</c:v>
                </c:pt>
                <c:pt idx="7060">
                  <c:v>onesource/jeff smith volkswagen of warner robins</c:v>
                </c:pt>
                <c:pt idx="7061">
                  <c:v>auto center of america inc</c:v>
                </c:pt>
                <c:pt idx="7062">
                  <c:v>boyd automotive</c:v>
                </c:pt>
                <c:pt idx="7063">
                  <c:v>hi country buick gmc</c:v>
                </c:pt>
                <c:pt idx="7064">
                  <c:v>des sources dodge chrysler ltee</c:v>
                </c:pt>
                <c:pt idx="7065">
                  <c:v>ln auto center inc</c:v>
                </c:pt>
                <c:pt idx="7066">
                  <c:v>lake chevrolet</c:v>
                </c:pt>
                <c:pt idx="7067">
                  <c:v>auto connections of bellevue</c:v>
                </c:pt>
                <c:pt idx="7068">
                  <c:v>misc marshalling-manheim central florida</c:v>
                </c:pt>
                <c:pt idx="7069">
                  <c:v>nutmeg auto wholesalers inc</c:v>
                </c:pt>
                <c:pt idx="7070">
                  <c:v>hardie's used cars llc</c:v>
                </c:pt>
                <c:pt idx="7071">
                  <c:v>heiser toyota</c:v>
                </c:pt>
                <c:pt idx="7072">
                  <c:v>auto showcase of hickory.com llc</c:v>
                </c:pt>
                <c:pt idx="7073">
                  <c:v>madera chevrolet oldsmobile toyota</c:v>
                </c:pt>
                <c:pt idx="7074">
                  <c:v>sawyer motors</c:v>
                </c:pt>
                <c:pt idx="7075">
                  <c:v>rpm motors</c:v>
                </c:pt>
                <c:pt idx="7076">
                  <c:v>keyser and miller ford inc</c:v>
                </c:pt>
                <c:pt idx="7077">
                  <c:v>remarketing by ge/so star central gas pipeline</c:v>
                </c:pt>
                <c:pt idx="7078">
                  <c:v>repo remarketing/arizona auto lenders</c:v>
                </c:pt>
                <c:pt idx="7079">
                  <c:v>haley toyota of richmond certified center</c:v>
                </c:pt>
                <c:pt idx="7080">
                  <c:v>j &amp; j auto sales</c:v>
                </c:pt>
                <c:pt idx="7081">
                  <c:v>mk auto sales</c:v>
                </c:pt>
                <c:pt idx="7082">
                  <c:v>michigan community credit union</c:v>
                </c:pt>
                <c:pt idx="7083">
                  <c:v>smiths auto sales</c:v>
                </c:pt>
                <c:pt idx="7084">
                  <c:v>murdock hyundai murray llc</c:v>
                </c:pt>
                <c:pt idx="7085">
                  <c:v>platinum auto</c:v>
                </c:pt>
                <c:pt idx="7086">
                  <c:v>rochester ford</c:v>
                </c:pt>
                <c:pt idx="7087">
                  <c:v>red tag center</c:v>
                </c:pt>
                <c:pt idx="7088">
                  <c:v>all american chrysler jeep dodge of midland</c:v>
                </c:pt>
                <c:pt idx="7089">
                  <c:v>crossroad motors</c:v>
                </c:pt>
                <c:pt idx="7090">
                  <c:v>automotive specialties inc</c:v>
                </c:pt>
                <c:pt idx="7091">
                  <c:v>ellis automotive group inc</c:v>
                </c:pt>
                <c:pt idx="7092">
                  <c:v>frank leta acura</c:v>
                </c:pt>
                <c:pt idx="7093">
                  <c:v>fast life llc</c:v>
                </c:pt>
                <c:pt idx="7094">
                  <c:v>inver grove hyundai</c:v>
                </c:pt>
                <c:pt idx="7095">
                  <c:v>land rover bedford llc</c:v>
                </c:pt>
                <c:pt idx="7096">
                  <c:v>larry h miller chrysler jeep dodge</c:v>
                </c:pt>
                <c:pt idx="7097">
                  <c:v>citizens finance/crystal lake</c:v>
                </c:pt>
                <c:pt idx="7098">
                  <c:v>fiserv/east coast funding group</c:v>
                </c:pt>
                <c:pt idx="7099">
                  <c:v>ron lewis chevrolet</c:v>
                </c:pt>
                <c:pt idx="7100">
                  <c:v>z line auto wholesalers corp</c:v>
                </c:pt>
                <c:pt idx="7101">
                  <c:v>kevin norden sales llc</c:v>
                </c:pt>
                <c:pt idx="7102">
                  <c:v>honda of princeton</c:v>
                </c:pt>
                <c:pt idx="7103">
                  <c:v>broadway chevrolet volkswagen saab</c:v>
                </c:pt>
                <c:pt idx="7104">
                  <c:v>greene way motors inc</c:v>
                </c:pt>
                <c:pt idx="7105">
                  <c:v>choice auto llc</c:v>
                </c:pt>
                <c:pt idx="7106">
                  <c:v>elk river ford merc</c:v>
                </c:pt>
                <c:pt idx="7107">
                  <c:v>wright way hyundai</c:v>
                </c:pt>
                <c:pt idx="7108">
                  <c:v>toyota of pasadena</c:v>
                </c:pt>
                <c:pt idx="7109">
                  <c:v>milestone auto inc</c:v>
                </c:pt>
                <c:pt idx="7110">
                  <c:v>airport mini of cleveland</c:v>
                </c:pt>
                <c:pt idx="7111">
                  <c:v>fancher sales llc</c:v>
                </c:pt>
                <c:pt idx="7112">
                  <c:v>bmw of visalia</c:v>
                </c:pt>
                <c:pt idx="7113">
                  <c:v>nalley nissan of atlanta</c:v>
                </c:pt>
                <c:pt idx="7114">
                  <c:v>par north america/alaska usa fcu</c:v>
                </c:pt>
                <c:pt idx="7115">
                  <c:v>primeritus remarketing/overseas military car</c:v>
                </c:pt>
                <c:pt idx="7116">
                  <c:v>luxor motor cars inc</c:v>
                </c:pt>
                <c:pt idx="7117">
                  <c:v>manheim texas hobby</c:v>
                </c:pt>
                <c:pt idx="7118">
                  <c:v>jcn inc auto sales</c:v>
                </c:pt>
                <c:pt idx="7119">
                  <c:v>basil toyota</c:v>
                </c:pt>
                <c:pt idx="7120">
                  <c:v>639475 alberta ltd</c:v>
                </c:pt>
                <c:pt idx="7121">
                  <c:v>automatic finance</c:v>
                </c:pt>
                <c:pt idx="7122">
                  <c:v>carzready</c:v>
                </c:pt>
                <c:pt idx="7123">
                  <c:v>frontier honda ltd</c:v>
                </c:pt>
                <c:pt idx="7124">
                  <c:v>certified auto llc</c:v>
                </c:pt>
                <c:pt idx="7125">
                  <c:v>abc remarketing inc</c:v>
                </c:pt>
                <c:pt idx="7126">
                  <c:v>lexus of louisville</c:v>
                </c:pt>
                <c:pt idx="7127">
                  <c:v>mena si auto sales inc</c:v>
                </c:pt>
                <c:pt idx="7128">
                  <c:v>nissan of melbourne</c:v>
                </c:pt>
                <c:pt idx="7129">
                  <c:v>central national bank</c:v>
                </c:pt>
                <c:pt idx="7130">
                  <c:v>highline wholesale</c:v>
                </c:pt>
                <c:pt idx="7131">
                  <c:v>alan jay kia</c:v>
                </c:pt>
                <c:pt idx="7132">
                  <c:v>afg/state national companies</c:v>
                </c:pt>
                <c:pt idx="7133">
                  <c:v>cosmo motors inc</c:v>
                </c:pt>
                <c:pt idx="7134">
                  <c:v>state farm federal credit union</c:v>
                </c:pt>
                <c:pt idx="7135">
                  <c:v>palm lincoln</c:v>
                </c:pt>
                <c:pt idx="7136">
                  <c:v>bmw of charlottesville</c:v>
                </c:pt>
                <c:pt idx="7137">
                  <c:v>all makes auto sales inc</c:v>
                </c:pt>
                <c:pt idx="7138">
                  <c:v>flag/hiley mazda</c:v>
                </c:pt>
                <c:pt idx="7139">
                  <c:v>dixon ford lincoln mercury llc</c:v>
                </c:pt>
                <c:pt idx="7140">
                  <c:v>e b autos</c:v>
                </c:pt>
                <c:pt idx="7141">
                  <c:v>crossroad auto group inc</c:v>
                </c:pt>
                <c:pt idx="7142">
                  <c:v>honda of santa maria</c:v>
                </c:pt>
                <c:pt idx="7143">
                  <c:v>ramsey nissan inc</c:v>
                </c:pt>
                <c:pt idx="7144">
                  <c:v>mansfield motor group</c:v>
                </c:pt>
                <c:pt idx="7145">
                  <c:v>collateral solutions</c:v>
                </c:pt>
                <c:pt idx="7146">
                  <c:v>sterling heights d-c-j</c:v>
                </c:pt>
                <c:pt idx="7147">
                  <c:v>professional financial services/buford</c:v>
                </c:pt>
                <c:pt idx="7148">
                  <c:v>outlet recreation.com</c:v>
                </c:pt>
                <c:pt idx="7149">
                  <c:v>remarketing by ge/membersown credit union</c:v>
                </c:pt>
                <c:pt idx="7150">
                  <c:v>piazza mazda of west chester</c:v>
                </c:pt>
                <c:pt idx="7151">
                  <c:v>lake view ford inc</c:v>
                </c:pt>
                <c:pt idx="7152">
                  <c:v>noho auto group inc</c:v>
                </c:pt>
                <c:pt idx="7153">
                  <c:v>autonation nissan thornton road</c:v>
                </c:pt>
                <c:pt idx="7154">
                  <c:v>j &amp; g auto sales</c:v>
                </c:pt>
                <c:pt idx="7155">
                  <c:v>remarketing by ge/monroe county community cu</c:v>
                </c:pt>
                <c:pt idx="7156">
                  <c:v>lithia hyundai of odessa</c:v>
                </c:pt>
                <c:pt idx="7157">
                  <c:v>northern auto sales</c:v>
                </c:pt>
                <c:pt idx="7158">
                  <c:v>udrive automobiles</c:v>
                </c:pt>
                <c:pt idx="7159">
                  <c:v>royal palm nissan</c:v>
                </c:pt>
                <c:pt idx="7160">
                  <c:v>sheehy volkswagen</c:v>
                </c:pt>
                <c:pt idx="7161">
                  <c:v>source one adj of ohio inc/wright-patt cu</c:v>
                </c:pt>
                <c:pt idx="7162">
                  <c:v>gurley leep kia</c:v>
                </c:pt>
                <c:pt idx="7163">
                  <c:v>downtown hyundai downtown subaru</c:v>
                </c:pt>
                <c:pt idx="7164">
                  <c:v>berstrom pioneer auto &amp; truck leasing</c:v>
                </c:pt>
                <c:pt idx="7165">
                  <c:v>casa nissan inc</c:v>
                </c:pt>
                <c:pt idx="7166">
                  <c:v>after 5 motors inc</c:v>
                </c:pt>
                <c:pt idx="7167">
                  <c:v>dfw select motorcars llc</c:v>
                </c:pt>
                <c:pt idx="7168">
                  <c:v>bank of denver</c:v>
                </c:pt>
                <c:pt idx="7169">
                  <c:v>glanzmann subaru inc</c:v>
                </c:pt>
                <c:pt idx="7170">
                  <c:v>david r mcgeorge car co inc</c:v>
                </c:pt>
                <c:pt idx="7171">
                  <c:v>husker auto group llc</c:v>
                </c:pt>
                <c:pt idx="7172">
                  <c:v>jack demmer ford inc</c:v>
                </c:pt>
                <c:pt idx="7173">
                  <c:v>royal five auto sales llc</c:v>
                </c:pt>
                <c:pt idx="7174">
                  <c:v>scottsdale motor company llc</c:v>
                </c:pt>
                <c:pt idx="7175">
                  <c:v>mel's auto</c:v>
                </c:pt>
                <c:pt idx="7176">
                  <c:v>flamingo auto sales and custom</c:v>
                </c:pt>
                <c:pt idx="7177">
                  <c:v>jabaay motors inc</c:v>
                </c:pt>
                <c:pt idx="7178">
                  <c:v>country hill motors inc</c:v>
                </c:pt>
                <c:pt idx="7179">
                  <c:v>mun2s auto sales llc</c:v>
                </c:pt>
                <c:pt idx="7180">
                  <c:v>medlin motors inc</c:v>
                </c:pt>
                <c:pt idx="7181">
                  <c:v>freedom automotive group llc</c:v>
                </c:pt>
                <c:pt idx="7182">
                  <c:v>ford lincoln gabriel</c:v>
                </c:pt>
                <c:pt idx="7183">
                  <c:v>carolina auto imports inc</c:v>
                </c:pt>
                <c:pt idx="7184">
                  <c:v>keller ford lincoln</c:v>
                </c:pt>
                <c:pt idx="7185">
                  <c:v>volkswagen of puyallup</c:v>
                </c:pt>
                <c:pt idx="7186">
                  <c:v>willowbrook ford inc</c:v>
                </c:pt>
                <c:pt idx="7187">
                  <c:v>nissan dealer blend/infiniti of coconut creek</c:v>
                </c:pt>
                <c:pt idx="7188">
                  <c:v>kingdom chevrolet inc</c:v>
                </c:pt>
                <c:pt idx="7189">
                  <c:v>morgan automotive inc</c:v>
                </c:pt>
                <c:pt idx="7190">
                  <c:v>trademaster</c:v>
                </c:pt>
                <c:pt idx="7191">
                  <c:v>access auto mart llc</c:v>
                </c:pt>
                <c:pt idx="7192">
                  <c:v>auto pro sales</c:v>
                </c:pt>
                <c:pt idx="7193">
                  <c:v>city auto sales incorporated</c:v>
                </c:pt>
                <c:pt idx="7194">
                  <c:v>iverson chrysler center inc</c:v>
                </c:pt>
                <c:pt idx="7195">
                  <c:v>motorcars of lansing inc</c:v>
                </c:pt>
                <c:pt idx="7196">
                  <c:v>nissan of bakersfield</c:v>
                </c:pt>
                <c:pt idx="7197">
                  <c:v>tricolor auto</c:v>
                </c:pt>
                <c:pt idx="7198">
                  <c:v>volkswagen of moreno valley</c:v>
                </c:pt>
                <c:pt idx="7199">
                  <c:v>pacileos great lakes motor co</c:v>
                </c:pt>
                <c:pt idx="7200">
                  <c:v>financial services remarketing - bb</c:v>
                </c:pt>
                <c:pt idx="7201">
                  <c:v>autobahn motors corp</c:v>
                </c:pt>
                <c:pt idx="7202">
                  <c:v>j &amp; m wholesale inc</c:v>
                </c:pt>
                <c:pt idx="7203">
                  <c:v>autoplex</c:v>
                </c:pt>
                <c:pt idx="7204">
                  <c:v>mark mitsubishi</c:v>
                </c:pt>
                <c:pt idx="7205">
                  <c:v>sampson corvettes</c:v>
                </c:pt>
                <c:pt idx="7206">
                  <c:v>tafel motors  inc</c:v>
                </c:pt>
                <c:pt idx="7207">
                  <c:v>sons honda</c:v>
                </c:pt>
                <c:pt idx="7208">
                  <c:v>ron tonkin acura</c:v>
                </c:pt>
                <c:pt idx="7209">
                  <c:v>hidy honda</c:v>
                </c:pt>
                <c:pt idx="7210">
                  <c:v>nj autofinders llc</c:v>
                </c:pt>
                <c:pt idx="7211">
                  <c:v>primeritus remarketing/ams auto plaza</c:v>
                </c:pt>
                <c:pt idx="7212">
                  <c:v>avalanche preowned vehicles lp</c:v>
                </c:pt>
                <c:pt idx="7213">
                  <c:v>times past</c:v>
                </c:pt>
                <c:pt idx="7214">
                  <c:v>larry h miller ford lakewood</c:v>
                </c:pt>
                <c:pt idx="7215">
                  <c:v>western financial &amp; leasing inc</c:v>
                </c:pt>
                <c:pt idx="7216">
                  <c:v>ars/brac of harrisburg dba aero corp</c:v>
                </c:pt>
                <c:pt idx="7217">
                  <c:v>avenue motors</c:v>
                </c:pt>
                <c:pt idx="7218">
                  <c:v>avis rac/orlando</c:v>
                </c:pt>
                <c:pt idx="7219">
                  <c:v>abilene teachers fcu</c:v>
                </c:pt>
                <c:pt idx="7220">
                  <c:v>joel auto sales</c:v>
                </c:pt>
                <c:pt idx="7221">
                  <c:v>alhambra credit union</c:v>
                </c:pt>
                <c:pt idx="7222">
                  <c:v>courtesy acura</c:v>
                </c:pt>
                <c:pt idx="7223">
                  <c:v>hardins wholesale inc</c:v>
                </c:pt>
                <c:pt idx="7224">
                  <c:v>central bank</c:v>
                </c:pt>
                <c:pt idx="7225">
                  <c:v>keith hawthorne ford</c:v>
                </c:pt>
                <c:pt idx="7226">
                  <c:v>ab competition auto sales</c:v>
                </c:pt>
                <c:pt idx="7227">
                  <c:v>ssl automotive inc</c:v>
                </c:pt>
                <c:pt idx="7228">
                  <c:v>national auto acceptance corp</c:v>
                </c:pt>
                <c:pt idx="7229">
                  <c:v>firefighters first credit union</c:v>
                </c:pt>
                <c:pt idx="7230">
                  <c:v>nold wholesale llc</c:v>
                </c:pt>
                <c:pt idx="7231">
                  <c:v>chuck jordan auto sales</c:v>
                </c:pt>
                <c:pt idx="7232">
                  <c:v>century motor corporation</c:v>
                </c:pt>
                <c:pt idx="7233">
                  <c:v>brady trane service inc</c:v>
                </c:pt>
                <c:pt idx="7234">
                  <c:v>cinfed credit union</c:v>
                </c:pt>
                <c:pt idx="7235">
                  <c:v>chevy auto body inc</c:v>
                </c:pt>
                <c:pt idx="7236">
                  <c:v>axelrod auto outlet inc</c:v>
                </c:pt>
                <c:pt idx="7237">
                  <c:v>automotive remarketing aka carolina title loans</c:v>
                </c:pt>
                <c:pt idx="7238">
                  <c:v>autonation ford lincoln union city</c:v>
                </c:pt>
                <c:pt idx="7239">
                  <c:v>poquet auto sales inc</c:v>
                </c:pt>
                <c:pt idx="7240">
                  <c:v>mike kelly kia</c:v>
                </c:pt>
                <c:pt idx="7241">
                  <c:v>lithia toyota of odessa</c:v>
                </c:pt>
                <c:pt idx="7242">
                  <c:v>murdock chevrolet  inc.</c:v>
                </c:pt>
                <c:pt idx="7243">
                  <c:v>jim mckay chevrolet inc</c:v>
                </c:pt>
                <c:pt idx="7244">
                  <c:v>autonation subaru arapahoe</c:v>
                </c:pt>
                <c:pt idx="7245">
                  <c:v>manheim daytona beach - remarketing</c:v>
                </c:pt>
                <c:pt idx="7246">
                  <c:v>livonia mitsubishi</c:v>
                </c:pt>
                <c:pt idx="7247">
                  <c:v>malfara's automotive</c:v>
                </c:pt>
                <c:pt idx="7248">
                  <c:v>swope motors  inc.</c:v>
                </c:pt>
                <c:pt idx="7249">
                  <c:v>usa car rental</c:v>
                </c:pt>
                <c:pt idx="7250">
                  <c:v>bearcat leasing</c:v>
                </c:pt>
                <c:pt idx="7251">
                  <c:v>titlemax of sunset rd. - nv 1</c:v>
                </c:pt>
                <c:pt idx="7252">
                  <c:v>faulkner cadillac</c:v>
                </c:pt>
                <c:pt idx="7253">
                  <c:v>repo remarketing/farmers insurance group fcu</c:v>
                </c:pt>
                <c:pt idx="7254">
                  <c:v>newburgh nissan inc</c:v>
                </c:pt>
                <c:pt idx="7255">
                  <c:v>sames motor company inc</c:v>
                </c:pt>
                <c:pt idx="7256">
                  <c:v>open rd motors llc</c:v>
                </c:pt>
                <c:pt idx="7257">
                  <c:v>galaxie motors</c:v>
                </c:pt>
                <c:pt idx="7258">
                  <c:v>insight financial credit union</c:v>
                </c:pt>
                <c:pt idx="7259">
                  <c:v>john amato nissan inc</c:v>
                </c:pt>
                <c:pt idx="7260">
                  <c:v>jay wolfe toyota scion</c:v>
                </c:pt>
                <c:pt idx="7261">
                  <c:v>nationwide motor sales corp</c:v>
                </c:pt>
                <c:pt idx="7262">
                  <c:v>nissan dealer blend/premier nissan</c:v>
                </c:pt>
                <c:pt idx="7263">
                  <c:v>national charity services</c:v>
                </c:pt>
                <c:pt idx="7264">
                  <c:v>volvo of wichita</c:v>
                </c:pt>
                <c:pt idx="7265">
                  <c:v>weyco community credit union</c:v>
                </c:pt>
                <c:pt idx="7266">
                  <c:v>yes auto brokers  inc.</c:v>
                </c:pt>
                <c:pt idx="7267">
                  <c:v>northstar auto brokers llc</c:v>
                </c:pt>
                <c:pt idx="7268">
                  <c:v>la perla auto corporation</c:v>
                </c:pt>
                <c:pt idx="7269">
                  <c:v>robbie joyners auto sales llc</c:v>
                </c:pt>
                <c:pt idx="7270">
                  <c:v>university first federal credit union</c:v>
                </c:pt>
                <c:pt idx="7271">
                  <c:v>fiserv/glen falls national bank and trust</c:v>
                </c:pt>
                <c:pt idx="7272">
                  <c:v>arsenal credit union</c:v>
                </c:pt>
                <c:pt idx="7273">
                  <c:v>j j auto sales llc</c:v>
                </c:pt>
                <c:pt idx="7274">
                  <c:v>ideal classic cars llc</c:v>
                </c:pt>
                <c:pt idx="7275">
                  <c:v>freedom chrysler jeep dodge inc</c:v>
                </c:pt>
                <c:pt idx="7276">
                  <c:v>cherry motors</c:v>
                </c:pt>
                <c:pt idx="7277">
                  <c:v>marliban investments llc</c:v>
                </c:pt>
                <c:pt idx="7278">
                  <c:v>malkoon motors  inc.</c:v>
                </c:pt>
                <c:pt idx="7279">
                  <c:v>richardson motor corp</c:v>
                </c:pt>
                <c:pt idx="7280">
                  <c:v>lease master inc</c:v>
                </c:pt>
                <c:pt idx="7281">
                  <c:v>wallace lincoln</c:v>
                </c:pt>
                <c:pt idx="7282">
                  <c:v>university fcu</c:v>
                </c:pt>
                <c:pt idx="7283">
                  <c:v>milledgeville hyundai llc</c:v>
                </c:pt>
                <c:pt idx="7284">
                  <c:v>us community credit union</c:v>
                </c:pt>
                <c:pt idx="7285">
                  <c:v>prestige motor company</c:v>
                </c:pt>
                <c:pt idx="7286">
                  <c:v>trey crouch's wheels on credit inc</c:v>
                </c:pt>
                <c:pt idx="7287">
                  <c:v>kuni westside infiniti</c:v>
                </c:pt>
                <c:pt idx="7288">
                  <c:v>west park motor company llc</c:v>
                </c:pt>
                <c:pt idx="7289">
                  <c:v>hollern and sons auto sales</c:v>
                </c:pt>
                <c:pt idx="7290">
                  <c:v>autoplex usa</c:v>
                </c:pt>
                <c:pt idx="7291">
                  <c:v>cross creek subaru inc</c:v>
                </c:pt>
                <c:pt idx="7292">
                  <c:v>hendersonville chrysler dodge jeep ram</c:v>
                </c:pt>
                <c:pt idx="7293">
                  <c:v>jp auto wholesalers inc</c:v>
                </c:pt>
                <c:pt idx="7294">
                  <c:v>car zone inc</c:v>
                </c:pt>
                <c:pt idx="7295">
                  <c:v>bmw of salem</c:v>
                </c:pt>
                <c:pt idx="7296">
                  <c:v>c &amp; b auto sales inc</c:v>
                </c:pt>
                <c:pt idx="7297">
                  <c:v>titan auto imports</c:v>
                </c:pt>
                <c:pt idx="7298">
                  <c:v>larry h miller dodge peoria</c:v>
                </c:pt>
                <c:pt idx="7299">
                  <c:v>professional financial services/spartanburg</c:v>
                </c:pt>
                <c:pt idx="7300">
                  <c:v>matt slap subaru inc</c:v>
                </c:pt>
                <c:pt idx="7301">
                  <c:v>primeritus remarketing/bullseye motors inc</c:v>
                </c:pt>
                <c:pt idx="7302">
                  <c:v>palm mitsubishi</c:v>
                </c:pt>
                <c:pt idx="7303">
                  <c:v>ron hibbard toyota</c:v>
                </c:pt>
                <c:pt idx="7304">
                  <c:v>advantage financing</c:v>
                </c:pt>
                <c:pt idx="7305">
                  <c:v>jen kel motor car inc</c:v>
                </c:pt>
                <c:pt idx="7306">
                  <c:v>ax auto inc</c:v>
                </c:pt>
                <c:pt idx="7307">
                  <c:v>fuccillo kia of clay</c:v>
                </c:pt>
                <c:pt idx="7308">
                  <c:v>clearview fcu</c:v>
                </c:pt>
                <c:pt idx="7309">
                  <c:v>devillier auto sales inc</c:v>
                </c:pt>
                <c:pt idx="7310">
                  <c:v>united finance co/portland</c:v>
                </c:pt>
                <c:pt idx="7311">
                  <c:v>auto expo llc</c:v>
                </c:pt>
                <c:pt idx="7312">
                  <c:v>west lawn motor co</c:v>
                </c:pt>
                <c:pt idx="7313">
                  <c:v>mid florida auto outlet inc</c:v>
                </c:pt>
                <c:pt idx="7314">
                  <c:v>toyota of boerne</c:v>
                </c:pt>
                <c:pt idx="7315">
                  <c:v>ocean city chevrolet</c:v>
                </c:pt>
                <c:pt idx="7316">
                  <c:v>ultimate automotive group llc</c:v>
                </c:pt>
                <c:pt idx="7317">
                  <c:v>tk whips automotive</c:v>
                </c:pt>
                <c:pt idx="7318">
                  <c:v>onesource/tuscaloosa toyota</c:v>
                </c:pt>
                <c:pt idx="7319">
                  <c:v>w b motors llc</c:v>
                </c:pt>
                <c:pt idx="7320">
                  <c:v>las vegas auto auction/super auto sales</c:v>
                </c:pt>
                <c:pt idx="7321">
                  <c:v>manheim riverside arbitrations</c:v>
                </c:pt>
                <c:pt idx="7322">
                  <c:v>west palm financial group llc</c:v>
                </c:pt>
                <c:pt idx="7323">
                  <c:v>lake nissan sales inc</c:v>
                </c:pt>
                <c:pt idx="7324">
                  <c:v>gesswein motors inc</c:v>
                </c:pt>
                <c:pt idx="7325">
                  <c:v>indiv</c:v>
                </c:pt>
                <c:pt idx="7326">
                  <c:v>baierl acura</c:v>
                </c:pt>
                <c:pt idx="7327">
                  <c:v>all american auto mart inc</c:v>
                </c:pt>
                <c:pt idx="7328">
                  <c:v>2rj auto enterprises llc</c:v>
                </c:pt>
                <c:pt idx="7329">
                  <c:v>titlemax/san diego ca1</c:v>
                </c:pt>
                <c:pt idx="7330">
                  <c:v>state department fcu</c:v>
                </c:pt>
                <c:pt idx="7331">
                  <c:v>montrose mazda kent</c:v>
                </c:pt>
                <c:pt idx="7332">
                  <c:v>newburgh toyota scion</c:v>
                </c:pt>
                <c:pt idx="7333">
                  <c:v>toyota of des moines</c:v>
                </c:pt>
                <c:pt idx="7334">
                  <c:v>siouxland fcu</c:v>
                </c:pt>
                <c:pt idx="7335">
                  <c:v>colorado motors</c:v>
                </c:pt>
                <c:pt idx="7336">
                  <c:v>cbr auto sales inc</c:v>
                </c:pt>
                <c:pt idx="7337">
                  <c:v>blue grass audi</c:v>
                </c:pt>
                <c:pt idx="7338">
                  <c:v>downsview place auto group inc</c:v>
                </c:pt>
                <c:pt idx="7339">
                  <c:v>bobs rentals inc dba/avis</c:v>
                </c:pt>
                <c:pt idx="7340">
                  <c:v>adams leasing inc</c:v>
                </c:pt>
                <c:pt idx="7341">
                  <c:v>infiniti of hoffman estates inc</c:v>
                </c:pt>
                <c:pt idx="7342">
                  <c:v>members 1st fcu</c:v>
                </c:pt>
                <c:pt idx="7343">
                  <c:v>km leasing</c:v>
                </c:pt>
                <c:pt idx="7344">
                  <c:v>union first market bankshares</c:v>
                </c:pt>
                <c:pt idx="7345">
                  <c:v>r and m quality wholesalers</c:v>
                </c:pt>
                <c:pt idx="7346">
                  <c:v>wagner's truck and auto sales</c:v>
                </c:pt>
                <c:pt idx="7347">
                  <c:v>gl southfield llc</c:v>
                </c:pt>
                <c:pt idx="7348">
                  <c:v>dodge city toyota-lexus of rkfd</c:v>
                </c:pt>
                <c:pt idx="7349">
                  <c:v>honda gallery</c:v>
                </c:pt>
                <c:pt idx="7350">
                  <c:v>decker motor car co inc</c:v>
                </c:pt>
                <c:pt idx="7351">
                  <c:v>autonation chrysler dodge jeep ram roseville</c:v>
                </c:pt>
                <c:pt idx="7352">
                  <c:v>repo remarketing/chevron valley credit union</c:v>
                </c:pt>
                <c:pt idx="7353">
                  <c:v>mbfs auction consignments</c:v>
                </c:pt>
                <c:pt idx="7354">
                  <c:v>jmj wholesale autos</c:v>
                </c:pt>
                <c:pt idx="7355">
                  <c:v>daytona hyundai</c:v>
                </c:pt>
                <c:pt idx="7356">
                  <c:v>kinsella kars</c:v>
                </c:pt>
                <c:pt idx="7357">
                  <c:v>primeritus remarketing/sms</c:v>
                </c:pt>
                <c:pt idx="7358">
                  <c:v>precision motors inc</c:v>
                </c:pt>
                <c:pt idx="7359">
                  <c:v>rentschler chevrolet</c:v>
                </c:pt>
                <c:pt idx="7360">
                  <c:v>onemain rem/lenn costner auto sales</c:v>
                </c:pt>
                <c:pt idx="7361">
                  <c:v>coastal credit llc/orange park/orange park</c:v>
                </c:pt>
                <c:pt idx="7362">
                  <c:v>cowboy up auto</c:v>
                </c:pt>
                <c:pt idx="7363">
                  <c:v>enterprise fleet services/st louis</c:v>
                </c:pt>
                <c:pt idx="7364">
                  <c:v>blackjack motorcars llc</c:v>
                </c:pt>
                <c:pt idx="7365">
                  <c:v>east west lincoln mercury inc</c:v>
                </c:pt>
                <c:pt idx="7366">
                  <c:v>clovis chrysler dodge jeep ram</c:v>
                </c:pt>
                <c:pt idx="7367">
                  <c:v>ron craft chevrolet cadillac</c:v>
                </c:pt>
                <c:pt idx="7368">
                  <c:v>auto dealers ca whsle network fleet llc</c:v>
                </c:pt>
                <c:pt idx="7369">
                  <c:v>executive fleet</c:v>
                </c:pt>
                <c:pt idx="7370">
                  <c:v>automobili corp</c:v>
                </c:pt>
                <c:pt idx="7371">
                  <c:v>auto solutions</c:v>
                </c:pt>
                <c:pt idx="7372">
                  <c:v>dollar rac/salt lake city</c:v>
                </c:pt>
                <c:pt idx="7373">
                  <c:v>j5's auto sales llc</c:v>
                </c:pt>
                <c:pt idx="7374">
                  <c:v>california dealers</c:v>
                </c:pt>
                <c:pt idx="7375">
                  <c:v>myeuronow corp</c:v>
                </c:pt>
                <c:pt idx="7376">
                  <c:v>ostiguy ford inc</c:v>
                </c:pt>
                <c:pt idx="7377">
                  <c:v>romero cars llc</c:v>
                </c:pt>
                <c:pt idx="7378">
                  <c:v>nissan dealer blend/chandler nissan</c:v>
                </c:pt>
                <c:pt idx="7379">
                  <c:v>town &amp; country car &amp; truck ctr  inc</c:v>
                </c:pt>
                <c:pt idx="7380">
                  <c:v>tmm auto sales</c:v>
                </c:pt>
                <c:pt idx="7381">
                  <c:v>white allen european auto group</c:v>
                </c:pt>
                <c:pt idx="7382">
                  <c:v>smart drive llc</c:v>
                </c:pt>
                <c:pt idx="7383">
                  <c:v>patrick hyundai llc</c:v>
                </c:pt>
                <c:pt idx="7384">
                  <c:v>supreme imports llc</c:v>
                </c:pt>
                <c:pt idx="7385">
                  <c:v>66 auto sales</c:v>
                </c:pt>
                <c:pt idx="7386">
                  <c:v>a j dohmann chevrolet cadillac inc</c:v>
                </c:pt>
                <c:pt idx="7387">
                  <c:v>george yelland inc</c:v>
                </c:pt>
                <c:pt idx="7388">
                  <c:v>carolina chrysler dodge jeep ram</c:v>
                </c:pt>
                <c:pt idx="7389">
                  <c:v>dfw aa/ars</c:v>
                </c:pt>
                <c:pt idx="7390">
                  <c:v>ed stibgen auto sales</c:v>
                </c:pt>
                <c:pt idx="7391">
                  <c:v>cook auto rental &amp; leasing inc</c:v>
                </c:pt>
                <c:pt idx="7392">
                  <c:v>icon motoring inc</c:v>
                </c:pt>
                <c:pt idx="7393">
                  <c:v>gas buggies</c:v>
                </c:pt>
                <c:pt idx="7394">
                  <c:v>sej llc</c:v>
                </c:pt>
                <c:pt idx="7395">
                  <c:v>mecu</c:v>
                </c:pt>
                <c:pt idx="7396">
                  <c:v>team toyota</c:v>
                </c:pt>
                <c:pt idx="7397">
                  <c:v>remarketing by ge/railroad &amp; industrial fcu</c:v>
                </c:pt>
                <c:pt idx="7398">
                  <c:v>northeast credit union</c:v>
                </c:pt>
                <c:pt idx="7399">
                  <c:v>toyota of bowie</c:v>
                </c:pt>
                <c:pt idx="7400">
                  <c:v>pit box auto sales llc</c:v>
                </c:pt>
                <c:pt idx="7401">
                  <c:v>lendmark financial services/florence</c:v>
                </c:pt>
                <c:pt idx="7402">
                  <c:v>snake river financial</c:v>
                </c:pt>
                <c:pt idx="7403">
                  <c:v>rockstar llc</c:v>
                </c:pt>
                <c:pt idx="7404">
                  <c:v>motorsports unlimited inc</c:v>
                </c:pt>
                <c:pt idx="7405">
                  <c:v>alerce group llc</c:v>
                </c:pt>
                <c:pt idx="7406">
                  <c:v>auto one usa</c:v>
                </c:pt>
                <c:pt idx="7407">
                  <c:v>jay pontiac buick</c:v>
                </c:pt>
                <c:pt idx="7408">
                  <c:v>houston auto auction</c:v>
                </c:pt>
                <c:pt idx="7409">
                  <c:v>buckeye state auto sales</c:v>
                </c:pt>
                <c:pt idx="7410">
                  <c:v>atlantic coast remarketing inc/sa</c:v>
                </c:pt>
                <c:pt idx="7411">
                  <c:v>dellarose llc</c:v>
                </c:pt>
                <c:pt idx="7412">
                  <c:v>a&amp;e automotive llc</c:v>
                </c:pt>
                <c:pt idx="7413">
                  <c:v>wissler motors inc</c:v>
                </c:pt>
                <c:pt idx="7414">
                  <c:v>wilder vw nissan</c:v>
                </c:pt>
                <c:pt idx="7415">
                  <c:v>walker bros. auto sales</c:v>
                </c:pt>
                <c:pt idx="7416">
                  <c:v>m &amp; b motors</c:v>
                </c:pt>
                <c:pt idx="7417">
                  <c:v>fiserv/alabama telco fcu</c:v>
                </c:pt>
                <c:pt idx="7418">
                  <c:v>championship auto sales</c:v>
                </c:pt>
                <c:pt idx="7419">
                  <c:v>auto brokers european connection llc</c:v>
                </c:pt>
                <c:pt idx="7420">
                  <c:v>raz cars inc</c:v>
                </c:pt>
                <c:pt idx="7421">
                  <c:v>lynnwood honda</c:v>
                </c:pt>
                <c:pt idx="7422">
                  <c:v>bass fineberg leasing inc</c:v>
                </c:pt>
                <c:pt idx="7423">
                  <c:v>derek scott's auto park</c:v>
                </c:pt>
                <c:pt idx="7424">
                  <c:v>orlando auto sale</c:v>
                </c:pt>
                <c:pt idx="7425">
                  <c:v>nick nicholas ford inc</c:v>
                </c:pt>
                <c:pt idx="7426">
                  <c:v>tac auto llc</c:v>
                </c:pt>
                <c:pt idx="7427">
                  <c:v>mazda gallery</c:v>
                </c:pt>
                <c:pt idx="7428">
                  <c:v>m/m ent</c:v>
                </c:pt>
                <c:pt idx="7429">
                  <c:v>repo remarketing/credit union of colorado</c:v>
                </c:pt>
                <c:pt idx="7430">
                  <c:v>rb leasing</c:v>
                </c:pt>
                <c:pt idx="7431">
                  <c:v>andy cothern auto sales</c:v>
                </c:pt>
                <c:pt idx="7432">
                  <c:v>beaverton auto wholesale llc</c:v>
                </c:pt>
                <c:pt idx="7433">
                  <c:v>abc 2 z auto sales llc</c:v>
                </c:pt>
                <c:pt idx="7434">
                  <c:v>onemain rem/brascar auto sales &amp; rentals inc</c:v>
                </c:pt>
                <c:pt idx="7435">
                  <c:v>onemain rem/auto empire inc</c:v>
                </c:pt>
                <c:pt idx="7436">
                  <c:v>advantage car exchange</c:v>
                </c:pt>
                <c:pt idx="7437">
                  <c:v>piazza hyundai of pottstown</c:v>
                </c:pt>
                <c:pt idx="7438">
                  <c:v>sames ford</c:v>
                </c:pt>
                <c:pt idx="7439">
                  <c:v>tustin hyundai</c:v>
                </c:pt>
                <c:pt idx="7440">
                  <c:v>p y enterprises inc</c:v>
                </c:pt>
                <c:pt idx="7441">
                  <c:v>primeritus remarketing/b link auto marine</c:v>
                </c:pt>
                <c:pt idx="7442">
                  <c:v>best value auto sales inc</c:v>
                </c:pt>
                <c:pt idx="7443">
                  <c:v>great lakes credit union</c:v>
                </c:pt>
                <c:pt idx="7444">
                  <c:v>henrico motor group llc</c:v>
                </c:pt>
                <c:pt idx="7445">
                  <c:v>diamond motorcars</c:v>
                </c:pt>
                <c:pt idx="7446">
                  <c:v>lyle pearson company inc</c:v>
                </c:pt>
                <c:pt idx="7447">
                  <c:v>norman baker auto sales  inc.</c:v>
                </c:pt>
                <c:pt idx="7448">
                  <c:v>prince auto sales llc</c:v>
                </c:pt>
                <c:pt idx="7449">
                  <c:v>leeder auto</c:v>
                </c:pt>
                <c:pt idx="7450">
                  <c:v>wy hy fcu</c:v>
                </c:pt>
                <c:pt idx="7451">
                  <c:v>phoenix wholesale motorsports</c:v>
                </c:pt>
                <c:pt idx="7452">
                  <c:v>welsh subaru of limerick</c:v>
                </c:pt>
                <c:pt idx="7453">
                  <c:v>dan powers chevrolet buick gmc</c:v>
                </c:pt>
                <c:pt idx="7454">
                  <c:v>great lakes hyundai inc</c:v>
                </c:pt>
                <c:pt idx="7455">
                  <c:v>american eagle bank</c:v>
                </c:pt>
                <c:pt idx="7456">
                  <c:v>autonation buick gmc west</c:v>
                </c:pt>
                <c:pt idx="7457">
                  <c:v>capital lease group</c:v>
                </c:pt>
                <c:pt idx="7458">
                  <c:v>fiserv/consumer finance asset management</c:v>
                </c:pt>
                <c:pt idx="7459">
                  <c:v>ford motor company</c:v>
                </c:pt>
                <c:pt idx="7460">
                  <c:v>erwin enterprises inc</c:v>
                </c:pt>
                <c:pt idx="7461">
                  <c:v>hyundai of wichita  inc</c:v>
                </c:pt>
                <c:pt idx="7462">
                  <c:v>johnson motors inc</c:v>
                </c:pt>
                <c:pt idx="7463">
                  <c:v>fields infiniti</c:v>
                </c:pt>
                <c:pt idx="7464">
                  <c:v>steves auto sales &amp; svc inc</c:v>
                </c:pt>
                <c:pt idx="7465">
                  <c:v>bell road toyota</c:v>
                </c:pt>
                <c:pt idx="7466">
                  <c:v>remarketing by ge/manheim new jersey</c:v>
                </c:pt>
                <c:pt idx="7467">
                  <c:v>premier ford linc merc inc</c:v>
                </c:pt>
                <c:pt idx="7468">
                  <c:v>maxim motors</c:v>
                </c:pt>
                <c:pt idx="7469">
                  <c:v>primeritus remarketing/tampa postal fcu/ez-step</c:v>
                </c:pt>
                <c:pt idx="7470">
                  <c:v>cmm finance</c:v>
                </c:pt>
                <c:pt idx="7471">
                  <c:v>h &amp; h auto sales</c:v>
                </c:pt>
                <c:pt idx="7472">
                  <c:v>d&amp;s brothers auto sales llc</c:v>
                </c:pt>
                <c:pt idx="7473">
                  <c:v>j &amp; s auto credit inc</c:v>
                </c:pt>
                <c:pt idx="7474">
                  <c:v>brilliance subaru</c:v>
                </c:pt>
                <c:pt idx="7475">
                  <c:v>faulkner volkswagen of mechanicsburg</c:v>
                </c:pt>
                <c:pt idx="7476">
                  <c:v>nuwest motors</c:v>
                </c:pt>
                <c:pt idx="7477">
                  <c:v>st. joseph's credit union</c:v>
                </c:pt>
                <c:pt idx="7478">
                  <c:v>autonation nissan irving</c:v>
                </c:pt>
                <c:pt idx="7479">
                  <c:v>ideal credit union</c:v>
                </c:pt>
                <c:pt idx="7480">
                  <c:v>xst motorsports inc</c:v>
                </c:pt>
                <c:pt idx="7481">
                  <c:v>benz boys inc</c:v>
                </c:pt>
                <c:pt idx="7482">
                  <c:v>bridgewater vehicle sls inc</c:v>
                </c:pt>
                <c:pt idx="7483">
                  <c:v>onemain rem/expo auto sales</c:v>
                </c:pt>
                <c:pt idx="7484">
                  <c:v>remarketing by ge/frontier financil credit union</c:v>
                </c:pt>
                <c:pt idx="7485">
                  <c:v>steve foley cadillac inc</c:v>
                </c:pt>
                <c:pt idx="7486">
                  <c:v>liberty chevrolet inc</c:v>
                </c:pt>
                <c:pt idx="7487">
                  <c:v>onesource/cornhusker auto center inc</c:v>
                </c:pt>
                <c:pt idx="7488">
                  <c:v>sparks motors llc</c:v>
                </c:pt>
                <c:pt idx="7489">
                  <c:v>m &amp; e motors inc</c:v>
                </c:pt>
                <c:pt idx="7490">
                  <c:v>paramus hyundai inc</c:v>
                </c:pt>
                <c:pt idx="7491">
                  <c:v>best finish auto sales</c:v>
                </c:pt>
                <c:pt idx="7492">
                  <c:v>fred martin ford inc</c:v>
                </c:pt>
                <c:pt idx="7493">
                  <c:v>college car co inc</c:v>
                </c:pt>
                <c:pt idx="7494">
                  <c:v>la jolla enterprises inc</c:v>
                </c:pt>
                <c:pt idx="7495">
                  <c:v>potamkin hyundai inc</c:v>
                </c:pt>
                <c:pt idx="7496">
                  <c:v>orange county auto buyers llc</c:v>
                </c:pt>
                <c:pt idx="7497">
                  <c:v>saber acceptance co inc</c:v>
                </c:pt>
                <c:pt idx="7498">
                  <c:v>kellie auto sales inc</c:v>
                </c:pt>
                <c:pt idx="7499">
                  <c:v>price s automotive investments inc</c:v>
                </c:pt>
                <c:pt idx="7500">
                  <c:v>nunez holding fla city</c:v>
                </c:pt>
                <c:pt idx="7501">
                  <c:v>car go auto</c:v>
                </c:pt>
                <c:pt idx="7502">
                  <c:v>chris motors auto sales inc</c:v>
                </c:pt>
                <c:pt idx="7503">
                  <c:v>alford auto sales</c:v>
                </c:pt>
                <c:pt idx="7504">
                  <c:v>niku enterprise</c:v>
                </c:pt>
                <c:pt idx="7505">
                  <c:v>sports &amp; imports inc</c:v>
                </c:pt>
                <c:pt idx="7506">
                  <c:v>key bank usa</c:v>
                </c:pt>
                <c:pt idx="7507">
                  <c:v>regal nissan inc</c:v>
                </c:pt>
                <c:pt idx="7508">
                  <c:v>ridgeway auto sales inc</c:v>
                </c:pt>
                <c:pt idx="7509">
                  <c:v>moses family motors inc</c:v>
                </c:pt>
                <c:pt idx="7510">
                  <c:v>peoples driven credit union</c:v>
                </c:pt>
                <c:pt idx="7511">
                  <c:v>zimbrick volkswagen of madison</c:v>
                </c:pt>
                <c:pt idx="7512">
                  <c:v>johns hopkins fcu</c:v>
                </c:pt>
                <c:pt idx="7513">
                  <c:v>hyundai of louisville</c:v>
                </c:pt>
                <c:pt idx="7514">
                  <c:v>hidalgo motors</c:v>
                </c:pt>
                <c:pt idx="7515">
                  <c:v>a &amp; r automobile sales  llc</c:v>
                </c:pt>
                <c:pt idx="7516">
                  <c:v>castlewood motors ltd</c:v>
                </c:pt>
                <c:pt idx="7517">
                  <c:v>absolute hyundai of mesquite</c:v>
                </c:pt>
                <c:pt idx="7518">
                  <c:v>geneva motors inc</c:v>
                </c:pt>
                <c:pt idx="7519">
                  <c:v>janssen chrysler jeep dodge</c:v>
                </c:pt>
                <c:pt idx="7520">
                  <c:v>auto service &amp; sales</c:v>
                </c:pt>
                <c:pt idx="7521">
                  <c:v>grandview motors inc</c:v>
                </c:pt>
                <c:pt idx="7522">
                  <c:v>bashir auto trading</c:v>
                </c:pt>
                <c:pt idx="7523">
                  <c:v>1360250 alberta ltd</c:v>
                </c:pt>
                <c:pt idx="7524">
                  <c:v>certified sales and leasing</c:v>
                </c:pt>
                <c:pt idx="7525">
                  <c:v>stroli motors ll</c:v>
                </c:pt>
                <c:pt idx="7526">
                  <c:v>manheim new orleans</c:v>
                </c:pt>
                <c:pt idx="7527">
                  <c:v>ankrom auto llc</c:v>
                </c:pt>
                <c:pt idx="7528">
                  <c:v>citadel federal credit union</c:v>
                </c:pt>
                <c:pt idx="7529">
                  <c:v>west coast auto enthusiasts llc</c:v>
                </c:pt>
                <c:pt idx="7530">
                  <c:v>titlemax/las vegas nv21</c:v>
                </c:pt>
                <c:pt idx="7531">
                  <c:v>prestige auto remarketing llc</c:v>
                </c:pt>
                <c:pt idx="7532">
                  <c:v>remarketing by ge/cawood auto</c:v>
                </c:pt>
                <c:pt idx="7533">
                  <c:v>khalcom motors inc</c:v>
                </c:pt>
                <c:pt idx="7534">
                  <c:v>world alliance</c:v>
                </c:pt>
                <c:pt idx="7535">
                  <c:v>vipre automotive management corp</c:v>
                </c:pt>
                <c:pt idx="7536">
                  <c:v>l &amp; l wholesales</c:v>
                </c:pt>
                <c:pt idx="7537">
                  <c:v>southwest auto brokers</c:v>
                </c:pt>
                <c:pt idx="7538">
                  <c:v>autoplanet inc</c:v>
                </c:pt>
                <c:pt idx="7539">
                  <c:v>dellen chevy buick pont gmc</c:v>
                </c:pt>
                <c:pt idx="7540">
                  <c:v>bavarian motor sport inc</c:v>
                </c:pt>
                <c:pt idx="7541">
                  <c:v>first fidelity bank</c:v>
                </c:pt>
                <c:pt idx="7542">
                  <c:v>mark down motors  inc.</c:v>
                </c:pt>
                <c:pt idx="7543">
                  <c:v>titlemax/new braunfels tx1</c:v>
                </c:pt>
                <c:pt idx="7544">
                  <c:v>tempe motors llc</c:v>
                </c:pt>
                <c:pt idx="7545">
                  <c:v>dans of big lake inc</c:v>
                </c:pt>
                <c:pt idx="7546">
                  <c:v>all county leasing inc</c:v>
                </c:pt>
                <c:pt idx="7547">
                  <c:v>darroch motorsports</c:v>
                </c:pt>
                <c:pt idx="7548">
                  <c:v>awin enterprises</c:v>
                </c:pt>
                <c:pt idx="7549">
                  <c:v>auto gallery inc</c:v>
                </c:pt>
                <c:pt idx="7550">
                  <c:v>crown ford inc</c:v>
                </c:pt>
                <c:pt idx="7551">
                  <c:v>universal toyota</c:v>
                </c:pt>
                <c:pt idx="7552">
                  <c:v>sams wholesale cars inc</c:v>
                </c:pt>
                <c:pt idx="7553">
                  <c:v>members choice credit union</c:v>
                </c:pt>
                <c:pt idx="7554">
                  <c:v>sw1 remarketing</c:v>
                </c:pt>
                <c:pt idx="7555">
                  <c:v>larry h miller hyundai peoria</c:v>
                </c:pt>
                <c:pt idx="7556">
                  <c:v>alex joel auto corp</c:v>
                </c:pt>
                <c:pt idx="7557">
                  <c:v>indian river leasing co inc</c:v>
                </c:pt>
                <c:pt idx="7558">
                  <c:v>carolina finance llc</c:v>
                </c:pt>
                <c:pt idx="7559">
                  <c:v>boardwalk porsche</c:v>
                </c:pt>
                <c:pt idx="7560">
                  <c:v>faulkner ciocca chevrolet llc</c:v>
                </c:pt>
                <c:pt idx="7561">
                  <c:v>titlemax/las vegas nv32</c:v>
                </c:pt>
                <c:pt idx="7562">
                  <c:v>first national bank of omaha</c:v>
                </c:pt>
                <c:pt idx="7563">
                  <c:v>steet toyota scion</c:v>
                </c:pt>
                <c:pt idx="7564">
                  <c:v>msd global corporation</c:v>
                </c:pt>
                <c:pt idx="7565">
                  <c:v>onemain rem/mark stefanelli llc</c:v>
                </c:pt>
                <c:pt idx="7566">
                  <c:v>lic motors inc</c:v>
                </c:pt>
                <c:pt idx="7567">
                  <c:v>union auto llc</c:v>
                </c:pt>
                <c:pt idx="7568">
                  <c:v>roy foss motors ltd</c:v>
                </c:pt>
                <c:pt idx="7569">
                  <c:v>c &amp; c auto llc</c:v>
                </c:pt>
                <c:pt idx="7570">
                  <c:v>john jones chevrolet buick of scottsburg inc</c:v>
                </c:pt>
                <c:pt idx="7571">
                  <c:v>jmj motors inc</c:v>
                </c:pt>
                <c:pt idx="7572">
                  <c:v>fox automotive group inc</c:v>
                </c:pt>
                <c:pt idx="7573">
                  <c:v>bergstrom buick gmc truck inc</c:v>
                </c:pt>
                <c:pt idx="7574">
                  <c:v>amaan motors llc</c:v>
                </c:pt>
                <c:pt idx="7575">
                  <c:v>mariner finance llc /nottingham</c:v>
                </c:pt>
                <c:pt idx="7576">
                  <c:v>style financial acceptance company</c:v>
                </c:pt>
                <c:pt idx="7577">
                  <c:v>xtreme auto wholesale</c:v>
                </c:pt>
                <c:pt idx="7578">
                  <c:v>westchester car rentals inc</c:v>
                </c:pt>
                <c:pt idx="7579">
                  <c:v>ocautomotive llc</c:v>
                </c:pt>
                <c:pt idx="7580">
                  <c:v>titlemax/las vegas nv28</c:v>
                </c:pt>
                <c:pt idx="7581">
                  <c:v>professional financial services/marietta</c:v>
                </c:pt>
                <c:pt idx="7582">
                  <c:v>kightlinger motors inc</c:v>
                </c:pt>
                <c:pt idx="7583">
                  <c:v>s m z auto import inc</c:v>
                </c:pt>
                <c:pt idx="7584">
                  <c:v>primeritus remarketing/manheim darlington</c:v>
                </c:pt>
                <c:pt idx="7585">
                  <c:v>scott tyler auto sales inc</c:v>
                </c:pt>
                <c:pt idx="7586">
                  <c:v>cocoa hyundai inc</c:v>
                </c:pt>
                <c:pt idx="7587">
                  <c:v>don bohn buick gmc</c:v>
                </c:pt>
                <c:pt idx="7588">
                  <c:v>autonation nissan lewisville</c:v>
                </c:pt>
                <c:pt idx="7589">
                  <c:v>auto centers st charles llc</c:v>
                </c:pt>
                <c:pt idx="7590">
                  <c:v>dave &amp; keiths service center llc</c:v>
                </c:pt>
                <c:pt idx="7591">
                  <c:v>fort bragg fcu</c:v>
                </c:pt>
                <c:pt idx="7592">
                  <c:v>budget car sales</c:v>
                </c:pt>
                <c:pt idx="7593">
                  <c:v>emp motors corp</c:v>
                </c:pt>
                <c:pt idx="7594">
                  <c:v>baydos</c:v>
                </c:pt>
                <c:pt idx="7595">
                  <c:v>frontier rental inc/dba dollar rent a car</c:v>
                </c:pt>
                <c:pt idx="7596">
                  <c:v>discount auto sales</c:v>
                </c:pt>
                <c:pt idx="7597">
                  <c:v>pikes peak automotive group llc</c:v>
                </c:pt>
                <c:pt idx="7598">
                  <c:v>tropical auto outlet</c:v>
                </c:pt>
                <c:pt idx="7599">
                  <c:v>socal motors</c:v>
                </c:pt>
                <c:pt idx="7600">
                  <c:v>lashley auto sales</c:v>
                </c:pt>
                <c:pt idx="7601">
                  <c:v>northwest federal credit union</c:v>
                </c:pt>
                <c:pt idx="7602">
                  <c:v>anderson pont buick olds gmc inc</c:v>
                </c:pt>
                <c:pt idx="7603">
                  <c:v>immo gest inc</c:v>
                </c:pt>
                <c:pt idx="7604">
                  <c:v>kei cars</c:v>
                </c:pt>
                <c:pt idx="7605">
                  <c:v>frankel acura</c:v>
                </c:pt>
                <c:pt idx="7606">
                  <c:v>chicago auto sales inc</c:v>
                </c:pt>
                <c:pt idx="7607">
                  <c:v>thornton road hyundai</c:v>
                </c:pt>
                <c:pt idx="7608">
                  <c:v>nissan of mission hills</c:v>
                </c:pt>
                <c:pt idx="7609">
                  <c:v>monroe bank &amp; trust</c:v>
                </c:pt>
                <c:pt idx="7610">
                  <c:v>long island motor sales llc</c:v>
                </c:pt>
                <c:pt idx="7611">
                  <c:v>kodus leasing inc</c:v>
                </c:pt>
                <c:pt idx="7612">
                  <c:v>pennsylvania auto credit</c:v>
                </c:pt>
                <c:pt idx="7613">
                  <c:v>pnc bank</c:v>
                </c:pt>
                <c:pt idx="7614">
                  <c:v>berkshire bank</c:v>
                </c:pt>
                <c:pt idx="7615">
                  <c:v>e j auto sales inc</c:v>
                </c:pt>
                <c:pt idx="7616">
                  <c:v>credit master auto sales inc</c:v>
                </c:pt>
                <c:pt idx="7617">
                  <c:v>autotek car sales &amp; service 1996 ltd</c:v>
                </c:pt>
                <c:pt idx="7618">
                  <c:v>buying all cars.com</c:v>
                </c:pt>
                <c:pt idx="7619">
                  <c:v>urs energy &amp; construction inc</c:v>
                </c:pt>
                <c:pt idx="7620">
                  <c:v>mid hudson subaru</c:v>
                </c:pt>
                <c:pt idx="7621">
                  <c:v>oswego county fcu</c:v>
                </c:pt>
                <c:pt idx="7622">
                  <c:v>la roca auto sales inc</c:v>
                </c:pt>
                <c:pt idx="7623">
                  <c:v>serra chev olds honda chrysler</c:v>
                </c:pt>
                <c:pt idx="7624">
                  <c:v>louie herron chrysler dodge jeep ram</c:v>
                </c:pt>
                <c:pt idx="7625">
                  <c:v>mr car luxury &amp; quality motors llc</c:v>
                </c:pt>
                <c:pt idx="7626">
                  <c:v>penske cadillac hummer south bay</c:v>
                </c:pt>
                <c:pt idx="7627">
                  <c:v>atlanta auto brokers inc</c:v>
                </c:pt>
                <c:pt idx="7628">
                  <c:v>great meadows automotive</c:v>
                </c:pt>
                <c:pt idx="7629">
                  <c:v>custodio auto sales</c:v>
                </c:pt>
                <c:pt idx="7630">
                  <c:v>doyle motorsports llc</c:v>
                </c:pt>
                <c:pt idx="7631">
                  <c:v>honda of oakland</c:v>
                </c:pt>
                <c:pt idx="7632">
                  <c:v>autonation toyota scion las vegas</c:v>
                </c:pt>
                <c:pt idx="7633">
                  <c:v>al packer's luxury imports</c:v>
                </c:pt>
                <c:pt idx="7634">
                  <c:v>autonation honda ohare</c:v>
                </c:pt>
                <c:pt idx="7635">
                  <c:v>bf saul</c:v>
                </c:pt>
                <c:pt idx="7636">
                  <c:v>hertrich chevrolet dodge</c:v>
                </c:pt>
                <c:pt idx="7637">
                  <c:v>autobahn motorcars llc</c:v>
                </c:pt>
                <c:pt idx="7638">
                  <c:v>autonation chrysler dodge jeep ram mobile</c:v>
                </c:pt>
                <c:pt idx="7639">
                  <c:v>state park motors inc</c:v>
                </c:pt>
                <c:pt idx="7640">
                  <c:v>north america motors inc</c:v>
                </c:pt>
                <c:pt idx="7641">
                  <c:v>east charlotte nissan</c:v>
                </c:pt>
                <c:pt idx="7642">
                  <c:v>down the road motors</c:v>
                </c:pt>
                <c:pt idx="7643">
                  <c:v>honda of manhattan</c:v>
                </c:pt>
                <c:pt idx="7644">
                  <c:v>moab chevrolet</c:v>
                </c:pt>
                <c:pt idx="7645">
                  <c:v>wells fargo auto finance</c:v>
                </c:pt>
                <c:pt idx="7646">
                  <c:v>luxury line auto</c:v>
                </c:pt>
                <c:pt idx="7647">
                  <c:v>virginia truck &amp; trailer sales inc</c:v>
                </c:pt>
                <c:pt idx="7648">
                  <c:v>perkins used cars</c:v>
                </c:pt>
                <c:pt idx="7649">
                  <c:v>phil long ford lincoln</c:v>
                </c:pt>
                <c:pt idx="7650">
                  <c:v>tamiami hyundai</c:v>
                </c:pt>
                <c:pt idx="7651">
                  <c:v>three way chevrolet cadillac</c:v>
                </c:pt>
                <c:pt idx="7652">
                  <c:v>luis rujel auto sales y/o oriental bank</c:v>
                </c:pt>
                <c:pt idx="7653">
                  <c:v>livermore honda</c:v>
                </c:pt>
                <c:pt idx="7654">
                  <c:v>titlemax/las vegas nv22</c:v>
                </c:pt>
                <c:pt idx="7655">
                  <c:v>randy curnow buick gmc inc</c:v>
                </c:pt>
                <c:pt idx="7656">
                  <c:v>viva nissan</c:v>
                </c:pt>
                <c:pt idx="7657">
                  <c:v>pistoles auto truck &amp; equipment llc</c:v>
                </c:pt>
                <c:pt idx="7658">
                  <c:v>remarketing by ge/manheim new york</c:v>
                </c:pt>
                <c:pt idx="7659">
                  <c:v>everett chevrolet buick gmc of morganton llc</c:v>
                </c:pt>
                <c:pt idx="7660">
                  <c:v>faulkner ciocca ford</c:v>
                </c:pt>
                <c:pt idx="7661">
                  <c:v>autocam estrie</c:v>
                </c:pt>
                <c:pt idx="7662">
                  <c:v>jm wholesale</c:v>
                </c:pt>
                <c:pt idx="7663">
                  <c:v>hertrich of pocomoke inc</c:v>
                </c:pt>
                <c:pt idx="7664">
                  <c:v>g enterprises llc</c:v>
                </c:pt>
                <c:pt idx="7665">
                  <c:v>fiat of creve coeur</c:v>
                </c:pt>
                <c:pt idx="7666">
                  <c:v>auto world motors</c:v>
                </c:pt>
                <c:pt idx="7667">
                  <c:v>cambridge automotive llc</c:v>
                </c:pt>
                <c:pt idx="7668">
                  <c:v>manheim albany</c:v>
                </c:pt>
                <c:pt idx="7669">
                  <c:v>abt inc</c:v>
                </c:pt>
                <c:pt idx="7670">
                  <c:v>malloy mazda mitsubishi</c:v>
                </c:pt>
                <c:pt idx="7671">
                  <c:v>liberty fleet and rental</c:v>
                </c:pt>
                <c:pt idx="7672">
                  <c:v>remarketing by ge/underwriters auto lease</c:v>
                </c:pt>
                <c:pt idx="7673">
                  <c:v>transit motors inc</c:v>
                </c:pt>
                <c:pt idx="7674">
                  <c:v>royal import  inc</c:v>
                </c:pt>
                <c:pt idx="7675">
                  <c:v>capital volkswagen</c:v>
                </c:pt>
                <c:pt idx="7676">
                  <c:v>c f capital finance</c:v>
                </c:pt>
                <c:pt idx="7677">
                  <c:v>airport infiniti</c:v>
                </c:pt>
                <c:pt idx="7678">
                  <c:v>primeritus remarketing/carolina auto sale</c:v>
                </c:pt>
                <c:pt idx="7679">
                  <c:v>pro tech auto leasing inc</c:v>
                </c:pt>
                <c:pt idx="7680">
                  <c:v>onitt remarketing llc</c:v>
                </c:pt>
                <c:pt idx="7681">
                  <c:v>remarketing by ge/uniwyo fcu</c:v>
                </c:pt>
                <c:pt idx="7682">
                  <c:v>onesource/team hyundai mall of georgia</c:v>
                </c:pt>
                <c:pt idx="7683">
                  <c:v>auto direct cars llc</c:v>
                </c:pt>
                <c:pt idx="7684">
                  <c:v>ars/ate industries</c:v>
                </c:pt>
                <c:pt idx="7685">
                  <c:v>chevrolet of morristown  llc</c:v>
                </c:pt>
                <c:pt idx="7686">
                  <c:v>dene lambkin hyundai</c:v>
                </c:pt>
                <c:pt idx="7687">
                  <c:v>auto dynamics inc</c:v>
                </c:pt>
                <c:pt idx="7688">
                  <c:v>lone star autoplex</c:v>
                </c:pt>
                <c:pt idx="7689">
                  <c:v>slone automotive enterprise inc</c:v>
                </c:pt>
                <c:pt idx="7690">
                  <c:v>yarmon ford inc</c:v>
                </c:pt>
                <c:pt idx="7691">
                  <c:v>valley car credit llc</c:v>
                </c:pt>
                <c:pt idx="7692">
                  <c:v>moret motors</c:v>
                </c:pt>
                <c:pt idx="7693">
                  <c:v>vci/walters auto sales/service inc</c:v>
                </c:pt>
                <c:pt idx="7694">
                  <c:v>hart fullerton leasing</c:v>
                </c:pt>
                <c:pt idx="7695">
                  <c:v>grandview financial</c:v>
                </c:pt>
                <c:pt idx="7696">
                  <c:v>street dreams</c:v>
                </c:pt>
                <c:pt idx="7697">
                  <c:v>sc automotive world</c:v>
                </c:pt>
                <c:pt idx="7698">
                  <c:v>kings motor group</c:v>
                </c:pt>
                <c:pt idx="7699">
                  <c:v>trusted auto brokers</c:v>
                </c:pt>
                <c:pt idx="7700">
                  <c:v>agoura motorcar co inc</c:v>
                </c:pt>
                <c:pt idx="7701">
                  <c:v>mcgrath acura of downtown chicago</c:v>
                </c:pt>
                <c:pt idx="7702">
                  <c:v>texans credit union</c:v>
                </c:pt>
                <c:pt idx="7703">
                  <c:v>select remarketing group llc/northeastern</c:v>
                </c:pt>
                <c:pt idx="7704">
                  <c:v>titlemax/henderson nv3</c:v>
                </c:pt>
                <c:pt idx="7705">
                  <c:v>parking co of america inc</c:v>
                </c:pt>
                <c:pt idx="7706">
                  <c:v>union bank &amp; trust co</c:v>
                </c:pt>
                <c:pt idx="7707">
                  <c:v>dockings motors</c:v>
                </c:pt>
                <c:pt idx="7708">
                  <c:v>jenkins mazda</c:v>
                </c:pt>
                <c:pt idx="7709">
                  <c:v>automotive services finance inc</c:v>
                </c:pt>
                <c:pt idx="7710">
                  <c:v>big dady cars inc</c:v>
                </c:pt>
                <c:pt idx="7711">
                  <c:v>city hyundai</c:v>
                </c:pt>
                <c:pt idx="7712">
                  <c:v>franklin acceptance llc</c:v>
                </c:pt>
                <c:pt idx="7713">
                  <c:v>united auto sales of utica inc</c:v>
                </c:pt>
                <c:pt idx="7714">
                  <c:v>southside mitsubishi</c:v>
                </c:pt>
                <c:pt idx="7715">
                  <c:v>onemain rem/tylan trading company</c:v>
                </c:pt>
                <c:pt idx="7716">
                  <c:v>faulkner olds inc</c:v>
                </c:pt>
                <c:pt idx="7717">
                  <c:v>p c motors llc</c:v>
                </c:pt>
                <c:pt idx="7718">
                  <c:v>woody anderson ford</c:v>
                </c:pt>
                <c:pt idx="7719">
                  <c:v>speed auto sales llc</c:v>
                </c:pt>
                <c:pt idx="7720">
                  <c:v>shahinian life llc</c:v>
                </c:pt>
                <c:pt idx="7721">
                  <c:v>pierre chartrand</c:v>
                </c:pt>
                <c:pt idx="7722">
                  <c:v>reliable rent a car</c:v>
                </c:pt>
                <c:pt idx="7723">
                  <c:v>primm auto sales &amp; repair</c:v>
                </c:pt>
                <c:pt idx="7724">
                  <c:v>r and d auto brokers</c:v>
                </c:pt>
                <c:pt idx="7725">
                  <c:v>united nissan</c:v>
                </c:pt>
                <c:pt idx="7726">
                  <c:v>bestway auto/truck rental sales/leasing</c:v>
                </c:pt>
                <c:pt idx="7727">
                  <c:v>humberview motors inc</c:v>
                </c:pt>
                <c:pt idx="7728">
                  <c:v>allstate leasing inc</c:v>
                </c:pt>
                <c:pt idx="7729">
                  <c:v>jnm autos inc</c:v>
                </c:pt>
                <c:pt idx="7730">
                  <c:v>american sales &amp; leasing inc</c:v>
                </c:pt>
                <c:pt idx="7731">
                  <c:v>international auto dealers exchange llc</c:v>
                </c:pt>
                <c:pt idx="7732">
                  <c:v>fox subaru</c:v>
                </c:pt>
                <c:pt idx="7733">
                  <c:v>tuttle's auto sales llc</c:v>
                </c:pt>
                <c:pt idx="7734">
                  <c:v>usa rto llc</c:v>
                </c:pt>
                <c:pt idx="7735">
                  <c:v>macs auto &amp; equipment sales inc</c:v>
                </c:pt>
                <c:pt idx="7736">
                  <c:v>james hodge ford-lincoln-merc  inc</c:v>
                </c:pt>
                <c:pt idx="7737">
                  <c:v>primeritus remarketing / carolinas telco fc</c:v>
                </c:pt>
                <c:pt idx="7738">
                  <c:v>meissner auto sales</c:v>
                </c:pt>
                <c:pt idx="7739">
                  <c:v>joe curcio auto sales inc</c:v>
                </c:pt>
                <c:pt idx="7740">
                  <c:v>j p's auto sales</c:v>
                </c:pt>
                <c:pt idx="7741">
                  <c:v>green cap financial/dba lendmark financial/fayet</c:v>
                </c:pt>
                <c:pt idx="7742">
                  <c:v>apple chev buick of northfield</c:v>
                </c:pt>
                <c:pt idx="7743">
                  <c:v>boucher nissan</c:v>
                </c:pt>
                <c:pt idx="7744">
                  <c:v>view point bank</c:v>
                </c:pt>
                <c:pt idx="7745">
                  <c:v>toyota of brookhaven</c:v>
                </c:pt>
                <c:pt idx="7746">
                  <c:v>professional financial services/savannah</c:v>
                </c:pt>
                <c:pt idx="7747">
                  <c:v>west mark financial</c:v>
                </c:pt>
                <c:pt idx="7748">
                  <c:v>pilgrim motors llc</c:v>
                </c:pt>
                <c:pt idx="7749">
                  <c:v>serious auto</c:v>
                </c:pt>
                <c:pt idx="7750">
                  <c:v>hertz car sales</c:v>
                </c:pt>
                <c:pt idx="7751">
                  <c:v>j c auto deals</c:v>
                </c:pt>
                <c:pt idx="7752">
                  <c:v>k a dealer</c:v>
                </c:pt>
                <c:pt idx="7753">
                  <c:v>enterprise leasing company/merriam</c:v>
                </c:pt>
                <c:pt idx="7754">
                  <c:v>autosignature.ca inc</c:v>
                </c:pt>
                <c:pt idx="7755">
                  <c:v>mercedes-benz finc services/tracking</c:v>
                </c:pt>
                <c:pt idx="7756">
                  <c:v>performance motors inc</c:v>
                </c:pt>
                <c:pt idx="7757">
                  <c:v>integrity automotive llc</c:v>
                </c:pt>
                <c:pt idx="7758">
                  <c:v>finish line ford inc</c:v>
                </c:pt>
                <c:pt idx="7759">
                  <c:v>hickory used cars inc</c:v>
                </c:pt>
                <c:pt idx="7760">
                  <c:v>inlane auto llc</c:v>
                </c:pt>
                <c:pt idx="7761">
                  <c:v>legacy texas bank</c:v>
                </c:pt>
                <c:pt idx="7762">
                  <c:v>remarketing by ge/peoples credit union</c:v>
                </c:pt>
                <c:pt idx="7763">
                  <c:v>orv enterprises</c:v>
                </c:pt>
                <c:pt idx="7764">
                  <c:v>montrose nissan</c:v>
                </c:pt>
                <c:pt idx="7765">
                  <c:v>kurt johnson auto sales llc</c:v>
                </c:pt>
                <c:pt idx="7766">
                  <c:v>tiggys auto group</c:v>
                </c:pt>
                <c:pt idx="7767">
                  <c:v>mike davidson ford</c:v>
                </c:pt>
                <c:pt idx="7768">
                  <c:v>lon motors</c:v>
                </c:pt>
                <c:pt idx="7769">
                  <c:v>route 13 auto group inc</c:v>
                </c:pt>
                <c:pt idx="7770">
                  <c:v>first interstate bank</c:v>
                </c:pt>
                <c:pt idx="7771">
                  <c:v>justice federal credit union</c:v>
                </c:pt>
                <c:pt idx="7772">
                  <c:v>coastal credit llc/el paso/el paso</c:v>
                </c:pt>
                <c:pt idx="7773">
                  <c:v>infiniti of orange park</c:v>
                </c:pt>
                <c:pt idx="7774">
                  <c:v>car guy tz</c:v>
                </c:pt>
                <c:pt idx="7775">
                  <c:v>clay cooley motor co</c:v>
                </c:pt>
                <c:pt idx="7776">
                  <c:v>first class 4 x 4</c:v>
                </c:pt>
                <c:pt idx="7777">
                  <c:v>carmen auto group</c:v>
                </c:pt>
                <c:pt idx="7778">
                  <c:v>brown hyundai of laredo</c:v>
                </c:pt>
                <c:pt idx="7779">
                  <c:v>barnes baker automotive</c:v>
                </c:pt>
                <c:pt idx="7780">
                  <c:v>fleet/lease misc</c:v>
                </c:pt>
                <c:pt idx="7781">
                  <c:v>midway chrysler dodge jeep inc</c:v>
                </c:pt>
                <c:pt idx="7782">
                  <c:v>raritan bay fcu</c:v>
                </c:pt>
                <c:pt idx="7783">
                  <c:v>lake ford lincoln mercury inc</c:v>
                </c:pt>
                <c:pt idx="7784">
                  <c:v>carrier truck sales  llc</c:v>
                </c:pt>
                <c:pt idx="7785">
                  <c:v>g and h auto sales llc</c:v>
                </c:pt>
                <c:pt idx="7786">
                  <c:v>ed koehn ford lincoln mercury</c:v>
                </c:pt>
                <c:pt idx="7787">
                  <c:v>city of cape coral</c:v>
                </c:pt>
                <c:pt idx="7788">
                  <c:v>autonation chrysler jeep broadway</c:v>
                </c:pt>
                <c:pt idx="7789">
                  <c:v>titlemax/clarksville tn1</c:v>
                </c:pt>
                <c:pt idx="7790">
                  <c:v>southfield chrysler dodge jeep ram</c:v>
                </c:pt>
                <c:pt idx="7791">
                  <c:v>tri state nissan</c:v>
                </c:pt>
                <c:pt idx="7792">
                  <c:v>jaguar land rover madison</c:v>
                </c:pt>
                <c:pt idx="7793">
                  <c:v>titlebucks/tucson az1</c:v>
                </c:pt>
                <c:pt idx="7794">
                  <c:v>the volvo store</c:v>
                </c:pt>
                <c:pt idx="7795">
                  <c:v>rio vista chevrolet</c:v>
                </c:pt>
                <c:pt idx="7796">
                  <c:v>oxmoor hyundai</c:v>
                </c:pt>
                <c:pt idx="7797">
                  <c:v>triple m auto finders</c:v>
                </c:pt>
                <c:pt idx="7798">
                  <c:v>we buy cars inc.</c:v>
                </c:pt>
                <c:pt idx="7799">
                  <c:v>precision toyota of tucson</c:v>
                </c:pt>
                <c:pt idx="7800">
                  <c:v>whitewater motor co inc</c:v>
                </c:pt>
                <c:pt idx="7801">
                  <c:v>royal oaks motors inc</c:v>
                </c:pt>
                <c:pt idx="7802">
                  <c:v>michael saab auto ctr cad olds michael lsg humer</c:v>
                </c:pt>
                <c:pt idx="7803">
                  <c:v>sterling car sales</c:v>
                </c:pt>
                <c:pt idx="7804">
                  <c:v>thirtieth avenue car corral inc</c:v>
                </c:pt>
                <c:pt idx="7805">
                  <c:v>efkamp auto sales</c:v>
                </c:pt>
                <c:pt idx="7806">
                  <c:v>energy country motors</c:v>
                </c:pt>
                <c:pt idx="7807">
                  <c:v>diamond buick gmc alexandria</c:v>
                </c:pt>
                <c:pt idx="7808">
                  <c:v>aaa auto wholesale ltd</c:v>
                </c:pt>
                <c:pt idx="7809">
                  <c:v>best buy auto sales</c:v>
                </c:pt>
                <c:pt idx="7810">
                  <c:v>faricy ford lincoln inc</c:v>
                </c:pt>
                <c:pt idx="7811">
                  <c:v>family motors</c:v>
                </c:pt>
                <c:pt idx="7812">
                  <c:v>baydo chevrolet</c:v>
                </c:pt>
                <c:pt idx="7813">
                  <c:v>b &amp; b auto sales llc</c:v>
                </c:pt>
                <c:pt idx="7814">
                  <c:v>cal empire auto exchange inc</c:v>
                </c:pt>
                <c:pt idx="7815">
                  <c:v>honda &amp; volvo of lisle</c:v>
                </c:pt>
                <c:pt idx="7816">
                  <c:v>mitchell motors</c:v>
                </c:pt>
                <c:pt idx="7817">
                  <c:v>manheim dallas fort worth</c:v>
                </c:pt>
                <c:pt idx="7818">
                  <c:v>world class motors inc</c:v>
                </c:pt>
                <c:pt idx="7819">
                  <c:v>onpoint financial corporation</c:v>
                </c:pt>
                <c:pt idx="7820">
                  <c:v>palisades funding group</c:v>
                </c:pt>
                <c:pt idx="7821">
                  <c:v>fury motors inc</c:v>
                </c:pt>
                <c:pt idx="7822">
                  <c:v>inver grove honda</c:v>
                </c:pt>
                <c:pt idx="7823">
                  <c:v>james motor company</c:v>
                </c:pt>
                <c:pt idx="7824">
                  <c:v>darby buick gmc</c:v>
                </c:pt>
                <c:pt idx="7825">
                  <c:v>car master</c:v>
                </c:pt>
                <c:pt idx="7826">
                  <c:v>budget rent a car/ars</c:v>
                </c:pt>
                <c:pt idx="7827">
                  <c:v>peoples credit union</c:v>
                </c:pt>
                <c:pt idx="7828">
                  <c:v>bermans infiniti of chicago inc</c:v>
                </c:pt>
                <c:pt idx="7829">
                  <c:v>summit ford inc</c:v>
                </c:pt>
                <c:pt idx="7830">
                  <c:v>saber acceptance</c:v>
                </c:pt>
                <c:pt idx="7831">
                  <c:v>peoria nissan</c:v>
                </c:pt>
                <c:pt idx="7832">
                  <c:v>9109 4672 quebec inc</c:v>
                </c:pt>
                <c:pt idx="7833">
                  <c:v>deals r us auto sales inc</c:v>
                </c:pt>
                <c:pt idx="7834">
                  <c:v>four leaf finance</c:v>
                </c:pt>
                <c:pt idx="7835">
                  <c:v>alberic ford inc</c:v>
                </c:pt>
                <c:pt idx="7836">
                  <c:v>fox ford inc</c:v>
                </c:pt>
                <c:pt idx="7837">
                  <c:v>park mazda</c:v>
                </c:pt>
                <c:pt idx="7838">
                  <c:v>fancy motors inc</c:v>
                </c:pt>
                <c:pt idx="7839">
                  <c:v>autonation chevrolet gilbert</c:v>
                </c:pt>
                <c:pt idx="7840">
                  <c:v>net lending llc</c:v>
                </c:pt>
                <c:pt idx="7841">
                  <c:v>tillers used cars</c:v>
                </c:pt>
                <c:pt idx="7842">
                  <c:v>primeritus financial services</c:v>
                </c:pt>
                <c:pt idx="7843">
                  <c:v>les voitures usagees de mont laurier inc</c:v>
                </c:pt>
                <c:pt idx="7844">
                  <c:v>the auto center</c:v>
                </c:pt>
                <c:pt idx="7845">
                  <c:v>tra aims buyer</c:v>
                </c:pt>
                <c:pt idx="7846">
                  <c:v>car pros kia</c:v>
                </c:pt>
                <c:pt idx="7847">
                  <c:v>kalsee credit union</c:v>
                </c:pt>
                <c:pt idx="7848">
                  <c:v>don worley used cars</c:v>
                </c:pt>
                <c:pt idx="7849">
                  <c:v>ez title loans/zaina corp</c:v>
                </c:pt>
                <c:pt idx="7850">
                  <c:v>apple chrysler dodge jeep ram of hanover</c:v>
                </c:pt>
                <c:pt idx="7851">
                  <c:v>century 1 chevrolet inc</c:v>
                </c:pt>
                <c:pt idx="7852">
                  <c:v>motormax financial services</c:v>
                </c:pt>
                <c:pt idx="7853">
                  <c:v>jerry spady chevrolet gmc cadillac</c:v>
                </c:pt>
                <c:pt idx="7854">
                  <c:v>reparaciones hector</c:v>
                </c:pt>
                <c:pt idx="7855">
                  <c:v>nissan of fife</c:v>
                </c:pt>
                <c:pt idx="7856">
                  <c:v>rohde enterprises</c:v>
                </c:pt>
                <c:pt idx="7857">
                  <c:v>the salvation army</c:v>
                </c:pt>
                <c:pt idx="7858">
                  <c:v>mlr trading company</c:v>
                </c:pt>
                <c:pt idx="7859">
                  <c:v>south beach motor cars inc</c:v>
                </c:pt>
                <c:pt idx="7860">
                  <c:v>tdaf remarketing/fargo auto sales llc</c:v>
                </c:pt>
                <c:pt idx="7861">
                  <c:v>auto rental services</c:v>
                </c:pt>
                <c:pt idx="7862">
                  <c:v>allan nott honda</c:v>
                </c:pt>
                <c:pt idx="7863">
                  <c:v>cars group finance &amp; sales</c:v>
                </c:pt>
                <c:pt idx="7864">
                  <c:v>anoka hennepin credit union</c:v>
                </c:pt>
                <c:pt idx="7865">
                  <c:v>auction direct autos llc</c:v>
                </c:pt>
                <c:pt idx="7866">
                  <c:v>auto xtreme inc</c:v>
                </c:pt>
                <c:pt idx="7867">
                  <c:v>chelo auto sales</c:v>
                </c:pt>
                <c:pt idx="7868">
                  <c:v>bb motors</c:v>
                </c:pt>
                <c:pt idx="7869">
                  <c:v>barrington imports corporation</c:v>
                </c:pt>
                <c:pt idx="7870">
                  <c:v>jim click chry ply jeep eagle</c:v>
                </c:pt>
                <c:pt idx="7871">
                  <c:v>oneok partners</c:v>
                </c:pt>
                <c:pt idx="7872">
                  <c:v>mercedes-benz of tri-cities</c:v>
                </c:pt>
                <c:pt idx="7873">
                  <c:v>wallace leasing corporation</c:v>
                </c:pt>
                <c:pt idx="7874">
                  <c:v>romano mazda</c:v>
                </c:pt>
                <c:pt idx="7875">
                  <c:v>shadys deals on wheels</c:v>
                </c:pt>
                <c:pt idx="7876">
                  <c:v>mobility express inc</c:v>
                </c:pt>
                <c:pt idx="7877">
                  <c:v>lighthouse acceptance corp</c:v>
                </c:pt>
                <c:pt idx="7878">
                  <c:v>trading post motors</c:v>
                </c:pt>
                <c:pt idx="7879">
                  <c:v>montgomery automotive group  inc</c:v>
                </c:pt>
                <c:pt idx="7880">
                  <c:v>oxmoor chrysler dodge jeep ram llc</c:v>
                </c:pt>
                <c:pt idx="7881">
                  <c:v>kia of stuart</c:v>
                </c:pt>
                <c:pt idx="7882">
                  <c:v>south metro fcu</c:v>
                </c:pt>
                <c:pt idx="7883">
                  <c:v>kia west edmonton</c:v>
                </c:pt>
                <c:pt idx="7884">
                  <c:v>bergstrom chev cad buick gmc truck inc</c:v>
                </c:pt>
                <c:pt idx="7885">
                  <c:v>ford of west covina</c:v>
                </c:pt>
                <c:pt idx="7886">
                  <c:v>horton truck and equipment llc</c:v>
                </c:pt>
                <c:pt idx="7887">
                  <c:v>1813477 alberta ltd</c:v>
                </c:pt>
                <c:pt idx="7888">
                  <c:v>billings sales &amp; service inc</c:v>
                </c:pt>
                <c:pt idx="7889">
                  <c:v>don reeves auto center</c:v>
                </c:pt>
                <c:pt idx="7890">
                  <c:v>autonation ford amherst</c:v>
                </c:pt>
                <c:pt idx="7891">
                  <c:v>affordable auto rental/budget rac</c:v>
                </c:pt>
                <c:pt idx="7892">
                  <c:v>billingsley ford of lawton  llc</c:v>
                </c:pt>
                <c:pt idx="7893">
                  <c:v>evia auto sales inc</c:v>
                </c:pt>
                <c:pt idx="7894">
                  <c:v>profound auto care inc</c:v>
                </c:pt>
                <c:pt idx="7895">
                  <c:v>south fort chevrolet ltd</c:v>
                </c:pt>
                <c:pt idx="7896">
                  <c:v>um/centrus auto finance</c:v>
                </c:pt>
                <c:pt idx="7897">
                  <c:v>terry chapin nissan</c:v>
                </c:pt>
                <c:pt idx="7898">
                  <c:v>penske hyundai</c:v>
                </c:pt>
                <c:pt idx="7899">
                  <c:v>sewell subaru</c:v>
                </c:pt>
                <c:pt idx="7900">
                  <c:v>lsl auto sales llc</c:v>
                </c:pt>
                <c:pt idx="7901">
                  <c:v>rosenberger auto sales llc</c:v>
                </c:pt>
                <c:pt idx="7902">
                  <c:v>bargain town motor cars inc</c:v>
                </c:pt>
                <c:pt idx="7903">
                  <c:v>jordan automotive inc</c:v>
                </c:pt>
                <c:pt idx="7904">
                  <c:v>auto world usa llc</c:v>
                </c:pt>
                <c:pt idx="7905">
                  <c:v>citizens savings and loans</c:v>
                </c:pt>
                <c:pt idx="7906">
                  <c:v>ideal buick gmc truck hyundai</c:v>
                </c:pt>
                <c:pt idx="7907">
                  <c:v>colonial hyundai of downingtown llc</c:v>
                </c:pt>
                <c:pt idx="7908">
                  <c:v>fast/safe auto sales</c:v>
                </c:pt>
                <c:pt idx="7909">
                  <c:v>car mart express</c:v>
                </c:pt>
                <c:pt idx="7910">
                  <c:v>peggy's auto sales inc</c:v>
                </c:pt>
                <c:pt idx="7911">
                  <c:v>national auto sales inc</c:v>
                </c:pt>
                <c:pt idx="7912">
                  <c:v>maxon hyundai inc</c:v>
                </c:pt>
                <c:pt idx="7913">
                  <c:v>newby buick oldsmobile pontiac gmc inc</c:v>
                </c:pt>
                <c:pt idx="7914">
                  <c:v>ron hodgson chevrolet buick gmc ltd</c:v>
                </c:pt>
                <c:pt idx="7915">
                  <c:v>wheatley auto sales</c:v>
                </c:pt>
                <c:pt idx="7916">
                  <c:v>united auto brokers</c:v>
                </c:pt>
                <c:pt idx="7917">
                  <c:v>stealth auto llc</c:v>
                </c:pt>
                <c:pt idx="7918">
                  <c:v>eagle federal credit union</c:v>
                </c:pt>
                <c:pt idx="7919">
                  <c:v>hanford toyota scion</c:v>
                </c:pt>
                <c:pt idx="7920">
                  <c:v>akv auto</c:v>
                </c:pt>
                <c:pt idx="7921">
                  <c:v>regency auto group</c:v>
                </c:pt>
                <c:pt idx="7922">
                  <c:v>antwerpen security nissan</c:v>
                </c:pt>
                <c:pt idx="7923">
                  <c:v>ancaster toyota</c:v>
                </c:pt>
                <c:pt idx="7924">
                  <c:v>era classic auto sales ltd</c:v>
                </c:pt>
                <c:pt idx="7925">
                  <c:v>automobiles gilles boisclair enr</c:v>
                </c:pt>
                <c:pt idx="7926">
                  <c:v>central ohio credit corporation</c:v>
                </c:pt>
                <c:pt idx="7927">
                  <c:v>autofarm buick gmc</c:v>
                </c:pt>
                <c:pt idx="7928">
                  <c:v>car lux inc</c:v>
                </c:pt>
                <c:pt idx="7929">
                  <c:v>schools fcu</c:v>
                </c:pt>
                <c:pt idx="7930">
                  <c:v>titlemax/las vegas nv18</c:v>
                </c:pt>
                <c:pt idx="7931">
                  <c:v>mylenbusch auto source</c:v>
                </c:pt>
                <c:pt idx="7932">
                  <c:v>nflcarsus</c:v>
                </c:pt>
                <c:pt idx="7933">
                  <c:v>shakopee chev olds pont</c:v>
                </c:pt>
                <c:pt idx="7934">
                  <c:v>s and s motors inc</c:v>
                </c:pt>
                <c:pt idx="7935">
                  <c:v>street visions inc</c:v>
                </c:pt>
                <c:pt idx="7936">
                  <c:v>century credit union</c:v>
                </c:pt>
                <c:pt idx="7937">
                  <c:v>dan vaden chevrolet cadillac</c:v>
                </c:pt>
                <c:pt idx="7938">
                  <c:v>citizens finance/elgin</c:v>
                </c:pt>
                <c:pt idx="7939">
                  <c:v>boardman brothers motor car company inc</c:v>
                </c:pt>
                <c:pt idx="7940">
                  <c:v>7 &amp; 6 auto sales</c:v>
                </c:pt>
                <c:pt idx="7941">
                  <c:v>casa de autos</c:v>
                </c:pt>
                <c:pt idx="7942">
                  <c:v>biggs cadillac buick gmc trucks inc</c:v>
                </c:pt>
                <c:pt idx="7943">
                  <c:v>american financial inc</c:v>
                </c:pt>
                <c:pt idx="7944">
                  <c:v>dollar/thrifty car and truck rentals</c:v>
                </c:pt>
                <c:pt idx="7945">
                  <c:v>town center nissan</c:v>
                </c:pt>
                <c:pt idx="7946">
                  <c:v>rons auto sales</c:v>
                </c:pt>
                <c:pt idx="7947">
                  <c:v>caldwell toyota</c:v>
                </c:pt>
                <c:pt idx="7948">
                  <c:v>all american imports</c:v>
                </c:pt>
                <c:pt idx="7949">
                  <c:v>gunther volkswagen</c:v>
                </c:pt>
                <c:pt idx="7950">
                  <c:v>little apple toyota honda</c:v>
                </c:pt>
                <c:pt idx="7951">
                  <c:v>tio chuys auto finance dba tcaf inc</c:v>
                </c:pt>
                <c:pt idx="7952">
                  <c:v>m &amp; m motors</c:v>
                </c:pt>
                <c:pt idx="7953">
                  <c:v>mayday rental cars inc</c:v>
                </c:pt>
                <c:pt idx="7954">
                  <c:v>muller honda</c:v>
                </c:pt>
                <c:pt idx="7955">
                  <c:v>luxor auto wholesale</c:v>
                </c:pt>
                <c:pt idx="7956">
                  <c:v>sierra acura of alhambra</c:v>
                </c:pt>
                <c:pt idx="7957">
                  <c:v>primeritus remarketing/first hawaiian ban</c:v>
                </c:pt>
                <c:pt idx="7958">
                  <c:v>ryal &amp; co inc.</c:v>
                </c:pt>
                <c:pt idx="7959">
                  <c:v>advantage auto sales</c:v>
                </c:pt>
                <c:pt idx="7960">
                  <c:v>caserta car company inc</c:v>
                </c:pt>
                <c:pt idx="7961">
                  <c:v>ghumms auto center llc</c:v>
                </c:pt>
                <c:pt idx="7962">
                  <c:v>drive now auto credit inc</c:v>
                </c:pt>
                <c:pt idx="7963">
                  <c:v>beach bound auto sales llc</c:v>
                </c:pt>
                <c:pt idx="7964">
                  <c:v>frank subaru</c:v>
                </c:pt>
                <c:pt idx="7965">
                  <c:v>auto loan acceptance corp</c:v>
                </c:pt>
                <c:pt idx="7966">
                  <c:v>jack winegardner chevrolet inc</c:v>
                </c:pt>
                <c:pt idx="7967">
                  <c:v>j &amp; j fleet sales inc</c:v>
                </c:pt>
                <c:pt idx="7968">
                  <c:v>executive car leasing</c:v>
                </c:pt>
                <c:pt idx="7969">
                  <c:v>9076 4754 quebec inc</c:v>
                </c:pt>
                <c:pt idx="7970">
                  <c:v>alex's autobody repair &amp; sales</c:v>
                </c:pt>
                <c:pt idx="7971">
                  <c:v>bt financial</c:v>
                </c:pt>
                <c:pt idx="7972">
                  <c:v>best choice auto dealer</c:v>
                </c:pt>
                <c:pt idx="7973">
                  <c:v>diamond lt</c:v>
                </c:pt>
                <c:pt idx="7974">
                  <c:v>enterprise</c:v>
                </c:pt>
                <c:pt idx="7975">
                  <c:v>titlebucks/las vegas nv3</c:v>
                </c:pt>
                <c:pt idx="7976">
                  <c:v>unique motors</c:v>
                </c:pt>
                <c:pt idx="7977">
                  <c:v>odessy auto sales</c:v>
                </c:pt>
                <c:pt idx="7978">
                  <c:v>michigan creditors service</c:v>
                </c:pt>
                <c:pt idx="7979">
                  <c:v>rexis financial llc</c:v>
                </c:pt>
                <c:pt idx="7980">
                  <c:v>pioneer financial corp</c:v>
                </c:pt>
                <c:pt idx="7981">
                  <c:v>hendrick toyota scion apex</c:v>
                </c:pt>
                <c:pt idx="7982">
                  <c:v>henry brown buick gmc llc</c:v>
                </c:pt>
                <c:pt idx="7983">
                  <c:v>all american chrysler jeep dodge of san angelo</c:v>
                </c:pt>
                <c:pt idx="7984">
                  <c:v>town cars llc</c:v>
                </c:pt>
                <c:pt idx="7985">
                  <c:v>repo remarketing/mountain america fcu</c:v>
                </c:pt>
                <c:pt idx="7986">
                  <c:v>kennedy sales and leasing</c:v>
                </c:pt>
                <c:pt idx="7987">
                  <c:v>primeritus remarketing / enterprise remarktng llc</c:v>
                </c:pt>
                <c:pt idx="7988">
                  <c:v>sideline auto sales inc</c:v>
                </c:pt>
                <c:pt idx="7989">
                  <c:v>tampa truck depot inc</c:v>
                </c:pt>
                <c:pt idx="7990">
                  <c:v>san diego volvo</c:v>
                </c:pt>
                <c:pt idx="7991">
                  <c:v>ohio valley ford mercury llc</c:v>
                </c:pt>
                <c:pt idx="7992">
                  <c:v>bob allen ford inc</c:v>
                </c:pt>
                <c:pt idx="7993">
                  <c:v>gettel gainesville inc</c:v>
                </c:pt>
                <c:pt idx="7994">
                  <c:v>kearns motor car co inc</c:v>
                </c:pt>
                <c:pt idx="7995">
                  <c:v>action auto group llc</c:v>
                </c:pt>
                <c:pt idx="7996">
                  <c:v>du page chrysler dodge ram jeep</c:v>
                </c:pt>
                <c:pt idx="7997">
                  <c:v>north american auto finance</c:v>
                </c:pt>
                <c:pt idx="7998">
                  <c:v>operating engineers fcu</c:v>
                </c:pt>
                <c:pt idx="7999">
                  <c:v>ctk auto</c:v>
                </c:pt>
                <c:pt idx="8000">
                  <c:v>electric service credit union</c:v>
                </c:pt>
                <c:pt idx="8001">
                  <c:v>grossinger chevrolet inc</c:v>
                </c:pt>
                <c:pt idx="8002">
                  <c:v>destination motors</c:v>
                </c:pt>
                <c:pt idx="8003">
                  <c:v>elite autos</c:v>
                </c:pt>
                <c:pt idx="8004">
                  <c:v>northwest auto mall</c:v>
                </c:pt>
                <c:pt idx="8005">
                  <c:v>linton motorsport  inc.</c:v>
                </c:pt>
                <c:pt idx="8006">
                  <c:v>middle tennessee electric</c:v>
                </c:pt>
                <c:pt idx="8007">
                  <c:v>ace sales company</c:v>
                </c:pt>
                <c:pt idx="8008">
                  <c:v>kb cars &amp; trucks llc</c:v>
                </c:pt>
                <c:pt idx="8009">
                  <c:v>good deal car company</c:v>
                </c:pt>
                <c:pt idx="8010">
                  <c:v>chrysler international</c:v>
                </c:pt>
                <c:pt idx="8011">
                  <c:v>new start llc</c:v>
                </c:pt>
                <c:pt idx="8012">
                  <c:v>titlemax/san diego ca2</c:v>
                </c:pt>
                <c:pt idx="8013">
                  <c:v>omni american bank</c:v>
                </c:pt>
                <c:pt idx="8014">
                  <c:v>preston auto outlet lp</c:v>
                </c:pt>
                <c:pt idx="8015">
                  <c:v>north point water sports</c:v>
                </c:pt>
                <c:pt idx="8016">
                  <c:v>northpointe motorcars</c:v>
                </c:pt>
                <c:pt idx="8017">
                  <c:v>north point toyota</c:v>
                </c:pt>
                <c:pt idx="8018">
                  <c:v>repo remarketing/texell fcu</c:v>
                </c:pt>
                <c:pt idx="8019">
                  <c:v>solutions auto sales</c:v>
                </c:pt>
                <c:pt idx="8020">
                  <c:v>busam subaru</c:v>
                </c:pt>
                <c:pt idx="8021">
                  <c:v>bogue auto sales</c:v>
                </c:pt>
                <c:pt idx="8022">
                  <c:v>acura on brant</c:v>
                </c:pt>
                <c:pt idx="8023">
                  <c:v>keesler fcu</c:v>
                </c:pt>
                <c:pt idx="8024">
                  <c:v>fox toyota</c:v>
                </c:pt>
                <c:pt idx="8025">
                  <c:v>choice auto</c:v>
                </c:pt>
                <c:pt idx="8026">
                  <c:v>courtesy ford lincoln sales inc</c:v>
                </c:pt>
                <c:pt idx="8027">
                  <c:v>d &amp; d enterprises of hickman mills llc</c:v>
                </c:pt>
                <c:pt idx="8028">
                  <c:v>wolf auto center  sterling  llc</c:v>
                </c:pt>
                <c:pt idx="8029">
                  <c:v>o c motors</c:v>
                </c:pt>
                <c:pt idx="8030">
                  <c:v>speedway motors llc</c:v>
                </c:pt>
                <c:pt idx="8031">
                  <c:v>white's body shop &amp; auto sales</c:v>
                </c:pt>
                <c:pt idx="8032">
                  <c:v>university of iowa credit union</c:v>
                </c:pt>
                <c:pt idx="8033">
                  <c:v>the lexus store of lexington</c:v>
                </c:pt>
                <c:pt idx="8034">
                  <c:v>remarketing by ge/freedom fcu</c:v>
                </c:pt>
                <c:pt idx="8035">
                  <c:v>manassas chrysler dodge jeep ram</c:v>
                </c:pt>
                <c:pt idx="8036">
                  <c:v>sill terhar motors inc</c:v>
                </c:pt>
                <c:pt idx="8037">
                  <c:v>prestige miami auto sale inc</c:v>
                </c:pt>
                <c:pt idx="8038">
                  <c:v>onemain rem/campus auto retail service</c:v>
                </c:pt>
                <c:pt idx="8039">
                  <c:v>gwatney saab of memphis inc</c:v>
                </c:pt>
                <c:pt idx="8040">
                  <c:v>central buick gmc inc</c:v>
                </c:pt>
                <c:pt idx="8041">
                  <c:v>g &amp; g auto sales</c:v>
                </c:pt>
                <c:pt idx="8042">
                  <c:v>coles automotive group</c:v>
                </c:pt>
                <c:pt idx="8043">
                  <c:v>holiday motors</c:v>
                </c:pt>
                <c:pt idx="8044">
                  <c:v>bob davidson ford lincoln</c:v>
                </c:pt>
                <c:pt idx="8045">
                  <c:v>big valley ford inc</c:v>
                </c:pt>
                <c:pt idx="8046">
                  <c:v>braddock motors llc</c:v>
                </c:pt>
                <c:pt idx="8047">
                  <c:v>g&amp;f autos inc</c:v>
                </c:pt>
                <c:pt idx="8048">
                  <c:v>hq motorsports</c:v>
                </c:pt>
                <c:pt idx="8049">
                  <c:v>tel tone comm inc</c:v>
                </c:pt>
                <c:pt idx="8050">
                  <c:v>fred beans toyota of flemington</c:v>
                </c:pt>
                <c:pt idx="8051">
                  <c:v>brampton powersports/brampton used</c:v>
                </c:pt>
                <c:pt idx="8052">
                  <c:v>blue ribbon motors</c:v>
                </c:pt>
                <c:pt idx="8053">
                  <c:v>battlefield ford mercury</c:v>
                </c:pt>
                <c:pt idx="8054">
                  <c:v>redline remarketing/la financial services</c:v>
                </c:pt>
                <c:pt idx="8055">
                  <c:v>manhattan motors llc</c:v>
                </c:pt>
                <c:pt idx="8056">
                  <c:v>flag/proctor motor company</c:v>
                </c:pt>
                <c:pt idx="8057">
                  <c:v>d-lux group inc</c:v>
                </c:pt>
                <c:pt idx="8058">
                  <c:v>fiserv/everglades fcu</c:v>
                </c:pt>
                <c:pt idx="8059">
                  <c:v>jrs motor cars</c:v>
                </c:pt>
                <c:pt idx="8060">
                  <c:v>brown automotive center inc</c:v>
                </c:pt>
                <c:pt idx="8061">
                  <c:v>commonwealth auto credit</c:v>
                </c:pt>
                <c:pt idx="8062">
                  <c:v>rick case fiat</c:v>
                </c:pt>
                <c:pt idx="8063">
                  <c:v>richardson wholesale</c:v>
                </c:pt>
                <c:pt idx="8064">
                  <c:v>nuvison financial fcu</c:v>
                </c:pt>
                <c:pt idx="8065">
                  <c:v>showroom auto llc</c:v>
                </c:pt>
                <c:pt idx="8066">
                  <c:v>maguire &amp; sons auto brokers</c:v>
                </c:pt>
                <c:pt idx="8067">
                  <c:v>corry fcu</c:v>
                </c:pt>
                <c:pt idx="8068">
                  <c:v>corporate rac</c:v>
                </c:pt>
                <c:pt idx="8069">
                  <c:v>ez corp inc.</c:v>
                </c:pt>
                <c:pt idx="8070">
                  <c:v>gulf south auto llc</c:v>
                </c:pt>
                <c:pt idx="8071">
                  <c:v>federal financial services llc</c:v>
                </c:pt>
                <c:pt idx="8072">
                  <c:v>import plus auto center inc</c:v>
                </c:pt>
                <c:pt idx="8073">
                  <c:v>f &amp; n auto</c:v>
                </c:pt>
                <c:pt idx="8074">
                  <c:v>nemer chrysler jeep dodge</c:v>
                </c:pt>
                <c:pt idx="8075">
                  <c:v>midway recovery inc</c:v>
                </c:pt>
                <c:pt idx="8076">
                  <c:v>pee dee fcu</c:v>
                </c:pt>
                <c:pt idx="8077">
                  <c:v>rhino auto sales inc</c:v>
                </c:pt>
                <c:pt idx="8078">
                  <c:v>roanoke valley motor sports</c:v>
                </c:pt>
                <c:pt idx="8079">
                  <c:v>pars motor inc</c:v>
                </c:pt>
                <c:pt idx="8080">
                  <c:v>target corporation</c:v>
                </c:pt>
                <c:pt idx="8081">
                  <c:v>affordable t motors</c:v>
                </c:pt>
                <c:pt idx="8082">
                  <c:v>best car financial inc</c:v>
                </c:pt>
                <c:pt idx="8083">
                  <c:v>eliott rentals inc</c:v>
                </c:pt>
                <c:pt idx="8084">
                  <c:v>best cars kc  inc.</c:v>
                </c:pt>
                <c:pt idx="8085">
                  <c:v>del rio ford lincoln mercury ltd</c:v>
                </c:pt>
                <c:pt idx="8086">
                  <c:v>don moore nissan</c:v>
                </c:pt>
                <c:pt idx="8087">
                  <c:v>flowers honda</c:v>
                </c:pt>
                <c:pt idx="8088">
                  <c:v>titlemax/woodbridge va3</c:v>
                </c:pt>
                <c:pt idx="8089">
                  <c:v>tumminia mazda</c:v>
                </c:pt>
                <c:pt idx="8090">
                  <c:v>rockland fcu</c:v>
                </c:pt>
                <c:pt idx="8091">
                  <c:v>onemain rem/tejada auto sales</c:v>
                </c:pt>
                <c:pt idx="8092">
                  <c:v>onemain rem/intergrity automotive</c:v>
                </c:pt>
                <c:pt idx="8093">
                  <c:v>state college ford lincoln mercury inc</c:v>
                </c:pt>
                <c:pt idx="8094">
                  <c:v>mccarthy chevrolet lees summit</c:v>
                </c:pt>
                <c:pt idx="8095">
                  <c:v>donlen corp/marblehead lime company</c:v>
                </c:pt>
                <c:pt idx="8096">
                  <c:v>clear lake chrysler jeep dodge</c:v>
                </c:pt>
                <c:pt idx="8097">
                  <c:v>acura of orange park</c:v>
                </c:pt>
                <c:pt idx="8098">
                  <c:v>lexington car company llc</c:v>
                </c:pt>
                <c:pt idx="8099">
                  <c:v>mid-atlantic auto sales</c:v>
                </c:pt>
                <c:pt idx="8100">
                  <c:v>manheim cincinnati</c:v>
                </c:pt>
                <c:pt idx="8101">
                  <c:v>larry h miller lexus spokane</c:v>
                </c:pt>
                <c:pt idx="8102">
                  <c:v>longstreet auto</c:v>
                </c:pt>
                <c:pt idx="8103">
                  <c:v>manheim daytona beach</c:v>
                </c:pt>
                <c:pt idx="8104">
                  <c:v>st john properties inc</c:v>
                </c:pt>
                <c:pt idx="8105">
                  <c:v>north east motors</c:v>
                </c:pt>
                <c:pt idx="8106">
                  <c:v>royal blue auto inc</c:v>
                </c:pt>
                <c:pt idx="8107">
                  <c:v>sound motors inc</c:v>
                </c:pt>
                <c:pt idx="8108">
                  <c:v>whi con auto brokers</c:v>
                </c:pt>
                <c:pt idx="8109">
                  <c:v>parkway chevrolet inc</c:v>
                </c:pt>
                <c:pt idx="8110">
                  <c:v>motor kars ii inc</c:v>
                </c:pt>
                <c:pt idx="8111">
                  <c:v>jensen motors inc</c:v>
                </c:pt>
                <c:pt idx="8112">
                  <c:v>karl smith jr</c:v>
                </c:pt>
                <c:pt idx="8113">
                  <c:v>citi remarketing &amp; recovery services</c:v>
                </c:pt>
                <c:pt idx="8114">
                  <c:v>chris ullman pre-owned auto llc</c:v>
                </c:pt>
                <c:pt idx="8115">
                  <c:v>ginn chrysler jeep dodge llc</c:v>
                </c:pt>
                <c:pt idx="8116">
                  <c:v>don gooley cadillac inc</c:v>
                </c:pt>
                <c:pt idx="8117">
                  <c:v>green auto</c:v>
                </c:pt>
                <c:pt idx="8118">
                  <c:v>primeritus remarketing/terry harrelson au</c:v>
                </c:pt>
                <c:pt idx="8119">
                  <c:v>livingston motor company</c:v>
                </c:pt>
                <c:pt idx="8120">
                  <c:v>western funding  inc.</c:v>
                </c:pt>
                <c:pt idx="8121">
                  <c:v>karlas kars auto sales</c:v>
                </c:pt>
                <c:pt idx="8122">
                  <c:v>complete automotive svcs llc</c:v>
                </c:pt>
                <c:pt idx="8123">
                  <c:v>jefferson parish efcu</c:v>
                </c:pt>
                <c:pt idx="8124">
                  <c:v>hi tech auto sales</c:v>
                </c:pt>
                <c:pt idx="8125">
                  <c:v>berkley motors</c:v>
                </c:pt>
                <c:pt idx="8126">
                  <c:v>choice auto group</c:v>
                </c:pt>
                <c:pt idx="8127">
                  <c:v>hwy 278 auto sales llc</c:v>
                </c:pt>
                <c:pt idx="8128">
                  <c:v>spring valley ford inc</c:v>
                </c:pt>
                <c:pt idx="8129">
                  <c:v>m &amp; j auto sales llc</c:v>
                </c:pt>
                <c:pt idx="8130">
                  <c:v>william mizell ford inc</c:v>
                </c:pt>
                <c:pt idx="8131">
                  <c:v>medgaardens sw sales inc</c:v>
                </c:pt>
                <c:pt idx="8132">
                  <c:v>price auto group  llc</c:v>
                </c:pt>
                <c:pt idx="8133">
                  <c:v>central florida auto direct inc</c:v>
                </c:pt>
                <c:pt idx="8134">
                  <c:v>carlock ford nissan</c:v>
                </c:pt>
                <c:pt idx="8135">
                  <c:v>high performance capital</c:v>
                </c:pt>
                <c:pt idx="8136">
                  <c:v>finance depot llc</c:v>
                </c:pt>
                <c:pt idx="8137">
                  <c:v>charlotte motors inc</c:v>
                </c:pt>
                <c:pt idx="8138">
                  <c:v>fiserv/steward financial services</c:v>
                </c:pt>
                <c:pt idx="8139">
                  <c:v>akt investments inc</c:v>
                </c:pt>
                <c:pt idx="8140">
                  <c:v>auto star motor co llc</c:v>
                </c:pt>
                <c:pt idx="8141">
                  <c:v>village of hatch police department</c:v>
                </c:pt>
                <c:pt idx="8142">
                  <c:v>eastern auto wholesale inc</c:v>
                </c:pt>
                <c:pt idx="8143">
                  <c:v>nifty car rental</c:v>
                </c:pt>
                <c:pt idx="8144">
                  <c:v>vardaman buick company inc</c:v>
                </c:pt>
                <c:pt idx="8145">
                  <c:v>l &amp; j auto sales corp</c:v>
                </c:pt>
                <c:pt idx="8146">
                  <c:v>mercado motors</c:v>
                </c:pt>
                <c:pt idx="8147">
                  <c:v>lee county fleet service</c:v>
                </c:pt>
                <c:pt idx="8148">
                  <c:v>ollenburg motors incorporated</c:v>
                </c:pt>
                <c:pt idx="8149">
                  <c:v>roseville chrysler jeep inc</c:v>
                </c:pt>
                <c:pt idx="8150">
                  <c:v>harvester motors</c:v>
                </c:pt>
                <c:pt idx="8151">
                  <c:v>auto trade center</c:v>
                </c:pt>
                <c:pt idx="8152">
                  <c:v>auto plex</c:v>
                </c:pt>
                <c:pt idx="8153">
                  <c:v>c r a collateral recovery &amp; admin inc</c:v>
                </c:pt>
                <c:pt idx="8154">
                  <c:v>buyers choice auto center llc</c:v>
                </c:pt>
                <c:pt idx="8155">
                  <c:v>downtown dodge inc</c:v>
                </c:pt>
                <c:pt idx="8156">
                  <c:v>colcars</c:v>
                </c:pt>
                <c:pt idx="8157">
                  <c:v>lou sobh honda</c:v>
                </c:pt>
                <c:pt idx="8158">
                  <c:v>hebron auto sales inc</c:v>
                </c:pt>
                <c:pt idx="8159">
                  <c:v>texas tech fcu</c:v>
                </c:pt>
                <c:pt idx="8160">
                  <c:v>value cars inc</c:v>
                </c:pt>
                <c:pt idx="8161">
                  <c:v>premier autoworks llc</c:v>
                </c:pt>
                <c:pt idx="8162">
                  <c:v>sams auto sales</c:v>
                </c:pt>
                <c:pt idx="8163">
                  <c:v>richfield bloomington mitsubishi</c:v>
                </c:pt>
                <c:pt idx="8164">
                  <c:v>lundy's  inc</c:v>
                </c:pt>
                <c:pt idx="8165">
                  <c:v>st charles motor cars llc</c:v>
                </c:pt>
                <c:pt idx="8166">
                  <c:v>byers kia</c:v>
                </c:pt>
                <c:pt idx="8167">
                  <c:v>euro coach auto net corp</c:v>
                </c:pt>
                <c:pt idx="8168">
                  <c:v>dade auto sales inc</c:v>
                </c:pt>
                <c:pt idx="8169">
                  <c:v>a &amp; b auto inc</c:v>
                </c:pt>
                <c:pt idx="8170">
                  <c:v>big 3 motors llc</c:v>
                </c:pt>
                <c:pt idx="8171">
                  <c:v>bmc auto rental sales &amp; leasing inc</c:v>
                </c:pt>
                <c:pt idx="8172">
                  <c:v>dale earnhardt jr chevrolet</c:v>
                </c:pt>
                <c:pt idx="8173">
                  <c:v>autonation ford scottsdale</c:v>
                </c:pt>
                <c:pt idx="8174">
                  <c:v>rich auto sales ltd</c:v>
                </c:pt>
                <c:pt idx="8175">
                  <c:v>mike shaw subaru inc</c:v>
                </c:pt>
                <c:pt idx="8176">
                  <c:v>sam pack's five star ford ltd</c:v>
                </c:pt>
                <c:pt idx="8177">
                  <c:v>southeast financial llc</c:v>
                </c:pt>
                <c:pt idx="8178">
                  <c:v>onemain rem/the parshay group inc</c:v>
                </c:pt>
                <c:pt idx="8179">
                  <c:v>select auto group llc</c:v>
                </c:pt>
                <c:pt idx="8180">
                  <c:v>repo remarketing/partner colorado cu</c:v>
                </c:pt>
                <c:pt idx="8181">
                  <c:v>tkj auto</c:v>
                </c:pt>
                <c:pt idx="8182">
                  <c:v>atzenhoffer mazda  atzenhoffer mitsubishi</c:v>
                </c:pt>
                <c:pt idx="8183">
                  <c:v>business leasing &amp; management corp</c:v>
                </c:pt>
                <c:pt idx="8184">
                  <c:v>amazing auto sales llc</c:v>
                </c:pt>
                <c:pt idx="8185">
                  <c:v>badger truck center inc</c:v>
                </c:pt>
                <c:pt idx="8186">
                  <c:v>feussners ford inc</c:v>
                </c:pt>
                <c:pt idx="8187">
                  <c:v>einspahr auto plaza inc</c:v>
                </c:pt>
                <c:pt idx="8188">
                  <c:v>hankins automotive</c:v>
                </c:pt>
                <c:pt idx="8189">
                  <c:v>auto champs</c:v>
                </c:pt>
                <c:pt idx="8190">
                  <c:v>bucktown auto sales</c:v>
                </c:pt>
                <c:pt idx="8191">
                  <c:v>love chrysler dodge jeep llc</c:v>
                </c:pt>
                <c:pt idx="8192">
                  <c:v>wickstrom ford inc</c:v>
                </c:pt>
                <c:pt idx="8193">
                  <c:v>idaho central credit union</c:v>
                </c:pt>
                <c:pt idx="8194">
                  <c:v>ars/shaker auto leasing</c:v>
                </c:pt>
                <c:pt idx="8195">
                  <c:v>greiner buick gmc</c:v>
                </c:pt>
                <c:pt idx="8196">
                  <c:v>american heritage</c:v>
                </c:pt>
                <c:pt idx="8197">
                  <c:v>james martin chevrolet inc</c:v>
                </c:pt>
                <c:pt idx="8198">
                  <c:v>dealer direct services llc</c:v>
                </c:pt>
                <c:pt idx="8199">
                  <c:v>c &amp; c auto brokers</c:v>
                </c:pt>
                <c:pt idx="8200">
                  <c:v>graham automotive</c:v>
                </c:pt>
                <c:pt idx="8201">
                  <c:v>desert auto sales</c:v>
                </c:pt>
                <c:pt idx="8202">
                  <c:v>missouri motors llc</c:v>
                </c:pt>
                <c:pt idx="8203">
                  <c:v>premier subaru llc</c:v>
                </c:pt>
                <c:pt idx="8204">
                  <c:v>weseloh kia carlsbad</c:v>
                </c:pt>
                <c:pt idx="8205">
                  <c:v>remarketing by ge/lake state fcu</c:v>
                </c:pt>
                <c:pt idx="8206">
                  <c:v>omaha police fcu</c:v>
                </c:pt>
                <c:pt idx="8207">
                  <c:v>msd san alfonso auto group inc</c:v>
                </c:pt>
                <c:pt idx="8208">
                  <c:v>venice nissan</c:v>
                </c:pt>
                <c:pt idx="8209">
                  <c:v>tow truck co of orlando</c:v>
                </c:pt>
                <c:pt idx="8210">
                  <c:v>auto boutique</c:v>
                </c:pt>
                <c:pt idx="8211">
                  <c:v>caron mazda</c:v>
                </c:pt>
                <c:pt idx="8212">
                  <c:v>car country</c:v>
                </c:pt>
                <c:pt idx="8213">
                  <c:v>central bank of the midwest</c:v>
                </c:pt>
                <c:pt idx="8214">
                  <c:v>oklahoma motor credit co</c:v>
                </c:pt>
                <c:pt idx="8215">
                  <c:v>sph &amp; l auto export</c:v>
                </c:pt>
                <c:pt idx="8216">
                  <c:v>keller auto sales</c:v>
                </c:pt>
                <c:pt idx="8217">
                  <c:v>john elway chrysler jeep dodge ram</c:v>
                </c:pt>
                <c:pt idx="8218">
                  <c:v>halton autolease inc</c:v>
                </c:pt>
                <c:pt idx="8219">
                  <c:v>kuni lexus of colorado springs</c:v>
                </c:pt>
                <c:pt idx="8220">
                  <c:v>wyss auto sales</c:v>
                </c:pt>
                <c:pt idx="8221">
                  <c:v>prime motors</c:v>
                </c:pt>
                <c:pt idx="8222">
                  <c:v>westside motors</c:v>
                </c:pt>
                <c:pt idx="8223">
                  <c:v>mcloughlin chrysler jeep fiat</c:v>
                </c:pt>
                <c:pt idx="8224">
                  <c:v>silver creek ford</c:v>
                </c:pt>
                <c:pt idx="8225">
                  <c:v>house of cars inc.</c:v>
                </c:pt>
                <c:pt idx="8226">
                  <c:v>hendrick unknown inventory-manheim charlotte</c:v>
                </c:pt>
                <c:pt idx="8227">
                  <c:v>heim auto sales</c:v>
                </c:pt>
                <c:pt idx="8228">
                  <c:v>car today</c:v>
                </c:pt>
                <c:pt idx="8229">
                  <c:v>brose auto plex</c:v>
                </c:pt>
                <c:pt idx="8230">
                  <c:v>infiniti of warwick</c:v>
                </c:pt>
                <c:pt idx="8231">
                  <c:v>applied auto sales llc</c:v>
                </c:pt>
                <c:pt idx="8232">
                  <c:v>keesler federal credit union</c:v>
                </c:pt>
                <c:pt idx="8233">
                  <c:v>weseloh chevrolet</c:v>
                </c:pt>
                <c:pt idx="8234">
                  <c:v>capital partners</c:v>
                </c:pt>
                <c:pt idx="8235">
                  <c:v>walser lsg n fleet services</c:v>
                </c:pt>
                <c:pt idx="8236">
                  <c:v>total choice fcu</c:v>
                </c:pt>
                <c:pt idx="8237">
                  <c:v>oxmoor mazda</c:v>
                </c:pt>
                <c:pt idx="8238">
                  <c:v>walts auto sales</c:v>
                </c:pt>
                <c:pt idx="8239">
                  <c:v>volkswagen of salem</c:v>
                </c:pt>
                <c:pt idx="8240">
                  <c:v>les wenning motors inc</c:v>
                </c:pt>
                <c:pt idx="8241">
                  <c:v>front line motors inc</c:v>
                </c:pt>
                <c:pt idx="8242">
                  <c:v>fiesta motors</c:v>
                </c:pt>
                <c:pt idx="8243">
                  <c:v>jimmy henry used cars llc</c:v>
                </c:pt>
                <c:pt idx="8244">
                  <c:v>zinc used auto sales</c:v>
                </c:pt>
                <c:pt idx="8245">
                  <c:v>pcs pennsylvania inc</c:v>
                </c:pt>
                <c:pt idx="8246">
                  <c:v>silent partners auto brokers llc</c:v>
                </c:pt>
                <c:pt idx="8247">
                  <c:v>tropikar sales inc</c:v>
                </c:pt>
                <c:pt idx="8248">
                  <c:v>seven seventeen credit union inc.</c:v>
                </c:pt>
                <c:pt idx="8249">
                  <c:v>m &amp; i imports inc</c:v>
                </c:pt>
                <c:pt idx="8250">
                  <c:v>manheim dallas-fort worth</c:v>
                </c:pt>
                <c:pt idx="8251">
                  <c:v>trra motors llc</c:v>
                </c:pt>
                <c:pt idx="8252">
                  <c:v>penn toyota</c:v>
                </c:pt>
                <c:pt idx="8253">
                  <c:v>moree motors</c:v>
                </c:pt>
                <c:pt idx="8254">
                  <c:v>solutions auto sales inc</c:v>
                </c:pt>
                <c:pt idx="8255">
                  <c:v>shaq motors inc</c:v>
                </c:pt>
                <c:pt idx="8256">
                  <c:v>bmw of peabody</c:v>
                </c:pt>
                <c:pt idx="8257">
                  <c:v>bmw of vista</c:v>
                </c:pt>
                <c:pt idx="8258">
                  <c:v>first niagara bank</c:v>
                </c:pt>
                <c:pt idx="8259">
                  <c:v>import car connection inc</c:v>
                </c:pt>
                <c:pt idx="8260">
                  <c:v>dn motor cars inc</c:v>
                </c:pt>
                <c:pt idx="8261">
                  <c:v>best deal auto &amp; services</c:v>
                </c:pt>
                <c:pt idx="8262">
                  <c:v>johnny dee motors</c:v>
                </c:pt>
                <c:pt idx="8263">
                  <c:v>kas kibo auto sales corp</c:v>
                </c:pt>
                <c:pt idx="8264">
                  <c:v>guardian credit union</c:v>
                </c:pt>
                <c:pt idx="8265">
                  <c:v>empire group</c:v>
                </c:pt>
                <c:pt idx="8266">
                  <c:v>dsi auto sales llc</c:v>
                </c:pt>
                <c:pt idx="8267">
                  <c:v>dealer 786</c:v>
                </c:pt>
                <c:pt idx="8268">
                  <c:v>choice capital finance</c:v>
                </c:pt>
                <c:pt idx="8269">
                  <c:v>sr5 auto brokers</c:v>
                </c:pt>
                <c:pt idx="8270">
                  <c:v>union auto plaza inc</c:v>
                </c:pt>
                <c:pt idx="8271">
                  <c:v>south shore auto sales</c:v>
                </c:pt>
                <c:pt idx="8272">
                  <c:v>pumpkin fine cars</c:v>
                </c:pt>
                <c:pt idx="8273">
                  <c:v>rountree moore ford lllp</c:v>
                </c:pt>
                <c:pt idx="8274">
                  <c:v>rock county honda</c:v>
                </c:pt>
                <c:pt idx="8275">
                  <c:v>remarketing by ge/manheim portland</c:v>
                </c:pt>
                <c:pt idx="8276">
                  <c:v>morries mazda</c:v>
                </c:pt>
                <c:pt idx="8277">
                  <c:v>wheel way gm</c:v>
                </c:pt>
                <c:pt idx="8278">
                  <c:v>mclaughlins chrysler jeep</c:v>
                </c:pt>
                <c:pt idx="8279">
                  <c:v>naeem motors</c:v>
                </c:pt>
                <c:pt idx="8280">
                  <c:v>eastern auto sales corp</c:v>
                </c:pt>
                <c:pt idx="8281">
                  <c:v>k o enterprises of columbia inc</c:v>
                </c:pt>
                <c:pt idx="8282">
                  <c:v>integrity auto sales inc</c:v>
                </c:pt>
                <c:pt idx="8283">
                  <c:v>frank shirey cadillac inc</c:v>
                </c:pt>
                <c:pt idx="8284">
                  <c:v>autonation fiat roseville</c:v>
                </c:pt>
                <c:pt idx="8285">
                  <c:v>pickard lane leasing ltd</c:v>
                </c:pt>
                <c:pt idx="8286">
                  <c:v>miramar car center</c:v>
                </c:pt>
                <c:pt idx="8287">
                  <c:v>skokie suburban auto sales inc</c:v>
                </c:pt>
                <c:pt idx="8288">
                  <c:v>world discount auto inc</c:v>
                </c:pt>
                <c:pt idx="8289">
                  <c:v>richmond car &amp; truck center</c:v>
                </c:pt>
                <c:pt idx="8290">
                  <c:v>sleepy hollow chrysler dodge jeep inc</c:v>
                </c:pt>
                <c:pt idx="8291">
                  <c:v>united community credit union</c:v>
                </c:pt>
                <c:pt idx="8292">
                  <c:v>l and j auto brokers inc</c:v>
                </c:pt>
                <c:pt idx="8293">
                  <c:v>genisys credit union</c:v>
                </c:pt>
                <c:pt idx="8294">
                  <c:v>cmac investments llc</c:v>
                </c:pt>
                <c:pt idx="8295">
                  <c:v>auto fleet sales inc</c:v>
                </c:pt>
                <c:pt idx="8296">
                  <c:v>dave sinclair ford inc</c:v>
                </c:pt>
                <c:pt idx="8297">
                  <c:v>autonation honda 104</c:v>
                </c:pt>
                <c:pt idx="8298">
                  <c:v>dannemora fcu</c:v>
                </c:pt>
                <c:pt idx="8299">
                  <c:v>colussy chevrolet inc</c:v>
                </c:pt>
                <c:pt idx="8300">
                  <c:v>gno federal credit union</c:v>
                </c:pt>
                <c:pt idx="8301">
                  <c:v>nw vehicle remarketing</c:v>
                </c:pt>
                <c:pt idx="8302">
                  <c:v>the rite car</c:v>
                </c:pt>
                <c:pt idx="8303">
                  <c:v>earnhardt cadillac</c:v>
                </c:pt>
                <c:pt idx="8304">
                  <c:v>remarketing by ge/aventa credit union</c:v>
                </c:pt>
                <c:pt idx="8305">
                  <c:v>vineyard enterprises inc/chr</c:v>
                </c:pt>
                <c:pt idx="8306">
                  <c:v>union first market bank</c:v>
                </c:pt>
                <c:pt idx="8307">
                  <c:v>ove car trader corp</c:v>
                </c:pt>
                <c:pt idx="8308">
                  <c:v>j &amp; l motors of hickory inc</c:v>
                </c:pt>
                <c:pt idx="8309">
                  <c:v>christian financial credit union</c:v>
                </c:pt>
                <c:pt idx="8310">
                  <c:v>auto connection</c:v>
                </c:pt>
                <c:pt idx="8311">
                  <c:v>diamond auto wholesalers</c:v>
                </c:pt>
                <c:pt idx="8312">
                  <c:v>classic ford sales inc</c:v>
                </c:pt>
                <c:pt idx="8313">
                  <c:v>christopher chevrolet buick inc</c:v>
                </c:pt>
                <c:pt idx="8314">
                  <c:v>noble auto sales</c:v>
                </c:pt>
                <c:pt idx="8315">
                  <c:v>baytown gmc buick</c:v>
                </c:pt>
                <c:pt idx="8316">
                  <c:v>center for car donations</c:v>
                </c:pt>
                <c:pt idx="8317">
                  <c:v>ciocca ford</c:v>
                </c:pt>
                <c:pt idx="8318">
                  <c:v>fremont volkswagen</c:v>
                </c:pt>
                <c:pt idx="8319">
                  <c:v>nissan dealer blend/sewell infiniti of ft worth</c:v>
                </c:pt>
                <c:pt idx="8320">
                  <c:v>prime auto sales</c:v>
                </c:pt>
                <c:pt idx="8321">
                  <c:v>monte carlo auto sales  inc.</c:v>
                </c:pt>
                <c:pt idx="8322">
                  <c:v>royal palm toyota &amp; royal palm scion</c:v>
                </c:pt>
                <c:pt idx="8323">
                  <c:v>titlemax/weatherford tx1</c:v>
                </c:pt>
                <c:pt idx="8324">
                  <c:v>nation wide auto sales llc</c:v>
                </c:pt>
                <c:pt idx="8325">
                  <c:v>tsgauto.com</c:v>
                </c:pt>
                <c:pt idx="8326">
                  <c:v>red mccombs hyundai northwest</c:v>
                </c:pt>
                <c:pt idx="8327">
                  <c:v>onemain rem/ulrich motor company</c:v>
                </c:pt>
                <c:pt idx="8328">
                  <c:v>whitney motor company</c:v>
                </c:pt>
                <c:pt idx="8329">
                  <c:v>rogers-dabbs chev hummer inc</c:v>
                </c:pt>
                <c:pt idx="8330">
                  <c:v>beaman ford lincoln mercury inc</c:v>
                </c:pt>
                <c:pt idx="8331">
                  <c:v>allied cash advance</c:v>
                </c:pt>
                <c:pt idx="8332">
                  <c:v>grand motor sales</c:v>
                </c:pt>
                <c:pt idx="8333">
                  <c:v>baytown ford</c:v>
                </c:pt>
                <c:pt idx="8334">
                  <c:v>doan dodge chry jeep</c:v>
                </c:pt>
                <c:pt idx="8335">
                  <c:v>advantage auto sales inc</c:v>
                </c:pt>
                <c:pt idx="8336">
                  <c:v>brickory sales llc</c:v>
                </c:pt>
                <c:pt idx="8337">
                  <c:v>dixie motors inc</c:v>
                </c:pt>
                <c:pt idx="8338">
                  <c:v>cottonwood motors inc</c:v>
                </c:pt>
                <c:pt idx="8339">
                  <c:v>eldorado motors</c:v>
                </c:pt>
                <c:pt idx="8340">
                  <c:v>atlantic finance company</c:v>
                </c:pt>
                <c:pt idx="8341">
                  <c:v>acm enterprises group inc</c:v>
                </c:pt>
                <c:pt idx="8342">
                  <c:v>manheim california</c:v>
                </c:pt>
                <c:pt idx="8343">
                  <c:v>land rover capital/primus</c:v>
                </c:pt>
                <c:pt idx="8344">
                  <c:v>s and s auto brokers inc</c:v>
                </c:pt>
                <c:pt idx="8345">
                  <c:v>san juan motorsports inc</c:v>
                </c:pt>
                <c:pt idx="8346">
                  <c:v>shults certified.com</c:v>
                </c:pt>
                <c:pt idx="8347">
                  <c:v>nissan dealer blend/infiniti of hoffman estates</c:v>
                </c:pt>
                <c:pt idx="8348">
                  <c:v>rpm highline inc</c:v>
                </c:pt>
                <c:pt idx="8349">
                  <c:v>proctor automotive inc</c:v>
                </c:pt>
                <c:pt idx="8350">
                  <c:v>speed club inc</c:v>
                </c:pt>
                <c:pt idx="8351">
                  <c:v>mora chevrolet buick</c:v>
                </c:pt>
                <c:pt idx="8352">
                  <c:v>a plus imports</c:v>
                </c:pt>
                <c:pt idx="8353">
                  <c:v>eagle auto auction inc</c:v>
                </c:pt>
                <c:pt idx="8354">
                  <c:v>budget rac/wichita</c:v>
                </c:pt>
                <c:pt idx="8355">
                  <c:v>irwin auto company inc</c:v>
                </c:pt>
                <c:pt idx="8356">
                  <c:v>grand valley auto sales</c:v>
                </c:pt>
                <c:pt idx="8357">
                  <c:v>d l newsome automotive inc</c:v>
                </c:pt>
                <c:pt idx="8358">
                  <c:v>460 auto sales</c:v>
                </c:pt>
                <c:pt idx="8359">
                  <c:v>bell state bank &amp; trust</c:v>
                </c:pt>
                <c:pt idx="8360">
                  <c:v>dealers incorporated</c:v>
                </c:pt>
                <c:pt idx="8361">
                  <c:v>car fast auto sales llc</c:v>
                </c:pt>
                <c:pt idx="8362">
                  <c:v>integrity automotive</c:v>
                </c:pt>
                <c:pt idx="8363">
                  <c:v>barry brown motors llc</c:v>
                </c:pt>
                <c:pt idx="8364">
                  <c:v>his auto sales inc</c:v>
                </c:pt>
                <c:pt idx="8365">
                  <c:v>hopkins acura</c:v>
                </c:pt>
                <c:pt idx="8366">
                  <c:v>dekalb county drug task force</c:v>
                </c:pt>
                <c:pt idx="8367">
                  <c:v>lexus of santa fe</c:v>
                </c:pt>
                <c:pt idx="8368">
                  <c:v>roe buick inc</c:v>
                </c:pt>
                <c:pt idx="8369">
                  <c:v>titlemax/woodbridge va1</c:v>
                </c:pt>
                <c:pt idx="8370">
                  <c:v>sweetheart auto sales inc</c:v>
                </c:pt>
                <c:pt idx="8371">
                  <c:v>webster auto sales</c:v>
                </c:pt>
                <c:pt idx="8372">
                  <c:v>scottsdale ferrari llc</c:v>
                </c:pt>
                <c:pt idx="8373">
                  <c:v>universal credit acceptance</c:v>
                </c:pt>
                <c:pt idx="8374">
                  <c:v>south credit motors inc</c:v>
                </c:pt>
                <c:pt idx="8375">
                  <c:v>kings fiat</c:v>
                </c:pt>
                <c:pt idx="8376">
                  <c:v>enable mississippi river transmission llc</c:v>
                </c:pt>
                <c:pt idx="8377">
                  <c:v>beverly hills marketing</c:v>
                </c:pt>
                <c:pt idx="8378">
                  <c:v>all american leasing inc</c:v>
                </c:pt>
                <c:pt idx="8379">
                  <c:v>k c motors</c:v>
                </c:pt>
                <c:pt idx="8380">
                  <c:v>castle car company</c:v>
                </c:pt>
                <c:pt idx="8381">
                  <c:v>faulkner ford of souderton</c:v>
                </c:pt>
                <c:pt idx="8382">
                  <c:v>hendrick alfa romeo fiat of cary</c:v>
                </c:pt>
                <c:pt idx="8383">
                  <c:v>manheim tucson</c:v>
                </c:pt>
                <c:pt idx="8384">
                  <c:v>highland park truck &amp; auto center inc</c:v>
                </c:pt>
                <c:pt idx="8385">
                  <c:v>foss national leasing</c:v>
                </c:pt>
                <c:pt idx="8386">
                  <c:v>mechanics bank</c:v>
                </c:pt>
                <c:pt idx="8387">
                  <c:v>rio grande credit union</c:v>
                </c:pt>
                <c:pt idx="8388">
                  <c:v>mega auto group incorporated</c:v>
                </c:pt>
                <c:pt idx="8389">
                  <c:v>parivash exchange</c:v>
                </c:pt>
                <c:pt idx="8390">
                  <c:v>southern auto wholesale inc</c:v>
                </c:pt>
                <c:pt idx="8391">
                  <c:v>land rover columbia</c:v>
                </c:pt>
                <c:pt idx="8392">
                  <c:v>lenders recovery service</c:v>
                </c:pt>
                <c:pt idx="8393">
                  <c:v>boyd motors inc</c:v>
                </c:pt>
                <c:pt idx="8394">
                  <c:v>keewaydin auto</c:v>
                </c:pt>
                <c:pt idx="8395">
                  <c:v>avon rent a car</c:v>
                </c:pt>
                <c:pt idx="8396">
                  <c:v>derrow auto sales inc</c:v>
                </c:pt>
                <c:pt idx="8397">
                  <c:v>jbc motor</c:v>
                </c:pt>
                <c:pt idx="8398">
                  <c:v>boyer trucks</c:v>
                </c:pt>
                <c:pt idx="8399">
                  <c:v>bmw of lincoln</c:v>
                </c:pt>
                <c:pt idx="8400">
                  <c:v>m &amp; g motor sales inc</c:v>
                </c:pt>
                <c:pt idx="8401">
                  <c:v>top line motor cars llc</c:v>
                </c:pt>
                <c:pt idx="8402">
                  <c:v>1solution auto network llc</c:v>
                </c:pt>
                <c:pt idx="8403">
                  <c:v>island auto buyers ltd</c:v>
                </c:pt>
                <c:pt idx="8404">
                  <c:v>audi arlington</c:v>
                </c:pt>
                <c:pt idx="8405">
                  <c:v>fiat of providence</c:v>
                </c:pt>
                <c:pt idx="8406">
                  <c:v>shemwell motor company</c:v>
                </c:pt>
                <c:pt idx="8407">
                  <c:v>titlemax/las vegas nv24</c:v>
                </c:pt>
                <c:pt idx="8408">
                  <c:v>old 50 auto &amp; marine llc</c:v>
                </c:pt>
                <c:pt idx="8409">
                  <c:v>pay day used cars llc</c:v>
                </c:pt>
                <c:pt idx="8410">
                  <c:v>lakeland chrysler jeep dodge inc</c:v>
                </c:pt>
                <c:pt idx="8411">
                  <c:v>remarketing by ge/south texas fun center</c:v>
                </c:pt>
                <c:pt idx="8412">
                  <c:v>superior auto rental</c:v>
                </c:pt>
                <c:pt idx="8413">
                  <c:v>infiniti of tysons corner</c:v>
                </c:pt>
                <c:pt idx="8414">
                  <c:v>ghandour auto grp llc</c:v>
                </c:pt>
                <c:pt idx="8415">
                  <c:v>fairfax honda volvo volkswagen</c:v>
                </c:pt>
                <c:pt idx="8416">
                  <c:v>grahams auto wholesale</c:v>
                </c:pt>
                <c:pt idx="8417">
                  <c:v>cox fleet/ge capital</c:v>
                </c:pt>
                <c:pt idx="8418">
                  <c:v>bethpage fcu</c:v>
                </c:pt>
                <c:pt idx="8419">
                  <c:v>e autodirect sales llc</c:v>
                </c:pt>
                <c:pt idx="8420">
                  <c:v>giffin's diamond auto</c:v>
                </c:pt>
                <c:pt idx="8421">
                  <c:v>zanger enterprises inc</c:v>
                </c:pt>
                <c:pt idx="8422">
                  <c:v>trenton auto sales</c:v>
                </c:pt>
                <c:pt idx="8423">
                  <c:v>robbie roberson ford inc</c:v>
                </c:pt>
                <c:pt idx="8424">
                  <c:v>wendell greene motors inc</c:v>
                </c:pt>
                <c:pt idx="8425">
                  <c:v>pete colla auto wholesale</c:v>
                </c:pt>
                <c:pt idx="8426">
                  <c:v>spectacular cars inc</c:v>
                </c:pt>
                <c:pt idx="8427">
                  <c:v>nutmeg state fcu</c:v>
                </c:pt>
                <c:pt idx="8428">
                  <c:v>germain honda of beavercreek</c:v>
                </c:pt>
                <c:pt idx="8429">
                  <c:v>hyundai of el paso</c:v>
                </c:pt>
                <c:pt idx="8430">
                  <c:v>auto nation</c:v>
                </c:pt>
                <c:pt idx="8431">
                  <c:v>c j lensing motors inc</c:v>
                </c:pt>
                <c:pt idx="8432">
                  <c:v>d &amp; m leasing</c:v>
                </c:pt>
                <c:pt idx="8433">
                  <c:v>a &amp; m auto wholesalers llc</c:v>
                </c:pt>
                <c:pt idx="8434">
                  <c:v>turbo title loan.com</c:v>
                </c:pt>
                <c:pt idx="8435">
                  <c:v>sandy sansing nissan inc</c:v>
                </c:pt>
                <c:pt idx="8436">
                  <c:v>honda of salem</c:v>
                </c:pt>
                <c:pt idx="8437">
                  <c:v>spinneweber auto sales</c:v>
                </c:pt>
                <c:pt idx="8438">
                  <c:v>priority toyota</c:v>
                </c:pt>
                <c:pt idx="8439">
                  <c:v>primeritus remarketing/prime fin credit u</c:v>
                </c:pt>
                <c:pt idx="8440">
                  <c:v>klassic cars</c:v>
                </c:pt>
                <c:pt idx="8441">
                  <c:v>me auto  llc</c:v>
                </c:pt>
                <c:pt idx="8442">
                  <c:v>southern california autobahn inc</c:v>
                </c:pt>
                <c:pt idx="8443">
                  <c:v>m j l leasing inc</c:v>
                </c:pt>
                <c:pt idx="8444">
                  <c:v>remarketing by ge/apple remarketing</c:v>
                </c:pt>
                <c:pt idx="8445">
                  <c:v>shores auto sales inc</c:v>
                </c:pt>
                <c:pt idx="8446">
                  <c:v>rhinelander honda</c:v>
                </c:pt>
                <c:pt idx="8447">
                  <c:v>red 66 auto group</c:v>
                </c:pt>
                <c:pt idx="8448">
                  <c:v>paul miller performance llc</c:v>
                </c:pt>
                <c:pt idx="8449">
                  <c:v>robono inc</c:v>
                </c:pt>
                <c:pt idx="8450">
                  <c:v>farr west motors llc</c:v>
                </c:pt>
                <c:pt idx="8451">
                  <c:v>david wilsons villa ford</c:v>
                </c:pt>
                <c:pt idx="8452">
                  <c:v>chevy chase acura</c:v>
                </c:pt>
                <c:pt idx="8453">
                  <c:v>honda of burien</c:v>
                </c:pt>
                <c:pt idx="8454">
                  <c:v>j &amp; g auto city inc</c:v>
                </c:pt>
                <c:pt idx="8455">
                  <c:v>economy honda superstore</c:v>
                </c:pt>
                <c:pt idx="8456">
                  <c:v>city of eureka</c:v>
                </c:pt>
                <c:pt idx="8457">
                  <c:v>don joseph inc</c:v>
                </c:pt>
                <c:pt idx="8458">
                  <c:v>findlay fiat</c:v>
                </c:pt>
                <c:pt idx="8459">
                  <c:v>fahad auto sales llc</c:v>
                </c:pt>
                <c:pt idx="8460">
                  <c:v>avis rac</c:v>
                </c:pt>
                <c:pt idx="8461">
                  <c:v>bmak investments</c:v>
                </c:pt>
                <c:pt idx="8462">
                  <c:v>international motor co</c:v>
                </c:pt>
                <c:pt idx="8463">
                  <c:v>myrtle beach chevrolet cadillac inc</c:v>
                </c:pt>
                <c:pt idx="8464">
                  <c:v>quick credit cars</c:v>
                </c:pt>
                <c:pt idx="8465">
                  <c:v>mcdonald automotive group-hyundai</c:v>
                </c:pt>
                <c:pt idx="8466">
                  <c:v>stewart cadillac lp</c:v>
                </c:pt>
                <c:pt idx="8467">
                  <c:v>major motor cars inc</c:v>
                </c:pt>
                <c:pt idx="8468">
                  <c:v>transitowne mitsubishi</c:v>
                </c:pt>
                <c:pt idx="8469">
                  <c:v>pinnacle nissan inc</c:v>
                </c:pt>
                <c:pt idx="8470">
                  <c:v>onemain rem/german autoworks inc</c:v>
                </c:pt>
                <c:pt idx="8471">
                  <c:v>euro motorwerks</c:v>
                </c:pt>
                <c:pt idx="8472">
                  <c:v>automotive services finance</c:v>
                </c:pt>
                <c:pt idx="8473">
                  <c:v>eppys auto sales llc</c:v>
                </c:pt>
                <c:pt idx="8474">
                  <c:v>heritage volkswagen lithia springs</c:v>
                </c:pt>
                <c:pt idx="8475">
                  <c:v>free auto sales llc</c:v>
                </c:pt>
                <c:pt idx="8476">
                  <c:v>m n cars</c:v>
                </c:pt>
                <c:pt idx="8477">
                  <c:v>onemain rem/first choice auto center</c:v>
                </c:pt>
                <c:pt idx="8478">
                  <c:v>severino auto sales inc</c:v>
                </c:pt>
                <c:pt idx="8479">
                  <c:v>rawan auto sales llc</c:v>
                </c:pt>
                <c:pt idx="8480">
                  <c:v>tdaf remarketing/majestic auto inc</c:v>
                </c:pt>
                <c:pt idx="8481">
                  <c:v>onemain rem/bill hancock motors llc</c:v>
                </c:pt>
                <c:pt idx="8482">
                  <c:v>mcdonald ford inc</c:v>
                </c:pt>
                <c:pt idx="8483">
                  <c:v>steele boys automotive llc</c:v>
                </c:pt>
                <c:pt idx="8484">
                  <c:v>walts wheels inc</c:v>
                </c:pt>
                <c:pt idx="8485">
                  <c:v>kasper toyota</c:v>
                </c:pt>
                <c:pt idx="8486">
                  <c:v>berko auto brokers llc</c:v>
                </c:pt>
                <c:pt idx="8487">
                  <c:v>chilpas auto sales</c:v>
                </c:pt>
                <c:pt idx="8488">
                  <c:v>fifth third exchange corp</c:v>
                </c:pt>
                <c:pt idx="8489">
                  <c:v>cypress finance company  inc.</c:v>
                </c:pt>
                <c:pt idx="8490">
                  <c:v>boise volkswagen audi boise</c:v>
                </c:pt>
                <c:pt idx="8491">
                  <c:v>healey kia</c:v>
                </c:pt>
                <c:pt idx="8492">
                  <c:v>heritage bank of the south</c:v>
                </c:pt>
                <c:pt idx="8493">
                  <c:v>mn auto sales inc</c:v>
                </c:pt>
                <c:pt idx="8494">
                  <c:v>skaf investment group inc</c:v>
                </c:pt>
                <c:pt idx="8495">
                  <c:v>repo remarketing/pima fcu</c:v>
                </c:pt>
                <c:pt idx="8496">
                  <c:v>campbell auto sales</c:v>
                </c:pt>
                <c:pt idx="8497">
                  <c:v>elite auto llc</c:v>
                </c:pt>
                <c:pt idx="8498">
                  <c:v>tebo financial services</c:v>
                </c:pt>
                <c:pt idx="8499">
                  <c:v>kline nissan</c:v>
                </c:pt>
                <c:pt idx="8500">
                  <c:v>msm auto llc</c:v>
                </c:pt>
                <c:pt idx="8501">
                  <c:v>olympia leasing inc</c:v>
                </c:pt>
                <c:pt idx="8502">
                  <c:v>keller chevrolet inc</c:v>
                </c:pt>
                <c:pt idx="8503">
                  <c:v>paul cole motors inc</c:v>
                </c:pt>
                <c:pt idx="8504">
                  <c:v>wakota fcu</c:v>
                </c:pt>
                <c:pt idx="8505">
                  <c:v>tulsa teachers credit union</c:v>
                </c:pt>
                <c:pt idx="8506">
                  <c:v>mainstreet motor company</c:v>
                </c:pt>
                <c:pt idx="8507">
                  <c:v>ron davidson chevrolet buick gmc</c:v>
                </c:pt>
                <c:pt idx="8508">
                  <c:v>mattie imports  inc.</c:v>
                </c:pt>
                <c:pt idx="8509">
                  <c:v>auto collection of murfreesboro inc</c:v>
                </c:pt>
                <c:pt idx="8510">
                  <c:v>hwy 16 auto sales</c:v>
                </c:pt>
                <c:pt idx="8511">
                  <c:v>hoffman chevrolet inc</c:v>
                </c:pt>
                <c:pt idx="8512">
                  <c:v>atlantic coast remarketing/sasi</c:v>
                </c:pt>
                <c:pt idx="8513">
                  <c:v>classic chevrolet of kannapolis llc</c:v>
                </c:pt>
                <c:pt idx="8514">
                  <c:v>auto thrift</c:v>
                </c:pt>
                <c:pt idx="8515">
                  <c:v>loeber motors inc</c:v>
                </c:pt>
                <c:pt idx="8516">
                  <c:v>mike piazza honda</c:v>
                </c:pt>
                <c:pt idx="8517">
                  <c:v>select cars</c:v>
                </c:pt>
                <c:pt idx="8518">
                  <c:v>toyota/scion of sanford</c:v>
                </c:pt>
                <c:pt idx="8519">
                  <c:v>my bridge</c:v>
                </c:pt>
                <c:pt idx="8520">
                  <c:v>vision ford lincoln mercury inc</c:v>
                </c:pt>
                <c:pt idx="8521">
                  <c:v>sierra credit corp</c:v>
                </c:pt>
                <c:pt idx="8522">
                  <c:v>speedway sales llc</c:v>
                </c:pt>
                <c:pt idx="8523">
                  <c:v>silva auto sales</c:v>
                </c:pt>
                <c:pt idx="8524">
                  <c:v>titlemax/las vegas nv29</c:v>
                </c:pt>
                <c:pt idx="8525">
                  <c:v>member one fcu</c:v>
                </c:pt>
                <c:pt idx="8526">
                  <c:v>gcb acceptance corp</c:v>
                </c:pt>
                <c:pt idx="8527">
                  <c:v>anthony auto sales</c:v>
                </c:pt>
                <c:pt idx="8528">
                  <c:v>downtown ford lincoln mercury inc</c:v>
                </c:pt>
                <c:pt idx="8529">
                  <c:v>city of boca raton</c:v>
                </c:pt>
                <c:pt idx="8530">
                  <c:v>autobarn sales &amp; leasing inc</c:v>
                </c:pt>
                <c:pt idx="8531">
                  <c:v>cars in motion ltd</c:v>
                </c:pt>
                <c:pt idx="8532">
                  <c:v>executive motors &amp; leasing</c:v>
                </c:pt>
                <c:pt idx="8533">
                  <c:v>affordable truck and van rentals</c:v>
                </c:pt>
                <c:pt idx="8534">
                  <c:v>afg/gte fcu</c:v>
                </c:pt>
                <c:pt idx="8535">
                  <c:v>gilliam motors inc</c:v>
                </c:pt>
                <c:pt idx="8536">
                  <c:v>green cap financial/dba lendmark financial/burli</c:v>
                </c:pt>
                <c:pt idx="8537">
                  <c:v>red rock automotive</c:v>
                </c:pt>
                <c:pt idx="8538">
                  <c:v>luxury cars outlet</c:v>
                </c:pt>
                <c:pt idx="8539">
                  <c:v>johnson investments of nc inc</c:v>
                </c:pt>
                <c:pt idx="8540">
                  <c:v>ralph schomp mini</c:v>
                </c:pt>
                <c:pt idx="8541">
                  <c:v>tortuguero auto y/o oriental</c:v>
                </c:pt>
                <c:pt idx="8542">
                  <c:v>valley ford sales inc</c:v>
                </c:pt>
                <c:pt idx="8543">
                  <c:v>onesource/alan jay import center inc</c:v>
                </c:pt>
                <c:pt idx="8544">
                  <c:v>my mint car corp</c:v>
                </c:pt>
                <c:pt idx="8545">
                  <c:v>sandy sansing mazda</c:v>
                </c:pt>
                <c:pt idx="8546">
                  <c:v>sellers-sexton inc</c:v>
                </c:pt>
                <c:pt idx="8547">
                  <c:v>gladstone mitsubishi</c:v>
                </c:pt>
                <c:pt idx="8548">
                  <c:v>d/m auto sales inc</c:v>
                </c:pt>
                <c:pt idx="8549">
                  <c:v>automobile brokerage/leasing of nv</c:v>
                </c:pt>
                <c:pt idx="8550">
                  <c:v>auto integrity</c:v>
                </c:pt>
                <c:pt idx="8551">
                  <c:v>goodwin's chevrolet company</c:v>
                </c:pt>
                <c:pt idx="8552">
                  <c:v>eden prairie nissan</c:v>
                </c:pt>
                <c:pt idx="8553">
                  <c:v>centex truck and auto</c:v>
                </c:pt>
                <c:pt idx="8554">
                  <c:v>auto plus limited intl</c:v>
                </c:pt>
                <c:pt idx="8555">
                  <c:v>1st gear auto inc</c:v>
                </c:pt>
                <c:pt idx="8556">
                  <c:v>catalina auto sales</c:v>
                </c:pt>
                <c:pt idx="8557">
                  <c:v>chases used cars</c:v>
                </c:pt>
                <c:pt idx="8558">
                  <c:v>madison county transit</c:v>
                </c:pt>
                <c:pt idx="8559">
                  <c:v>manheim chicago</c:v>
                </c:pt>
                <c:pt idx="8560">
                  <c:v>marriott efcu</c:v>
                </c:pt>
                <c:pt idx="8561">
                  <c:v>porsche of orlando</c:v>
                </c:pt>
                <c:pt idx="8562">
                  <c:v>titlebucks / clarksville tn1</c:v>
                </c:pt>
                <c:pt idx="8563">
                  <c:v>merit chevrolet co</c:v>
                </c:pt>
                <c:pt idx="8564">
                  <c:v>nahas auto center</c:v>
                </c:pt>
                <c:pt idx="8565">
                  <c:v>onesource/team nissan of marietta</c:v>
                </c:pt>
                <c:pt idx="8566">
                  <c:v>mc grath lexus</c:v>
                </c:pt>
                <c:pt idx="8567">
                  <c:v>reliable car and truck rentals</c:v>
                </c:pt>
                <c:pt idx="8568">
                  <c:v>southern luxury cars</c:v>
                </c:pt>
                <c:pt idx="8569">
                  <c:v>craz e carz inc</c:v>
                </c:pt>
                <c:pt idx="8570">
                  <c:v>grand auto exchange llc</c:v>
                </c:pt>
                <c:pt idx="8571">
                  <c:v>best used cars  inc</c:v>
                </c:pt>
                <c:pt idx="8572">
                  <c:v>gt motorsports llc</c:v>
                </c:pt>
                <c:pt idx="8573">
                  <c:v>crofton auto brokers</c:v>
                </c:pt>
                <c:pt idx="8574">
                  <c:v>bill barth ford inc</c:v>
                </c:pt>
                <c:pt idx="8575">
                  <c:v>auto store sales and leasing llc</c:v>
                </c:pt>
                <c:pt idx="8576">
                  <c:v>reliable auto sales</c:v>
                </c:pt>
                <c:pt idx="8577">
                  <c:v>total auto rent</c:v>
                </c:pt>
                <c:pt idx="8578">
                  <c:v>lakewood auto group llc</c:v>
                </c:pt>
                <c:pt idx="8579">
                  <c:v>marios auto sales inc</c:v>
                </c:pt>
                <c:pt idx="8580">
                  <c:v>rpm lenders</c:v>
                </c:pt>
                <c:pt idx="8581">
                  <c:v>sunset motors inc</c:v>
                </c:pt>
                <c:pt idx="8582">
                  <c:v>walser subaru</c:v>
                </c:pt>
                <c:pt idx="8583">
                  <c:v>eufaula ford  inc.</c:v>
                </c:pt>
                <c:pt idx="8584">
                  <c:v>gracia motor sales</c:v>
                </c:pt>
                <c:pt idx="8585">
                  <c:v>avis rent a car/fargo</c:v>
                </c:pt>
                <c:pt idx="8586">
                  <c:v>buy all cars.com llc</c:v>
                </c:pt>
                <c:pt idx="8587">
                  <c:v>ontario volkswagen</c:v>
                </c:pt>
                <c:pt idx="8588">
                  <c:v>north county pawn center</c:v>
                </c:pt>
                <c:pt idx="8589">
                  <c:v>kia of arlington</c:v>
                </c:pt>
                <c:pt idx="8590">
                  <c:v>lawley honda</c:v>
                </c:pt>
                <c:pt idx="8591">
                  <c:v>new prague chevrolet</c:v>
                </c:pt>
                <c:pt idx="8592">
                  <c:v>sloane toyota</c:v>
                </c:pt>
                <c:pt idx="8593">
                  <c:v>service motor co inc</c:v>
                </c:pt>
                <c:pt idx="8594">
                  <c:v>repo remarketing/spectrum credit union</c:v>
                </c:pt>
                <c:pt idx="8595">
                  <c:v>berwyn kia</c:v>
                </c:pt>
                <c:pt idx="8596">
                  <c:v>classic chevrolet ltd</c:v>
                </c:pt>
                <c:pt idx="8597">
                  <c:v>first cash advanced dba buckeye check cashing</c:v>
                </c:pt>
                <c:pt idx="8598">
                  <c:v>dixons automotive llc</c:v>
                </c:pt>
                <c:pt idx="8599">
                  <c:v>automotive fleet management/capital city bank</c:v>
                </c:pt>
                <c:pt idx="8600">
                  <c:v>alpha auto sales corp</c:v>
                </c:pt>
                <c:pt idx="8601">
                  <c:v>genesis autoplex llc</c:v>
                </c:pt>
                <c:pt idx="8602">
                  <c:v>camelback ford lincoln mercury</c:v>
                </c:pt>
                <c:pt idx="8603">
                  <c:v>hoffman chrysler dodge</c:v>
                </c:pt>
                <c:pt idx="8604">
                  <c:v>crown volvo</c:v>
                </c:pt>
                <c:pt idx="8605">
                  <c:v>used car auto center</c:v>
                </c:pt>
                <c:pt idx="8606">
                  <c:v>s &amp; s auto sales</c:v>
                </c:pt>
                <c:pt idx="8607">
                  <c:v>shakopee police department</c:v>
                </c:pt>
                <c:pt idx="8608">
                  <c:v>utah car &amp; truck inc.</c:v>
                </c:pt>
                <c:pt idx="8609">
                  <c:v>primeritus remarketing/best used cars</c:v>
                </c:pt>
                <c:pt idx="8610">
                  <c:v>motorvation llc</c:v>
                </c:pt>
                <c:pt idx="8611">
                  <c:v>l &amp; a auto sales</c:v>
                </c:pt>
                <c:pt idx="8612">
                  <c:v>supreme nissan of slidell</c:v>
                </c:pt>
                <c:pt idx="8613">
                  <c:v>northtown toyota volkswagen scion</c:v>
                </c:pt>
                <c:pt idx="8614">
                  <c:v>james hodge motors inc</c:v>
                </c:pt>
                <c:pt idx="8615">
                  <c:v>bluesignet enterprise llc</c:v>
                </c:pt>
                <c:pt idx="8616">
                  <c:v>deragon us leasing inc</c:v>
                </c:pt>
                <c:pt idx="8617">
                  <c:v>garage el cano</c:v>
                </c:pt>
                <c:pt idx="8618">
                  <c:v>autonation buick gmc park meadows</c:v>
                </c:pt>
                <c:pt idx="8619">
                  <c:v>h &amp; j auto sales llc</c:v>
                </c:pt>
                <c:pt idx="8620">
                  <c:v>city of fargo</c:v>
                </c:pt>
                <c:pt idx="8621">
                  <c:v>black hills credit union</c:v>
                </c:pt>
                <c:pt idx="8622">
                  <c:v>caspian group inc</c:v>
                </c:pt>
                <c:pt idx="8623">
                  <c:v>creekside auto and tire service inc</c:v>
                </c:pt>
                <c:pt idx="8624">
                  <c:v>pdx auto source llc</c:v>
                </c:pt>
                <c:pt idx="8625">
                  <c:v>world motors</c:v>
                </c:pt>
                <c:pt idx="8626">
                  <c:v>onesource/teamone toyota of gadsden</c:v>
                </c:pt>
                <c:pt idx="8627">
                  <c:v>mn auto finance company</c:v>
                </c:pt>
                <c:pt idx="8628">
                  <c:v>marlina racing inc</c:v>
                </c:pt>
                <c:pt idx="8629">
                  <c:v>milbank ford inc</c:v>
                </c:pt>
                <c:pt idx="8630">
                  <c:v>redline certified motors llc</c:v>
                </c:pt>
                <c:pt idx="8631">
                  <c:v>sound ford inc</c:v>
                </c:pt>
                <c:pt idx="8632">
                  <c:v>mercedes benz of sioux falls</c:v>
                </c:pt>
                <c:pt idx="8633">
                  <c:v>zboyz motors llc</c:v>
                </c:pt>
                <c:pt idx="8634">
                  <c:v>soelter auto sales inc</c:v>
                </c:pt>
                <c:pt idx="8635">
                  <c:v>lynchburg mazda</c:v>
                </c:pt>
                <c:pt idx="8636">
                  <c:v>stewart motors llc</c:v>
                </c:pt>
                <c:pt idx="8637">
                  <c:v>s swope honda world</c:v>
                </c:pt>
                <c:pt idx="8638">
                  <c:v>timbrook buick gmc</c:v>
                </c:pt>
                <c:pt idx="8639">
                  <c:v>manheim central california</c:v>
                </c:pt>
                <c:pt idx="8640">
                  <c:v>nissan dealer blend/mossy nissan el cajon</c:v>
                </c:pt>
                <c:pt idx="8641">
                  <c:v>primeritus remarketing/sandwood co inc</c:v>
                </c:pt>
                <c:pt idx="8642">
                  <c:v>pz global auto inc</c:v>
                </c:pt>
                <c:pt idx="8643">
                  <c:v>g &amp; j motorway llc</c:v>
                </c:pt>
                <c:pt idx="8644">
                  <c:v>guardian rent a car inc</c:v>
                </c:pt>
                <c:pt idx="8645">
                  <c:v>autonation ford north canton</c:v>
                </c:pt>
                <c:pt idx="8646">
                  <c:v>cadillac of portland lloyd center</c:v>
                </c:pt>
                <c:pt idx="8647">
                  <c:v>dave warren chrysler dodge jeep ram</c:v>
                </c:pt>
                <c:pt idx="8648">
                  <c:v>autometrics</c:v>
                </c:pt>
                <c:pt idx="8649">
                  <c:v>automobiles nascar</c:v>
                </c:pt>
                <c:pt idx="8650">
                  <c:v>crescent auto sales inc</c:v>
                </c:pt>
                <c:pt idx="8651">
                  <c:v>bluestone motors  llc</c:v>
                </c:pt>
                <c:pt idx="8652">
                  <c:v>d &amp; a auto sales</c:v>
                </c:pt>
                <c:pt idx="8653">
                  <c:v>dt auto brokers</c:v>
                </c:pt>
                <c:pt idx="8654">
                  <c:v>gowolfe llc</c:v>
                </c:pt>
                <c:pt idx="8655">
                  <c:v>duc imports inc</c:v>
                </c:pt>
                <c:pt idx="8656">
                  <c:v>honda of slidell</c:v>
                </c:pt>
                <c:pt idx="8657">
                  <c:v>flexdrive</c:v>
                </c:pt>
                <c:pt idx="8658">
                  <c:v>iautohaus</c:v>
                </c:pt>
                <c:pt idx="8659">
                  <c:v>doral hyundai</c:v>
                </c:pt>
                <c:pt idx="8660">
                  <c:v>exclusive auto</c:v>
                </c:pt>
                <c:pt idx="8661">
                  <c:v>ultimate autoline</c:v>
                </c:pt>
                <c:pt idx="8662">
                  <c:v>coca cola/custom remarketing solutions</c:v>
                </c:pt>
                <c:pt idx="8663">
                  <c:v>ace auto group</c:v>
                </c:pt>
                <c:pt idx="8664">
                  <c:v>steet ponte ford inc</c:v>
                </c:pt>
                <c:pt idx="8665">
                  <c:v>tim marburger honda</c:v>
                </c:pt>
                <c:pt idx="8666">
                  <c:v>pnc equipment finance llc</c:v>
                </c:pt>
                <c:pt idx="8667">
                  <c:v>titlemax/las vegas nv36</c:v>
                </c:pt>
                <c:pt idx="8668">
                  <c:v>nicoles auto sales</c:v>
                </c:pt>
                <c:pt idx="8669">
                  <c:v>tystanic auto sales &amp; rental</c:v>
                </c:pt>
                <c:pt idx="8670">
                  <c:v>repo remarketing/aspire fcu</c:v>
                </c:pt>
                <c:pt idx="8671">
                  <c:v>phil long ford of chapel hills</c:v>
                </c:pt>
                <c:pt idx="8672">
                  <c:v>m &amp; m cars trucks vans inc</c:v>
                </c:pt>
                <c:pt idx="8673">
                  <c:v>boucher ventures inc</c:v>
                </c:pt>
                <c:pt idx="8674">
                  <c:v>bloomington ford</c:v>
                </c:pt>
                <c:pt idx="8675">
                  <c:v>ellis brooks leasing inc</c:v>
                </c:pt>
                <c:pt idx="8676">
                  <c:v>american first fcu</c:v>
                </c:pt>
                <c:pt idx="8677">
                  <c:v>swenson ford sales inc</c:v>
                </c:pt>
                <c:pt idx="8678">
                  <c:v>chadwick auto wholesale</c:v>
                </c:pt>
                <c:pt idx="8679">
                  <c:v>fairless motors</c:v>
                </c:pt>
                <c:pt idx="8680">
                  <c:v>mike reichenbach ford lincoln inc</c:v>
                </c:pt>
                <c:pt idx="8681">
                  <c:v>mercedes benz of beaverton</c:v>
                </c:pt>
                <c:pt idx="8682">
                  <c:v>platinum cars south</c:v>
                </c:pt>
                <c:pt idx="8683">
                  <c:v>toyota of bristol</c:v>
                </c:pt>
                <c:pt idx="8684">
                  <c:v>platinum motors</c:v>
                </c:pt>
                <c:pt idx="8685">
                  <c:v>premier remarketing</c:v>
                </c:pt>
                <c:pt idx="8686">
                  <c:v>onemain rem/auto cars&amp;trucks</c:v>
                </c:pt>
                <c:pt idx="8687">
                  <c:v>brennans auto sales</c:v>
                </c:pt>
                <c:pt idx="8688">
                  <c:v>avis rac/springfield</c:v>
                </c:pt>
                <c:pt idx="8689">
                  <c:v>alamo city autoplex</c:v>
                </c:pt>
                <c:pt idx="8690">
                  <c:v>higgins auto sales inc</c:v>
                </c:pt>
                <c:pt idx="8691">
                  <c:v>hertrich nissan</c:v>
                </c:pt>
                <c:pt idx="8692">
                  <c:v>cumar auto sales inc</c:v>
                </c:pt>
                <c:pt idx="8693">
                  <c:v>celebrity auto group</c:v>
                </c:pt>
                <c:pt idx="8694">
                  <c:v>inver grove toyota</c:v>
                </c:pt>
                <c:pt idx="8695">
                  <c:v>holli motors inc</c:v>
                </c:pt>
                <c:pt idx="8696">
                  <c:v>studio city auto group</c:v>
                </c:pt>
                <c:pt idx="8697">
                  <c:v>premier auto credit  inc</c:v>
                </c:pt>
                <c:pt idx="8698">
                  <c:v>la autobrokers sales/leasing</c:v>
                </c:pt>
                <c:pt idx="8699">
                  <c:v>prestige motorcars</c:v>
                </c:pt>
                <c:pt idx="8700">
                  <c:v>mike carlson motor co</c:v>
                </c:pt>
                <c:pt idx="8701">
                  <c:v>414 car mart</c:v>
                </c:pt>
                <c:pt idx="8702">
                  <c:v>midway car rental</c:v>
                </c:pt>
                <c:pt idx="8703">
                  <c:v>titlebucks/lasvegas nv1</c:v>
                </c:pt>
                <c:pt idx="8704">
                  <c:v>queen city motors llc</c:v>
                </c:pt>
                <c:pt idx="8705">
                  <c:v>motorists mutual insurance co</c:v>
                </c:pt>
                <c:pt idx="8706">
                  <c:v>the auto specialists</c:v>
                </c:pt>
                <c:pt idx="8707">
                  <c:v>titlemax hendersonville-tn1</c:v>
                </c:pt>
                <c:pt idx="8708">
                  <c:v>salton motor cars inc</c:v>
                </c:pt>
                <c:pt idx="8709">
                  <c:v>fast credit financial inc</c:v>
                </c:pt>
                <c:pt idx="8710">
                  <c:v>central autohaus</c:v>
                </c:pt>
                <c:pt idx="8711">
                  <c:v>ac greenwich auto brokers ll</c:v>
                </c:pt>
                <c:pt idx="8712">
                  <c:v>franklin mint fcu</c:v>
                </c:pt>
                <c:pt idx="8713">
                  <c:v>good value car sales</c:v>
                </c:pt>
                <c:pt idx="8714">
                  <c:v>empower fcu</c:v>
                </c:pt>
                <c:pt idx="8715">
                  <c:v>car 1 auto group inc</c:v>
                </c:pt>
                <c:pt idx="8716">
                  <c:v>affordable</c:v>
                </c:pt>
                <c:pt idx="8717">
                  <c:v>auto mercado</c:v>
                </c:pt>
                <c:pt idx="8718">
                  <c:v>cars helping veterans</c:v>
                </c:pt>
                <c:pt idx="8719">
                  <c:v>yellowstone national fcu</c:v>
                </c:pt>
                <c:pt idx="8720">
                  <c:v>mid south fleet liquidators inc</c:v>
                </c:pt>
                <c:pt idx="8721">
                  <c:v>tustin buick pontiac gmc hummer</c:v>
                </c:pt>
                <c:pt idx="8722">
                  <c:v>patrick buick gmc inc</c:v>
                </c:pt>
                <c:pt idx="8723">
                  <c:v>wiggles auto sales inc</c:v>
                </c:pt>
                <c:pt idx="8724">
                  <c:v>t &amp; t motorsports</c:v>
                </c:pt>
                <c:pt idx="8725">
                  <c:v>bend honda</c:v>
                </c:pt>
                <c:pt idx="8726">
                  <c:v>hyundai longueuil</c:v>
                </c:pt>
                <c:pt idx="8727">
                  <c:v>dick myers chrysler dodge jeep inc</c:v>
                </c:pt>
                <c:pt idx="8728">
                  <c:v>best bet auto</c:v>
                </c:pt>
                <c:pt idx="8729">
                  <c:v>certified auto mall inc</c:v>
                </c:pt>
                <c:pt idx="8730">
                  <c:v>city of port orange</c:v>
                </c:pt>
                <c:pt idx="8731">
                  <c:v>dene lambkin honda</c:v>
                </c:pt>
                <c:pt idx="8732">
                  <c:v>franklin sussex auto mall inc</c:v>
                </c:pt>
                <c:pt idx="8733">
                  <c:v>burlington kia</c:v>
                </c:pt>
                <c:pt idx="8734">
                  <c:v>don jackson mitsubishi</c:v>
                </c:pt>
                <c:pt idx="8735">
                  <c:v>jalisco auto sales</c:v>
                </c:pt>
                <c:pt idx="8736">
                  <c:v>city center auto sales inc</c:v>
                </c:pt>
                <c:pt idx="8737">
                  <c:v>andy glockner honda toyota</c:v>
                </c:pt>
                <c:pt idx="8738">
                  <c:v>west hills kia</c:v>
                </c:pt>
                <c:pt idx="8739">
                  <c:v>j &amp; f auto sales llc</c:v>
                </c:pt>
                <c:pt idx="8740">
                  <c:v>lara export</c:v>
                </c:pt>
                <c:pt idx="8741">
                  <c:v>raceway ford inc</c:v>
                </c:pt>
                <c:pt idx="8742">
                  <c:v>kern schools fcu</c:v>
                </c:pt>
                <c:pt idx="8743">
                  <c:v>spartan controls</c:v>
                </c:pt>
                <c:pt idx="8744">
                  <c:v>warren henry jaguar</c:v>
                </c:pt>
                <c:pt idx="8745">
                  <c:v>sonss auto</c:v>
                </c:pt>
                <c:pt idx="8746">
                  <c:v>raffino auto sales</c:v>
                </c:pt>
                <c:pt idx="8747">
                  <c:v>a automotive inc auto sales</c:v>
                </c:pt>
                <c:pt idx="8748">
                  <c:v>d &amp; e mitsubishi</c:v>
                </c:pt>
                <c:pt idx="8749">
                  <c:v>gulfside motors llc</c:v>
                </c:pt>
                <c:pt idx="8750">
                  <c:v>centre auto inc</c:v>
                </c:pt>
                <c:pt idx="8751">
                  <c:v>manhattan used cars</c:v>
                </c:pt>
                <c:pt idx="8752">
                  <c:v>young volkswagen inc</c:v>
                </c:pt>
                <c:pt idx="8753">
                  <c:v>waynes world of automobiles</c:v>
                </c:pt>
                <c:pt idx="8754">
                  <c:v>quest auto sales</c:v>
                </c:pt>
                <c:pt idx="8755">
                  <c:v>ross nissan of el monte</c:v>
                </c:pt>
                <c:pt idx="8756">
                  <c:v>york enterprise inc</c:v>
                </c:pt>
                <c:pt idx="8757">
                  <c:v>remarketing by ge/oak trust credit union</c:v>
                </c:pt>
                <c:pt idx="8758">
                  <c:v>tdk automotive llc</c:v>
                </c:pt>
                <c:pt idx="8759">
                  <c:v>petrillo motor co inc</c:v>
                </c:pt>
                <c:pt idx="8760">
                  <c:v>gillespie auto centre</c:v>
                </c:pt>
                <c:pt idx="8761">
                  <c:v>big dogs auto sales inc</c:v>
                </c:pt>
                <c:pt idx="8762">
                  <c:v>diamond one auto inc</c:v>
                </c:pt>
                <c:pt idx="8763">
                  <c:v>a m auto sales</c:v>
                </c:pt>
                <c:pt idx="8764">
                  <c:v>elite remarketing</c:v>
                </c:pt>
                <c:pt idx="8765">
                  <c:v>fuccillo ford of seneca falls inc</c:v>
                </c:pt>
                <c:pt idx="8766">
                  <c:v>executive autorama</c:v>
                </c:pt>
                <c:pt idx="8767">
                  <c:v>wheel deal incorporated</c:v>
                </c:pt>
                <c:pt idx="8768">
                  <c:v>pure auto sales</c:v>
                </c:pt>
                <c:pt idx="8769">
                  <c:v>titlemax of eastern ave. - nv 7</c:v>
                </c:pt>
                <c:pt idx="8770">
                  <c:v>walpole mitsubishi</c:v>
                </c:pt>
                <c:pt idx="8771">
                  <c:v>s swope buick gmc</c:v>
                </c:pt>
                <c:pt idx="8772">
                  <c:v>the wholesale outlet inc</c:v>
                </c:pt>
                <c:pt idx="8773">
                  <c:v>mutual first fcu</c:v>
                </c:pt>
                <c:pt idx="8774">
                  <c:v>national livery sales</c:v>
                </c:pt>
                <c:pt idx="8775">
                  <c:v>n-baro auction team wholesale motor vehicle</c:v>
                </c:pt>
                <c:pt idx="8776">
                  <c:v>john's auto sales inc</c:v>
                </c:pt>
                <c:pt idx="8777">
                  <c:v>ace automotiv</c:v>
                </c:pt>
                <c:pt idx="8778">
                  <c:v>finest cars inc</c:v>
                </c:pt>
                <c:pt idx="8779">
                  <c:v>element financial corp</c:v>
                </c:pt>
                <c:pt idx="8780">
                  <c:v>atlantic coast remarketing inc/tm</c:v>
                </c:pt>
                <c:pt idx="8781">
                  <c:v>i 80 auto sales</c:v>
                </c:pt>
                <c:pt idx="8782">
                  <c:v>advantage trucks com llc</c:v>
                </c:pt>
                <c:pt idx="8783">
                  <c:v>titlemax / fredericksburg va2</c:v>
                </c:pt>
                <c:pt idx="8784">
                  <c:v>onemain rem/reliance motors llc</c:v>
                </c:pt>
                <c:pt idx="8785">
                  <c:v>island auto sales llc</c:v>
                </c:pt>
                <c:pt idx="8786">
                  <c:v>jackpot auto sales</c:v>
                </c:pt>
                <c:pt idx="8787">
                  <c:v>all stars auto</c:v>
                </c:pt>
                <c:pt idx="8788">
                  <c:v>milbank ford &amp; mercury inc</c:v>
                </c:pt>
                <c:pt idx="8789">
                  <c:v>prestige financial corp/transouth</c:v>
                </c:pt>
                <c:pt idx="8790">
                  <c:v>ray jameson co</c:v>
                </c:pt>
                <c:pt idx="8791">
                  <c:v>w &amp; w of alexandria inc</c:v>
                </c:pt>
                <c:pt idx="8792">
                  <c:v>vango auto group</c:v>
                </c:pt>
                <c:pt idx="8793">
                  <c:v>lou fusz buick gmc</c:v>
                </c:pt>
                <c:pt idx="8794">
                  <c:v>heritage auto llc</c:v>
                </c:pt>
                <c:pt idx="8795">
                  <c:v>bedford ford lincoln mercury inc</c:v>
                </c:pt>
                <c:pt idx="8796">
                  <c:v>countryside auto sales</c:v>
                </c:pt>
                <c:pt idx="8797">
                  <c:v>atlantic coast remarketing inc/triangle auto sal</c:v>
                </c:pt>
                <c:pt idx="8798">
                  <c:v>capital auto finance corp</c:v>
                </c:pt>
                <c:pt idx="8799">
                  <c:v>digs wheels inc</c:v>
                </c:pt>
                <c:pt idx="8800">
                  <c:v>avis rent a car systems/newark</c:v>
                </c:pt>
                <c:pt idx="8801">
                  <c:v>ruthrauff auto sales llc</c:v>
                </c:pt>
                <c:pt idx="8802">
                  <c:v>quality motors</c:v>
                </c:pt>
                <c:pt idx="8803">
                  <c:v>repo remarketing/florida hospital credit union</c:v>
                </c:pt>
                <c:pt idx="8804">
                  <c:v>liberty hyundai llc</c:v>
                </c:pt>
                <c:pt idx="8805">
                  <c:v>onemain rem/cars galore</c:v>
                </c:pt>
                <c:pt idx="8806">
                  <c:v>mp auto sales llc</c:v>
                </c:pt>
                <c:pt idx="8807">
                  <c:v>diamond auto sales llc</c:v>
                </c:pt>
                <c:pt idx="8808">
                  <c:v>champion chevrolet of fowlerville inc</c:v>
                </c:pt>
                <c:pt idx="8809">
                  <c:v>imagine motorcars llc</c:v>
                </c:pt>
                <c:pt idx="8810">
                  <c:v>classic nissan of statesville llc</c:v>
                </c:pt>
                <c:pt idx="8811">
                  <c:v>gordie boucher of west bend inc</c:v>
                </c:pt>
                <c:pt idx="8812">
                  <c:v>cfm leasing inc</c:v>
                </c:pt>
                <c:pt idx="8813">
                  <c:v>valley dealer exchange inc</c:v>
                </c:pt>
                <c:pt idx="8814">
                  <c:v>volvo of clearwater</c:v>
                </c:pt>
                <c:pt idx="8815">
                  <c:v>t &amp; t auto sales</c:v>
                </c:pt>
                <c:pt idx="8816">
                  <c:v>vista ford lincoln mercury of oxnard</c:v>
                </c:pt>
                <c:pt idx="8817">
                  <c:v>mutual first credit union</c:v>
                </c:pt>
                <c:pt idx="8818">
                  <c:v>vip custom rides llc</c:v>
                </c:pt>
                <c:pt idx="8819">
                  <c:v>titlemax/garden grove ca1</c:v>
                </c:pt>
                <c:pt idx="8820">
                  <c:v>progressive gm inc</c:v>
                </c:pt>
                <c:pt idx="8821">
                  <c:v>patti o'malley's cars &amp; truck center</c:v>
                </c:pt>
                <c:pt idx="8822">
                  <c:v>united car sales</c:v>
                </c:pt>
                <c:pt idx="8823">
                  <c:v>motorwerks mini</c:v>
                </c:pt>
                <c:pt idx="8824">
                  <c:v>sands ford of pottsville</c:v>
                </c:pt>
                <c:pt idx="8825">
                  <c:v>new webster auto sales inc</c:v>
                </c:pt>
                <c:pt idx="8826">
                  <c:v>us auto wholesale</c:v>
                </c:pt>
                <c:pt idx="8827">
                  <c:v>klassic motors inc</c:v>
                </c:pt>
                <c:pt idx="8828">
                  <c:v>blackman motors inc</c:v>
                </c:pt>
                <c:pt idx="8829">
                  <c:v>jeffrey motors llc</c:v>
                </c:pt>
                <c:pt idx="8830">
                  <c:v>davis olaughlin buick gmc cadillac</c:v>
                </c:pt>
                <c:pt idx="8831">
                  <c:v>auto leasing limited</c:v>
                </c:pt>
                <c:pt idx="8832">
                  <c:v>fort campbell federal credit union</c:v>
                </c:pt>
                <c:pt idx="8833">
                  <c:v>chapman ford lincoln vw</c:v>
                </c:pt>
                <c:pt idx="8834">
                  <c:v>air academy fcu</c:v>
                </c:pt>
                <c:pt idx="8835">
                  <c:v>dick hannahs volkswagen of portland</c:v>
                </c:pt>
                <c:pt idx="8836">
                  <c:v>cmf motors llc</c:v>
                </c:pt>
                <c:pt idx="8837">
                  <c:v>acme auto leasing</c:v>
                </c:pt>
                <c:pt idx="8838">
                  <c:v>eecu</c:v>
                </c:pt>
                <c:pt idx="8839">
                  <c:v>fusion motorsports</c:v>
                </c:pt>
                <c:pt idx="8840">
                  <c:v>conicelli toyota of springfield</c:v>
                </c:pt>
                <c:pt idx="8841">
                  <c:v>city motors group inc</c:v>
                </c:pt>
                <c:pt idx="8842">
                  <c:v>apple chev olds east</c:v>
                </c:pt>
                <c:pt idx="8843">
                  <c:v>apco employees credit union</c:v>
                </c:pt>
                <c:pt idx="8844">
                  <c:v>dupont community credit union</c:v>
                </c:pt>
                <c:pt idx="8845">
                  <c:v>conway heaton  inc.</c:v>
                </c:pt>
                <c:pt idx="8846">
                  <c:v>hanna auto mart inc</c:v>
                </c:pt>
                <c:pt idx="8847">
                  <c:v>remarkable auto brokers inc</c:v>
                </c:pt>
                <c:pt idx="8848">
                  <c:v>amd motors</c:v>
                </c:pt>
                <c:pt idx="8849">
                  <c:v>orange empire auto center</c:v>
                </c:pt>
                <c:pt idx="8850">
                  <c:v>thrifty rent a car systems inc</c:v>
                </c:pt>
                <c:pt idx="8851">
                  <c:v>lendmark financial services/chesapeake</c:v>
                </c:pt>
                <c:pt idx="8852">
                  <c:v>perlows auto sales main</c:v>
                </c:pt>
                <c:pt idx="8853">
                  <c:v>southern auto finance corp/orlando</c:v>
                </c:pt>
                <c:pt idx="8854">
                  <c:v>rochester auto exchange</c:v>
                </c:pt>
                <c:pt idx="8855">
                  <c:v>moss bros buick gmc</c:v>
                </c:pt>
                <c:pt idx="8856">
                  <c:v>bob's rentals inc</c:v>
                </c:pt>
                <c:pt idx="8857">
                  <c:v>all kind motors</c:v>
                </c:pt>
                <c:pt idx="8858">
                  <c:v>dallas dodge chrysler jeep</c:v>
                </c:pt>
                <c:pt idx="8859">
                  <c:v>alvarez lincoln mercury jaguar</c:v>
                </c:pt>
                <c:pt idx="8860">
                  <c:v>joseph airport toyota</c:v>
                </c:pt>
                <c:pt idx="8861">
                  <c:v>city to city auto sales llc</c:v>
                </c:pt>
                <c:pt idx="8862">
                  <c:v>consumer financial services/pensacola</c:v>
                </c:pt>
                <c:pt idx="8863">
                  <c:v>green ride auto inc</c:v>
                </c:pt>
                <c:pt idx="8864">
                  <c:v>crews subaru of charleston</c:v>
                </c:pt>
                <c:pt idx="8865">
                  <c:v>lafontaine toyota kia suzuki scion</c:v>
                </c:pt>
                <c:pt idx="8866">
                  <c:v>orbit leasing inc.</c:v>
                </c:pt>
                <c:pt idx="8867">
                  <c:v>car now acceptance co/harrisonburg</c:v>
                </c:pt>
                <c:pt idx="8868">
                  <c:v>speedy motors &amp; collision llc</c:v>
                </c:pt>
                <c:pt idx="8869">
                  <c:v>supreme motors of nashville llc</c:v>
                </c:pt>
                <c:pt idx="8870">
                  <c:v>titlemax/san antonio tx26</c:v>
                </c:pt>
                <c:pt idx="8871">
                  <c:v>star car sports llc</c:v>
                </c:pt>
                <c:pt idx="8872">
                  <c:v>rafael morales</c:v>
                </c:pt>
                <c:pt idx="8873">
                  <c:v>mobiloil fcu</c:v>
                </c:pt>
                <c:pt idx="8874">
                  <c:v>remarketing by ge/tecu credit union</c:v>
                </c:pt>
                <c:pt idx="8875">
                  <c:v>western slope auto company</c:v>
                </c:pt>
                <c:pt idx="8876">
                  <c:v>quality car sales</c:v>
                </c:pt>
                <c:pt idx="8877">
                  <c:v>vicious motorsports</c:v>
                </c:pt>
                <c:pt idx="8878">
                  <c:v>vulcan auto imports inc</c:v>
                </c:pt>
                <c:pt idx="8879">
                  <c:v>luxury imports auto sales inc</c:v>
                </c:pt>
                <c:pt idx="8880">
                  <c:v>amarillo national bank</c:v>
                </c:pt>
                <c:pt idx="8881">
                  <c:v>fort sill fcu</c:v>
                </c:pt>
                <c:pt idx="8882">
                  <c:v>bill doraty kia</c:v>
                </c:pt>
                <c:pt idx="8883">
                  <c:v>apple ford of shakopee</c:v>
                </c:pt>
                <c:pt idx="8884">
                  <c:v>auburn chevrolet</c:v>
                </c:pt>
                <c:pt idx="8885">
                  <c:v>first hotline auto sales inc</c:v>
                </c:pt>
                <c:pt idx="8886">
                  <c:v>bolden ltd llc</c:v>
                </c:pt>
                <c:pt idx="8887">
                  <c:v>tom wood volkswagen</c:v>
                </c:pt>
                <c:pt idx="8888">
                  <c:v>prizm financial co llc</c:v>
                </c:pt>
                <c:pt idx="8889">
                  <c:v>nissan dealer blend/nissan 46</c:v>
                </c:pt>
                <c:pt idx="8890">
                  <c:v>kingston garage inc</c:v>
                </c:pt>
                <c:pt idx="8891">
                  <c:v>members advantage community credit union</c:v>
                </c:pt>
                <c:pt idx="8892">
                  <c:v>united bank</c:v>
                </c:pt>
                <c:pt idx="8893">
                  <c:v>rivertown ford</c:v>
                </c:pt>
                <c:pt idx="8894">
                  <c:v>primeritus remarketing/usa auto leasing</c:v>
                </c:pt>
                <c:pt idx="8895">
                  <c:v>ziepke motors llc</c:v>
                </c:pt>
                <c:pt idx="8896">
                  <c:v>integrity autosource inc</c:v>
                </c:pt>
                <c:pt idx="8897">
                  <c:v>drive it home llc</c:v>
                </c:pt>
                <c:pt idx="8898">
                  <c:v>imola enterprises llc</c:v>
                </c:pt>
                <c:pt idx="8899">
                  <c:v>autobon auto sales llc</c:v>
                </c:pt>
                <c:pt idx="8900">
                  <c:v>dieckhaus motors inc</c:v>
                </c:pt>
                <c:pt idx="8901">
                  <c:v>fenton nissan of lees summit</c:v>
                </c:pt>
                <c:pt idx="8902">
                  <c:v>premier chrysler jeep of placentia</c:v>
                </c:pt>
                <c:pt idx="8903">
                  <c:v>nissan dealer blend/baker nissan north inc</c:v>
                </c:pt>
                <c:pt idx="8904">
                  <c:v>tj auto sales corp</c:v>
                </c:pt>
                <c:pt idx="8905">
                  <c:v>onemain rem/apco employees credit union</c:v>
                </c:pt>
                <c:pt idx="8906">
                  <c:v>remarketing by ge/best buy quality cars</c:v>
                </c:pt>
                <c:pt idx="8907">
                  <c:v>p costanzo auctioneers inc</c:v>
                </c:pt>
                <c:pt idx="8908">
                  <c:v>webster city auto center llc</c:v>
                </c:pt>
                <c:pt idx="8909">
                  <c:v>anna jonesboro motor co inc</c:v>
                </c:pt>
                <c:pt idx="8910">
                  <c:v>j and n wholesale cars</c:v>
                </c:pt>
                <c:pt idx="8911">
                  <c:v>joes auto inc</c:v>
                </c:pt>
                <c:pt idx="8912">
                  <c:v>valley auto center</c:v>
                </c:pt>
                <c:pt idx="8913">
                  <c:v>quinn motor car inc</c:v>
                </c:pt>
                <c:pt idx="8914">
                  <c:v>chase one auto finance</c:v>
                </c:pt>
                <c:pt idx="8915">
                  <c:v>b c y financial</c:v>
                </c:pt>
                <c:pt idx="8916">
                  <c:v>orielly chevrolet inc</c:v>
                </c:pt>
                <c:pt idx="8917">
                  <c:v>lee johnson chevrolet</c:v>
                </c:pt>
                <c:pt idx="8918">
                  <c:v>pontiac buick gmc de lile perrot</c:v>
                </c:pt>
                <c:pt idx="8919">
                  <c:v>rpm motorsports of atlanta llc</c:v>
                </c:pt>
                <c:pt idx="8920">
                  <c:v>nationwide auto warehouse inc</c:v>
                </c:pt>
                <c:pt idx="8921">
                  <c:v>royal auto sales llc</c:v>
                </c:pt>
                <c:pt idx="8922">
                  <c:v>quality leasing</c:v>
                </c:pt>
                <c:pt idx="8923">
                  <c:v>onemain rem/valley wholesale autos</c:v>
                </c:pt>
                <c:pt idx="8924">
                  <c:v>repo remarketing/north county credit union</c:v>
                </c:pt>
                <c:pt idx="8925">
                  <c:v>bracco brothers automotive inc</c:v>
                </c:pt>
                <c:pt idx="8926">
                  <c:v>carr city</c:v>
                </c:pt>
                <c:pt idx="8927">
                  <c:v>continental automotive of fort worth</c:v>
                </c:pt>
                <c:pt idx="8928">
                  <c:v>ats of swfl  llc</c:v>
                </c:pt>
                <c:pt idx="8929">
                  <c:v>auto seekers inc</c:v>
                </c:pt>
                <c:pt idx="8930">
                  <c:v>jim baier inc</c:v>
                </c:pt>
                <c:pt idx="8931">
                  <c:v>a-1 auto sales llc</c:v>
                </c:pt>
                <c:pt idx="8932">
                  <c:v>auction direct motor sales llc</c:v>
                </c:pt>
                <c:pt idx="8933">
                  <c:v>a-1 auto broker inc</c:v>
                </c:pt>
                <c:pt idx="8934">
                  <c:v>fort worth community cu</c:v>
                </c:pt>
                <c:pt idx="8935">
                  <c:v>autonation chevrolet highway 6</c:v>
                </c:pt>
                <c:pt idx="8936">
                  <c:v>advance automotive sales &amp; financing inc</c:v>
                </c:pt>
                <c:pt idx="8937">
                  <c:v>alliant credit union</c:v>
                </c:pt>
                <c:pt idx="8938">
                  <c:v>f &amp; f auto sales llc</c:v>
                </c:pt>
                <c:pt idx="8939">
                  <c:v>auffenberg ford inc</c:v>
                </c:pt>
                <c:pt idx="8940">
                  <c:v>auto revolution llc</c:v>
                </c:pt>
                <c:pt idx="8941">
                  <c:v>bassett auto sales</c:v>
                </c:pt>
                <c:pt idx="8942">
                  <c:v>a 2 z car sales</c:v>
                </c:pt>
                <c:pt idx="8943">
                  <c:v>witt lincoln</c:v>
                </c:pt>
                <c:pt idx="8944">
                  <c:v>napat limited</c:v>
                </c:pt>
                <c:pt idx="8945">
                  <c:v>american eagle automotive llc</c:v>
                </c:pt>
                <c:pt idx="8946">
                  <c:v>symbolic trading</c:v>
                </c:pt>
                <c:pt idx="8947">
                  <c:v>professional services of new york ltd</c:v>
                </c:pt>
                <c:pt idx="8948">
                  <c:v>royal motors</c:v>
                </c:pt>
                <c:pt idx="8949">
                  <c:v>paradise bank</c:v>
                </c:pt>
                <c:pt idx="8950">
                  <c:v>moe's auto sales llc</c:v>
                </c:pt>
                <c:pt idx="8951">
                  <c:v>repo remarketing/bay fcu</c:v>
                </c:pt>
                <c:pt idx="8952">
                  <c:v>honda of kenosha</c:v>
                </c:pt>
                <c:pt idx="8953">
                  <c:v>eich mazda</c:v>
                </c:pt>
                <c:pt idx="8954">
                  <c:v>cross roads auto &amp; sales</c:v>
                </c:pt>
                <c:pt idx="8955">
                  <c:v>dambrosios dodge inc</c:v>
                </c:pt>
                <c:pt idx="8956">
                  <c:v>auto max inc</c:v>
                </c:pt>
                <c:pt idx="8957">
                  <c:v>gray daniels nissan south</c:v>
                </c:pt>
                <c:pt idx="8958">
                  <c:v>carolina auto sales of myrtle beach inc</c:v>
                </c:pt>
                <c:pt idx="8959">
                  <c:v>american export pre owned automobile llc</c:v>
                </c:pt>
                <c:pt idx="8960">
                  <c:v>ask &amp; kh auto sales corp</c:v>
                </c:pt>
                <c:pt idx="8961">
                  <c:v>jay north llc</c:v>
                </c:pt>
                <c:pt idx="8962">
                  <c:v>jay wolfe toyota scion of west county</c:v>
                </c:pt>
                <c:pt idx="8963">
                  <c:v>cja finance inc</c:v>
                </c:pt>
                <c:pt idx="8964">
                  <c:v>uncle milty s auto sales</c:v>
                </c:pt>
                <c:pt idx="8965">
                  <c:v>elrac llc</c:v>
                </c:pt>
                <c:pt idx="8966">
                  <c:v>dodge city inc</c:v>
                </c:pt>
                <c:pt idx="8967">
                  <c:v>one main remarketing/global trade</c:v>
                </c:pt>
                <c:pt idx="8968">
                  <c:v>ocf auto llc</c:v>
                </c:pt>
                <c:pt idx="8969">
                  <c:v>s/n auto imports</c:v>
                </c:pt>
                <c:pt idx="8970">
                  <c:v>st cloud toyota</c:v>
                </c:pt>
                <c:pt idx="8971">
                  <c:v>regional finance corp cincinnati</c:v>
                </c:pt>
                <c:pt idx="8972">
                  <c:v>palmen dodge chrysler jeep of racine</c:v>
                </c:pt>
                <c:pt idx="8973">
                  <c:v>pacific wholesale sales and leasing</c:v>
                </c:pt>
                <c:pt idx="8974">
                  <c:v>onemain rem/executive car leasing</c:v>
                </c:pt>
                <c:pt idx="8975">
                  <c:v>pentagon federal credit union</c:v>
                </c:pt>
                <c:pt idx="8976">
                  <c:v>regal cars of florida inc</c:v>
                </c:pt>
                <c:pt idx="8977">
                  <c:v>fontana auto brokers llc</c:v>
                </c:pt>
                <c:pt idx="8978">
                  <c:v>hmh rent a car inc</c:v>
                </c:pt>
                <c:pt idx="8979">
                  <c:v>jaguar motors inc</c:v>
                </c:pt>
                <c:pt idx="8980">
                  <c:v>discount auto</c:v>
                </c:pt>
                <c:pt idx="8981">
                  <c:v>5 star loans</c:v>
                </c:pt>
                <c:pt idx="8982">
                  <c:v>hunt auto sales inc</c:v>
                </c:pt>
                <c:pt idx="8983">
                  <c:v>sunrise acceptance inc</c:v>
                </c:pt>
                <c:pt idx="8984">
                  <c:v>tmx finance dba instaloan lakeland fl1</c:v>
                </c:pt>
                <c:pt idx="8985">
                  <c:v>green river auto sales</c:v>
                </c:pt>
                <c:pt idx="8986">
                  <c:v>first advantage credit union</c:v>
                </c:pt>
                <c:pt idx="8987">
                  <c:v>della honda</c:v>
                </c:pt>
                <c:pt idx="8988">
                  <c:v>south lake truck sales inc</c:v>
                </c:pt>
                <c:pt idx="8989">
                  <c:v>main street autos inc</c:v>
                </c:pt>
                <c:pt idx="8990">
                  <c:v>westwood auto sales llc</c:v>
                </c:pt>
                <c:pt idx="8991">
                  <c:v>san mateo credit union</c:v>
                </c:pt>
                <c:pt idx="8992">
                  <c:v>r &amp; r latinas multiservicios y mas inc</c:v>
                </c:pt>
                <c:pt idx="8993">
                  <c:v>southeastern federal credit union</c:v>
                </c:pt>
                <c:pt idx="8994">
                  <c:v>corporate cars usa llc</c:v>
                </c:pt>
                <c:pt idx="8995">
                  <c:v>empower group inc</c:v>
                </c:pt>
                <c:pt idx="8996">
                  <c:v>bell automotive</c:v>
                </c:pt>
                <c:pt idx="8997">
                  <c:v>auto city of florida</c:v>
                </c:pt>
                <c:pt idx="8998">
                  <c:v>coors credit union</c:v>
                </c:pt>
                <c:pt idx="8999">
                  <c:v>ga auto top</c:v>
                </c:pt>
                <c:pt idx="9000">
                  <c:v>citizens finance/tinley park</c:v>
                </c:pt>
                <c:pt idx="9001">
                  <c:v>express auto llc</c:v>
                </c:pt>
                <c:pt idx="9002">
                  <c:v>kinney motors ltd</c:v>
                </c:pt>
                <c:pt idx="9003">
                  <c:v>primeritus remarketing/highmark fcu</c:v>
                </c:pt>
                <c:pt idx="9004">
                  <c:v>lender to lender financing llc</c:v>
                </c:pt>
                <c:pt idx="9005">
                  <c:v>natchitoches ford lincoln</c:v>
                </c:pt>
                <c:pt idx="9006">
                  <c:v>marley automotive international inc</c:v>
                </c:pt>
                <c:pt idx="9007">
                  <c:v>lawley automotive center</c:v>
                </c:pt>
                <c:pt idx="9008">
                  <c:v>sterling finance company</c:v>
                </c:pt>
                <c:pt idx="9009">
                  <c:v>ultimate tire &amp; auto</c:v>
                </c:pt>
                <c:pt idx="9010">
                  <c:v>remarketing by ge/premier america credit union</c:v>
                </c:pt>
                <c:pt idx="9011">
                  <c:v>minton motor cars</c:v>
                </c:pt>
                <c:pt idx="9012">
                  <c:v>soho auto group inc</c:v>
                </c:pt>
                <c:pt idx="9013">
                  <c:v>titlemax/plano tx5</c:v>
                </c:pt>
                <c:pt idx="9014">
                  <c:v>affinity credit union</c:v>
                </c:pt>
                <c:pt idx="9015">
                  <c:v>georges kourepis automobiles inc</c:v>
                </c:pt>
                <c:pt idx="9016">
                  <c:v>ben auto haus llc</c:v>
                </c:pt>
                <c:pt idx="9017">
                  <c:v>gonzalez used cars</c:v>
                </c:pt>
                <c:pt idx="9018">
                  <c:v>bedford ford buick gmc</c:v>
                </c:pt>
                <c:pt idx="9019">
                  <c:v>dunton motors dream machines</c:v>
                </c:pt>
                <c:pt idx="9020">
                  <c:v>celebrity auto sales</c:v>
                </c:pt>
                <c:pt idx="9021">
                  <c:v>2 fran-nick auto sales llc</c:v>
                </c:pt>
                <c:pt idx="9022">
                  <c:v>central sunbelt fcu</c:v>
                </c:pt>
                <c:pt idx="9023">
                  <c:v>fleet systems inc</c:v>
                </c:pt>
                <c:pt idx="9024">
                  <c:v>onemain rem/sport center imports inc</c:v>
                </c:pt>
                <c:pt idx="9025">
                  <c:v>unique enterprises</c:v>
                </c:pt>
                <c:pt idx="9026">
                  <c:v>madera chrysler jeep dodge</c:v>
                </c:pt>
                <c:pt idx="9027">
                  <c:v>rairdon's nissan of auburn</c:v>
                </c:pt>
                <c:pt idx="9028">
                  <c:v>united auto brokers inc</c:v>
                </c:pt>
                <c:pt idx="9029">
                  <c:v>sky auto &amp; truck corp</c:v>
                </c:pt>
                <c:pt idx="9030">
                  <c:v>whites auto sales inc</c:v>
                </c:pt>
                <c:pt idx="9031">
                  <c:v>premium motors inc</c:v>
                </c:pt>
                <c:pt idx="9032">
                  <c:v>williams automotive wholesale</c:v>
                </c:pt>
                <c:pt idx="9033">
                  <c:v>fiore toyota scion volkswagen audi</c:v>
                </c:pt>
                <c:pt idx="9034">
                  <c:v>henry motors y/o oriental</c:v>
                </c:pt>
                <c:pt idx="9035">
                  <c:v>general auto group</c:v>
                </c:pt>
                <c:pt idx="9036">
                  <c:v>foreign affairs auto inc</c:v>
                </c:pt>
                <c:pt idx="9037">
                  <c:v>j &amp; a grace auto center llc</c:v>
                </c:pt>
                <c:pt idx="9038">
                  <c:v>karmart chrysler jeep dodge</c:v>
                </c:pt>
                <c:pt idx="9039">
                  <c:v>anthonys auto llc</c:v>
                </c:pt>
                <c:pt idx="9040">
                  <c:v>continental auto group</c:v>
                </c:pt>
                <c:pt idx="9041">
                  <c:v>community trust bank  inc.</c:v>
                </c:pt>
                <c:pt idx="9042">
                  <c:v>gecu credit union</c:v>
                </c:pt>
                <c:pt idx="9043">
                  <c:v>arlington motors  inc.</c:v>
                </c:pt>
                <c:pt idx="9044">
                  <c:v>edmonton truck sales ltd</c:v>
                </c:pt>
                <c:pt idx="9045">
                  <c:v>crencor truck &amp; van super store</c:v>
                </c:pt>
                <c:pt idx="9046">
                  <c:v>autonation chrysler dodge jeep ram bellevue</c:v>
                </c:pt>
                <c:pt idx="9047">
                  <c:v>elite auto credit llc</c:v>
                </c:pt>
                <c:pt idx="9048">
                  <c:v>car nation</c:v>
                </c:pt>
                <c:pt idx="9049">
                  <c:v>classic motors</c:v>
                </c:pt>
                <c:pt idx="9050">
                  <c:v>eastern auto motor corp</c:v>
                </c:pt>
                <c:pt idx="9051">
                  <c:v>emporium auto sale llc</c:v>
                </c:pt>
                <c:pt idx="9052">
                  <c:v>estate sales</c:v>
                </c:pt>
                <c:pt idx="9053">
                  <c:v>jet stream fcu</c:v>
                </c:pt>
                <c:pt idx="9054">
                  <c:v>emiliya worldwide automotive inc</c:v>
                </c:pt>
                <c:pt idx="9055">
                  <c:v>repossess auto</c:v>
                </c:pt>
                <c:pt idx="9056">
                  <c:v>titlemax of lebanon</c:v>
                </c:pt>
                <c:pt idx="9057">
                  <c:v>dick masheter ford inc</c:v>
                </c:pt>
                <c:pt idx="9058">
                  <c:v>ted britt chevrolet</c:v>
                </c:pt>
                <c:pt idx="9059">
                  <c:v>pueblo toyota inc</c:v>
                </c:pt>
                <c:pt idx="9060">
                  <c:v>laguer auto sales</c:v>
                </c:pt>
                <c:pt idx="9061">
                  <c:v>repo remarketing / cooperative center fcu</c:v>
                </c:pt>
                <c:pt idx="9062">
                  <c:v>rb auto group inc</c:v>
                </c:pt>
                <c:pt idx="9063">
                  <c:v>lee lynch auto lease</c:v>
                </c:pt>
                <c:pt idx="9064">
                  <c:v>remarketing by ge/advantage financing</c:v>
                </c:pt>
                <c:pt idx="9065">
                  <c:v>pride hyundai of seekonk</c:v>
                </c:pt>
                <c:pt idx="9066">
                  <c:v>lawrence lexus</c:v>
                </c:pt>
                <c:pt idx="9067">
                  <c:v>popular motors</c:v>
                </c:pt>
                <c:pt idx="9068">
                  <c:v>newby buick oldsmobile pontiac gmc inc.</c:v>
                </c:pt>
                <c:pt idx="9069">
                  <c:v>first commonwealth fcu</c:v>
                </c:pt>
                <c:pt idx="9070">
                  <c:v>hyundai on perryville</c:v>
                </c:pt>
                <c:pt idx="9071">
                  <c:v>john prestige auto</c:v>
                </c:pt>
                <c:pt idx="9072">
                  <c:v>ars/american road insurance co</c:v>
                </c:pt>
                <c:pt idx="9073">
                  <c:v>garage s paquette</c:v>
                </c:pt>
                <c:pt idx="9074">
                  <c:v>titlemax/dickson tn1</c:v>
                </c:pt>
                <c:pt idx="9075">
                  <c:v>toms ford inc</c:v>
                </c:pt>
                <c:pt idx="9076">
                  <c:v>titlemax/clarksville tn2</c:v>
                </c:pt>
                <c:pt idx="9077">
                  <c:v>sioux empire automotive inc</c:v>
                </c:pt>
                <c:pt idx="9078">
                  <c:v>quality car care</c:v>
                </c:pt>
                <c:pt idx="9079">
                  <c:v>roswell nissan</c:v>
                </c:pt>
                <c:pt idx="9080">
                  <c:v>regional finance corp/florence</c:v>
                </c:pt>
                <c:pt idx="9081">
                  <c:v>weisman equipment company ltd</c:v>
                </c:pt>
                <c:pt idx="9082">
                  <c:v>ajh wholesale auto llc</c:v>
                </c:pt>
                <c:pt idx="9083">
                  <c:v>hertz(ottawa) ltd</c:v>
                </c:pt>
                <c:pt idx="9084">
                  <c:v>hoovers used cars</c:v>
                </c:pt>
                <c:pt idx="9085">
                  <c:v>e hunter automotive group llc</c:v>
                </c:pt>
                <c:pt idx="9086">
                  <c:v>al packer ford lincoln mercury</c:v>
                </c:pt>
                <c:pt idx="9087">
                  <c:v>ford of clermont inc</c:v>
                </c:pt>
                <c:pt idx="9088">
                  <c:v>best bet auto 2</c:v>
                </c:pt>
                <c:pt idx="9089">
                  <c:v>premier auto brokers</c:v>
                </c:pt>
                <c:pt idx="9090">
                  <c:v>parkway cad gmc pont buick hummer infiniti hyund</c:v>
                </c:pt>
                <c:pt idx="9091">
                  <c:v>wells fargo/tra</c:v>
                </c:pt>
                <c:pt idx="9092">
                  <c:v>payton place auto</c:v>
                </c:pt>
                <c:pt idx="9093">
                  <c:v>titlemax/lake worth tx 1</c:v>
                </c:pt>
                <c:pt idx="9094">
                  <c:v>specialized motorsports</c:v>
                </c:pt>
                <c:pt idx="9095">
                  <c:v>huntersville ford</c:v>
                </c:pt>
                <c:pt idx="9096">
                  <c:v>auto finders inc</c:v>
                </c:pt>
                <c:pt idx="9097">
                  <c:v>ed esposito motors</c:v>
                </c:pt>
                <c:pt idx="9098">
                  <c:v>blue flame credit union</c:v>
                </c:pt>
                <c:pt idx="9099">
                  <c:v>jeff gordon chevrolet</c:v>
                </c:pt>
                <c:pt idx="9100">
                  <c:v>goval auto sales inc</c:v>
                </c:pt>
                <c:pt idx="9101">
                  <c:v>eide hyundai</c:v>
                </c:pt>
                <c:pt idx="9102">
                  <c:v>wholesale auto dealer</c:v>
                </c:pt>
                <c:pt idx="9103">
                  <c:v>langley mgmt services</c:v>
                </c:pt>
                <c:pt idx="9104">
                  <c:v>lexus of ann arbor</c:v>
                </c:pt>
                <c:pt idx="9105">
                  <c:v>steves auto sales inc</c:v>
                </c:pt>
                <c:pt idx="9106">
                  <c:v>ohio power company</c:v>
                </c:pt>
                <c:pt idx="9107">
                  <c:v>t2 sales llc</c:v>
                </c:pt>
                <c:pt idx="9108">
                  <c:v>titlemax/las vegas nv13</c:v>
                </c:pt>
                <c:pt idx="9109">
                  <c:v>malloy ford</c:v>
                </c:pt>
                <c:pt idx="9110">
                  <c:v>porsche of west houston</c:v>
                </c:pt>
                <c:pt idx="9111">
                  <c:v>lamar auto brokers llc</c:v>
                </c:pt>
                <c:pt idx="9112">
                  <c:v>talbert motors inc</c:v>
                </c:pt>
                <c:pt idx="9113">
                  <c:v>united credit union</c:v>
                </c:pt>
                <c:pt idx="9114">
                  <c:v>chejo auto sales inc</c:v>
                </c:pt>
                <c:pt idx="9115">
                  <c:v>corner stop used car sales llc</c:v>
                </c:pt>
                <c:pt idx="9116">
                  <c:v>curtis super 40</c:v>
                </c:pt>
                <c:pt idx="9117">
                  <c:v>jordanian auto sales inc</c:v>
                </c:pt>
                <c:pt idx="9118">
                  <c:v>dealers finance</c:v>
                </c:pt>
                <c:pt idx="9119">
                  <c:v>hamilton horizons fcu</c:v>
                </c:pt>
                <c:pt idx="9120">
                  <c:v>tj toyota</c:v>
                </c:pt>
                <c:pt idx="9121">
                  <c:v>lake geneva chevrolet buick gmc</c:v>
                </c:pt>
                <c:pt idx="9122">
                  <c:v>remarketing by ge/manheim dallas</c:v>
                </c:pt>
                <c:pt idx="9123">
                  <c:v>santa fe autoplex llc</c:v>
                </c:pt>
                <c:pt idx="9124">
                  <c:v>vci/volkswagen north scottsdale</c:v>
                </c:pt>
                <c:pt idx="9125">
                  <c:v>team chrysler jeep dodge</c:v>
                </c:pt>
                <c:pt idx="9126">
                  <c:v>vehicles nashville llc</c:v>
                </c:pt>
                <c:pt idx="9127">
                  <c:v>ultimate autos</c:v>
                </c:pt>
                <c:pt idx="9128">
                  <c:v>nwi motor sales llc</c:v>
                </c:pt>
                <c:pt idx="9129">
                  <c:v>porcaro ford</c:v>
                </c:pt>
                <c:pt idx="9130">
                  <c:v>millers auto sales llc</c:v>
                </c:pt>
                <c:pt idx="9131">
                  <c:v>southern auto mart inc</c:v>
                </c:pt>
                <c:pt idx="9132">
                  <c:v>randall noe chrysler dodge jeep</c:v>
                </c:pt>
                <c:pt idx="9133">
                  <c:v>variety auto sales of hampton llc</c:v>
                </c:pt>
                <c:pt idx="9134">
                  <c:v>four guys auto sales inc</c:v>
                </c:pt>
                <c:pt idx="9135">
                  <c:v>j &amp; r wholesale</c:v>
                </c:pt>
                <c:pt idx="9136">
                  <c:v>jordan auto sales</c:v>
                </c:pt>
                <c:pt idx="9137">
                  <c:v>eec motors</c:v>
                </c:pt>
                <c:pt idx="9138">
                  <c:v>golding enterprise</c:v>
                </c:pt>
                <c:pt idx="9139">
                  <c:v>country chevrolet buick gmc</c:v>
                </c:pt>
                <c:pt idx="9140">
                  <c:v>exclusive imports llc</c:v>
                </c:pt>
                <c:pt idx="9141">
                  <c:v>directbuy automotive group</c:v>
                </c:pt>
                <c:pt idx="9142">
                  <c:v>a-l financial corp</c:v>
                </c:pt>
                <c:pt idx="9143">
                  <c:v>elegante auto sales inc</c:v>
                </c:pt>
                <c:pt idx="9144">
                  <c:v>bowmans auto sales</c:v>
                </c:pt>
                <c:pt idx="9145">
                  <c:v>atlantic automall</c:v>
                </c:pt>
                <c:pt idx="9146">
                  <c:v>buckeye check cashing</c:v>
                </c:pt>
                <c:pt idx="9147">
                  <c:v>trask river auto sales llc</c:v>
                </c:pt>
                <c:pt idx="9148">
                  <c:v>waikem motors inc</c:v>
                </c:pt>
                <c:pt idx="9149">
                  <c:v>moss bros cjd san bernandino</c:v>
                </c:pt>
                <c:pt idx="9150">
                  <c:v>times trading ltd</c:v>
                </c:pt>
                <c:pt idx="9151">
                  <c:v>cj leasing llc</c:v>
                </c:pt>
                <c:pt idx="9152">
                  <c:v>carmax # 7118</c:v>
                </c:pt>
                <c:pt idx="9153">
                  <c:v>glenwood springs ford  inc</c:v>
                </c:pt>
                <c:pt idx="9154">
                  <c:v>amber auto sales inc</c:v>
                </c:pt>
                <c:pt idx="9155">
                  <c:v>car kingdom auto sales corp</c:v>
                </c:pt>
                <c:pt idx="9156">
                  <c:v>direct auto connect</c:v>
                </c:pt>
                <c:pt idx="9157">
                  <c:v>auto easy</c:v>
                </c:pt>
                <c:pt idx="9158">
                  <c:v>hunter nissan lincoln mercury</c:v>
                </c:pt>
                <c:pt idx="9159">
                  <c:v>dieffenbach chev cadillac buick pont gmc inc</c:v>
                </c:pt>
                <c:pt idx="9160">
                  <c:v>primeritus remarketing/midwest motorplex llc</c:v>
                </c:pt>
                <c:pt idx="9161">
                  <c:v>erie community federal credit union</c:v>
                </c:pt>
                <c:pt idx="9162">
                  <c:v>titlemax of falls church 1</c:v>
                </c:pt>
                <c:pt idx="9163">
                  <c:v>scottsdale auto exchange</c:v>
                </c:pt>
                <c:pt idx="9164">
                  <c:v>lendmark financial services/raleigh</c:v>
                </c:pt>
                <c:pt idx="9165">
                  <c:v>south lake rv</c:v>
                </c:pt>
                <c:pt idx="9166">
                  <c:v>travis credit union</c:v>
                </c:pt>
                <c:pt idx="9167">
                  <c:v>stetson motors 2010 ltd</c:v>
                </c:pt>
                <c:pt idx="9168">
                  <c:v>remarketing by ge/richard transport inc</c:v>
                </c:pt>
                <c:pt idx="9169">
                  <c:v>university toyota</c:v>
                </c:pt>
                <c:pt idx="9170">
                  <c:v>executive leasing co</c:v>
                </c:pt>
                <c:pt idx="9171">
                  <c:v>genco recovery</c:v>
                </c:pt>
                <c:pt idx="9172">
                  <c:v>auto sales and service</c:v>
                </c:pt>
                <c:pt idx="9173">
                  <c:v>new jersey auto whlsale inc</c:v>
                </c:pt>
                <c:pt idx="9174">
                  <c:v>ticonderoga fcu</c:v>
                </c:pt>
                <c:pt idx="9175">
                  <c:v>bm auto select inc</c:v>
                </c:pt>
                <c:pt idx="9176">
                  <c:v>house of kars inc</c:v>
                </c:pt>
                <c:pt idx="9177">
                  <c:v>jars capital llc</c:v>
                </c:pt>
                <c:pt idx="9178">
                  <c:v>xtreme auto sales inc</c:v>
                </c:pt>
                <c:pt idx="9179">
                  <c:v>u-save car and truck rental</c:v>
                </c:pt>
                <c:pt idx="9180">
                  <c:v>marty sussman honda</c:v>
                </c:pt>
                <c:pt idx="9181">
                  <c:v>neil huffman subaru</c:v>
                </c:pt>
                <c:pt idx="9182">
                  <c:v>onpoint community credit union</c:v>
                </c:pt>
                <c:pt idx="9183">
                  <c:v>porcaro mitsubishi</c:v>
                </c:pt>
                <c:pt idx="9184">
                  <c:v>mercedes benz of catonsville</c:v>
                </c:pt>
                <c:pt idx="9185">
                  <c:v>pro cycle</c:v>
                </c:pt>
                <c:pt idx="9186">
                  <c:v>lee &amp; mason financial service</c:v>
                </c:pt>
                <c:pt idx="9187">
                  <c:v>highway 30 motors</c:v>
                </c:pt>
                <c:pt idx="9188">
                  <c:v>g a o motors</c:v>
                </c:pt>
                <c:pt idx="9189">
                  <c:v>coastal car connection inc</c:v>
                </c:pt>
                <c:pt idx="9190">
                  <c:v>five o motors llc</c:v>
                </c:pt>
                <c:pt idx="9191">
                  <c:v>avis rac/rapid city</c:v>
                </c:pt>
                <c:pt idx="9192">
                  <c:v>elite motorcars</c:v>
                </c:pt>
                <c:pt idx="9193">
                  <c:v>first choice credit union</c:v>
                </c:pt>
                <c:pt idx="9194">
                  <c:v>grove city area fcu</c:v>
                </c:pt>
                <c:pt idx="9195">
                  <c:v>herrington ford inc</c:v>
                </c:pt>
                <c:pt idx="9196">
                  <c:v>rye ford inc</c:v>
                </c:pt>
                <c:pt idx="9197">
                  <c:v>repo remarketing/express credit union</c:v>
                </c:pt>
                <c:pt idx="9198">
                  <c:v>siemer auto center llc</c:v>
                </c:pt>
                <c:pt idx="9199">
                  <c:v>affinity auto sales</c:v>
                </c:pt>
                <c:pt idx="9200">
                  <c:v>magnum motors llc</c:v>
                </c:pt>
                <c:pt idx="9201">
                  <c:v>kia of west nyack</c:v>
                </c:pt>
                <c:pt idx="9202">
                  <c:v>three son's auto inc</c:v>
                </c:pt>
                <c:pt idx="9203">
                  <c:v>kpm auto brokers inc</c:v>
                </c:pt>
                <c:pt idx="9204">
                  <c:v>steve caldwell automotive llc</c:v>
                </c:pt>
                <c:pt idx="9205">
                  <c:v>repo remarketing/baylor health care systems cu</c:v>
                </c:pt>
                <c:pt idx="9206">
                  <c:v>auto wize auto sales of clearwater</c:v>
                </c:pt>
                <c:pt idx="9207">
                  <c:v>avis rac/evansville</c:v>
                </c:pt>
                <c:pt idx="9208">
                  <c:v>desert motors</c:v>
                </c:pt>
                <c:pt idx="9209">
                  <c:v>aleks foreign &amp; domestic auto sales llc</c:v>
                </c:pt>
                <c:pt idx="9210">
                  <c:v>eiffel motors</c:v>
                </c:pt>
                <c:pt idx="9211">
                  <c:v>dealer guy auto sales</c:v>
                </c:pt>
                <c:pt idx="9212">
                  <c:v>carmall auto sales</c:v>
                </c:pt>
                <c:pt idx="9213">
                  <c:v>flash gordon cars inc.</c:v>
                </c:pt>
                <c:pt idx="9214">
                  <c:v>premier credit union</c:v>
                </c:pt>
                <c:pt idx="9215">
                  <c:v>used car showcase</c:v>
                </c:pt>
                <c:pt idx="9216">
                  <c:v>toyota scion of scranton</c:v>
                </c:pt>
                <c:pt idx="9217">
                  <c:v>primeritus remarketing/dfs auto group - richmond</c:v>
                </c:pt>
                <c:pt idx="9218">
                  <c:v>pikes peak credit union</c:v>
                </c:pt>
                <c:pt idx="9219">
                  <c:v>like new autos llc</c:v>
                </c:pt>
                <c:pt idx="9220">
                  <c:v>remarketing by ge/rocky mountain motors</c:v>
                </c:pt>
                <c:pt idx="9221">
                  <c:v>private collection motors inc</c:v>
                </c:pt>
                <c:pt idx="9222">
                  <c:v>major car inc</c:v>
                </c:pt>
                <c:pt idx="9223">
                  <c:v>mike reichenbach chevrolet inc</c:v>
                </c:pt>
                <c:pt idx="9224">
                  <c:v>used cars outlet inc</c:v>
                </c:pt>
                <c:pt idx="9225">
                  <c:v>progressive sales</c:v>
                </c:pt>
                <c:pt idx="9226">
                  <c:v>white house motor inc</c:v>
                </c:pt>
                <c:pt idx="9227">
                  <c:v>p &amp; l motors</c:v>
                </c:pt>
                <c:pt idx="9228">
                  <c:v>mission mitsubishi</c:v>
                </c:pt>
                <c:pt idx="9229">
                  <c:v>zee auto sales llc</c:v>
                </c:pt>
                <c:pt idx="9230">
                  <c:v>first southwestern financial services</c:v>
                </c:pt>
                <c:pt idx="9231">
                  <c:v>goben cars</c:v>
                </c:pt>
                <c:pt idx="9232">
                  <c:v>fairway auto sales</c:v>
                </c:pt>
                <c:pt idx="9233">
                  <c:v>jim click nissan</c:v>
                </c:pt>
                <c:pt idx="9234">
                  <c:v>autocredit source</c:v>
                </c:pt>
                <c:pt idx="9235">
                  <c:v>eagle north leasing inc</c:v>
                </c:pt>
                <c:pt idx="9236">
                  <c:v>big dog motors inc</c:v>
                </c:pt>
                <c:pt idx="9237">
                  <c:v>holt chrysler jeep dodge</c:v>
                </c:pt>
                <c:pt idx="9238">
                  <c:v>atlantic motors llc</c:v>
                </c:pt>
                <c:pt idx="9239">
                  <c:v>bob kings mazda</c:v>
                </c:pt>
                <c:pt idx="9240">
                  <c:v>duke's used cars</c:v>
                </c:pt>
                <c:pt idx="9241">
                  <c:v>reo motors</c:v>
                </c:pt>
                <c:pt idx="9242">
                  <c:v>titlemax of eastern ave. - nv11</c:v>
                </c:pt>
                <c:pt idx="9243">
                  <c:v>south jersey federal credit union</c:v>
                </c:pt>
                <c:pt idx="9244">
                  <c:v>mountain remarketing</c:v>
                </c:pt>
                <c:pt idx="9245">
                  <c:v>cadillac chevrolet buick gmc du west island ltee</c:v>
                </c:pt>
                <c:pt idx="9246">
                  <c:v>sewell infiniti</c:v>
                </c:pt>
                <c:pt idx="9247">
                  <c:v>tri-mark motors</c:v>
                </c:pt>
                <c:pt idx="9248">
                  <c:v>stingray chevrolet bartow llc</c:v>
                </c:pt>
                <c:pt idx="9249">
                  <c:v>t &amp; c motors</c:v>
                </c:pt>
                <c:pt idx="9250">
                  <c:v>weston auto leasing</c:v>
                </c:pt>
                <c:pt idx="9251">
                  <c:v>nelsons 4 x 4 center llc</c:v>
                </c:pt>
                <c:pt idx="9252">
                  <c:v>nica auto broker</c:v>
                </c:pt>
                <c:pt idx="9253">
                  <c:v>ag auto group llc</c:v>
                </c:pt>
                <c:pt idx="9254">
                  <c:v>c &amp; g imports inc</c:v>
                </c:pt>
                <c:pt idx="9255">
                  <c:v>cars ink</c:v>
                </c:pt>
                <c:pt idx="9256">
                  <c:v>danny motors llc</c:v>
                </c:pt>
                <c:pt idx="9257">
                  <c:v>green country auto group llc</c:v>
                </c:pt>
                <c:pt idx="9258">
                  <c:v>elite auto sales  llc</c:v>
                </c:pt>
                <c:pt idx="9259">
                  <c:v>a2z auto sales</c:v>
                </c:pt>
                <c:pt idx="9260">
                  <c:v>k &amp; k auto sales</c:v>
                </c:pt>
                <c:pt idx="9261">
                  <c:v>family auto inc</c:v>
                </c:pt>
                <c:pt idx="9262">
                  <c:v>auto hobby llc</c:v>
                </c:pt>
                <c:pt idx="9263">
                  <c:v>globe auto inc</c:v>
                </c:pt>
                <c:pt idx="9264">
                  <c:v>advanced remarketing services  inc.</c:v>
                </c:pt>
                <c:pt idx="9265">
                  <c:v>zumbrota ford sales llc</c:v>
                </c:pt>
                <c:pt idx="9266">
                  <c:v>land rover winnetka</c:v>
                </c:pt>
                <c:pt idx="9267">
                  <c:v>metro select auto sales and leasing</c:v>
                </c:pt>
                <c:pt idx="9268">
                  <c:v>stamford european motors inc</c:v>
                </c:pt>
                <c:pt idx="9269">
                  <c:v>td auto finance consignments</c:v>
                </c:pt>
                <c:pt idx="9270">
                  <c:v>lemire automobiles</c:v>
                </c:pt>
                <c:pt idx="9271">
                  <c:v>marks auto sales inc</c:v>
                </c:pt>
                <c:pt idx="9272">
                  <c:v>white river sales &amp; repairs inc</c:v>
                </c:pt>
                <c:pt idx="9273">
                  <c:v>euro speed international corp</c:v>
                </c:pt>
                <c:pt idx="9274">
                  <c:v>drive time</c:v>
                </c:pt>
                <c:pt idx="9275">
                  <c:v>kar korner inc</c:v>
                </c:pt>
                <c:pt idx="9276">
                  <c:v>gaye chevrolet inc</c:v>
                </c:pt>
                <c:pt idx="9277">
                  <c:v>chicago cars direct llc</c:v>
                </c:pt>
                <c:pt idx="9278">
                  <c:v>jim peplinski leasing</c:v>
                </c:pt>
                <c:pt idx="9279">
                  <c:v>300 auto</c:v>
                </c:pt>
                <c:pt idx="9280">
                  <c:v>611 car connection</c:v>
                </c:pt>
                <c:pt idx="9281">
                  <c:v>dell motors</c:v>
                </c:pt>
                <c:pt idx="9282">
                  <c:v>ec cars</c:v>
                </c:pt>
                <c:pt idx="9283">
                  <c:v>fuccillo hyundai</c:v>
                </c:pt>
                <c:pt idx="9284">
                  <c:v>carrera enterprises</c:v>
                </c:pt>
                <c:pt idx="9285">
                  <c:v>big jers toys</c:v>
                </c:pt>
                <c:pt idx="9286">
                  <c:v>mazmo auto sales</c:v>
                </c:pt>
                <c:pt idx="9287">
                  <c:v>orderyourcars.com inc</c:v>
                </c:pt>
                <c:pt idx="9288">
                  <c:v>valley buick gmc of hastings</c:v>
                </c:pt>
                <c:pt idx="9289">
                  <c:v>ticket to ride auto</c:v>
                </c:pt>
                <c:pt idx="9290">
                  <c:v>rpm auto sales</c:v>
                </c:pt>
                <c:pt idx="9291">
                  <c:v>anaheim pre-owned cars</c:v>
                </c:pt>
                <c:pt idx="9292">
                  <c:v>forward trading international</c:v>
                </c:pt>
                <c:pt idx="9293">
                  <c:v>owens auto group llc</c:v>
                </c:pt>
                <c:pt idx="9294">
                  <c:v>kingsway motor co</c:v>
                </c:pt>
                <c:pt idx="9295">
                  <c:v>strait motor cars inc</c:v>
                </c:pt>
                <c:pt idx="9296">
                  <c:v>western motors/aide rent a car</c:v>
                </c:pt>
                <c:pt idx="9297">
                  <c:v>nicks motor cars</c:v>
                </c:pt>
                <c:pt idx="9298">
                  <c:v>nissan dealer blend/hudson nissan</c:v>
                </c:pt>
                <c:pt idx="9299">
                  <c:v>m &amp; d international group inc</c:v>
                </c:pt>
                <c:pt idx="9300">
                  <c:v>park drive motors inc</c:v>
                </c:pt>
                <c:pt idx="9301">
                  <c:v>louies car clinic inc</c:v>
                </c:pt>
                <c:pt idx="9302">
                  <c:v>a &amp; m auto sales llc</c:v>
                </c:pt>
                <c:pt idx="9303">
                  <c:v>firehouse auto sales</c:v>
                </c:pt>
                <c:pt idx="9304">
                  <c:v>family security credit union</c:v>
                </c:pt>
                <c:pt idx="9305">
                  <c:v>hudson auto center of bremerton</c:v>
                </c:pt>
                <c:pt idx="9306">
                  <c:v>integrity automotive group</c:v>
                </c:pt>
                <c:pt idx="9307">
                  <c:v>titlemax/dale city va1</c:v>
                </c:pt>
                <c:pt idx="9308">
                  <c:v>waterfront motors</c:v>
                </c:pt>
                <c:pt idx="9309">
                  <c:v>gene butman ford sales inc</c:v>
                </c:pt>
                <c:pt idx="9310">
                  <c:v>vystar credit union</c:v>
                </c:pt>
                <c:pt idx="9311">
                  <c:v>onemain rem/university imports</c:v>
                </c:pt>
                <c:pt idx="9312">
                  <c:v>repo remarketing/usc credit union</c:v>
                </c:pt>
                <c:pt idx="9313">
                  <c:v>autovest llc</c:v>
                </c:pt>
                <c:pt idx="9314">
                  <c:v>home credit corp inc/laurinburg</c:v>
                </c:pt>
                <c:pt idx="9315">
                  <c:v>9th avenue automotive</c:v>
                </c:pt>
                <c:pt idx="9316">
                  <c:v>auto europa service &amp; sales</c:v>
                </c:pt>
                <c:pt idx="9317">
                  <c:v>communicating arts credit union</c:v>
                </c:pt>
                <c:pt idx="9318">
                  <c:v>fillmore auto sales inc</c:v>
                </c:pt>
                <c:pt idx="9319">
                  <c:v>krystal chrysler jeep dodge inc</c:v>
                </c:pt>
                <c:pt idx="9320">
                  <c:v>ohio mutual insurance company</c:v>
                </c:pt>
                <c:pt idx="9321">
                  <c:v>cars #1 inc</c:v>
                </c:pt>
                <c:pt idx="9322">
                  <c:v>city of sharonville</c:v>
                </c:pt>
                <c:pt idx="9323">
                  <c:v>rippe motors llc</c:v>
                </c:pt>
                <c:pt idx="9324">
                  <c:v>xavier auto sales inc</c:v>
                </c:pt>
                <c:pt idx="9325">
                  <c:v>malloy hyundai</c:v>
                </c:pt>
                <c:pt idx="9326">
                  <c:v>texas nissan of grapevine</c:v>
                </c:pt>
                <c:pt idx="9327">
                  <c:v>trust capital automotive group llc</c:v>
                </c:pt>
                <c:pt idx="9328">
                  <c:v>southwest financial and leasing</c:v>
                </c:pt>
                <c:pt idx="9329">
                  <c:v>robertson truck sales inc</c:v>
                </c:pt>
                <c:pt idx="9330">
                  <c:v>mazda of south charlotte</c:v>
                </c:pt>
                <c:pt idx="9331">
                  <c:v>mirage auto broker</c:v>
                </c:pt>
                <c:pt idx="9332">
                  <c:v>titlemax/flower mound tx1</c:v>
                </c:pt>
                <c:pt idx="9333">
                  <c:v>xtreme motor sales</c:v>
                </c:pt>
                <c:pt idx="9334">
                  <c:v>parsons of eagle river inc</c:v>
                </c:pt>
                <c:pt idx="9335">
                  <c:v>lafontaine chevrolet inc</c:v>
                </c:pt>
                <c:pt idx="9336">
                  <c:v>patriot buick pontiac gmc inc</c:v>
                </c:pt>
                <c:pt idx="9337">
                  <c:v>master pro motors</c:v>
                </c:pt>
                <c:pt idx="9338">
                  <c:v>top sales one inc</c:v>
                </c:pt>
                <c:pt idx="9339">
                  <c:v>visalia honda buick pont gmc</c:v>
                </c:pt>
                <c:pt idx="9340">
                  <c:v>toyota of hopkinsville</c:v>
                </c:pt>
                <c:pt idx="9341">
                  <c:v>mountaineer automotive llc</c:v>
                </c:pt>
                <c:pt idx="9342">
                  <c:v>lynchburg nissan inc</c:v>
                </c:pt>
                <c:pt idx="9343">
                  <c:v>scott clark nissan</c:v>
                </c:pt>
                <c:pt idx="9344">
                  <c:v>nissan of new orleans</c:v>
                </c:pt>
                <c:pt idx="9345">
                  <c:v>m financial inc</c:v>
                </c:pt>
                <c:pt idx="9346">
                  <c:v>nissan of van nuys</c:v>
                </c:pt>
                <c:pt idx="9347">
                  <c:v>rg sales</c:v>
                </c:pt>
                <c:pt idx="9348">
                  <c:v>cook volkswagen llc</c:v>
                </c:pt>
                <c:pt idx="9349">
                  <c:v>ed shults chevrolet inc</c:v>
                </c:pt>
                <c:pt idx="9350">
                  <c:v>freedom nissan inc</c:v>
                </c:pt>
                <c:pt idx="9351">
                  <c:v>harris cars inc</c:v>
                </c:pt>
                <c:pt idx="9352">
                  <c:v>florida farm bureau casualty insurance company</c:v>
                </c:pt>
                <c:pt idx="9353">
                  <c:v>city wide auto of rapid city</c:v>
                </c:pt>
                <c:pt idx="9354">
                  <c:v>alphorn ford lincoln</c:v>
                </c:pt>
                <c:pt idx="9355">
                  <c:v>leggat chevrolet cadillac buick gmc ltd</c:v>
                </c:pt>
                <c:pt idx="9356">
                  <c:v>neil huffman honda</c:v>
                </c:pt>
                <c:pt idx="9357">
                  <c:v>romano toyota ltd</c:v>
                </c:pt>
                <c:pt idx="9358">
                  <c:v>mr speedy auto sales</c:v>
                </c:pt>
                <c:pt idx="9359">
                  <c:v>rock road auto plaza</c:v>
                </c:pt>
                <c:pt idx="9360">
                  <c:v>tennyson chevrolet</c:v>
                </c:pt>
                <c:pt idx="9361">
                  <c:v>manheim central florida</c:v>
                </c:pt>
                <c:pt idx="9362">
                  <c:v>leedom capital corporation/automaxx</c:v>
                </c:pt>
                <c:pt idx="9363">
                  <c:v>rva automotive group llc</c:v>
                </c:pt>
                <c:pt idx="9364">
                  <c:v>southside auto sales inc</c:v>
                </c:pt>
                <c:pt idx="9365">
                  <c:v>titlemax / alexandria - va2</c:v>
                </c:pt>
                <c:pt idx="9366">
                  <c:v>van rental center</c:v>
                </c:pt>
                <c:pt idx="9367">
                  <c:v>edd lindley auto sales</c:v>
                </c:pt>
                <c:pt idx="9368">
                  <c:v>bill colwell ford inc</c:v>
                </c:pt>
                <c:pt idx="9369">
                  <c:v>blvd motors</c:v>
                </c:pt>
                <c:pt idx="9370">
                  <c:v>az motors</c:v>
                </c:pt>
                <c:pt idx="9371">
                  <c:v>baker chevrolet inc</c:v>
                </c:pt>
                <c:pt idx="9372">
                  <c:v>huffines hyundai mckinney lp</c:v>
                </c:pt>
                <c:pt idx="9373">
                  <c:v>car links auto group</c:v>
                </c:pt>
                <c:pt idx="9374">
                  <c:v>courtesy nissan</c:v>
                </c:pt>
                <c:pt idx="9375">
                  <c:v>east texas sleds &amp; scoots inc</c:v>
                </c:pt>
                <c:pt idx="9376">
                  <c:v>jarrett scott ford inc</c:v>
                </c:pt>
                <c:pt idx="9377">
                  <c:v>jim johnsons sons fine cars inc</c:v>
                </c:pt>
                <c:pt idx="9378">
                  <c:v>hunter asheville</c:v>
                </c:pt>
                <c:pt idx="9379">
                  <c:v>big als auto outlet inc</c:v>
                </c:pt>
                <c:pt idx="9380">
                  <c:v>acura of augusta</c:v>
                </c:pt>
                <c:pt idx="9381">
                  <c:v>nissan of opelousas</c:v>
                </c:pt>
                <c:pt idx="9382">
                  <c:v>south atlantic financial ent</c:v>
                </c:pt>
                <c:pt idx="9383">
                  <c:v>millers auto sales</c:v>
                </c:pt>
                <c:pt idx="9384">
                  <c:v>onemain rem/navigli usa inc</c:v>
                </c:pt>
                <c:pt idx="9385">
                  <c:v>riverview auto &amp; watercraft</c:v>
                </c:pt>
                <c:pt idx="9386">
                  <c:v>leonardtown ford inc</c:v>
                </c:pt>
                <c:pt idx="9387">
                  <c:v>luxury sports auto sales</c:v>
                </c:pt>
                <c:pt idx="9388">
                  <c:v>richey auto sales</c:v>
                </c:pt>
                <c:pt idx="9389">
                  <c:v>tahoe motors</c:v>
                </c:pt>
                <c:pt idx="9390">
                  <c:v>pete eischen chevrolet co.</c:v>
                </c:pt>
                <c:pt idx="9391">
                  <c:v>prostrollo auto plaza co</c:v>
                </c:pt>
                <c:pt idx="9392">
                  <c:v>palm chrysler jeep dodge</c:v>
                </c:pt>
                <c:pt idx="9393">
                  <c:v>chrysler on nicholasville</c:v>
                </c:pt>
                <c:pt idx="9394">
                  <c:v>greater suburban acceptance corporation</c:v>
                </c:pt>
                <c:pt idx="9395">
                  <c:v>hixson autoplex of leesville</c:v>
                </c:pt>
                <c:pt idx="9396">
                  <c:v>college park scooters</c:v>
                </c:pt>
                <c:pt idx="9397">
                  <c:v>bk motor sports llc</c:v>
                </c:pt>
                <c:pt idx="9398">
                  <c:v>atlantic coast remarketing inc/n and r motors</c:v>
                </c:pt>
                <c:pt idx="9399">
                  <c:v>columbus auto warehouse llc</c:v>
                </c:pt>
                <c:pt idx="9400">
                  <c:v>bar none auction</c:v>
                </c:pt>
                <c:pt idx="9401">
                  <c:v>avis rent a car/harrisburg</c:v>
                </c:pt>
                <c:pt idx="9402">
                  <c:v>bargain express</c:v>
                </c:pt>
                <c:pt idx="9403">
                  <c:v>lyndora auto sales</c:v>
                </c:pt>
                <c:pt idx="9404">
                  <c:v>eddies memories</c:v>
                </c:pt>
                <c:pt idx="9405">
                  <c:v>san francisco toyota</c:v>
                </c:pt>
                <c:pt idx="9406">
                  <c:v>mccafferty auto trading company</c:v>
                </c:pt>
                <c:pt idx="9407">
                  <c:v>neighborhood credit union</c:v>
                </c:pt>
                <c:pt idx="9408">
                  <c:v>road runner auto sales</c:v>
                </c:pt>
                <c:pt idx="9409">
                  <c:v>manheim st pete</c:v>
                </c:pt>
                <c:pt idx="9410">
                  <c:v>sterling mccall toyota</c:v>
                </c:pt>
                <c:pt idx="9411">
                  <c:v>park place motor cars</c:v>
                </c:pt>
                <c:pt idx="9412">
                  <c:v>mid east acceptance corporation</c:v>
                </c:pt>
                <c:pt idx="9413">
                  <c:v>southtowne motors inc</c:v>
                </c:pt>
                <c:pt idx="9414">
                  <c:v>rockville automart llc</c:v>
                </c:pt>
                <c:pt idx="9415">
                  <c:v>rk auto sales inc</c:v>
                </c:pt>
                <c:pt idx="9416">
                  <c:v>kia of duluth</c:v>
                </c:pt>
                <c:pt idx="9417">
                  <c:v>healey mitsubishi</c:v>
                </c:pt>
                <c:pt idx="9418">
                  <c:v>fiat of omaha</c:v>
                </c:pt>
                <c:pt idx="9419">
                  <c:v>jay auto sales corp</c:v>
                </c:pt>
                <c:pt idx="9420">
                  <c:v>anthony underwood automotive</c:v>
                </c:pt>
                <c:pt idx="9421">
                  <c:v>fresno chrysler dodge jeep ram</c:v>
                </c:pt>
                <c:pt idx="9422">
                  <c:v>franklin park lincoln inc</c:v>
                </c:pt>
                <c:pt idx="9423">
                  <c:v>holmes tuttle ford lincoln mercury</c:v>
                </c:pt>
                <c:pt idx="9424">
                  <c:v>jack key motor co of alamogordo llc</c:v>
                </c:pt>
                <c:pt idx="9425">
                  <c:v>ez auto wholesale</c:v>
                </c:pt>
                <c:pt idx="9426">
                  <c:v>auto wholesale direct of central florida llc</c:v>
                </c:pt>
                <c:pt idx="9427">
                  <c:v>marchese ford inc</c:v>
                </c:pt>
                <c:pt idx="9428">
                  <c:v>scott volkswagen</c:v>
                </c:pt>
                <c:pt idx="9429">
                  <c:v>auto drive one</c:v>
                </c:pt>
                <c:pt idx="9430">
                  <c:v>m &amp; t investments</c:v>
                </c:pt>
                <c:pt idx="9431">
                  <c:v>old south sales inc</c:v>
                </c:pt>
                <c:pt idx="9432">
                  <c:v>overland bond &amp; investment corporation</c:v>
                </c:pt>
                <c:pt idx="9433">
                  <c:v>robert horne ford llc</c:v>
                </c:pt>
                <c:pt idx="9434">
                  <c:v>southern cascades finance corporation</c:v>
                </c:pt>
                <c:pt idx="9435">
                  <c:v>motorcars limited</c:v>
                </c:pt>
                <c:pt idx="9436">
                  <c:v>drive remarketing inc</c:v>
                </c:pt>
                <c:pt idx="9437">
                  <c:v>conseil auto d l enr</c:v>
                </c:pt>
                <c:pt idx="9438">
                  <c:v>great lake auto inc</c:v>
                </c:pt>
                <c:pt idx="9439">
                  <c:v>ez loan autoplex</c:v>
                </c:pt>
                <c:pt idx="9440">
                  <c:v>balkcum auto inc</c:v>
                </c:pt>
                <c:pt idx="9441">
                  <c:v>california auto expert</c:v>
                </c:pt>
                <c:pt idx="9442">
                  <c:v>arapahoe credit union</c:v>
                </c:pt>
                <c:pt idx="9443">
                  <c:v>ciocca honda</c:v>
                </c:pt>
                <c:pt idx="9444">
                  <c:v>fiserv/usb dealer services internet</c:v>
                </c:pt>
                <c:pt idx="9445">
                  <c:v>jo-burg motors inc</c:v>
                </c:pt>
                <c:pt idx="9446">
                  <c:v>cioci auto sales inc</c:v>
                </c:pt>
                <c:pt idx="9447">
                  <c:v>intermountain coach lease inc</c:v>
                </c:pt>
                <c:pt idx="9448">
                  <c:v>autoexpertz</c:v>
                </c:pt>
                <c:pt idx="9449">
                  <c:v>emerald city auto inc</c:v>
                </c:pt>
                <c:pt idx="9450">
                  <c:v>destinys auto sales</c:v>
                </c:pt>
                <c:pt idx="9451">
                  <c:v>select cars of thornburg</c:v>
                </c:pt>
                <c:pt idx="9452">
                  <c:v>portage motorcars llc</c:v>
                </c:pt>
                <c:pt idx="9453">
                  <c:v>new horizons credit union</c:v>
                </c:pt>
                <c:pt idx="9454">
                  <c:v>repo remarketing/amarillo community fcu</c:v>
                </c:pt>
                <c:pt idx="9455">
                  <c:v>preston bmw</c:v>
                </c:pt>
                <c:pt idx="9456">
                  <c:v>platinum auto wholesale inc</c:v>
                </c:pt>
                <c:pt idx="9457">
                  <c:v>tommy and brother auto sale</c:v>
                </c:pt>
                <c:pt idx="9458">
                  <c:v>oklahoma employees credit union</c:v>
                </c:pt>
                <c:pt idx="9459">
                  <c:v>toyota of west covina</c:v>
                </c:pt>
                <c:pt idx="9460">
                  <c:v>mccorkle motors</c:v>
                </c:pt>
                <c:pt idx="9461">
                  <c:v>nevada auto sales inc</c:v>
                </c:pt>
                <c:pt idx="9462">
                  <c:v>pugmire ford of cartersville</c:v>
                </c:pt>
                <c:pt idx="9463">
                  <c:v>ntx auto group</c:v>
                </c:pt>
                <c:pt idx="9464">
                  <c:v>united finance co/las vegas</c:v>
                </c:pt>
                <c:pt idx="9465">
                  <c:v>lt motors auto sales inc</c:v>
                </c:pt>
                <c:pt idx="9466">
                  <c:v>zaccone motor inc sales and service</c:v>
                </c:pt>
                <c:pt idx="9467">
                  <c:v>tri state used auto sales</c:v>
                </c:pt>
                <c:pt idx="9468">
                  <c:v>triangle federal credit union</c:v>
                </c:pt>
                <c:pt idx="9469">
                  <c:v>dan &amp; dan import cars</c:v>
                </c:pt>
                <c:pt idx="9470">
                  <c:v>class motors inc</c:v>
                </c:pt>
                <c:pt idx="9471">
                  <c:v>corporate auto wholesale inc</c:v>
                </c:pt>
                <c:pt idx="9472">
                  <c:v>classy chassy ltd</c:v>
                </c:pt>
                <c:pt idx="9473">
                  <c:v>autos plus of smithville llc</c:v>
                </c:pt>
                <c:pt idx="9474">
                  <c:v>aylmer kia</c:v>
                </c:pt>
                <c:pt idx="9475">
                  <c:v>automax of memphis</c:v>
                </c:pt>
                <c:pt idx="9476">
                  <c:v>desoto automotive enterprises inc</c:v>
                </c:pt>
                <c:pt idx="9477">
                  <c:v>j &amp; a motors llc</c:v>
                </c:pt>
                <c:pt idx="9478">
                  <c:v>atlanta auto exchange</c:v>
                </c:pt>
                <c:pt idx="9479">
                  <c:v>j &amp; j auto group llc</c:v>
                </c:pt>
                <c:pt idx="9480">
                  <c:v>del mar recovery solutions inc.</c:v>
                </c:pt>
                <c:pt idx="9481">
                  <c:v>ean holdings</c:v>
                </c:pt>
                <c:pt idx="9482">
                  <c:v>integrity rv</c:v>
                </c:pt>
                <c:pt idx="9483">
                  <c:v>best drive auto</c:v>
                </c:pt>
                <c:pt idx="9484">
                  <c:v>automotive distributors of america inc</c:v>
                </c:pt>
                <c:pt idx="9485">
                  <c:v>autohause of asheville inc</c:v>
                </c:pt>
                <c:pt idx="9486">
                  <c:v>markosian auto  inc</c:v>
                </c:pt>
                <c:pt idx="9487">
                  <c:v>south cobb auto sales inc</c:v>
                </c:pt>
                <c:pt idx="9488">
                  <c:v>midnight euro automotive group llc</c:v>
                </c:pt>
                <c:pt idx="9489">
                  <c:v>s &amp; e auto</c:v>
                </c:pt>
                <c:pt idx="9490">
                  <c:v>r &amp; b auto center inc</c:v>
                </c:pt>
                <c:pt idx="9491">
                  <c:v>wernet enterprises inc</c:v>
                </c:pt>
                <c:pt idx="9492">
                  <c:v>larry h miller honda spokane</c:v>
                </c:pt>
                <c:pt idx="9493">
                  <c:v>marrfield motors llc</c:v>
                </c:pt>
                <c:pt idx="9494">
                  <c:v>nevada west financial</c:v>
                </c:pt>
                <c:pt idx="9495">
                  <c:v>tarheel auto sales of locust inc</c:v>
                </c:pt>
                <c:pt idx="9496">
                  <c:v>gemc fcu</c:v>
                </c:pt>
                <c:pt idx="9497">
                  <c:v>classic chrysler jeep dodge ram</c:v>
                </c:pt>
                <c:pt idx="9498">
                  <c:v>brown daniels premium auto sales</c:v>
                </c:pt>
                <c:pt idx="9499">
                  <c:v>belair subaru</c:v>
                </c:pt>
                <c:pt idx="9500">
                  <c:v>checkered flag auto sales llc</c:v>
                </c:pt>
                <c:pt idx="9501">
                  <c:v>first citizens bank</c:v>
                </c:pt>
                <c:pt idx="9502">
                  <c:v>green land cars</c:v>
                </c:pt>
                <c:pt idx="9503">
                  <c:v>autonation volkswagen delray</c:v>
                </c:pt>
                <c:pt idx="9504">
                  <c:v>carl black chevrolet</c:v>
                </c:pt>
                <c:pt idx="9505">
                  <c:v>honda redwood city</c:v>
                </c:pt>
                <c:pt idx="9506">
                  <c:v>maryland classic auto sales limited</c:v>
                </c:pt>
                <c:pt idx="9507">
                  <c:v>airport car rental inc</c:v>
                </c:pt>
                <c:pt idx="9508">
                  <c:v>kearny mesa acura</c:v>
                </c:pt>
                <c:pt idx="9509">
                  <c:v>tj independent auto inc</c:v>
                </c:pt>
                <c:pt idx="9510">
                  <c:v>siry auto group</c:v>
                </c:pt>
                <c:pt idx="9511">
                  <c:v>spiegel automotive</c:v>
                </c:pt>
                <c:pt idx="9512">
                  <c:v>shaker auto lease inc</c:v>
                </c:pt>
                <c:pt idx="9513">
                  <c:v>mendo motors inc</c:v>
                </c:pt>
                <c:pt idx="9514">
                  <c:v>mcfadden motorsports</c:v>
                </c:pt>
                <c:pt idx="9515">
                  <c:v>sims honda</c:v>
                </c:pt>
                <c:pt idx="9516">
                  <c:v>palm buick-gmc of punta gorda</c:v>
                </c:pt>
                <c:pt idx="9517">
                  <c:v>spradley barr motors inc</c:v>
                </c:pt>
                <c:pt idx="9518">
                  <c:v>used auto</c:v>
                </c:pt>
                <c:pt idx="9519">
                  <c:v>lake powell auto group</c:v>
                </c:pt>
                <c:pt idx="9520">
                  <c:v>lendmark financial services/pensacola</c:v>
                </c:pt>
                <c:pt idx="9521">
                  <c:v>choice auto rental/lease</c:v>
                </c:pt>
                <c:pt idx="9522">
                  <c:v>fields alfa romeo fiat orlando</c:v>
                </c:pt>
                <c:pt idx="9523">
                  <c:v>bingamans auto center sales and service</c:v>
                </c:pt>
                <c:pt idx="9524">
                  <c:v>citizens finance/appleton</c:v>
                </c:pt>
                <c:pt idx="9525">
                  <c:v>eastgate motorcars inc</c:v>
                </c:pt>
                <c:pt idx="9526">
                  <c:v>greenville sports &amp; imports inc</c:v>
                </c:pt>
                <c:pt idx="9527">
                  <c:v>braeger ford</c:v>
                </c:pt>
                <c:pt idx="9528">
                  <c:v>amis car export</c:v>
                </c:pt>
                <c:pt idx="9529">
                  <c:v>dealer wholesale llc</c:v>
                </c:pt>
                <c:pt idx="9530">
                  <c:v>apex financial credit union</c:v>
                </c:pt>
                <c:pt idx="9531">
                  <c:v>home credit corp inc/jacksonville</c:v>
                </c:pt>
                <c:pt idx="9532">
                  <c:v>norris honda</c:v>
                </c:pt>
                <c:pt idx="9533">
                  <c:v>abs finance</c:v>
                </c:pt>
                <c:pt idx="9534">
                  <c:v>mark stefanelli llc</c:v>
                </c:pt>
                <c:pt idx="9535">
                  <c:v>la sierra auto sales</c:v>
                </c:pt>
                <c:pt idx="9536">
                  <c:v>pacific motors</c:v>
                </c:pt>
                <c:pt idx="9537">
                  <c:v>pacific nissan</c:v>
                </c:pt>
                <c:pt idx="9538">
                  <c:v>peruzzi mitsubishi</c:v>
                </c:pt>
                <c:pt idx="9539">
                  <c:v>kirkland automotive</c:v>
                </c:pt>
                <c:pt idx="9540">
                  <c:v>prime west finance</c:v>
                </c:pt>
                <c:pt idx="9541">
                  <c:v>wholesale auto network co</c:v>
                </c:pt>
                <c:pt idx="9542">
                  <c:v>paragon funding</c:v>
                </c:pt>
                <c:pt idx="9543">
                  <c:v>srq auto llc</c:v>
                </c:pt>
                <c:pt idx="9544">
                  <c:v>potlatch no1 federal credit union</c:v>
                </c:pt>
                <c:pt idx="9545">
                  <c:v>sunwest federal credit union</c:v>
                </c:pt>
                <c:pt idx="9546">
                  <c:v>volkswagen billingss</c:v>
                </c:pt>
                <c:pt idx="9547">
                  <c:v>premium dealer inc</c:v>
                </c:pt>
                <c:pt idx="9548">
                  <c:v>westgate motors inc</c:v>
                </c:pt>
                <c:pt idx="9549">
                  <c:v>pikeland motors inc</c:v>
                </c:pt>
                <c:pt idx="9550">
                  <c:v>remarketing by ge/sandia laboratory fcu</c:v>
                </c:pt>
                <c:pt idx="9551">
                  <c:v>durango auto sales llc</c:v>
                </c:pt>
                <c:pt idx="9552">
                  <c:v>a &amp; c motors auto sales inc</c:v>
                </c:pt>
                <c:pt idx="9553">
                  <c:v>como tu auto sales inc</c:v>
                </c:pt>
                <c:pt idx="9554">
                  <c:v>adams motor company</c:v>
                </c:pt>
                <c:pt idx="9555">
                  <c:v>capital auto import llc</c:v>
                </c:pt>
                <c:pt idx="9556">
                  <c:v>csx transportation</c:v>
                </c:pt>
                <c:pt idx="9557">
                  <c:v>bays motors inc</c:v>
                </c:pt>
                <c:pt idx="9558">
                  <c:v>ed hicks infiniti</c:v>
                </c:pt>
                <c:pt idx="9559">
                  <c:v>heartland fcu</c:v>
                </c:pt>
                <c:pt idx="9560">
                  <c:v>atlantic coast remarketing inc/ap</c:v>
                </c:pt>
                <c:pt idx="9561">
                  <c:v>chris car brokers llc</c:v>
                </c:pt>
                <c:pt idx="9562">
                  <c:v>communication credit union</c:v>
                </c:pt>
                <c:pt idx="9563">
                  <c:v>armstrong chrysler dodge jeep ram inc</c:v>
                </c:pt>
                <c:pt idx="9564">
                  <c:v>titlemax of horizon ridge pkwy. - nv 2</c:v>
                </c:pt>
                <c:pt idx="9565">
                  <c:v>nissan/infiniti remarketing/avis budget grp</c:v>
                </c:pt>
                <c:pt idx="9566">
                  <c:v>regal motors</c:v>
                </c:pt>
                <c:pt idx="9567">
                  <c:v>lakeshore chrysler dodge jeep ram of picayune</c:v>
                </c:pt>
                <c:pt idx="9568">
                  <c:v>montrose ford inc</c:v>
                </c:pt>
                <c:pt idx="9569">
                  <c:v>florida cars 2001 inc</c:v>
                </c:pt>
                <c:pt idx="9570">
                  <c:v>fox communities credit union</c:v>
                </c:pt>
                <c:pt idx="9571">
                  <c:v>autonation nissan katy</c:v>
                </c:pt>
                <c:pt idx="9572">
                  <c:v>all pbc auto sales corp</c:v>
                </c:pt>
                <c:pt idx="9573">
                  <c:v>automotive fleet management</c:v>
                </c:pt>
                <c:pt idx="9574">
                  <c:v>auction insurance agency</c:v>
                </c:pt>
                <c:pt idx="9575">
                  <c:v>best buy motors  llc</c:v>
                </c:pt>
                <c:pt idx="9576">
                  <c:v>a &amp; m used auto sales inc</c:v>
                </c:pt>
                <c:pt idx="9577">
                  <c:v>houston fcu</c:v>
                </c:pt>
                <c:pt idx="9578">
                  <c:v>avis rent a car/hyundai</c:v>
                </c:pt>
                <c:pt idx="9579">
                  <c:v>pk enterprises</c:v>
                </c:pt>
                <c:pt idx="9580">
                  <c:v>ram sub inc</c:v>
                </c:pt>
                <c:pt idx="9581">
                  <c:v>stephens chrysler jeep dodge ram of bennington</c:v>
                </c:pt>
                <c:pt idx="9582">
                  <c:v>feretti motors</c:v>
                </c:pt>
                <c:pt idx="9583">
                  <c:v>steve schmitt inc</c:v>
                </c:pt>
                <c:pt idx="9584">
                  <c:v>vegas city motors</c:v>
                </c:pt>
                <c:pt idx="9585">
                  <c:v>united motors</c:v>
                </c:pt>
                <c:pt idx="9586">
                  <c:v>pacific truck colors inc</c:v>
                </c:pt>
                <c:pt idx="9587">
                  <c:v>rich belardi auto sales</c:v>
                </c:pt>
                <c:pt idx="9588">
                  <c:v>t &amp; t auto llc</c:v>
                </c:pt>
                <c:pt idx="9589">
                  <c:v>south texas auto auction</c:v>
                </c:pt>
                <c:pt idx="9590">
                  <c:v>manik auto wholesales</c:v>
                </c:pt>
                <c:pt idx="9591">
                  <c:v>star nissan inc</c:v>
                </c:pt>
                <c:pt idx="9592">
                  <c:v>shays autos</c:v>
                </c:pt>
                <c:pt idx="9593">
                  <c:v>omaha fcu</c:v>
                </c:pt>
                <c:pt idx="9594">
                  <c:v>les automobiles n c</c:v>
                </c:pt>
                <c:pt idx="9595">
                  <c:v>shawnee mission ford inc</c:v>
                </c:pt>
                <c:pt idx="9596">
                  <c:v>platinum automotive group llc</c:v>
                </c:pt>
                <c:pt idx="9597">
                  <c:v>omni auto world</c:v>
                </c:pt>
                <c:pt idx="9598">
                  <c:v>remarketing by ge/five star chysler &amp; dodge inc</c:v>
                </c:pt>
                <c:pt idx="9599">
                  <c:v>m motors llc</c:v>
                </c:pt>
                <c:pt idx="9600">
                  <c:v>mclean auto</c:v>
                </c:pt>
                <c:pt idx="9601">
                  <c:v>brazil auto mall inc</c:v>
                </c:pt>
                <c:pt idx="9602">
                  <c:v>ang auto sales</c:v>
                </c:pt>
                <c:pt idx="9603">
                  <c:v>a automotive llc</c:v>
                </c:pt>
                <c:pt idx="9604">
                  <c:v>k and j auto exchange</c:v>
                </c:pt>
                <c:pt idx="9605">
                  <c:v>auto prime</c:v>
                </c:pt>
                <c:pt idx="9606">
                  <c:v>jebs affordable transportation</c:v>
                </c:pt>
                <c:pt idx="9607">
                  <c:v>1st liberty federal credit union</c:v>
                </c:pt>
                <c:pt idx="9608">
                  <c:v>em cars inc</c:v>
                </c:pt>
                <c:pt idx="9609">
                  <c:v>courtesy chrysler jeep</c:v>
                </c:pt>
                <c:pt idx="9610">
                  <c:v>city import gallery llc</c:v>
                </c:pt>
                <c:pt idx="9611">
                  <c:v>everything on wheels</c:v>
                </c:pt>
                <c:pt idx="9612">
                  <c:v>accurate auto sales llc</c:v>
                </c:pt>
                <c:pt idx="9613">
                  <c:v>jim norton chevrolet</c:v>
                </c:pt>
                <c:pt idx="9614">
                  <c:v>government fleet sales llc</c:v>
                </c:pt>
                <c:pt idx="9615">
                  <c:v>apple nissan inc</c:v>
                </c:pt>
                <c:pt idx="9616">
                  <c:v>cars on broadway inc</c:v>
                </c:pt>
                <c:pt idx="9617">
                  <c:v>c&amp;c enterprises</c:v>
                </c:pt>
                <c:pt idx="9618">
                  <c:v>a and a ii llc</c:v>
                </c:pt>
                <c:pt idx="9619">
                  <c:v>house automotive group llc</c:v>
                </c:pt>
                <c:pt idx="9620">
                  <c:v>aloha pacific fcu</c:v>
                </c:pt>
                <c:pt idx="9621">
                  <c:v>g &amp; g inc</c:v>
                </c:pt>
                <c:pt idx="9622">
                  <c:v>california check cashing stores llc</c:v>
                </c:pt>
                <c:pt idx="9623">
                  <c:v>car hop</c:v>
                </c:pt>
                <c:pt idx="9624">
                  <c:v>mini of warwick</c:v>
                </c:pt>
                <c:pt idx="9625">
                  <c:v>m l p auto sales</c:v>
                </c:pt>
                <c:pt idx="9626">
                  <c:v>universal auto exports inc</c:v>
                </c:pt>
                <c:pt idx="9627">
                  <c:v>titlemax/lake mead nv1</c:v>
                </c:pt>
                <c:pt idx="9628">
                  <c:v>mann auto group llc</c:v>
                </c:pt>
                <c:pt idx="9629">
                  <c:v>nivek paul auto brokers  llc</c:v>
                </c:pt>
                <c:pt idx="9630">
                  <c:v>western federal credit union</c:v>
                </c:pt>
                <c:pt idx="9631">
                  <c:v>rocks auto sales</c:v>
                </c:pt>
                <c:pt idx="9632">
                  <c:v>security credit union</c:v>
                </c:pt>
                <c:pt idx="9633">
                  <c:v>tom mellett automobiles/dba carstore leasing</c:v>
                </c:pt>
                <c:pt idx="9634">
                  <c:v>greater surburban acceptance corp</c:v>
                </c:pt>
                <c:pt idx="9635">
                  <c:v>bmw of meridian</c:v>
                </c:pt>
                <c:pt idx="9636">
                  <c:v>jd byrider</c:v>
                </c:pt>
                <c:pt idx="9637">
                  <c:v>daytona mitsubishi</c:v>
                </c:pt>
                <c:pt idx="9638">
                  <c:v>brenengen chevrolet of lacrosse and onalaska llc</c:v>
                </c:pt>
                <c:pt idx="9639">
                  <c:v>jj &amp; o auto sales</c:v>
                </c:pt>
                <c:pt idx="9640">
                  <c:v>florida direct autos</c:v>
                </c:pt>
                <c:pt idx="9641">
                  <c:v>cape cod auto connection</c:v>
                </c:pt>
                <c:pt idx="9642">
                  <c:v>signature autos inc</c:v>
                </c:pt>
                <c:pt idx="9643">
                  <c:v>york kia</c:v>
                </c:pt>
                <c:pt idx="9644">
                  <c:v>volvo of overland park</c:v>
                </c:pt>
                <c:pt idx="9645">
                  <c:v>view park leasing</c:v>
                </c:pt>
                <c:pt idx="9646">
                  <c:v>zeal motor group</c:v>
                </c:pt>
                <c:pt idx="9647">
                  <c:v>larry h miller volkswagen tucson</c:v>
                </c:pt>
                <c:pt idx="9648">
                  <c:v>lloyds rental &amp; sales</c:v>
                </c:pt>
                <c:pt idx="9649">
                  <c:v>route 1 auto exchange inc</c:v>
                </c:pt>
                <c:pt idx="9650">
                  <c:v>luxury imports of nashville  llc</c:v>
                </c:pt>
                <c:pt idx="9651">
                  <c:v>discount auto center</c:v>
                </c:pt>
                <c:pt idx="9652">
                  <c:v>choice-1 auto sales</c:v>
                </c:pt>
                <c:pt idx="9653">
                  <c:v>budget rent a car/las vagas</c:v>
                </c:pt>
                <c:pt idx="9654">
                  <c:v>a+ oxxo</c:v>
                </c:pt>
                <c:pt idx="9655">
                  <c:v>hertrich chevrolet gmc buick</c:v>
                </c:pt>
                <c:pt idx="9656">
                  <c:v>autotrust inc</c:v>
                </c:pt>
                <c:pt idx="9657">
                  <c:v>budget rac/atlanta</c:v>
                </c:pt>
                <c:pt idx="9658">
                  <c:v>bayshore ford</c:v>
                </c:pt>
                <c:pt idx="9659">
                  <c:v>crossline truck and auto sales</c:v>
                </c:pt>
                <c:pt idx="9660">
                  <c:v>teen challenge of the midlands inc</c:v>
                </c:pt>
                <c:pt idx="9661">
                  <c:v>texas star auto</c:v>
                </c:pt>
                <c:pt idx="9662">
                  <c:v>riverside auto service &amp; sales</c:v>
                </c:pt>
                <c:pt idx="9663">
                  <c:v>maximum title loans</c:v>
                </c:pt>
                <c:pt idx="9664">
                  <c:v>treasury department fcu</c:v>
                </c:pt>
                <c:pt idx="9665">
                  <c:v>northgate auto sales inc</c:v>
                </c:pt>
                <c:pt idx="9666">
                  <c:v>tonnele auto sales llc</c:v>
                </c:pt>
                <c:pt idx="9667">
                  <c:v>king is back inc</c:v>
                </c:pt>
                <c:pt idx="9668">
                  <c:v>middleton ford</c:v>
                </c:pt>
                <c:pt idx="9669">
                  <c:v>supreme vehicle sales llc</c:v>
                </c:pt>
                <c:pt idx="9670">
                  <c:v>mcgrath city honda</c:v>
                </c:pt>
                <c:pt idx="9671">
                  <c:v>tbt auto</c:v>
                </c:pt>
                <c:pt idx="9672">
                  <c:v>west community credit union</c:v>
                </c:pt>
                <c:pt idx="9673">
                  <c:v>auto planet</c:v>
                </c:pt>
                <c:pt idx="9674">
                  <c:v>dells auto inc</c:v>
                </c:pt>
                <c:pt idx="9675">
                  <c:v>faulkner fiat of mechanicsburg</c:v>
                </c:pt>
                <c:pt idx="9676">
                  <c:v>central auto sales inc</c:v>
                </c:pt>
                <c:pt idx="9677">
                  <c:v>jodeco auto sales inc</c:v>
                </c:pt>
                <c:pt idx="9678">
                  <c:v>garfield used cars llc</c:v>
                </c:pt>
                <c:pt idx="9679">
                  <c:v>alexia motors inc</c:v>
                </c:pt>
                <c:pt idx="9680">
                  <c:v>empire auto sales</c:v>
                </c:pt>
                <c:pt idx="9681">
                  <c:v>peninsula ford lincoln</c:v>
                </c:pt>
                <c:pt idx="9682">
                  <c:v>vcb international business</c:v>
                </c:pt>
                <c:pt idx="9683">
                  <c:v>repo remarketing/san diego medical fcu</c:v>
                </c:pt>
                <c:pt idx="9684">
                  <c:v>performance hyundai</c:v>
                </c:pt>
                <c:pt idx="9685">
                  <c:v>saratoga motorsports</c:v>
                </c:pt>
                <c:pt idx="9686">
                  <c:v>san jose auto exchange</c:v>
                </c:pt>
                <c:pt idx="9687">
                  <c:v>premium finance auto sales</c:v>
                </c:pt>
                <c:pt idx="9688">
                  <c:v>university of utah credit union</c:v>
                </c:pt>
                <c:pt idx="9689">
                  <c:v>operating partners co llc</c:v>
                </c:pt>
                <c:pt idx="9690">
                  <c:v>sapphire auto sales</c:v>
                </c:pt>
                <c:pt idx="9691">
                  <c:v>members auto choice llc</c:v>
                </c:pt>
                <c:pt idx="9692">
                  <c:v>harris oldsmobile inc</c:v>
                </c:pt>
                <c:pt idx="9693">
                  <c:v>frantz auto brokers llc</c:v>
                </c:pt>
                <c:pt idx="9694">
                  <c:v>barkley buick gmc cadillac inc</c:v>
                </c:pt>
                <c:pt idx="9695">
                  <c:v>hellam imports</c:v>
                </c:pt>
                <c:pt idx="9696">
                  <c:v>atlantic coast remarketing inc/tjallc</c:v>
                </c:pt>
                <c:pt idx="9697">
                  <c:v>big city motor sales llc</c:v>
                </c:pt>
                <c:pt idx="9698">
                  <c:v>dealer services financial center llc</c:v>
                </c:pt>
                <c:pt idx="9699">
                  <c:v>jaguar houston north  land rover houston north</c:v>
                </c:pt>
                <c:pt idx="9700">
                  <c:v>anderson brothers bank</c:v>
                </c:pt>
                <c:pt idx="9701">
                  <c:v>clock tower auto mall llc</c:v>
                </c:pt>
                <c:pt idx="9702">
                  <c:v>tri-crown auto</c:v>
                </c:pt>
                <c:pt idx="9703">
                  <c:v>ketty construction &amp; leasing</c:v>
                </c:pt>
                <c:pt idx="9704">
                  <c:v>sosas auto sales</c:v>
                </c:pt>
                <c:pt idx="9705">
                  <c:v>optimal international corp</c:v>
                </c:pt>
                <c:pt idx="9706">
                  <c:v>sportchassis of texas</c:v>
                </c:pt>
                <c:pt idx="9707">
                  <c:v>nbp sales</c:v>
                </c:pt>
                <c:pt idx="9708">
                  <c:v>rustom nissan of portland</c:v>
                </c:pt>
                <c:pt idx="9709">
                  <c:v>lake michigan credit union</c:v>
                </c:pt>
                <c:pt idx="9710">
                  <c:v>navigator credit union</c:v>
                </c:pt>
                <c:pt idx="9711">
                  <c:v>mirador auto sales</c:v>
                </c:pt>
                <c:pt idx="9712">
                  <c:v>primeritus remarketing/a k motors</c:v>
                </c:pt>
                <c:pt idx="9713">
                  <c:v>t and t auto repair and sales</c:v>
                </c:pt>
                <c:pt idx="9714">
                  <c:v>old national</c:v>
                </c:pt>
                <c:pt idx="9715">
                  <c:v>prater ford inc</c:v>
                </c:pt>
                <c:pt idx="9716">
                  <c:v>power motors inc</c:v>
                </c:pt>
                <c:pt idx="9717">
                  <c:v>carfinco inc</c:v>
                </c:pt>
                <c:pt idx="9718">
                  <c:v>automotion sales llc</c:v>
                </c:pt>
                <c:pt idx="9719">
                  <c:v>frank hyundai</c:v>
                </c:pt>
                <c:pt idx="9720">
                  <c:v>freedom auto</c:v>
                </c:pt>
                <c:pt idx="9721">
                  <c:v>finance point</c:v>
                </c:pt>
                <c:pt idx="9722">
                  <c:v>hertrich honda kia of easton</c:v>
                </c:pt>
                <c:pt idx="9723">
                  <c:v>brown chevy buick pontiac gmc of eagle pass</c:v>
                </c:pt>
                <c:pt idx="9724">
                  <c:v>gibbons ford</c:v>
                </c:pt>
                <c:pt idx="9725">
                  <c:v>cashback llc</c:v>
                </c:pt>
                <c:pt idx="9726">
                  <c:v>a and a recreation</c:v>
                </c:pt>
                <c:pt idx="9727">
                  <c:v>best price auto sales inc</c:v>
                </c:pt>
                <c:pt idx="9728">
                  <c:v>dg auto corp</c:v>
                </c:pt>
                <c:pt idx="9729">
                  <c:v>jt's car sales llc</c:v>
                </c:pt>
                <c:pt idx="9730">
                  <c:v>frederick auto center inc</c:v>
                </c:pt>
                <c:pt idx="9731">
                  <c:v>autonation toyota scion arapahoe</c:v>
                </c:pt>
                <c:pt idx="9732">
                  <c:v>intermountain auto works  inc</c:v>
                </c:pt>
                <c:pt idx="9733">
                  <c:v>s &amp; s auto leasing corp</c:v>
                </c:pt>
                <c:pt idx="9734">
                  <c:v>rockwall ford-mercury</c:v>
                </c:pt>
                <c:pt idx="9735">
                  <c:v>onemain rem/tovi auto sales</c:v>
                </c:pt>
                <c:pt idx="9736">
                  <c:v>oceanside auto sales inc</c:v>
                </c:pt>
                <c:pt idx="9737">
                  <c:v>robertson auto</c:v>
                </c:pt>
                <c:pt idx="9738">
                  <c:v>nae-mo corporation</c:v>
                </c:pt>
                <c:pt idx="9739">
                  <c:v>remarketing by ge/raytown lee's summit ccu</c:v>
                </c:pt>
                <c:pt idx="9740">
                  <c:v>vigo county fcu</c:v>
                </c:pt>
                <c:pt idx="9741">
                  <c:v>the car guy</c:v>
                </c:pt>
                <c:pt idx="9742">
                  <c:v>magic motors</c:v>
                </c:pt>
                <c:pt idx="9743">
                  <c:v>centra credit union</c:v>
                </c:pt>
                <c:pt idx="9744">
                  <c:v>als linc merc inc</c:v>
                </c:pt>
                <c:pt idx="9745">
                  <c:v>fairground auto plaza inc</c:v>
                </c:pt>
                <c:pt idx="9746">
                  <c:v>central ohio credit union</c:v>
                </c:pt>
                <c:pt idx="9747">
                  <c:v>circle auto wholesalers</c:v>
                </c:pt>
                <c:pt idx="9748">
                  <c:v>americas automotive</c:v>
                </c:pt>
                <c:pt idx="9749">
                  <c:v>fantastic auto sales</c:v>
                </c:pt>
                <c:pt idx="9750">
                  <c:v>b &amp; b auto sales &amp; repair</c:v>
                </c:pt>
                <c:pt idx="9751">
                  <c:v>rey/rey auto sales</c:v>
                </c:pt>
                <c:pt idx="9752">
                  <c:v>titlemax/houston tx39</c:v>
                </c:pt>
                <c:pt idx="9753">
                  <c:v>autosmart 2</c:v>
                </c:pt>
                <c:pt idx="9754">
                  <c:v>c &amp; s autobrokers inc</c:v>
                </c:pt>
                <c:pt idx="9755">
                  <c:v>professional financial services/athens</c:v>
                </c:pt>
                <c:pt idx="9756">
                  <c:v>titlemax/las vegas nv23</c:v>
                </c:pt>
                <c:pt idx="9757">
                  <c:v>sis quality automobiles inc</c:v>
                </c:pt>
                <c:pt idx="9758">
                  <c:v>nada sales inc</c:v>
                </c:pt>
                <c:pt idx="9759">
                  <c:v>nelson mazda</c:v>
                </c:pt>
                <c:pt idx="9760">
                  <c:v>ron davidson chevrolet-buick-gmc</c:v>
                </c:pt>
                <c:pt idx="9761">
                  <c:v>volkswagen of edmond</c:v>
                </c:pt>
                <c:pt idx="9762">
                  <c:v>nefcu</c:v>
                </c:pt>
                <c:pt idx="9763">
                  <c:v>reliable motors</c:v>
                </c:pt>
                <c:pt idx="9764">
                  <c:v>allied first bank</c:v>
                </c:pt>
                <c:pt idx="9765">
                  <c:v>chen and ashley auto group</c:v>
                </c:pt>
                <c:pt idx="9766">
                  <c:v>drive america</c:v>
                </c:pt>
                <c:pt idx="9767">
                  <c:v>ford of augusta</c:v>
                </c:pt>
                <c:pt idx="9768">
                  <c:v>arizona motor sales  llc</c:v>
                </c:pt>
                <c:pt idx="9769">
                  <c:v>complexe kia</c:v>
                </c:pt>
                <c:pt idx="9770">
                  <c:v>damascus community bank</c:v>
                </c:pt>
                <c:pt idx="9771">
                  <c:v>j s car sales inc</c:v>
                </c:pt>
                <c:pt idx="9772">
                  <c:v>global car connection llc</c:v>
                </c:pt>
                <c:pt idx="9773">
                  <c:v>donegal group inc</c:v>
                </c:pt>
                <c:pt idx="9774">
                  <c:v>gravesend auto sales inc</c:v>
                </c:pt>
                <c:pt idx="9775">
                  <c:v>blackwell automotive</c:v>
                </c:pt>
                <c:pt idx="9776">
                  <c:v>auto life llc</c:v>
                </c:pt>
                <c:pt idx="9777">
                  <c:v>fiserv/mid hudson valley federal credit union</c:v>
                </c:pt>
                <c:pt idx="9778">
                  <c:v>farm bureau insurance</c:v>
                </c:pt>
                <c:pt idx="9779">
                  <c:v>a v auto sales llc</c:v>
                </c:pt>
                <c:pt idx="9780">
                  <c:v>titlemax/pasadena ca1</c:v>
                </c:pt>
                <c:pt idx="9781">
                  <c:v>marlow ford</c:v>
                </c:pt>
                <c:pt idx="9782">
                  <c:v>tustin lexus</c:v>
                </c:pt>
                <c:pt idx="9783">
                  <c:v>byers chevrolet llc</c:v>
                </c:pt>
                <c:pt idx="9784">
                  <c:v>henton enterprises inc</c:v>
                </c:pt>
                <c:pt idx="9785">
                  <c:v>j cars</c:v>
                </c:pt>
                <c:pt idx="9786">
                  <c:v>citywide finance company</c:v>
                </c:pt>
                <c:pt idx="9787">
                  <c:v>eagle auto finance</c:v>
                </c:pt>
                <c:pt idx="9788">
                  <c:v>sutherland service center ltd</c:v>
                </c:pt>
                <c:pt idx="9789">
                  <c:v>members choice of central texas credit union</c:v>
                </c:pt>
                <c:pt idx="9790">
                  <c:v>merchants auto sales inc</c:v>
                </c:pt>
                <c:pt idx="9791">
                  <c:v>shore rentals inc</c:v>
                </c:pt>
                <c:pt idx="9792">
                  <c:v>titlemax of buffalo dr. - nv 10</c:v>
                </c:pt>
                <c:pt idx="9793">
                  <c:v>sands ford of red hill</c:v>
                </c:pt>
                <c:pt idx="9794">
                  <c:v>midwest motor works inc</c:v>
                </c:pt>
                <c:pt idx="9795">
                  <c:v>titlemax/plano tx1</c:v>
                </c:pt>
                <c:pt idx="9796">
                  <c:v>fiserv/brookline bank/bpo</c:v>
                </c:pt>
                <c:pt idx="9797">
                  <c:v>darden employee cu</c:v>
                </c:pt>
                <c:pt idx="9798">
                  <c:v>coyle chevrolet inc</c:v>
                </c:pt>
                <c:pt idx="9799">
                  <c:v>integrity motor sales inc</c:v>
                </c:pt>
                <c:pt idx="9800">
                  <c:v>gunn buick- gmc ltd</c:v>
                </c:pt>
                <c:pt idx="9801">
                  <c:v>autolink trading llc</c:v>
                </c:pt>
                <c:pt idx="9802">
                  <c:v>great cars and trucks inc</c:v>
                </c:pt>
                <c:pt idx="9803">
                  <c:v>elizabeth andrus - trustee</c:v>
                </c:pt>
                <c:pt idx="9804">
                  <c:v>mountain hyundai</c:v>
                </c:pt>
                <c:pt idx="9805">
                  <c:v>miranda auto sales inc</c:v>
                </c:pt>
                <c:pt idx="9806">
                  <c:v>olympic auto sales</c:v>
                </c:pt>
                <c:pt idx="9807">
                  <c:v>panama city toyota</c:v>
                </c:pt>
                <c:pt idx="9808">
                  <c:v>subaru of port richey</c:v>
                </c:pt>
                <c:pt idx="9809">
                  <c:v>virginia educators credit union</c:v>
                </c:pt>
                <c:pt idx="9810">
                  <c:v>union bank &amp; trust company</c:v>
                </c:pt>
                <c:pt idx="9811">
                  <c:v>titlemax/lynwood ca1</c:v>
                </c:pt>
                <c:pt idx="9812">
                  <c:v>martin nemer volkswagen corp</c:v>
                </c:pt>
                <c:pt idx="9813">
                  <c:v>professional financial services / fayetteville</c:v>
                </c:pt>
                <c:pt idx="9814">
                  <c:v>lithia chrysler jeep dodge of eureka</c:v>
                </c:pt>
                <c:pt idx="9815">
                  <c:v>madill chevrolet-buick  inc.</c:v>
                </c:pt>
                <c:pt idx="9816">
                  <c:v>niles sales &amp; service inc</c:v>
                </c:pt>
                <c:pt idx="9817">
                  <c:v>auto trademark</c:v>
                </c:pt>
                <c:pt idx="9818">
                  <c:v>great buy autos</c:v>
                </c:pt>
                <c:pt idx="9819">
                  <c:v>classic chevrolet inc</c:v>
                </c:pt>
                <c:pt idx="9820">
                  <c:v>avenue car &amp; truck rental</c:v>
                </c:pt>
                <c:pt idx="9821">
                  <c:v>castle rock dodge chrysler jeep</c:v>
                </c:pt>
                <c:pt idx="9822">
                  <c:v>k &amp; d auto sales llc</c:v>
                </c:pt>
                <c:pt idx="9823">
                  <c:v>coamo auto sales corp</c:v>
                </c:pt>
                <c:pt idx="9824">
                  <c:v>estguin wholesalers llc</c:v>
                </c:pt>
                <c:pt idx="9825">
                  <c:v>trident motorcar</c:v>
                </c:pt>
                <c:pt idx="9826">
                  <c:v>united auto sales</c:v>
                </c:pt>
                <c:pt idx="9827">
                  <c:v>carswell auto sales</c:v>
                </c:pt>
                <c:pt idx="9828">
                  <c:v>motor cars international  inc</c:v>
                </c:pt>
                <c:pt idx="9829">
                  <c:v>remarketing by ge/greenville hertiage fcu</c:v>
                </c:pt>
                <c:pt idx="9830">
                  <c:v>repo remarketing/mendo lake credit union</c:v>
                </c:pt>
                <c:pt idx="9831">
                  <c:v>terry harrelson auto sales</c:v>
                </c:pt>
                <c:pt idx="9832">
                  <c:v>norm reeves honda superstore</c:v>
                </c:pt>
                <c:pt idx="9833">
                  <c:v>nextgear</c:v>
                </c:pt>
                <c:pt idx="9834">
                  <c:v>rebirth investments inc</c:v>
                </c:pt>
                <c:pt idx="9835">
                  <c:v>onemain rem/e motorcars</c:v>
                </c:pt>
                <c:pt idx="9836">
                  <c:v>rairdons dodge chrysler jeep of bellingham</c:v>
                </c:pt>
                <c:pt idx="9837">
                  <c:v>remarketing by ge/cowboys automotive inc</c:v>
                </c:pt>
                <c:pt idx="9838">
                  <c:v>tdaf remarketing / brunswick car trding rentl llc</c:v>
                </c:pt>
                <c:pt idx="9839">
                  <c:v>wedgewoode sports and imports</c:v>
                </c:pt>
                <c:pt idx="9840">
                  <c:v>onesource/signal imports inc</c:v>
                </c:pt>
                <c:pt idx="9841">
                  <c:v>purity product inc</c:v>
                </c:pt>
                <c:pt idx="9842">
                  <c:v>remarketing by ge/manheim indianapolis</c:v>
                </c:pt>
                <c:pt idx="9843">
                  <c:v>the thomas collection ltd</c:v>
                </c:pt>
                <c:pt idx="9844">
                  <c:v>sos bank repo</c:v>
                </c:pt>
                <c:pt idx="9845">
                  <c:v>southwest auto sales</c:v>
                </c:pt>
                <c:pt idx="9846">
                  <c:v>new world auto</c:v>
                </c:pt>
                <c:pt idx="9847">
                  <c:v>hodges imported cars inc</c:v>
                </c:pt>
                <c:pt idx="9848">
                  <c:v>competition cars inc</c:v>
                </c:pt>
                <c:pt idx="9849">
                  <c:v>encore motorcars of sarasota inc</c:v>
                </c:pt>
                <c:pt idx="9850">
                  <c:v>credit concepts</c:v>
                </c:pt>
                <c:pt idx="9851">
                  <c:v>auction cars imports llc</c:v>
                </c:pt>
                <c:pt idx="9852">
                  <c:v>city ford sales ltd</c:v>
                </c:pt>
                <c:pt idx="9853">
                  <c:v>color country automotive llc</c:v>
                </c:pt>
                <c:pt idx="9854">
                  <c:v>extraco banks na</c:v>
                </c:pt>
                <c:pt idx="9855">
                  <c:v>europa motorcar company inc</c:v>
                </c:pt>
                <c:pt idx="9856">
                  <c:v>jdf auto</c:v>
                </c:pt>
                <c:pt idx="9857">
                  <c:v>arizona state credit union</c:v>
                </c:pt>
                <c:pt idx="9858">
                  <c:v>honolulu fcu</c:v>
                </c:pt>
                <c:pt idx="9859">
                  <c:v>bergstrom cadillac gmc of green bay</c:v>
                </c:pt>
                <c:pt idx="9860">
                  <c:v>auto finance of tampa inc</c:v>
                </c:pt>
                <c:pt idx="9861">
                  <c:v>caltex motors inc</c:v>
                </c:pt>
                <c:pt idx="9862">
                  <c:v>cross dock llc</c:v>
                </c:pt>
                <c:pt idx="9863">
                  <c:v>dave edwards toyota</c:v>
                </c:pt>
                <c:pt idx="9864">
                  <c:v>ft worth fleet &amp; sales inc</c:v>
                </c:pt>
                <c:pt idx="9865">
                  <c:v>ilans auto sales</c:v>
                </c:pt>
                <c:pt idx="9866">
                  <c:v>vidalia ford lincoln inc</c:v>
                </c:pt>
                <c:pt idx="9867">
                  <c:v>lenders assistance corp/cross valley fcu</c:v>
                </c:pt>
                <c:pt idx="9868">
                  <c:v>papas auto sales</c:v>
                </c:pt>
                <c:pt idx="9869">
                  <c:v>palm beach exotics inc</c:v>
                </c:pt>
                <c:pt idx="9870">
                  <c:v>ohio's first class credit union inc</c:v>
                </c:pt>
                <c:pt idx="9871">
                  <c:v>larry goodman used cars</c:v>
                </c:pt>
                <c:pt idx="9872">
                  <c:v>randy marion sav-a-lot hickory</c:v>
                </c:pt>
                <c:pt idx="9873">
                  <c:v>triple r's auto sales and garage</c:v>
                </c:pt>
                <c:pt idx="9874">
                  <c:v>maypole chevrolet inc</c:v>
                </c:pt>
                <c:pt idx="9875">
                  <c:v>lscg fund 19 llc</c:v>
                </c:pt>
                <c:pt idx="9876">
                  <c:v>moon motors lv llc</c:v>
                </c:pt>
                <c:pt idx="9877">
                  <c:v>lithia chrysler jeep dodge of roseburg</c:v>
                </c:pt>
                <c:pt idx="9878">
                  <c:v>santee automotive llc</c:v>
                </c:pt>
                <c:pt idx="9879">
                  <c:v>public auction</c:v>
                </c:pt>
                <c:pt idx="9880">
                  <c:v>al king tire and auto service</c:v>
                </c:pt>
                <c:pt idx="9881">
                  <c:v>alpha auto wholesale</c:v>
                </c:pt>
                <c:pt idx="9882">
                  <c:v>dick hannah volkswagen</c:v>
                </c:pt>
                <c:pt idx="9883">
                  <c:v>al financial corp</c:v>
                </c:pt>
                <c:pt idx="9884">
                  <c:v>avantage honda</c:v>
                </c:pt>
                <c:pt idx="9885">
                  <c:v>dublin volkswagen</c:v>
                </c:pt>
                <c:pt idx="9886">
                  <c:v>faris auto sale</c:v>
                </c:pt>
                <c:pt idx="9887">
                  <c:v>first class car company</c:v>
                </c:pt>
                <c:pt idx="9888">
                  <c:v>crest ford flat rock inc</c:v>
                </c:pt>
                <c:pt idx="9889">
                  <c:v>eze auto brokers inc 2</c:v>
                </c:pt>
                <c:pt idx="9890">
                  <c:v>crisas auto sales &amp; repair inc</c:v>
                </c:pt>
                <c:pt idx="9891">
                  <c:v>image cars</c:v>
                </c:pt>
                <c:pt idx="9892">
                  <c:v>nabors used cars</c:v>
                </c:pt>
                <c:pt idx="9893">
                  <c:v>usaa federal savings bank</c:v>
                </c:pt>
                <c:pt idx="9894">
                  <c:v>lou fusz subaru st peters</c:v>
                </c:pt>
                <c:pt idx="9895">
                  <c:v>key ii</c:v>
                </c:pt>
                <c:pt idx="9896">
                  <c:v>miller hill subaru</c:v>
                </c:pt>
                <c:pt idx="9897">
                  <c:v>westcoast auto sales</c:v>
                </c:pt>
                <c:pt idx="9898">
                  <c:v>reliable motor werks llc</c:v>
                </c:pt>
                <c:pt idx="9899">
                  <c:v>sam auto dealer</c:v>
                </c:pt>
                <c:pt idx="9900">
                  <c:v>tower auto sales inc</c:v>
                </c:pt>
                <c:pt idx="9901">
                  <c:v>metro sales corp</c:v>
                </c:pt>
                <c:pt idx="9902">
                  <c:v>commonwealth credit union</c:v>
                </c:pt>
                <c:pt idx="9903">
                  <c:v>don's auto body &amp; glass inc</c:v>
                </c:pt>
                <c:pt idx="9904">
                  <c:v>junco motors</c:v>
                </c:pt>
                <c:pt idx="9905">
                  <c:v>affordable auto care</c:v>
                </c:pt>
                <c:pt idx="9906">
                  <c:v>bay ridge ford</c:v>
                </c:pt>
                <c:pt idx="9907">
                  <c:v>bmw of columbia</c:v>
                </c:pt>
                <c:pt idx="9908">
                  <c:v>blueslade motor cars llc</c:v>
                </c:pt>
                <c:pt idx="9909">
                  <c:v>automax hv inc</c:v>
                </c:pt>
                <c:pt idx="9910">
                  <c:v>bmw of ann arbor</c:v>
                </c:pt>
                <c:pt idx="9911">
                  <c:v>day air credit union</c:v>
                </c:pt>
                <c:pt idx="9912">
                  <c:v>auto central</c:v>
                </c:pt>
                <c:pt idx="9913">
                  <c:v>dfw auto choice</c:v>
                </c:pt>
                <c:pt idx="9914">
                  <c:v>clipper credit inc</c:v>
                </c:pt>
                <c:pt idx="9915">
                  <c:v>crown motor co</c:v>
                </c:pt>
                <c:pt idx="9916">
                  <c:v>american wholesalers inc</c:v>
                </c:pt>
                <c:pt idx="9917">
                  <c:v>north star auto inc</c:v>
                </c:pt>
                <c:pt idx="9918">
                  <c:v>nagys auto sales llc</c:v>
                </c:pt>
                <c:pt idx="9919">
                  <c:v>plumillo auto sales  inc.</c:v>
                </c:pt>
                <c:pt idx="9920">
                  <c:v>superior choice credit union</c:v>
                </c:pt>
                <c:pt idx="9921">
                  <c:v>titlemax/jonesboro ga2</c:v>
                </c:pt>
                <c:pt idx="9922">
                  <c:v>pinnacle auto brokers llc</c:v>
                </c:pt>
                <c:pt idx="9923">
                  <c:v>ventura county credit union</c:v>
                </c:pt>
                <c:pt idx="9924">
                  <c:v>bill tempchin auto sales llc</c:v>
                </c:pt>
                <c:pt idx="9925">
                  <c:v>brewer automotive inc</c:v>
                </c:pt>
                <c:pt idx="9926">
                  <c:v>atlanta motor company inc.</c:v>
                </c:pt>
                <c:pt idx="9927">
                  <c:v>brazos valley schools credit union</c:v>
                </c:pt>
                <c:pt idx="9928">
                  <c:v>eloy motors inc</c:v>
                </c:pt>
                <c:pt idx="9929">
                  <c:v>cherry creek chevrolet</c:v>
                </c:pt>
                <c:pt idx="9930">
                  <c:v>auto factors inc</c:v>
                </c:pt>
                <c:pt idx="9931">
                  <c:v>eckhaus fleet llc</c:v>
                </c:pt>
                <c:pt idx="9932">
                  <c:v>goldstein mitsubishi albany</c:v>
                </c:pt>
                <c:pt idx="9933">
                  <c:v>jb motor cars</c:v>
                </c:pt>
                <c:pt idx="9934">
                  <c:v>econo auto sales llc</c:v>
                </c:pt>
                <c:pt idx="9935">
                  <c:v>tg autos</c:v>
                </c:pt>
                <c:pt idx="9936">
                  <c:v>the farmers bank</c:v>
                </c:pt>
                <c:pt idx="9937">
                  <c:v>repo remarketing/central state credit union</c:v>
                </c:pt>
                <c:pt idx="9938">
                  <c:v>northside imports llc</c:v>
                </c:pt>
                <c:pt idx="9939">
                  <c:v>south atlanta motorsports</c:v>
                </c:pt>
                <c:pt idx="9940">
                  <c:v>providence auto group llc</c:v>
                </c:pt>
                <c:pt idx="9941">
                  <c:v>nice cars auto inc</c:v>
                </c:pt>
                <c:pt idx="9942">
                  <c:v>west burlington honda</c:v>
                </c:pt>
                <c:pt idx="9943">
                  <c:v>rent to own auto center</c:v>
                </c:pt>
                <c:pt idx="9944">
                  <c:v>supreme chevrolet llc</c:v>
                </c:pt>
                <c:pt idx="9945">
                  <c:v>relvinachel llc</c:v>
                </c:pt>
                <c:pt idx="9946">
                  <c:v>car one autoplex inc</c:v>
                </c:pt>
                <c:pt idx="9947">
                  <c:v>eastern bank</c:v>
                </c:pt>
                <c:pt idx="9948">
                  <c:v>gulf credit union</c:v>
                </c:pt>
                <c:pt idx="9949">
                  <c:v>executive auto</c:v>
                </c:pt>
                <c:pt idx="9950">
                  <c:v>credit union services inc</c:v>
                </c:pt>
                <c:pt idx="9951">
                  <c:v>cash cow auto sales inc</c:v>
                </c:pt>
                <c:pt idx="9952">
                  <c:v>g &amp; m motorz</c:v>
                </c:pt>
                <c:pt idx="9953">
                  <c:v>santander</c:v>
                </c:pt>
                <c:pt idx="9954">
                  <c:v>carswell auto sales north</c:v>
                </c:pt>
                <c:pt idx="9955">
                  <c:v>mission automot enterp sls &amp; repair inc</c:v>
                </c:pt>
                <c:pt idx="9956">
                  <c:v>terrys ford-lincoln-mercury of peotone inc</c:v>
                </c:pt>
                <c:pt idx="9957">
                  <c:v>onemain rem/steely lease sales</c:v>
                </c:pt>
                <c:pt idx="9958">
                  <c:v>leitzinger imports nissan of state college</c:v>
                </c:pt>
                <c:pt idx="9959">
                  <c:v>smart chevrolet inc</c:v>
                </c:pt>
                <c:pt idx="9960">
                  <c:v>lb auto sales #1</c:v>
                </c:pt>
                <c:pt idx="9961">
                  <c:v>pfs financial services/tampa</c:v>
                </c:pt>
                <c:pt idx="9962">
                  <c:v>roz auto salvage inc</c:v>
                </c:pt>
                <c:pt idx="9963">
                  <c:v>onemain rem/e&amp;c motors</c:v>
                </c:pt>
                <c:pt idx="9964">
                  <c:v>mayo's auto sales</c:v>
                </c:pt>
                <c:pt idx="9965">
                  <c:v>manheim darlington</c:v>
                </c:pt>
                <c:pt idx="9966">
                  <c:v>sheppard motors ltd</c:v>
                </c:pt>
                <c:pt idx="9967">
                  <c:v>primeritus remarketing/pee dee automotive</c:v>
                </c:pt>
                <c:pt idx="9968">
                  <c:v>sarabia auto sales llc</c:v>
                </c:pt>
                <c:pt idx="9969">
                  <c:v>stans auto sales</c:v>
                </c:pt>
                <c:pt idx="9970">
                  <c:v>seattle auto</c:v>
                </c:pt>
                <c:pt idx="9971">
                  <c:v>southwest ford</c:v>
                </c:pt>
                <c:pt idx="9972">
                  <c:v>kemba credit union</c:v>
                </c:pt>
                <c:pt idx="9973">
                  <c:v>dtgc car rental ltd partnership</c:v>
                </c:pt>
                <c:pt idx="9974">
                  <c:v>bnb auto sales llc</c:v>
                </c:pt>
                <c:pt idx="9975">
                  <c:v>778025 alberta ltd</c:v>
                </c:pt>
                <c:pt idx="9976">
                  <c:v>carl burk wholesale autos</c:v>
                </c:pt>
                <c:pt idx="9977">
                  <c:v>global luxury imports</c:v>
                </c:pt>
                <c:pt idx="9978">
                  <c:v>benny's ventures inc</c:v>
                </c:pt>
                <c:pt idx="9979">
                  <c:v>fields cadillac jacksonville</c:v>
                </c:pt>
                <c:pt idx="9980">
                  <c:v>d auto man</c:v>
                </c:pt>
                <c:pt idx="9981">
                  <c:v>avis budget de puerto rico</c:v>
                </c:pt>
                <c:pt idx="9982">
                  <c:v>g brothers auto brokers inc</c:v>
                </c:pt>
                <c:pt idx="9983">
                  <c:v>first credit</c:v>
                </c:pt>
                <c:pt idx="9984">
                  <c:v>g n l auto inc</c:v>
                </c:pt>
                <c:pt idx="9985">
                  <c:v>columbus auto resale  inc (r)</c:v>
                </c:pt>
                <c:pt idx="9986">
                  <c:v>auto assets</c:v>
                </c:pt>
                <c:pt idx="9987">
                  <c:v>dream vision auto llc</c:v>
                </c:pt>
                <c:pt idx="9988">
                  <c:v>karma cars llc</c:v>
                </c:pt>
                <c:pt idx="9989">
                  <c:v>ben mynatt chevrolet cadillac inc</c:v>
                </c:pt>
                <c:pt idx="9990">
                  <c:v>cars direct of orlando llc</c:v>
                </c:pt>
                <c:pt idx="9991">
                  <c:v>shaker motors</c:v>
                </c:pt>
                <c:pt idx="9992">
                  <c:v>thunderbird auto finance</c:v>
                </c:pt>
                <c:pt idx="9993">
                  <c:v>mccarthy hyundai</c:v>
                </c:pt>
                <c:pt idx="9994">
                  <c:v>olibrix group inc</c:v>
                </c:pt>
                <c:pt idx="9995">
                  <c:v>valley hitch and truck rental</c:v>
                </c:pt>
                <c:pt idx="9996">
                  <c:v>thrifty rent a car/tulsa</c:v>
                </c:pt>
                <c:pt idx="9997">
                  <c:v>mclean ford inc</c:v>
                </c:pt>
                <c:pt idx="9998">
                  <c:v>lake elsinore ford</c:v>
                </c:pt>
                <c:pt idx="9999">
                  <c:v>titlemax/houston tx46</c:v>
                </c:pt>
                <c:pt idx="10000">
                  <c:v>two m automotive inc</c:v>
                </c:pt>
                <c:pt idx="10001">
                  <c:v>mid missouri credit union</c:v>
                </c:pt>
                <c:pt idx="10002">
                  <c:v>wantagh mitsubishi</c:v>
                </c:pt>
                <c:pt idx="10003">
                  <c:v>affordable dream auto llc</c:v>
                </c:pt>
                <c:pt idx="10004">
                  <c:v>fort campbell fcu</c:v>
                </c:pt>
                <c:pt idx="10005">
                  <c:v>excel finance co/austin</c:v>
                </c:pt>
                <c:pt idx="10006">
                  <c:v>csg love's auto galleria</c:v>
                </c:pt>
                <c:pt idx="10007">
                  <c:v>amir motors</c:v>
                </c:pt>
                <c:pt idx="10008">
                  <c:v>auto net</c:v>
                </c:pt>
                <c:pt idx="10009">
                  <c:v>waikem nissan inc</c:v>
                </c:pt>
                <c:pt idx="10010">
                  <c:v>jack matia honda</c:v>
                </c:pt>
                <c:pt idx="10011">
                  <c:v>dealership capital partners inc</c:v>
                </c:pt>
                <c:pt idx="10012">
                  <c:v>hudson auto sales inc</c:v>
                </c:pt>
                <c:pt idx="10013">
                  <c:v>onemain rem/premier motors inc</c:v>
                </c:pt>
                <c:pt idx="10014">
                  <c:v>overseas auto imports</c:v>
                </c:pt>
                <c:pt idx="10015">
                  <c:v>rochester imports inc</c:v>
                </c:pt>
                <c:pt idx="10016">
                  <c:v>new brighton ford inc</c:v>
                </c:pt>
                <c:pt idx="10017">
                  <c:v>melloy dodge</c:v>
                </c:pt>
                <c:pt idx="10018">
                  <c:v>remarketing by ge/nationwide acceptance llc</c:v>
                </c:pt>
                <c:pt idx="10019">
                  <c:v>kellogg compamy efcu</c:v>
                </c:pt>
                <c:pt idx="10020">
                  <c:v>premier chevrolet of buena park</c:v>
                </c:pt>
                <c:pt idx="10021">
                  <c:v>repo remarketing/nelson automotive finance</c:v>
                </c:pt>
                <c:pt idx="10022">
                  <c:v>mel motors llc</c:v>
                </c:pt>
                <c:pt idx="10023">
                  <c:v>jay chevrolet inc</c:v>
                </c:pt>
                <c:pt idx="10024">
                  <c:v>citi financial</c:v>
                </c:pt>
                <c:pt idx="10025">
                  <c:v>black auto and motorcycle corp.</c:v>
                </c:pt>
                <c:pt idx="10026">
                  <c:v>jefferson leasing</c:v>
                </c:pt>
                <c:pt idx="10027">
                  <c:v>gerin enterprises inc</c:v>
                </c:pt>
                <c:pt idx="10028">
                  <c:v>jerrys chevrolet inc</c:v>
                </c:pt>
                <c:pt idx="10029">
                  <c:v>1st class imports llc</c:v>
                </c:pt>
                <c:pt idx="10030">
                  <c:v>burnsville auto sales</c:v>
                </c:pt>
                <c:pt idx="10031">
                  <c:v>credit acceptance corp/southfield</c:v>
                </c:pt>
                <c:pt idx="10032">
                  <c:v>barksdale fcu</c:v>
                </c:pt>
                <c:pt idx="10033">
                  <c:v>de luxe automobiles</c:v>
                </c:pt>
                <c:pt idx="10034">
                  <c:v>amf solutions</c:v>
                </c:pt>
                <c:pt idx="10035">
                  <c:v>77th street depot federal credit union</c:v>
                </c:pt>
                <c:pt idx="10036">
                  <c:v>american bodywork &amp; collision</c:v>
                </c:pt>
                <c:pt idx="10037">
                  <c:v>p and p motors llc</c:v>
                </c:pt>
                <c:pt idx="10038">
                  <c:v>garden city jeep chrysler dodge llc</c:v>
                </c:pt>
                <c:pt idx="10039">
                  <c:v>mitchs auto wholesalers inc</c:v>
                </c:pt>
                <c:pt idx="10040">
                  <c:v>tra southwest</c:v>
                </c:pt>
                <c:pt idx="10041">
                  <c:v>hesser hyundai inc</c:v>
                </c:pt>
                <c:pt idx="10042">
                  <c:v>tri county auto sales llc</c:v>
                </c:pt>
                <c:pt idx="10043">
                  <c:v>knoxville wholesale llc</c:v>
                </c:pt>
                <c:pt idx="10044">
                  <c:v>valley fcu</c:v>
                </c:pt>
                <c:pt idx="10045">
                  <c:v>tdaf remarketing/central group inc</c:v>
                </c:pt>
                <c:pt idx="10046">
                  <c:v>stevie d's auto sales and service</c:v>
                </c:pt>
                <c:pt idx="10047">
                  <c:v>robb motorcar llc</c:v>
                </c:pt>
                <c:pt idx="10048">
                  <c:v>mfg prestige auto group llc</c:v>
                </c:pt>
                <c:pt idx="10049">
                  <c:v>millenium auto exchange inc</c:v>
                </c:pt>
                <c:pt idx="10050">
                  <c:v>toyota lachute</c:v>
                </c:pt>
                <c:pt idx="10051">
                  <c:v>primeritus remarketing/paz auto sales</c:v>
                </c:pt>
                <c:pt idx="10052">
                  <c:v>titlemax/myrtle beach sc1</c:v>
                </c:pt>
                <c:pt idx="10053">
                  <c:v>highway 92 auto sales</c:v>
                </c:pt>
                <c:pt idx="10054">
                  <c:v>espo enterprises inc</c:v>
                </c:pt>
                <c:pt idx="10055">
                  <c:v>best buy export auto sales llc</c:v>
                </c:pt>
                <c:pt idx="10056">
                  <c:v>d-n-v auto sales</c:v>
                </c:pt>
                <c:pt idx="10057">
                  <c:v>aj auto sales llc</c:v>
                </c:pt>
                <c:pt idx="10058">
                  <c:v>alliance catholic credit union</c:v>
                </c:pt>
                <c:pt idx="10059">
                  <c:v>bavaria bmw</c:v>
                </c:pt>
                <c:pt idx="10060">
                  <c:v>emery fcu</c:v>
                </c:pt>
                <c:pt idx="10061">
                  <c:v>bulldog fcu</c:v>
                </c:pt>
                <c:pt idx="10062">
                  <c:v>justice fcu</c:v>
                </c:pt>
                <c:pt idx="10063">
                  <c:v>griffin ford inc</c:v>
                </c:pt>
                <c:pt idx="10064">
                  <c:v>titlemax/las vegas nv34</c:v>
                </c:pt>
                <c:pt idx="10065">
                  <c:v>manheim montreal</c:v>
                </c:pt>
                <c:pt idx="10066">
                  <c:v>swinsons car care center inc</c:v>
                </c:pt>
                <c:pt idx="10067">
                  <c:v>lencore leasing inc</c:v>
                </c:pt>
                <c:pt idx="10068">
                  <c:v>teams auto sales</c:v>
                </c:pt>
                <c:pt idx="10069">
                  <c:v>lienemann auto sales inc</c:v>
                </c:pt>
                <c:pt idx="10070">
                  <c:v>stream/gm financial</c:v>
                </c:pt>
                <c:pt idx="10071">
                  <c:v>stag auto sales inc</c:v>
                </c:pt>
                <c:pt idx="10072">
                  <c:v>enterprise/recon</c:v>
                </c:pt>
                <c:pt idx="10073">
                  <c:v>cumberland hill auto sales &amp; service  inc.</c:v>
                </c:pt>
                <c:pt idx="10074">
                  <c:v>epic auto</c:v>
                </c:pt>
                <c:pt idx="10075">
                  <c:v>absolute auto sales inc</c:v>
                </c:pt>
                <c:pt idx="10076">
                  <c:v>cincinnati police credit union</c:v>
                </c:pt>
                <c:pt idx="10077">
                  <c:v>interstate auto sales</c:v>
                </c:pt>
                <c:pt idx="10078">
                  <c:v>138 auto inc</c:v>
                </c:pt>
                <c:pt idx="10079">
                  <c:v>greater access financial llc</c:v>
                </c:pt>
                <c:pt idx="10080">
                  <c:v>cdc fcu</c:v>
                </c:pt>
                <c:pt idx="10081">
                  <c:v>alfa auto sales inc</c:v>
                </c:pt>
                <c:pt idx="10082">
                  <c:v>donlen corp for shepard chevrolet</c:v>
                </c:pt>
                <c:pt idx="10083">
                  <c:v>auto forum group llc</c:v>
                </c:pt>
                <c:pt idx="10084">
                  <c:v>ball auto sales &amp; service inc</c:v>
                </c:pt>
                <c:pt idx="10085">
                  <c:v>starcor credit union</c:v>
                </c:pt>
                <c:pt idx="10086">
                  <c:v>v c auto ltd</c:v>
                </c:pt>
                <c:pt idx="10087">
                  <c:v>legend motors inc</c:v>
                </c:pt>
                <c:pt idx="10088">
                  <c:v>eden vehicle marketing inc</c:v>
                </c:pt>
                <c:pt idx="10089">
                  <c:v>enterprise vehicle exchange/waukesha</c:v>
                </c:pt>
                <c:pt idx="10090">
                  <c:v>north brothers ford inc</c:v>
                </c:pt>
                <c:pt idx="10091">
                  <c:v>prime corporate leasing</c:v>
                </c:pt>
                <c:pt idx="10092">
                  <c:v>synergy car sales</c:v>
                </c:pt>
                <c:pt idx="10093">
                  <c:v>repo remarketing/american southwest credit union</c:v>
                </c:pt>
                <c:pt idx="10094">
                  <c:v>tech one racing</c:v>
                </c:pt>
                <c:pt idx="10095">
                  <c:v>prime automotive group of lenoir</c:v>
                </c:pt>
                <c:pt idx="10096">
                  <c:v>top 10 motors inc</c:v>
                </c:pt>
                <c:pt idx="10097">
                  <c:v>raceway cars</c:v>
                </c:pt>
                <c:pt idx="10098">
                  <c:v>la grand elite limousine sales llc</c:v>
                </c:pt>
                <c:pt idx="10099">
                  <c:v>primeritus remarketing/pinnacle auto sale</c:v>
                </c:pt>
                <c:pt idx="10100">
                  <c:v>simon auto &amp; truck sales inc</c:v>
                </c:pt>
                <c:pt idx="10101">
                  <c:v>onemain rem/morzak motors</c:v>
                </c:pt>
                <c:pt idx="10102">
                  <c:v>toyota of merrillville</c:v>
                </c:pt>
                <c:pt idx="10103">
                  <c:v>mobile car buyer</c:v>
                </c:pt>
                <c:pt idx="10104">
                  <c:v>mmcc financial corporation</c:v>
                </c:pt>
                <c:pt idx="10105">
                  <c:v>onemain rem/a 1 car</c:v>
                </c:pt>
                <c:pt idx="10106">
                  <c:v>spotless auto llc</c:v>
                </c:pt>
                <c:pt idx="10107">
                  <c:v>muller automotive inc</c:v>
                </c:pt>
                <c:pt idx="10108">
                  <c:v>rush city auto</c:v>
                </c:pt>
                <c:pt idx="10109">
                  <c:v>c j autobrokers</c:v>
                </c:pt>
                <c:pt idx="10110">
                  <c:v>automotive remarketing management service</c:v>
                </c:pt>
                <c:pt idx="10111">
                  <c:v>bennett chrysler dodge jeep llc</c:v>
                </c:pt>
                <c:pt idx="10112">
                  <c:v>autocar financial llc</c:v>
                </c:pt>
                <c:pt idx="10113">
                  <c:v>auto trade group inc</c:v>
                </c:pt>
                <c:pt idx="10114">
                  <c:v>centre city motors</c:v>
                </c:pt>
                <c:pt idx="10115">
                  <c:v>allegiance credit union</c:v>
                </c:pt>
                <c:pt idx="10116">
                  <c:v>federal financial services inc/fredericksburg</c:v>
                </c:pt>
                <c:pt idx="10117">
                  <c:v>international european motor group inc</c:v>
                </c:pt>
                <c:pt idx="10118">
                  <c:v>fox motors inc</c:v>
                </c:pt>
                <c:pt idx="10119">
                  <c:v>dependable auto sales llc</c:v>
                </c:pt>
                <c:pt idx="10120">
                  <c:v>automax of tampa inc</c:v>
                </c:pt>
                <c:pt idx="10121">
                  <c:v>boulevard bank</c:v>
                </c:pt>
                <c:pt idx="10122">
                  <c:v>bessette automobile inc</c:v>
                </c:pt>
                <c:pt idx="10123">
                  <c:v>auto expo inc</c:v>
                </c:pt>
                <c:pt idx="10124">
                  <c:v>c &amp; s autobrokers</c:v>
                </c:pt>
                <c:pt idx="10125">
                  <c:v>carz central</c:v>
                </c:pt>
                <c:pt idx="10126">
                  <c:v>cars on credit</c:v>
                </c:pt>
                <c:pt idx="10127">
                  <c:v>no end trucking inc</c:v>
                </c:pt>
                <c:pt idx="10128">
                  <c:v>laukemper motors inc</c:v>
                </c:pt>
                <c:pt idx="10129">
                  <c:v>toyota vallejo</c:v>
                </c:pt>
                <c:pt idx="10130">
                  <c:v>transit sales international</c:v>
                </c:pt>
                <c:pt idx="10131">
                  <c:v>w h finance</c:v>
                </c:pt>
                <c:pt idx="10132">
                  <c:v>ozark motor sports</c:v>
                </c:pt>
                <c:pt idx="10133">
                  <c:v>onemain rem/buckner rac &amp; sales dba mq&amp;kk ent</c:v>
                </c:pt>
                <c:pt idx="10134">
                  <c:v>tdaf remarketing/dickson city hyundai inc</c:v>
                </c:pt>
                <c:pt idx="10135">
                  <c:v>key used cars ltd</c:v>
                </c:pt>
                <c:pt idx="10136">
                  <c:v>summit truck and auto inc</c:v>
                </c:pt>
                <c:pt idx="10137">
                  <c:v>bergen car company inc</c:v>
                </c:pt>
                <c:pt idx="10138">
                  <c:v>courtier automobile r g enr</c:v>
                </c:pt>
                <c:pt idx="10139">
                  <c:v>dbs auto sales</c:v>
                </c:pt>
                <c:pt idx="10140">
                  <c:v>circle auto center inc</c:v>
                </c:pt>
                <c:pt idx="10141">
                  <c:v>gaylord leasing company inc</c:v>
                </c:pt>
                <c:pt idx="10142">
                  <c:v>atlantic coast remarketing inc/labi</c:v>
                </c:pt>
                <c:pt idx="10143">
                  <c:v>hardy chevrolet inc</c:v>
                </c:pt>
                <c:pt idx="10144">
                  <c:v>bay ridge toyota inc</c:v>
                </c:pt>
                <c:pt idx="10145">
                  <c:v>jimmys auto inc</c:v>
                </c:pt>
                <c:pt idx="10146">
                  <c:v>five points auto group inc</c:v>
                </c:pt>
                <c:pt idx="10147">
                  <c:v>select remarketing group llc/loan star title</c:v>
                </c:pt>
                <c:pt idx="10148">
                  <c:v>select remarketing group llc/north american</c:v>
                </c:pt>
                <c:pt idx="10149">
                  <c:v>rauto llc</c:v>
                </c:pt>
                <c:pt idx="10150">
                  <c:v>onemain rem/aa certified auto sales</c:v>
                </c:pt>
                <c:pt idx="10151">
                  <c:v>laclede family savings credit union</c:v>
                </c:pt>
                <c:pt idx="10152">
                  <c:v>richfield rent a car</c:v>
                </c:pt>
                <c:pt idx="10153">
                  <c:v>tri state auto wholesalers inc</c:v>
                </c:pt>
                <c:pt idx="10154">
                  <c:v>sam boswell honda</c:v>
                </c:pt>
                <c:pt idx="10155">
                  <c:v>schools financial credit union</c:v>
                </c:pt>
                <c:pt idx="10156">
                  <c:v>koons westminster toyota</c:v>
                </c:pt>
                <c:pt idx="10157">
                  <c:v>priceline autos llc</c:v>
                </c:pt>
                <c:pt idx="10158">
                  <c:v>shockley honda</c:v>
                </c:pt>
                <c:pt idx="10159">
                  <c:v>christian tremblay auto inc</c:v>
                </c:pt>
                <c:pt idx="10160">
                  <c:v>a abe auto sales</c:v>
                </c:pt>
                <c:pt idx="10161">
                  <c:v>grand county credit union</c:v>
                </c:pt>
                <c:pt idx="10162">
                  <c:v>aymax group inc</c:v>
                </c:pt>
                <c:pt idx="10163">
                  <c:v>car networker</c:v>
                </c:pt>
                <c:pt idx="10164">
                  <c:v>carter subaru</c:v>
                </c:pt>
                <c:pt idx="10165">
                  <c:v>extreme auto group  llc</c:v>
                </c:pt>
                <c:pt idx="10166">
                  <c:v>anderson koch ford inc</c:v>
                </c:pt>
                <c:pt idx="10167">
                  <c:v>auto advantage finance inc</c:v>
                </c:pt>
                <c:pt idx="10168">
                  <c:v>lia hyundai</c:v>
                </c:pt>
                <c:pt idx="10169">
                  <c:v>orlando auto lounge llc</c:v>
                </c:pt>
                <c:pt idx="10170">
                  <c:v>titlemax/leesburg va1</c:v>
                </c:pt>
                <c:pt idx="10171">
                  <c:v>akron auto</c:v>
                </c:pt>
                <c:pt idx="10172">
                  <c:v>purple heart car donation</c:v>
                </c:pt>
                <c:pt idx="10173">
                  <c:v>lsk automotive llc</c:v>
                </c:pt>
                <c:pt idx="10174">
                  <c:v>south dayton auto &amp; truck service llc</c:v>
                </c:pt>
                <c:pt idx="10175">
                  <c:v>primeritus remarketing/donny gerald auto sales</c:v>
                </c:pt>
                <c:pt idx="10176">
                  <c:v>onemain rem/th motors llc</c:v>
                </c:pt>
                <c:pt idx="10177">
                  <c:v>llerena auto sales corp</c:v>
                </c:pt>
                <c:pt idx="10178">
                  <c:v>payless car sales</c:v>
                </c:pt>
                <c:pt idx="10179">
                  <c:v>miller buick gmc inc</c:v>
                </c:pt>
                <c:pt idx="10180">
                  <c:v>peake bmw</c:v>
                </c:pt>
                <c:pt idx="10181">
                  <c:v>target auto sales inc</c:v>
                </c:pt>
                <c:pt idx="10182">
                  <c:v>kelly chrysler dodge jeep</c:v>
                </c:pt>
                <c:pt idx="10183">
                  <c:v>liberty bay auto center inc.</c:v>
                </c:pt>
                <c:pt idx="10184">
                  <c:v>m&amp;n finance</c:v>
                </c:pt>
                <c:pt idx="10185">
                  <c:v>rudolph inc</c:v>
                </c:pt>
                <c:pt idx="10186">
                  <c:v>remarketing by ge/northpoint motors</c:v>
                </c:pt>
                <c:pt idx="10187">
                  <c:v>best auto outlet inc</c:v>
                </c:pt>
                <c:pt idx="10188">
                  <c:v>continental acura of naperville</c:v>
                </c:pt>
                <c:pt idx="10189">
                  <c:v>friendly motors llc</c:v>
                </c:pt>
                <c:pt idx="10190">
                  <c:v>hi-way motor co inc</c:v>
                </c:pt>
                <c:pt idx="10191">
                  <c:v>fiserv/telhio credit union</c:v>
                </c:pt>
                <c:pt idx="10192">
                  <c:v>ez dealer llc</c:v>
                </c:pt>
                <c:pt idx="10193">
                  <c:v>1428879 alberta ltd</c:v>
                </c:pt>
                <c:pt idx="10194">
                  <c:v>bmw of san francisco mini of san francisco</c:v>
                </c:pt>
                <c:pt idx="10195">
                  <c:v>oceanside auto</c:v>
                </c:pt>
                <c:pt idx="10196">
                  <c:v>car vision</c:v>
                </c:pt>
                <c:pt idx="10197">
                  <c:v>bill mcbride chevrolet inc</c:v>
                </c:pt>
                <c:pt idx="10198">
                  <c:v>paramount motors northwest inc</c:v>
                </c:pt>
                <c:pt idx="10199">
                  <c:v>premier toyota of amherst</c:v>
                </c:pt>
                <c:pt idx="10200">
                  <c:v>westfield ford inc</c:v>
                </c:pt>
                <c:pt idx="10201">
                  <c:v>our local dealer</c:v>
                </c:pt>
                <c:pt idx="10202">
                  <c:v>leastrans inc</c:v>
                </c:pt>
                <c:pt idx="10203">
                  <c:v>turlock auto source incorporated</c:v>
                </c:pt>
                <c:pt idx="10204">
                  <c:v>tru west credit union</c:v>
                </c:pt>
                <c:pt idx="10205">
                  <c:v>remarketing by ge/northwoods credit union</c:v>
                </c:pt>
                <c:pt idx="10206">
                  <c:v>lakeview sales llc</c:v>
                </c:pt>
                <c:pt idx="10207">
                  <c:v>suntrup hyundai  inc</c:v>
                </c:pt>
                <c:pt idx="10208">
                  <c:v>nadeau automobiles inc</c:v>
                </c:pt>
                <c:pt idx="10209">
                  <c:v>titlemax/san antonio tx3</c:v>
                </c:pt>
                <c:pt idx="10210">
                  <c:v>ridesmart auto llc</c:v>
                </c:pt>
                <c:pt idx="10211">
                  <c:v>mgl auto sales</c:v>
                </c:pt>
                <c:pt idx="10212">
                  <c:v>hospitality kars inc</c:v>
                </c:pt>
                <c:pt idx="10213">
                  <c:v>fox buick gmc</c:v>
                </c:pt>
                <c:pt idx="10214">
                  <c:v>interstate mitsubishi</c:v>
                </c:pt>
                <c:pt idx="10215">
                  <c:v>capital asset recovery</c:v>
                </c:pt>
                <c:pt idx="10216">
                  <c:v>hardin county honda</c:v>
                </c:pt>
                <c:pt idx="10217">
                  <c:v>country chevrolet</c:v>
                </c:pt>
                <c:pt idx="10218">
                  <c:v>barbush rentals/hyundai</c:v>
                </c:pt>
                <c:pt idx="10219">
                  <c:v>eugens auto sales</c:v>
                </c:pt>
                <c:pt idx="10220">
                  <c:v>greenville auto sales &amp; collision inc</c:v>
                </c:pt>
                <c:pt idx="10221">
                  <c:v>automotive remarketing aka ohio auto loans</c:v>
                </c:pt>
                <c:pt idx="10222">
                  <c:v>zuma autoboat</c:v>
                </c:pt>
                <c:pt idx="10223">
                  <c:v>primeritus remarketing/jimmys used cars inc</c:v>
                </c:pt>
                <c:pt idx="10224">
                  <c:v>repo remarketing/o bee credit union</c:v>
                </c:pt>
                <c:pt idx="10225">
                  <c:v>midway autohaus</c:v>
                </c:pt>
                <c:pt idx="10226">
                  <c:v>no limit auto sales llc</c:v>
                </c:pt>
                <c:pt idx="10227">
                  <c:v>safford fiat of tysons corner</c:v>
                </c:pt>
                <c:pt idx="10228">
                  <c:v>rtn fcu</c:v>
                </c:pt>
                <c:pt idx="10229">
                  <c:v>us fleet lease llc</c:v>
                </c:pt>
                <c:pt idx="10230">
                  <c:v>nba credit union</c:v>
                </c:pt>
                <c:pt idx="10231">
                  <c:v>southern nv capital &amp; leasing llc</c:v>
                </c:pt>
                <c:pt idx="10232">
                  <c:v>shell fcu</c:v>
                </c:pt>
                <c:pt idx="10233">
                  <c:v>point pleasant auto ctr inc</c:v>
                </c:pt>
                <c:pt idx="10234">
                  <c:v>ohh cars</c:v>
                </c:pt>
                <c:pt idx="10235">
                  <c:v>magnum auto sales</c:v>
                </c:pt>
                <c:pt idx="10236">
                  <c:v>zipcar</c:v>
                </c:pt>
                <c:pt idx="10237">
                  <c:v>kia of mankato</c:v>
                </c:pt>
                <c:pt idx="10238">
                  <c:v>pacific motorcars</c:v>
                </c:pt>
                <c:pt idx="10239">
                  <c:v>roger williams auto sales ltd</c:v>
                </c:pt>
                <c:pt idx="10240">
                  <c:v>southwest remarketing</c:v>
                </c:pt>
                <c:pt idx="10241">
                  <c:v>wolford automotive sales llc</c:v>
                </c:pt>
                <c:pt idx="10242">
                  <c:v>running iron motor company</c:v>
                </c:pt>
                <c:pt idx="10243">
                  <c:v>title lenders inc</c:v>
                </c:pt>
                <c:pt idx="10244">
                  <c:v>navy yard credit union</c:v>
                </c:pt>
                <c:pt idx="10245">
                  <c:v>salvation army</c:v>
                </c:pt>
                <c:pt idx="10246">
                  <c:v>skyline cars inc</c:v>
                </c:pt>
                <c:pt idx="10247">
                  <c:v>kiro cars</c:v>
                </c:pt>
                <c:pt idx="10248">
                  <c:v>car champs llc</c:v>
                </c:pt>
                <c:pt idx="10249">
                  <c:v>first texas auto credit inc</c:v>
                </c:pt>
                <c:pt idx="10250">
                  <c:v>car &amp; truck rentals inc</c:v>
                </c:pt>
                <c:pt idx="10251">
                  <c:v>elgin toyota</c:v>
                </c:pt>
                <c:pt idx="10252">
                  <c:v>government employees federal credit union</c:v>
                </c:pt>
                <c:pt idx="10253">
                  <c:v>john gibson auto sales</c:v>
                </c:pt>
                <c:pt idx="10254">
                  <c:v>bbb auto sales llc</c:v>
                </c:pt>
                <c:pt idx="10255">
                  <c:v>ellahib auto</c:v>
                </c:pt>
                <c:pt idx="10256">
                  <c:v>corry ford</c:v>
                </c:pt>
                <c:pt idx="10257">
                  <c:v>d &amp; j auto inc</c:v>
                </c:pt>
                <c:pt idx="10258">
                  <c:v>1st choice credit union</c:v>
                </c:pt>
                <c:pt idx="10259">
                  <c:v>houston direct auto inc.</c:v>
                </c:pt>
                <c:pt idx="10260">
                  <c:v>crest cadillac</c:v>
                </c:pt>
                <c:pt idx="10261">
                  <c:v>dons auto center</c:v>
                </c:pt>
                <c:pt idx="10262">
                  <c:v>genco recovery/rci</c:v>
                </c:pt>
                <c:pt idx="10263">
                  <c:v>jay honda</c:v>
                </c:pt>
                <c:pt idx="10264">
                  <c:v>castro car co inc</c:v>
                </c:pt>
                <c:pt idx="10265">
                  <c:v>berglund chrysler jeep dodge</c:v>
                </c:pt>
                <c:pt idx="10266">
                  <c:v>fulton financial department</c:v>
                </c:pt>
                <c:pt idx="10267">
                  <c:v>fiserv/visions fcu</c:v>
                </c:pt>
                <c:pt idx="10268">
                  <c:v>cascade used auto sales</c:v>
                </c:pt>
                <c:pt idx="10269">
                  <c:v>belmont auto collection</c:v>
                </c:pt>
                <c:pt idx="10270">
                  <c:v>a select of orange inc</c:v>
                </c:pt>
                <c:pt idx="10271">
                  <c:v>valenti cadillac llc</c:v>
                </c:pt>
                <c:pt idx="10272">
                  <c:v>pete moore chevrolet inc</c:v>
                </c:pt>
                <c:pt idx="10273">
                  <c:v>executive image auto group</c:v>
                </c:pt>
                <c:pt idx="10274">
                  <c:v>norwalk hospital credit union inc</c:v>
                </c:pt>
                <c:pt idx="10275">
                  <c:v>markone financial</c:v>
                </c:pt>
                <c:pt idx="10276">
                  <c:v>sloane honda</c:v>
                </c:pt>
                <c:pt idx="10277">
                  <c:v>spallco rentals</c:v>
                </c:pt>
                <c:pt idx="10278">
                  <c:v>simply wheelz d/b/a/ advantage rent a car</c:v>
                </c:pt>
                <c:pt idx="10279">
                  <c:v>tidewater finance co</c:v>
                </c:pt>
                <c:pt idx="10280">
                  <c:v>tdaf remarketing/gateway auto &amp; truck</c:v>
                </c:pt>
                <c:pt idx="10281">
                  <c:v>union bank and trust</c:v>
                </c:pt>
                <c:pt idx="10282">
                  <c:v>titlemax/riverside ca1</c:v>
                </c:pt>
                <c:pt idx="10283">
                  <c:v>performance auto loans</c:v>
                </c:pt>
                <c:pt idx="10284">
                  <c:v>michael's imports inc</c:v>
                </c:pt>
                <c:pt idx="10285">
                  <c:v>rojamac auto brokers</c:v>
                </c:pt>
                <c:pt idx="10286">
                  <c:v>titlemax/san antonio-tx8</c:v>
                </c:pt>
                <c:pt idx="10287">
                  <c:v>hb auto sales</c:v>
                </c:pt>
                <c:pt idx="10288">
                  <c:v>c cars ltd</c:v>
                </c:pt>
                <c:pt idx="10289">
                  <c:v>beehive fcu</c:v>
                </c:pt>
                <c:pt idx="10290">
                  <c:v>collins auto sales</c:v>
                </c:pt>
                <c:pt idx="10291">
                  <c:v>autos el norte &amp; a-b used cars</c:v>
                </c:pt>
                <c:pt idx="10292">
                  <c:v>titlemax/alexandria va1</c:v>
                </c:pt>
                <c:pt idx="10293">
                  <c:v>younker nissan</c:v>
                </c:pt>
                <c:pt idx="10294">
                  <c:v>ken garff chevrolet</c:v>
                </c:pt>
                <c:pt idx="10295">
                  <c:v>coconut grove national leasing</c:v>
                </c:pt>
                <c:pt idx="10296">
                  <c:v>money tree</c:v>
                </c:pt>
                <c:pt idx="10297">
                  <c:v>oaxazteca inc</c:v>
                </c:pt>
                <c:pt idx="10298">
                  <c:v>key west auto inc</c:v>
                </c:pt>
                <c:pt idx="10299">
                  <c:v>orlando fcu</c:v>
                </c:pt>
                <c:pt idx="10300">
                  <c:v>primeritus remarketing</c:v>
                </c:pt>
                <c:pt idx="10301">
                  <c:v>source one financial corporation</c:v>
                </c:pt>
                <c:pt idx="10302">
                  <c:v>state employees credit union</c:v>
                </c:pt>
                <c:pt idx="10303">
                  <c:v>p &amp; p investments</c:v>
                </c:pt>
                <c:pt idx="10304">
                  <c:v>safe source remarketing</c:v>
                </c:pt>
                <c:pt idx="10305">
                  <c:v>precision fleet services</c:v>
                </c:pt>
                <c:pt idx="10306">
                  <c:v>keywest sales &amp; financial group</c:v>
                </c:pt>
                <c:pt idx="10307">
                  <c:v>international auto brokers</c:v>
                </c:pt>
                <c:pt idx="10308">
                  <c:v>auto place inc</c:v>
                </c:pt>
                <c:pt idx="10309">
                  <c:v>bahhurs preowned cars &amp; trucks</c:v>
                </c:pt>
                <c:pt idx="10310">
                  <c:v>auto america</c:v>
                </c:pt>
                <c:pt idx="10311">
                  <c:v>foley fleet services</c:v>
                </c:pt>
                <c:pt idx="10312">
                  <c:v>drive with pride inc</c:v>
                </c:pt>
                <c:pt idx="10313">
                  <c:v>excellent auto sales inc</c:v>
                </c:pt>
                <c:pt idx="10314">
                  <c:v>norfolk county d a's office</c:v>
                </c:pt>
                <c:pt idx="10315">
                  <c:v>veros credit  llc</c:v>
                </c:pt>
                <c:pt idx="10316">
                  <c:v>carco auto sales</c:v>
                </c:pt>
                <c:pt idx="10317">
                  <c:v>perfect auto inc</c:v>
                </c:pt>
                <c:pt idx="10318">
                  <c:v>western truck sales</c:v>
                </c:pt>
                <c:pt idx="10319">
                  <c:v>unicar enterprise</c:v>
                </c:pt>
                <c:pt idx="10320">
                  <c:v>mid country finance/w st paul</c:v>
                </c:pt>
                <c:pt idx="10321">
                  <c:v>primeritus remarketing / education first cu</c:v>
                </c:pt>
                <c:pt idx="10322">
                  <c:v>new mexico educators fcu</c:v>
                </c:pt>
                <c:pt idx="10323">
                  <c:v>michaels car center inc</c:v>
                </c:pt>
                <c:pt idx="10324">
                  <c:v>wholesale motorsports llc</c:v>
                </c:pt>
                <c:pt idx="10325">
                  <c:v>primeritus remarketing/dream auto group</c:v>
                </c:pt>
                <c:pt idx="10326">
                  <c:v>port city motors corp</c:v>
                </c:pt>
                <c:pt idx="10327">
                  <c:v>martini sales and leasing</c:v>
                </c:pt>
                <c:pt idx="10328">
                  <c:v>a.t. trade</c:v>
                </c:pt>
                <c:pt idx="10329">
                  <c:v>autopark superstore</c:v>
                </c:pt>
                <c:pt idx="10330">
                  <c:v>absolute auto center</c:v>
                </c:pt>
                <c:pt idx="10331">
                  <c:v>az auto hunters llc</c:v>
                </c:pt>
                <c:pt idx="10332">
                  <c:v>first southwestern</c:v>
                </c:pt>
                <c:pt idx="10333">
                  <c:v>john's auto sales</c:v>
                </c:pt>
                <c:pt idx="10334">
                  <c:v>alex auto sales inc</c:v>
                </c:pt>
                <c:pt idx="10335">
                  <c:v>cyprus credit union</c:v>
                </c:pt>
                <c:pt idx="10336">
                  <c:v>car now acceptance co/chandler</c:v>
                </c:pt>
                <c:pt idx="10337">
                  <c:v>e federal credit union</c:v>
                </c:pt>
                <c:pt idx="10338">
                  <c:v>american electric power service</c:v>
                </c:pt>
                <c:pt idx="10339">
                  <c:v>icars</c:v>
                </c:pt>
                <c:pt idx="10340">
                  <c:v>titlemax/riverdale ga3</c:v>
                </c:pt>
                <c:pt idx="10341">
                  <c:v>unifour financial services</c:v>
                </c:pt>
                <c:pt idx="10342">
                  <c:v>manheim baltwash/junk a car scrap</c:v>
                </c:pt>
                <c:pt idx="10343">
                  <c:v>auto masters  llc</c:v>
                </c:pt>
                <c:pt idx="10344">
                  <c:v>west york chev olds leasing inc</c:v>
                </c:pt>
                <c:pt idx="10345">
                  <c:v>marietta auto mart</c:v>
                </c:pt>
                <c:pt idx="10346">
                  <c:v>titlemax of charleston blvd. - nv 2</c:v>
                </c:pt>
                <c:pt idx="10347">
                  <c:v>mcewan motors inc</c:v>
                </c:pt>
                <c:pt idx="10348">
                  <c:v>platinum motorsports llc</c:v>
                </c:pt>
                <c:pt idx="10349">
                  <c:v>kia de lasalle</c:v>
                </c:pt>
                <c:pt idx="10350">
                  <c:v>kmg motorcars</c:v>
                </c:pt>
                <c:pt idx="10351">
                  <c:v>rhima investments inc</c:v>
                </c:pt>
                <c:pt idx="10352">
                  <c:v>auto cars import corp</c:v>
                </c:pt>
                <c:pt idx="10353">
                  <c:v>cherrys auto sales</c:v>
                </c:pt>
                <c:pt idx="10354">
                  <c:v>first choice auto center</c:v>
                </c:pt>
                <c:pt idx="10355">
                  <c:v>brick city auto sales inc</c:v>
                </c:pt>
                <c:pt idx="10356">
                  <c:v>joe warners auto sales</c:v>
                </c:pt>
                <c:pt idx="10357">
                  <c:v>butchs auto sales</c:v>
                </c:pt>
                <c:pt idx="10358">
                  <c:v>c a v leasing</c:v>
                </c:pt>
                <c:pt idx="10359">
                  <c:v>z motors inc</c:v>
                </c:pt>
                <c:pt idx="10360">
                  <c:v>toyota of dallas</c:v>
                </c:pt>
                <c:pt idx="10361">
                  <c:v>wilder toyota</c:v>
                </c:pt>
                <c:pt idx="10362">
                  <c:v>seyroche auto</c:v>
                </c:pt>
                <c:pt idx="10363">
                  <c:v>s e k auto sales inc</c:v>
                </c:pt>
                <c:pt idx="10364">
                  <c:v>king honda car world</c:v>
                </c:pt>
                <c:pt idx="10365">
                  <c:v>stevens ford</c:v>
                </c:pt>
                <c:pt idx="10366">
                  <c:v>manheim las vegas</c:v>
                </c:pt>
                <c:pt idx="10367">
                  <c:v>nm auto sales inc</c:v>
                </c:pt>
                <c:pt idx="10368">
                  <c:v>onemain rem/east bank financial</c:v>
                </c:pt>
                <c:pt idx="10369">
                  <c:v>low country financial</c:v>
                </c:pt>
                <c:pt idx="10370">
                  <c:v>mega motors usa</c:v>
                </c:pt>
                <c:pt idx="10371">
                  <c:v>landstreet auto solutions llc</c:v>
                </c:pt>
                <c:pt idx="10372">
                  <c:v>lifetime motorcars inc</c:v>
                </c:pt>
                <c:pt idx="10373">
                  <c:v>pauly honda</c:v>
                </c:pt>
                <c:pt idx="10374">
                  <c:v>onesource/stone mountain toyota</c:v>
                </c:pt>
                <c:pt idx="10375">
                  <c:v>pasargad auto sales</c:v>
                </c:pt>
                <c:pt idx="10376">
                  <c:v>nissan dealer blend/costa mesa nissan</c:v>
                </c:pt>
                <c:pt idx="10377">
                  <c:v>lhm fleet lease</c:v>
                </c:pt>
                <c:pt idx="10378">
                  <c:v>tim &amp; lannys auto center inc</c:v>
                </c:pt>
                <c:pt idx="10379">
                  <c:v>barry motor company llc</c:v>
                </c:pt>
                <c:pt idx="10380">
                  <c:v>i motorz</c:v>
                </c:pt>
                <c:pt idx="10381">
                  <c:v>high &amp; low auto sales inc</c:v>
                </c:pt>
                <c:pt idx="10382">
                  <c:v>courvelle toyota</c:v>
                </c:pt>
                <c:pt idx="10383">
                  <c:v>jim click kia</c:v>
                </c:pt>
                <c:pt idx="10384">
                  <c:v>global car holding llc</c:v>
                </c:pt>
                <c:pt idx="10385">
                  <c:v>best team auto</c:v>
                </c:pt>
                <c:pt idx="10386">
                  <c:v>apex car rental corp</c:v>
                </c:pt>
                <c:pt idx="10387">
                  <c:v>best auto sales inc</c:v>
                </c:pt>
                <c:pt idx="10388">
                  <c:v>dixie way motors inc</c:v>
                </c:pt>
                <c:pt idx="10389">
                  <c:v>autoplex 528 llc</c:v>
                </c:pt>
                <c:pt idx="10390">
                  <c:v>buddy foster collision &amp; towing center inc</c:v>
                </c:pt>
                <c:pt idx="10391">
                  <c:v>dream source auto sales llc</c:v>
                </c:pt>
                <c:pt idx="10392">
                  <c:v>auto master</c:v>
                </c:pt>
                <c:pt idx="10393">
                  <c:v>ibew 26 fcu</c:v>
                </c:pt>
                <c:pt idx="10394">
                  <c:v>hudson valley truck center</c:v>
                </c:pt>
                <c:pt idx="10395">
                  <c:v>excalibur motors inc</c:v>
                </c:pt>
                <c:pt idx="10396">
                  <c:v>mcbrides used cars</c:v>
                </c:pt>
                <c:pt idx="10397">
                  <c:v>laa leasing</c:v>
                </c:pt>
                <c:pt idx="10398">
                  <c:v>king of cars llc</c:v>
                </c:pt>
                <c:pt idx="10399">
                  <c:v>village of evanston</c:v>
                </c:pt>
                <c:pt idx="10400">
                  <c:v>s &amp; s auto discount</c:v>
                </c:pt>
                <c:pt idx="10401">
                  <c:v>titlemax of fort apache rd. - nv 15</c:v>
                </c:pt>
                <c:pt idx="10402">
                  <c:v>kocourek nissan</c:v>
                </c:pt>
                <c:pt idx="10403">
                  <c:v>prestige pre owned llc</c:v>
                </c:pt>
                <c:pt idx="10404">
                  <c:v>markis and markis auto brokers</c:v>
                </c:pt>
                <c:pt idx="10405">
                  <c:v>rennsport naples llc</c:v>
                </c:pt>
                <c:pt idx="10406">
                  <c:v>manheim atlanta/collections</c:v>
                </c:pt>
                <c:pt idx="10407">
                  <c:v>barattini quality cars &amp; trucks inc</c:v>
                </c:pt>
                <c:pt idx="10408">
                  <c:v>global motors llc</c:v>
                </c:pt>
                <c:pt idx="10409">
                  <c:v>colvin's auto sales  inc.</c:v>
                </c:pt>
                <c:pt idx="10410">
                  <c:v>gipes auto sales</c:v>
                </c:pt>
                <c:pt idx="10411">
                  <c:v>wwra</c:v>
                </c:pt>
                <c:pt idx="10412">
                  <c:v>central auto sales</c:v>
                </c:pt>
                <c:pt idx="10413">
                  <c:v>broadway auto sales inc</c:v>
                </c:pt>
                <c:pt idx="10414">
                  <c:v>texas credit motors</c:v>
                </c:pt>
                <c:pt idx="10415">
                  <c:v>so cal auto brokers</c:v>
                </c:pt>
                <c:pt idx="10416">
                  <c:v>lonestar remarketing llc</c:v>
                </c:pt>
                <c:pt idx="10417">
                  <c:v>vegas auto outlet</c:v>
                </c:pt>
                <c:pt idx="10418">
                  <c:v>washtenaw fcu</c:v>
                </c:pt>
                <c:pt idx="10419">
                  <c:v>sw florida cars inc</c:v>
                </c:pt>
                <c:pt idx="10420">
                  <c:v>makka auto sale</c:v>
                </c:pt>
                <c:pt idx="10421">
                  <c:v>leggat kia</c:v>
                </c:pt>
                <c:pt idx="10422">
                  <c:v>p a c</c:v>
                </c:pt>
                <c:pt idx="10423">
                  <c:v>ps auto sales</c:v>
                </c:pt>
                <c:pt idx="10424">
                  <c:v>primeritus remarketing/hjas</c:v>
                </c:pt>
                <c:pt idx="10425">
                  <c:v>titlemax/san antonio tx10</c:v>
                </c:pt>
                <c:pt idx="10426">
                  <c:v>jason ross auto sales llc</c:v>
                </c:pt>
                <c:pt idx="10427">
                  <c:v>c &amp; c export car center</c:v>
                </c:pt>
                <c:pt idx="10428">
                  <c:v>henry motors south inc</c:v>
                </c:pt>
                <c:pt idx="10429">
                  <c:v>jack key kia</c:v>
                </c:pt>
                <c:pt idx="10430">
                  <c:v>explorer pipeline services co</c:v>
                </c:pt>
                <c:pt idx="10431">
                  <c:v>byers volvo</c:v>
                </c:pt>
                <c:pt idx="10432">
                  <c:v>george auto</c:v>
                </c:pt>
                <c:pt idx="10433">
                  <c:v>genesee first fcu</c:v>
                </c:pt>
                <c:pt idx="10434">
                  <c:v>classic motors  llc</c:v>
                </c:pt>
                <c:pt idx="10435">
                  <c:v>car finder llc</c:v>
                </c:pt>
                <c:pt idx="10436">
                  <c:v>ben mynatt pontiac buick gmc truck inc</c:v>
                </c:pt>
                <c:pt idx="10437">
                  <c:v>browns ford of johnstown inc</c:v>
                </c:pt>
                <c:pt idx="10438">
                  <c:v>blue diamond auto sales</c:v>
                </c:pt>
                <c:pt idx="10439">
                  <c:v>combs &amp; company</c:v>
                </c:pt>
                <c:pt idx="10440">
                  <c:v>bergstrom pioneer auto &amp; truck leasing  inc</c:v>
                </c:pt>
                <c:pt idx="10441">
                  <c:v>fury lake elmo</c:v>
                </c:pt>
                <c:pt idx="10442">
                  <c:v>titlemax of eastern ave. - nv 5</c:v>
                </c:pt>
                <c:pt idx="10443">
                  <c:v>palm canyon motors</c:v>
                </c:pt>
                <c:pt idx="10444">
                  <c:v>family trust federal credit union</c:v>
                </c:pt>
                <c:pt idx="10445">
                  <c:v>automobile plaza ltd</c:v>
                </c:pt>
                <c:pt idx="10446">
                  <c:v>bob halls sunfair chevrolet</c:v>
                </c:pt>
                <c:pt idx="10447">
                  <c:v>ike motors</c:v>
                </c:pt>
                <c:pt idx="10448">
                  <c:v>premier luxury motorsports llc</c:v>
                </c:pt>
                <c:pt idx="10449">
                  <c:v>titlemax/las vegas nv35</c:v>
                </c:pt>
                <c:pt idx="10450">
                  <c:v>staples auto sales inc</c:v>
                </c:pt>
                <c:pt idx="10451">
                  <c:v>raja auto sales inc</c:v>
                </c:pt>
                <c:pt idx="10452">
                  <c:v>toronto auto group</c:v>
                </c:pt>
                <c:pt idx="10453">
                  <c:v>korf continental</c:v>
                </c:pt>
                <c:pt idx="10454">
                  <c:v>rent to own car rental</c:v>
                </c:pt>
                <c:pt idx="10455">
                  <c:v>rosenthal landmark honda</c:v>
                </c:pt>
                <c:pt idx="10456">
                  <c:v>luther westside volkswagen</c:v>
                </c:pt>
                <c:pt idx="10457">
                  <c:v>municipal employees credit union</c:v>
                </c:pt>
                <c:pt idx="10458">
                  <c:v>shehata 98 auto sales inc</c:v>
                </c:pt>
                <c:pt idx="10459">
                  <c:v>pilot auto sales inc</c:v>
                </c:pt>
                <c:pt idx="10460">
                  <c:v>ohio auto credit llc</c:v>
                </c:pt>
                <c:pt idx="10461">
                  <c:v>bl auto sales corp</c:v>
                </c:pt>
                <c:pt idx="10462">
                  <c:v>jbr auto sales</c:v>
                </c:pt>
                <c:pt idx="10463">
                  <c:v>automax so cal</c:v>
                </c:pt>
                <c:pt idx="10464">
                  <c:v>exira auto sales</c:v>
                </c:pt>
                <c:pt idx="10465">
                  <c:v>car center auto sales</c:v>
                </c:pt>
                <c:pt idx="10466">
                  <c:v>fagan cars &amp; trucks</c:v>
                </c:pt>
                <c:pt idx="10467">
                  <c:v>auto swap inc</c:v>
                </c:pt>
                <c:pt idx="10468">
                  <c:v>enterprise vehicle exchange/lombard</c:v>
                </c:pt>
                <c:pt idx="10469">
                  <c:v>crossroads car sales llc</c:v>
                </c:pt>
                <c:pt idx="10470">
                  <c:v>afg/hub international/great american insurance</c:v>
                </c:pt>
                <c:pt idx="10471">
                  <c:v>help my auto llc</c:v>
                </c:pt>
                <c:pt idx="10472">
                  <c:v>hertz car exchange inc/dfw airport</c:v>
                </c:pt>
                <c:pt idx="10473">
                  <c:v>futel</c:v>
                </c:pt>
                <c:pt idx="10474">
                  <c:v>four star financial group</c:v>
                </c:pt>
                <c:pt idx="10475">
                  <c:v>iberia bank</c:v>
                </c:pt>
                <c:pt idx="10476">
                  <c:v>titlemax of nashville #3</c:v>
                </c:pt>
                <c:pt idx="10477">
                  <c:v>evergreen auto sales</c:v>
                </c:pt>
                <c:pt idx="10478">
                  <c:v>d &amp; w auto inc</c:v>
                </c:pt>
                <c:pt idx="10479">
                  <c:v>a plus auto llc</c:v>
                </c:pt>
                <c:pt idx="10480">
                  <c:v>heiser ford lincoln mercury</c:v>
                </c:pt>
                <c:pt idx="10481">
                  <c:v>moon township mazda</c:v>
                </c:pt>
                <c:pt idx="10482">
                  <c:v>lake chevrolet oldsmobile inc</c:v>
                </c:pt>
                <c:pt idx="10483">
                  <c:v>road auto finance</c:v>
                </c:pt>
                <c:pt idx="10484">
                  <c:v>lagoon auto sales</c:v>
                </c:pt>
                <c:pt idx="10485">
                  <c:v>maysalah corp</c:v>
                </c:pt>
                <c:pt idx="10486">
                  <c:v>wilson motors  llc</c:v>
                </c:pt>
                <c:pt idx="10487">
                  <c:v>stevens point chrysler dodge jeep ram</c:v>
                </c:pt>
                <c:pt idx="10488">
                  <c:v>marshall automotive peace river ltd</c:v>
                </c:pt>
                <c:pt idx="10489">
                  <c:v>manheim daytona bch co car non-assigned</c:v>
                </c:pt>
                <c:pt idx="10490">
                  <c:v>repo remarketing/tucson old pueblo credit union</c:v>
                </c:pt>
                <c:pt idx="10491">
                  <c:v>erie community credit union</c:v>
                </c:pt>
                <c:pt idx="10492">
                  <c:v>dollar thrifty auto group/salvage</c:v>
                </c:pt>
                <c:pt idx="10493">
                  <c:v>butler pre-owned auto sales</c:v>
                </c:pt>
                <c:pt idx="10494">
                  <c:v>hanson auto repair</c:v>
                </c:pt>
                <c:pt idx="10495">
                  <c:v>ford speedway</c:v>
                </c:pt>
                <c:pt idx="10496">
                  <c:v>automaxx of summerville</c:v>
                </c:pt>
                <c:pt idx="10497">
                  <c:v>leeds auto sales inc</c:v>
                </c:pt>
                <c:pt idx="10498">
                  <c:v>boulevard cadillac</c:v>
                </c:pt>
                <c:pt idx="10499">
                  <c:v>gatineau nissan</c:v>
                </c:pt>
                <c:pt idx="10500">
                  <c:v>rahmudain used cars</c:v>
                </c:pt>
                <c:pt idx="10501">
                  <c:v>pit stop motors inc</c:v>
                </c:pt>
                <c:pt idx="10502">
                  <c:v>remarketing by ge/java enterprise</c:v>
                </c:pt>
                <c:pt idx="10503">
                  <c:v>precision auto brokers</c:v>
                </c:pt>
                <c:pt idx="10504">
                  <c:v>leasing services of south florida inc</c:v>
                </c:pt>
                <c:pt idx="10505">
                  <c:v>used car xpress</c:v>
                </c:pt>
                <c:pt idx="10506">
                  <c:v>servco lexus honolulu</c:v>
                </c:pt>
                <c:pt idx="10507">
                  <c:v>titlemax/san bernardino ca1</c:v>
                </c:pt>
                <c:pt idx="10508">
                  <c:v>repo remarketing/forum credit union</c:v>
                </c:pt>
                <c:pt idx="10509">
                  <c:v>national motor sales inc</c:v>
                </c:pt>
                <c:pt idx="10510">
                  <c:v>straight motor sales inc</c:v>
                </c:pt>
                <c:pt idx="10511">
                  <c:v>three way chevrolet co</c:v>
                </c:pt>
                <c:pt idx="10512">
                  <c:v>right hour auto sales inc</c:v>
                </c:pt>
                <c:pt idx="10513">
                  <c:v>michaels chevrolet of issaquah</c:v>
                </c:pt>
                <c:pt idx="10514">
                  <c:v>youngs rv center inc</c:v>
                </c:pt>
                <c:pt idx="10515">
                  <c:v>miks motors inc.</c:v>
                </c:pt>
                <c:pt idx="10516">
                  <c:v>on time finance inc</c:v>
                </c:pt>
                <c:pt idx="10517">
                  <c:v>regional wholesale inc</c:v>
                </c:pt>
                <c:pt idx="10518">
                  <c:v>woerths used cars inc</c:v>
                </c:pt>
                <c:pt idx="10519">
                  <c:v>millenium auto network</c:v>
                </c:pt>
                <c:pt idx="10520">
                  <c:v>gph motor corp</c:v>
                </c:pt>
                <c:pt idx="10521">
                  <c:v>fiat of south atlanta</c:v>
                </c:pt>
                <c:pt idx="10522">
                  <c:v>blackline automotive limited liability company</c:v>
                </c:pt>
                <c:pt idx="10523">
                  <c:v>campervan north america</c:v>
                </c:pt>
                <c:pt idx="10524">
                  <c:v>captain auto sales inc</c:v>
                </c:pt>
                <c:pt idx="10525">
                  <c:v>global auto exchange llc</c:v>
                </c:pt>
                <c:pt idx="10526">
                  <c:v>credit union west</c:v>
                </c:pt>
                <c:pt idx="10527">
                  <c:v>dealers leasing inc</c:v>
                </c:pt>
                <c:pt idx="10528">
                  <c:v>blue moon auto inc</c:v>
                </c:pt>
                <c:pt idx="10529">
                  <c:v>automobile mst</c:v>
                </c:pt>
                <c:pt idx="10530">
                  <c:v>b &amp; l car company</c:v>
                </c:pt>
                <c:pt idx="10531">
                  <c:v>brodhead chevrolet buick llc</c:v>
                </c:pt>
                <c:pt idx="10532">
                  <c:v>coastal finance co/fuquay-varina</c:v>
                </c:pt>
                <c:pt idx="10533">
                  <c:v>john hiester chevrolet llc</c:v>
                </c:pt>
                <c:pt idx="10534">
                  <c:v>equitable finance</c:v>
                </c:pt>
                <c:pt idx="10535">
                  <c:v>citywide auto group llc</c:v>
                </c:pt>
                <c:pt idx="10536">
                  <c:v>carland sales &amp; leasing inc</c:v>
                </c:pt>
                <c:pt idx="10537">
                  <c:v>huntington auto group llc</c:v>
                </c:pt>
                <c:pt idx="10538">
                  <c:v>advantage rent a car a/r</c:v>
                </c:pt>
                <c:pt idx="10539">
                  <c:v>fairfield federal credit union</c:v>
                </c:pt>
                <c:pt idx="10540">
                  <c:v>rocky mountain credit union</c:v>
                </c:pt>
                <c:pt idx="10541">
                  <c:v>mike's auto shack</c:v>
                </c:pt>
                <c:pt idx="10542">
                  <c:v>scotia private client group</c:v>
                </c:pt>
                <c:pt idx="10543">
                  <c:v>swift auto llc</c:v>
                </c:pt>
                <c:pt idx="10544">
                  <c:v>regional leasing &amp; acceptance</c:v>
                </c:pt>
                <c:pt idx="10545">
                  <c:v>southeast enterprise</c:v>
                </c:pt>
                <c:pt idx="10546">
                  <c:v>zawa auto sales llc</c:v>
                </c:pt>
                <c:pt idx="10547">
                  <c:v>western rockies fcu</c:v>
                </c:pt>
                <c:pt idx="10548">
                  <c:v>tempe honda</c:v>
                </c:pt>
                <c:pt idx="10549">
                  <c:v>auto source wholesalers</c:v>
                </c:pt>
                <c:pt idx="10550">
                  <c:v>consumer financial services/ft walton beach</c:v>
                </c:pt>
                <c:pt idx="10551">
                  <c:v>america's first fcu</c:v>
                </c:pt>
                <c:pt idx="10552">
                  <c:v>enterprise car sales/farmington hills</c:v>
                </c:pt>
                <c:pt idx="10553">
                  <c:v>johnston county area transit system</c:v>
                </c:pt>
                <c:pt idx="10554">
                  <c:v>blue spruce auto sales</c:v>
                </c:pt>
                <c:pt idx="10555">
                  <c:v>fed lease</c:v>
                </c:pt>
                <c:pt idx="10556">
                  <c:v>fortune auto co</c:v>
                </c:pt>
                <c:pt idx="10557">
                  <c:v>lakeland auto llc</c:v>
                </c:pt>
                <c:pt idx="10558">
                  <c:v>ride auto llc</c:v>
                </c:pt>
                <c:pt idx="10559">
                  <c:v>rock bottom motors</c:v>
                </c:pt>
                <c:pt idx="10560">
                  <c:v>tony's foreign auto</c:v>
                </c:pt>
                <c:pt idx="10561">
                  <c:v>texas credit acceptance</c:v>
                </c:pt>
                <c:pt idx="10562">
                  <c:v>northern communities credit union</c:v>
                </c:pt>
                <c:pt idx="10563">
                  <c:v>truck farm llc</c:v>
                </c:pt>
                <c:pt idx="10564">
                  <c:v>tristate auto outlet llc</c:v>
                </c:pt>
                <c:pt idx="10565">
                  <c:v>onemain rem/a &amp; k auto sales inc</c:v>
                </c:pt>
                <c:pt idx="10566">
                  <c:v>mike's auto sales llc</c:v>
                </c:pt>
                <c:pt idx="10567">
                  <c:v>auto concepts ii</c:v>
                </c:pt>
                <c:pt idx="10568">
                  <c:v>financial partners credit union</c:v>
                </c:pt>
                <c:pt idx="10569">
                  <c:v>hatch auto sales</c:v>
                </c:pt>
                <c:pt idx="10570">
                  <c:v>burkhart bros performance center inc</c:v>
                </c:pt>
                <c:pt idx="10571">
                  <c:v>a&amp;m finance</c:v>
                </c:pt>
                <c:pt idx="10572">
                  <c:v>federated law group llc</c:v>
                </c:pt>
                <c:pt idx="10573">
                  <c:v>franklin motor company inc</c:v>
                </c:pt>
                <c:pt idx="10574">
                  <c:v>manheim louisville</c:v>
                </c:pt>
                <c:pt idx="10575">
                  <c:v>onemain rem/southwest financial enterprise</c:v>
                </c:pt>
                <c:pt idx="10576">
                  <c:v>doan dodge chrysler jeep</c:v>
                </c:pt>
                <c:pt idx="10577">
                  <c:v>millennium partnership inc</c:v>
                </c:pt>
                <c:pt idx="10578">
                  <c:v>onemain rem/america auto wholesalers</c:v>
                </c:pt>
                <c:pt idx="10579">
                  <c:v>second ave auto</c:v>
                </c:pt>
                <c:pt idx="10580">
                  <c:v>planet hyundai</c:v>
                </c:pt>
                <c:pt idx="10581">
                  <c:v>tucoemas fcu</c:v>
                </c:pt>
                <c:pt idx="10582">
                  <c:v>southwest financial llc</c:v>
                </c:pt>
                <c:pt idx="10583">
                  <c:v>titlemax-general stock in</c:v>
                </c:pt>
                <c:pt idx="10584">
                  <c:v>repossessors inc</c:v>
                </c:pt>
                <c:pt idx="10585">
                  <c:v>nationwide fleet service</c:v>
                </c:pt>
                <c:pt idx="10586">
                  <c:v>sauke inc</c:v>
                </c:pt>
                <c:pt idx="10587">
                  <c:v>titlemax bordeaux-tn1</c:v>
                </c:pt>
                <c:pt idx="10588">
                  <c:v>auto sales &amp; service inc</c:v>
                </c:pt>
                <c:pt idx="10589">
                  <c:v>greenwise motors llc</c:v>
                </c:pt>
                <c:pt idx="10590">
                  <c:v>ford of clinton</c:v>
                </c:pt>
                <c:pt idx="10591">
                  <c:v>edge auto inc</c:v>
                </c:pt>
                <c:pt idx="10592">
                  <c:v>bmw financial services remarketing</c:v>
                </c:pt>
                <c:pt idx="10593">
                  <c:v>equity finance group</c:v>
                </c:pt>
                <c:pt idx="10594">
                  <c:v>granite peaks motor co.</c:v>
                </c:pt>
                <c:pt idx="10595">
                  <c:v>gulf states finance</c:v>
                </c:pt>
                <c:pt idx="10596">
                  <c:v>cash 1 llc</c:v>
                </c:pt>
                <c:pt idx="10597">
                  <c:v>acura 101 west</c:v>
                </c:pt>
                <c:pt idx="10598">
                  <c:v>chemung canal trust co</c:v>
                </c:pt>
                <c:pt idx="10599">
                  <c:v>saint constant kia</c:v>
                </c:pt>
                <c:pt idx="10600">
                  <c:v>shoulders motor co. inc.</c:v>
                </c:pt>
                <c:pt idx="10601">
                  <c:v>york county fcu</c:v>
                </c:pt>
                <c:pt idx="10602">
                  <c:v>titlemax/n richland hills tx1</c:v>
                </c:pt>
                <c:pt idx="10603">
                  <c:v>titlemax/garland tx1</c:v>
                </c:pt>
                <c:pt idx="10604">
                  <c:v>global auto finance</c:v>
                </c:pt>
                <c:pt idx="10605">
                  <c:v>bedrock motors</c:v>
                </c:pt>
                <c:pt idx="10606">
                  <c:v>1st financial fcu</c:v>
                </c:pt>
                <c:pt idx="10607">
                  <c:v>globex motors llc</c:v>
                </c:pt>
                <c:pt idx="10608">
                  <c:v>dougs lynnwood mazda</c:v>
                </c:pt>
                <c:pt idx="10609">
                  <c:v>2842 2988 quebec inc</c:v>
                </c:pt>
                <c:pt idx="10610">
                  <c:v>diamond auto et transport</c:v>
                </c:pt>
                <c:pt idx="10611">
                  <c:v>daron motors llc</c:v>
                </c:pt>
                <c:pt idx="10612">
                  <c:v>halloran auto sales inc</c:v>
                </c:pt>
                <c:pt idx="10613">
                  <c:v>auto central inc</c:v>
                </c:pt>
                <c:pt idx="10614">
                  <c:v>excel fcu</c:v>
                </c:pt>
                <c:pt idx="10615">
                  <c:v>a to z liquidators inc</c:v>
                </c:pt>
                <c:pt idx="10616">
                  <c:v>auto cash used cars</c:v>
                </c:pt>
                <c:pt idx="10617">
                  <c:v>chapman bmw on camelback</c:v>
                </c:pt>
                <c:pt idx="10618">
                  <c:v>fiserv/greylock credit union</c:v>
                </c:pt>
                <c:pt idx="10619">
                  <c:v>autonation toyota hayward</c:v>
                </c:pt>
                <c:pt idx="10620">
                  <c:v>century link</c:v>
                </c:pt>
                <c:pt idx="10621">
                  <c:v>best buy cars inc</c:v>
                </c:pt>
                <c:pt idx="10622">
                  <c:v>core credit union</c:v>
                </c:pt>
                <c:pt idx="10623">
                  <c:v>hogan chevrolet buick gmc ltd</c:v>
                </c:pt>
                <c:pt idx="10624">
                  <c:v>east coast motors of nj</c:v>
                </c:pt>
                <c:pt idx="10625">
                  <c:v>auto xchange inc</c:v>
                </c:pt>
                <c:pt idx="10626">
                  <c:v>members first credit union</c:v>
                </c:pt>
                <c:pt idx="10627">
                  <c:v>rikers auto financial</c:v>
                </c:pt>
                <c:pt idx="10628">
                  <c:v>nick nicholas ford lincoln</c:v>
                </c:pt>
                <c:pt idx="10629">
                  <c:v>m &amp; s auto group inc</c:v>
                </c:pt>
                <c:pt idx="10630">
                  <c:v>silverline automotive inc</c:v>
                </c:pt>
                <c:pt idx="10631">
                  <c:v>pleasure ride auto inc</c:v>
                </c:pt>
                <c:pt idx="10632">
                  <c:v>popas auto sales inc</c:v>
                </c:pt>
                <c:pt idx="10633">
                  <c:v>wexford ltd</c:v>
                </c:pt>
                <c:pt idx="10634">
                  <c:v>triple n motor corp</c:v>
                </c:pt>
                <c:pt idx="10635">
                  <c:v>national auto outlet</c:v>
                </c:pt>
                <c:pt idx="10636">
                  <c:v>onemain rem/java enterprise</c:v>
                </c:pt>
                <c:pt idx="10637">
                  <c:v>one stop auto sales</c:v>
                </c:pt>
                <c:pt idx="10638">
                  <c:v>miller ford sales</c:v>
                </c:pt>
                <c:pt idx="10639">
                  <c:v>planet honda</c:v>
                </c:pt>
                <c:pt idx="10640">
                  <c:v>luther honda of st cloud</c:v>
                </c:pt>
                <c:pt idx="10641">
                  <c:v>stones town &amp; country motor</c:v>
                </c:pt>
                <c:pt idx="10642">
                  <c:v>poage auto center</c:v>
                </c:pt>
                <c:pt idx="10643">
                  <c:v>thatchers auto mart</c:v>
                </c:pt>
                <c:pt idx="10644">
                  <c:v>lax auto inc</c:v>
                </c:pt>
                <c:pt idx="10645">
                  <c:v>centennial bank</c:v>
                </c:pt>
                <c:pt idx="10646">
                  <c:v>johns auto sales incorporated</c:v>
                </c:pt>
                <c:pt idx="10647">
                  <c:v>405 motors</c:v>
                </c:pt>
                <c:pt idx="10648">
                  <c:v>auto bank southern california</c:v>
                </c:pt>
                <c:pt idx="10649">
                  <c:v>five brothers auto sales inc</c:v>
                </c:pt>
                <c:pt idx="10650">
                  <c:v>exclusive automotive llc</c:v>
                </c:pt>
                <c:pt idx="10651">
                  <c:v>central mississippi credit</c:v>
                </c:pt>
                <c:pt idx="10652">
                  <c:v>al bilton ford inc</c:v>
                </c:pt>
                <c:pt idx="10653">
                  <c:v>good motor company llc</c:v>
                </c:pt>
                <c:pt idx="10654">
                  <c:v>bill phillips auto sales inc.</c:v>
                </c:pt>
                <c:pt idx="10655">
                  <c:v>home federal savings and loans</c:v>
                </c:pt>
                <c:pt idx="10656">
                  <c:v>auto star</c:v>
                </c:pt>
                <c:pt idx="10657">
                  <c:v>frontera financial llc</c:v>
                </c:pt>
                <c:pt idx="10658">
                  <c:v>car credit finance llc</c:v>
                </c:pt>
                <c:pt idx="10659">
                  <c:v>ew sales llc</c:v>
                </c:pt>
                <c:pt idx="10660">
                  <c:v>california auto retail sales cars</c:v>
                </c:pt>
                <c:pt idx="10661">
                  <c:v>aurora motorcars</c:v>
                </c:pt>
                <c:pt idx="10662">
                  <c:v>gordon's auto sales</c:v>
                </c:pt>
                <c:pt idx="10663">
                  <c:v>davis wholesale outlet</c:v>
                </c:pt>
                <c:pt idx="10664">
                  <c:v>karlee's auto inc</c:v>
                </c:pt>
                <c:pt idx="10665">
                  <c:v>cars 4 less</c:v>
                </c:pt>
                <c:pt idx="10666">
                  <c:v>jim white toyota</c:v>
                </c:pt>
                <c:pt idx="10667">
                  <c:v>johnnys automotive</c:v>
                </c:pt>
                <c:pt idx="10668">
                  <c:v>enumclaw chrysler jeep dodge</c:v>
                </c:pt>
                <c:pt idx="10669">
                  <c:v>halelujah praise the lord automotive srvs</c:v>
                </c:pt>
                <c:pt idx="10670">
                  <c:v>budget auto</c:v>
                </c:pt>
                <c:pt idx="10671">
                  <c:v>automotive capital resources</c:v>
                </c:pt>
                <c:pt idx="10672">
                  <c:v>manheim jacksonville</c:v>
                </c:pt>
                <c:pt idx="10673">
                  <c:v>planet auto sales inc</c:v>
                </c:pt>
                <c:pt idx="10674">
                  <c:v>remarketing by ge/partners federal credit union</c:v>
                </c:pt>
                <c:pt idx="10675">
                  <c:v>water street sales and consignment company</c:v>
                </c:pt>
                <c:pt idx="10676">
                  <c:v>south carolina fcu</c:v>
                </c:pt>
                <c:pt idx="10677">
                  <c:v>lg &amp; e company credit union</c:v>
                </c:pt>
                <c:pt idx="10678">
                  <c:v>sampson wholesale dealership</c:v>
                </c:pt>
                <c:pt idx="10679">
                  <c:v>koksie woksie autos usa llc</c:v>
                </c:pt>
                <c:pt idx="10680">
                  <c:v>wilson county sheriff's department</c:v>
                </c:pt>
                <c:pt idx="10681">
                  <c:v>northern auto inc</c:v>
                </c:pt>
                <c:pt idx="10682">
                  <c:v>mikes trucks &amp; cars</c:v>
                </c:pt>
                <c:pt idx="10683">
                  <c:v>l g auto sales</c:v>
                </c:pt>
                <c:pt idx="10684">
                  <c:v>point auto repair inc</c:v>
                </c:pt>
                <c:pt idx="10685">
                  <c:v>latty and son inc</c:v>
                </c:pt>
                <c:pt idx="10686">
                  <c:v>mike finnin ford llc</c:v>
                </c:pt>
                <c:pt idx="10687">
                  <c:v>blue ridge bank &amp; trust</c:v>
                </c:pt>
                <c:pt idx="10688">
                  <c:v>james motorsports llc</c:v>
                </c:pt>
                <c:pt idx="10689">
                  <c:v>i enterprise inc</c:v>
                </c:pt>
                <c:pt idx="10690">
                  <c:v>curb automotive group llc</c:v>
                </c:pt>
                <c:pt idx="10691">
                  <c:v>carriage motors ltd</c:v>
                </c:pt>
                <c:pt idx="10692">
                  <c:v>global motors inc</c:v>
                </c:pt>
                <c:pt idx="10693">
                  <c:v>apple auto sales</c:v>
                </c:pt>
                <c:pt idx="10694">
                  <c:v>florida liquidation center inc</c:v>
                </c:pt>
                <c:pt idx="10695">
                  <c:v>champion remarketing</c:v>
                </c:pt>
                <c:pt idx="10696">
                  <c:v>auto city ciudad de autos</c:v>
                </c:pt>
                <c:pt idx="10697">
                  <c:v>village of orland park</c:v>
                </c:pt>
                <c:pt idx="10698">
                  <c:v>tlc auto towing and storage inc.</c:v>
                </c:pt>
                <c:pt idx="10699">
                  <c:v>universal financial co</c:v>
                </c:pt>
                <c:pt idx="10700">
                  <c:v>transportation direct llc</c:v>
                </c:pt>
                <c:pt idx="10701">
                  <c:v>sharp cars/lease</c:v>
                </c:pt>
                <c:pt idx="10702">
                  <c:v>northwoods automotive</c:v>
                </c:pt>
                <c:pt idx="10703">
                  <c:v>midas motors</c:v>
                </c:pt>
                <c:pt idx="10704">
                  <c:v>west virginia central credit union</c:v>
                </c:pt>
                <c:pt idx="10705">
                  <c:v>merriam leasing &amp; rental</c:v>
                </c:pt>
                <c:pt idx="10706">
                  <c:v>the car lot</c:v>
                </c:pt>
                <c:pt idx="10707">
                  <c:v>paul bradley motor cars</c:v>
                </c:pt>
                <c:pt idx="10708">
                  <c:v>ken batchelor cadillac company inc</c:v>
                </c:pt>
                <c:pt idx="10709">
                  <c:v>sterling imports ltd</c:v>
                </c:pt>
                <c:pt idx="10710">
                  <c:v>nc import inc</c:v>
                </c:pt>
                <c:pt idx="10711">
                  <c:v>lnm enterprises llc</c:v>
                </c:pt>
                <c:pt idx="10712">
                  <c:v>lucky chevrolet gmc company</c:v>
                </c:pt>
                <c:pt idx="10713">
                  <c:v>after lease auto sales</c:v>
                </c:pt>
                <c:pt idx="10714">
                  <c:v>c &amp; s sales</c:v>
                </c:pt>
                <c:pt idx="10715">
                  <c:v>bayer heritage fcu</c:v>
                </c:pt>
                <c:pt idx="10716">
                  <c:v>first advantage fcu</c:v>
                </c:pt>
                <c:pt idx="10717">
                  <c:v>autonation nissan southwest</c:v>
                </c:pt>
                <c:pt idx="10718">
                  <c:v>cathedral city auto</c:v>
                </c:pt>
                <c:pt idx="10719">
                  <c:v>cable vision systems corp</c:v>
                </c:pt>
                <c:pt idx="10720">
                  <c:v>freedom honda</c:v>
                </c:pt>
                <c:pt idx="10721">
                  <c:v>chapman nissan llc</c:v>
                </c:pt>
                <c:pt idx="10722">
                  <c:v>dbj autos</c:v>
                </c:pt>
                <c:pt idx="10723">
                  <c:v>fredonia auto sales</c:v>
                </c:pt>
                <c:pt idx="10724">
                  <c:v>titlemax/las vegas nv27</c:v>
                </c:pt>
                <c:pt idx="10725">
                  <c:v>northeast motor co</c:v>
                </c:pt>
                <c:pt idx="10726">
                  <c:v>california car connection llc</c:v>
                </c:pt>
                <c:pt idx="10727">
                  <c:v>coastland federal credit union</c:v>
                </c:pt>
                <c:pt idx="10728">
                  <c:v>nick jrs auto sales</c:v>
                </c:pt>
                <c:pt idx="10729">
                  <c:v>sleepy hollow ford inc</c:v>
                </c:pt>
                <c:pt idx="10730">
                  <c:v>ulrich motor co</c:v>
                </c:pt>
                <c:pt idx="10731">
                  <c:v>repo remarketing/pro bureau of collections md</c:v>
                </c:pt>
                <c:pt idx="10732">
                  <c:v>toyota of riverside</c:v>
                </c:pt>
                <c:pt idx="10733">
                  <c:v>long island auto recovery inc</c:v>
                </c:pt>
                <c:pt idx="10734">
                  <c:v>showroom cars llc</c:v>
                </c:pt>
                <c:pt idx="10735">
                  <c:v>ras auto sales llc</c:v>
                </c:pt>
                <c:pt idx="10736">
                  <c:v>midway automotive inc</c:v>
                </c:pt>
                <c:pt idx="10737">
                  <c:v>security auto of hanover</c:v>
                </c:pt>
                <c:pt idx="10738">
                  <c:v>carolina auto sales</c:v>
                </c:pt>
                <c:pt idx="10739">
                  <c:v>fedder motors llc</c:v>
                </c:pt>
                <c:pt idx="10740">
                  <c:v>fiores inc</c:v>
                </c:pt>
                <c:pt idx="10741">
                  <c:v>grahams auto and truck clinic llc</c:v>
                </c:pt>
                <c:pt idx="10742">
                  <c:v>bwk of columbia</c:v>
                </c:pt>
                <c:pt idx="10743">
                  <c:v>indian motorcycle corona</c:v>
                </c:pt>
                <c:pt idx="10744">
                  <c:v>class motors</c:v>
                </c:pt>
                <c:pt idx="10745">
                  <c:v>dealswithwheels llc</c:v>
                </c:pt>
                <c:pt idx="10746">
                  <c:v>9207 5787 quebec inc</c:v>
                </c:pt>
                <c:pt idx="10747">
                  <c:v>jersey shore fcu</c:v>
                </c:pt>
                <c:pt idx="10748">
                  <c:v>a 1 motors</c:v>
                </c:pt>
                <c:pt idx="10749">
                  <c:v>automotion inc</c:v>
                </c:pt>
                <c:pt idx="10750">
                  <c:v>lendmark financial services/aiken</c:v>
                </c:pt>
                <c:pt idx="10751">
                  <c:v>taylor auto sales inc</c:v>
                </c:pt>
                <c:pt idx="10752">
                  <c:v>will tiesiera ford mercury</c:v>
                </c:pt>
                <c:pt idx="10753">
                  <c:v>konor autos</c:v>
                </c:pt>
                <c:pt idx="10754">
                  <c:v>onesource/team chevrolet at north point</c:v>
                </c:pt>
                <c:pt idx="10755">
                  <c:v>palmetto drive llc</c:v>
                </c:pt>
                <c:pt idx="10756">
                  <c:v>manheim ny metro skyline</c:v>
                </c:pt>
                <c:pt idx="10757">
                  <c:v>td auto finance/advantage/sw tex/risk</c:v>
                </c:pt>
                <c:pt idx="10758">
                  <c:v>remarketing by ge/manheim mississippi</c:v>
                </c:pt>
                <c:pt idx="10759">
                  <c:v>one stop marketing llc</c:v>
                </c:pt>
                <c:pt idx="10760">
                  <c:v>salem auto sales llc</c:v>
                </c:pt>
                <c:pt idx="10761">
                  <c:v>sonju fleet srvices</c:v>
                </c:pt>
                <c:pt idx="10762">
                  <c:v>lance cromer inc</c:v>
                </c:pt>
                <c:pt idx="10763">
                  <c:v>carosel</c:v>
                </c:pt>
                <c:pt idx="10764">
                  <c:v>fdx auto sales llc</c:v>
                </c:pt>
                <c:pt idx="10765">
                  <c:v>bbc motorsports</c:v>
                </c:pt>
                <c:pt idx="10766">
                  <c:v>a &amp; a quality services inc</c:v>
                </c:pt>
                <c:pt idx="10767">
                  <c:v>heritage acceptance corporation</c:v>
                </c:pt>
                <c:pt idx="10768">
                  <c:v>ilm trading &amp; remktng llc</c:v>
                </c:pt>
                <c:pt idx="10769">
                  <c:v>car outlet</c:v>
                </c:pt>
                <c:pt idx="10770">
                  <c:v>atlantic coast remarketing inc/auto store of far</c:v>
                </c:pt>
                <c:pt idx="10771">
                  <c:v>auto a la carte</c:v>
                </c:pt>
                <c:pt idx="10772">
                  <c:v>amery chevrolet inc</c:v>
                </c:pt>
                <c:pt idx="10773">
                  <c:v>beemer haus llc</c:v>
                </c:pt>
                <c:pt idx="10774">
                  <c:v>channelside automall l.l.c.</c:v>
                </c:pt>
                <c:pt idx="10775">
                  <c:v>titlemax/nashville tn2</c:v>
                </c:pt>
                <c:pt idx="10776">
                  <c:v>speedway motors inc</c:v>
                </c:pt>
                <c:pt idx="10777">
                  <c:v>dan wolfs chevrolet of naperville inc</c:v>
                </c:pt>
                <c:pt idx="10778">
                  <c:v>salem auto show inc</c:v>
                </c:pt>
                <c:pt idx="10779">
                  <c:v>reliable credit</c:v>
                </c:pt>
                <c:pt idx="10780">
                  <c:v>lee &amp; mason financial services inc</c:v>
                </c:pt>
                <c:pt idx="10781">
                  <c:v>wilson premier hyundai</c:v>
                </c:pt>
                <c:pt idx="10782">
                  <c:v>louisville medical center fcu</c:v>
                </c:pt>
                <c:pt idx="10783">
                  <c:v>oxborrow unlimited inc</c:v>
                </c:pt>
                <c:pt idx="10784">
                  <c:v>southern utah auto sales</c:v>
                </c:pt>
                <c:pt idx="10785">
                  <c:v>prime auto sales llc</c:v>
                </c:pt>
                <c:pt idx="10786">
                  <c:v>united auto wholesale corporation</c:v>
                </c:pt>
                <c:pt idx="10787">
                  <c:v>pegasus motors corp</c:v>
                </c:pt>
                <c:pt idx="10788">
                  <c:v>onion creek volkswagen</c:v>
                </c:pt>
                <c:pt idx="10789">
                  <c:v>south 61 auto sales llc</c:v>
                </c:pt>
                <c:pt idx="10790">
                  <c:v>t.k.u auto sales llc</c:v>
                </c:pt>
                <c:pt idx="10791">
                  <c:v>zoom auto</c:v>
                </c:pt>
                <c:pt idx="10792">
                  <c:v>wherley motor sales</c:v>
                </c:pt>
                <c:pt idx="10793">
                  <c:v>velocity motors</c:v>
                </c:pt>
                <c:pt idx="10794">
                  <c:v>rlh auto group inc</c:v>
                </c:pt>
                <c:pt idx="10795">
                  <c:v>tdaf remarketing/new mobilty solutions</c:v>
                </c:pt>
                <c:pt idx="10796">
                  <c:v>lupyak auto sales llc</c:v>
                </c:pt>
                <c:pt idx="10797">
                  <c:v>tropical auto connection</c:v>
                </c:pt>
                <c:pt idx="10798">
                  <c:v>nexxt auto group inc</c:v>
                </c:pt>
                <c:pt idx="10799">
                  <c:v>mayfair imports auto sales inc</c:v>
                </c:pt>
                <c:pt idx="10800">
                  <c:v>university auto brokers inc</c:v>
                </c:pt>
                <c:pt idx="10801">
                  <c:v>nae fcu</c:v>
                </c:pt>
                <c:pt idx="10802">
                  <c:v>city national bank</c:v>
                </c:pt>
                <c:pt idx="10803">
                  <c:v>67 auto sales</c:v>
                </c:pt>
                <c:pt idx="10804">
                  <c:v>california auto trading</c:v>
                </c:pt>
                <c:pt idx="10805">
                  <c:v>az exchange llc</c:v>
                </c:pt>
                <c:pt idx="10806">
                  <c:v>auto images sls &amp; srvs llc</c:v>
                </c:pt>
                <c:pt idx="10807">
                  <c:v>floridas finest used cars llc</c:v>
                </c:pt>
                <c:pt idx="10808">
                  <c:v>altura credit union</c:v>
                </c:pt>
                <c:pt idx="10809">
                  <c:v>j d kendrick &amp; sons inc</c:v>
                </c:pt>
                <c:pt idx="10810">
                  <c:v>dixie auto sales</c:v>
                </c:pt>
                <c:pt idx="10811">
                  <c:v>hendrick fiat of fayetteville</c:v>
                </c:pt>
                <c:pt idx="10812">
                  <c:v>barre auto sale llc</c:v>
                </c:pt>
                <c:pt idx="10813">
                  <c:v>infiniti auto group</c:v>
                </c:pt>
                <c:pt idx="10814">
                  <c:v>gfa fcu</c:v>
                </c:pt>
                <c:pt idx="10815">
                  <c:v>flynns auto sls &amp; serv inc</c:v>
                </c:pt>
                <c:pt idx="10816">
                  <c:v>j.h. sales</c:v>
                </c:pt>
                <c:pt idx="10817">
                  <c:v>albion motors ford inc</c:v>
                </c:pt>
                <c:pt idx="10818">
                  <c:v>dj motor company</c:v>
                </c:pt>
                <c:pt idx="10819">
                  <c:v>bachman subaru-volkswagen  llc</c:v>
                </c:pt>
                <c:pt idx="10820">
                  <c:v>general credit union</c:v>
                </c:pt>
                <c:pt idx="10821">
                  <c:v>greenville auto and rv llc</c:v>
                </c:pt>
                <c:pt idx="10822">
                  <c:v>automotive online solutions inc</c:v>
                </c:pt>
                <c:pt idx="10823">
                  <c:v>equishare credit union</c:v>
                </c:pt>
                <c:pt idx="10824">
                  <c:v>baltic auto shipping inc</c:v>
                </c:pt>
                <c:pt idx="10825">
                  <c:v>ank automotive llc</c:v>
                </c:pt>
                <c:pt idx="10826">
                  <c:v>duncan hokie honda</c:v>
                </c:pt>
                <c:pt idx="10827">
                  <c:v>hamilton auto sales inc</c:v>
                </c:pt>
                <c:pt idx="10828">
                  <c:v>pcs phone inc</c:v>
                </c:pt>
                <c:pt idx="10829">
                  <c:v>suncoast motor cars inc</c:v>
                </c:pt>
                <c:pt idx="10830">
                  <c:v>mlg auto</c:v>
                </c:pt>
                <c:pt idx="10831">
                  <c:v>reliable credit associates inc</c:v>
                </c:pt>
                <c:pt idx="10832">
                  <c:v>worfe chevrolet llc</c:v>
                </c:pt>
                <c:pt idx="10833">
                  <c:v>pensacola honda</c:v>
                </c:pt>
                <c:pt idx="10834">
                  <c:v>poirier hyundai</c:v>
                </c:pt>
                <c:pt idx="10835">
                  <c:v>north island credit union</c:v>
                </c:pt>
                <c:pt idx="10836">
                  <c:v>strong engines group inc</c:v>
                </c:pt>
                <c:pt idx="10837">
                  <c:v>newton nissan of gallatin inc</c:v>
                </c:pt>
                <c:pt idx="10838">
                  <c:v>tlmbc motors inc</c:v>
                </c:pt>
                <c:pt idx="10839">
                  <c:v>the auto connection  inc</c:v>
                </c:pt>
                <c:pt idx="10840">
                  <c:v>southwest car rental and sales</c:v>
                </c:pt>
                <c:pt idx="10841">
                  <c:v>al sat enterprises inc</c:v>
                </c:pt>
                <c:pt idx="10842">
                  <c:v>executive automotive inc</c:v>
                </c:pt>
                <c:pt idx="10843">
                  <c:v>ces credit union</c:v>
                </c:pt>
                <c:pt idx="10844">
                  <c:v>causeway auto center inc</c:v>
                </c:pt>
                <c:pt idx="10845">
                  <c:v>affinity luxury car rental ltd</c:v>
                </c:pt>
                <c:pt idx="10846">
                  <c:v>federated capital corp</c:v>
                </c:pt>
                <c:pt idx="10847">
                  <c:v>ideal auction depot</c:v>
                </c:pt>
                <c:pt idx="10848">
                  <c:v>farmers &amp; merchants bank</c:v>
                </c:pt>
                <c:pt idx="10849">
                  <c:v>citizens finance/west allis</c:v>
                </c:pt>
                <c:pt idx="10850">
                  <c:v>exotic design auto inc</c:v>
                </c:pt>
                <c:pt idx="10851">
                  <c:v>paul massaroni</c:v>
                </c:pt>
                <c:pt idx="10852">
                  <c:v>r h cooper &amp; son preowned llc</c:v>
                </c:pt>
                <c:pt idx="10853">
                  <c:v>morries inver grove mazda</c:v>
                </c:pt>
                <c:pt idx="10854">
                  <c:v>miniter group/arch insurance co</c:v>
                </c:pt>
                <c:pt idx="10855">
                  <c:v>regency motor cars llc</c:v>
                </c:pt>
                <c:pt idx="10856">
                  <c:v>tbk wholesale</c:v>
                </c:pt>
                <c:pt idx="10857">
                  <c:v>parkland motors</c:v>
                </c:pt>
                <c:pt idx="10858">
                  <c:v>lynchs horter chevrolet</c:v>
                </c:pt>
                <c:pt idx="10859">
                  <c:v>the showroom</c:v>
                </c:pt>
                <c:pt idx="10860">
                  <c:v>agles motorsports llc</c:v>
                </c:pt>
                <c:pt idx="10861">
                  <c:v>atlantic coast finance</c:v>
                </c:pt>
                <c:pt idx="10862">
                  <c:v>family car buyers</c:v>
                </c:pt>
                <c:pt idx="10863">
                  <c:v>citgo financial corp</c:v>
                </c:pt>
                <c:pt idx="10864">
                  <c:v>americar of rivergate  inc.</c:v>
                </c:pt>
                <c:pt idx="10865">
                  <c:v>jess auto sales inc</c:v>
                </c:pt>
                <c:pt idx="10866">
                  <c:v>autosource remarketing llc</c:v>
                </c:pt>
                <c:pt idx="10867">
                  <c:v>ecocars trans</c:v>
                </c:pt>
                <c:pt idx="10868">
                  <c:v>drexel auto sales</c:v>
                </c:pt>
                <c:pt idx="10869">
                  <c:v>auto express south</c:v>
                </c:pt>
                <c:pt idx="10870">
                  <c:v>austra motors</c:v>
                </c:pt>
                <c:pt idx="10871">
                  <c:v>american recovery services</c:v>
                </c:pt>
                <c:pt idx="10872">
                  <c:v>douglas finance corporation</c:v>
                </c:pt>
                <c:pt idx="10873">
                  <c:v>express auto finance llc</c:v>
                </c:pt>
                <c:pt idx="10874">
                  <c:v>e-trade auto sales</c:v>
                </c:pt>
                <c:pt idx="10875">
                  <c:v>vehicle investments &amp; sales llc</c:v>
                </c:pt>
                <c:pt idx="10876">
                  <c:v>onemain rem/mars auto</c:v>
                </c:pt>
                <c:pt idx="10877">
                  <c:v>american dream auto sales</c:v>
                </c:pt>
                <c:pt idx="10878">
                  <c:v>ix autos</c:v>
                </c:pt>
                <c:pt idx="10879">
                  <c:v>parkview motor company inc</c:v>
                </c:pt>
                <c:pt idx="10880">
                  <c:v>saim olmez auto sales</c:v>
                </c:pt>
                <c:pt idx="10881">
                  <c:v>s h m autos</c:v>
                </c:pt>
                <c:pt idx="10882">
                  <c:v>tga auto credit</c:v>
                </c:pt>
                <c:pt idx="10883">
                  <c:v>universal acceptance</c:v>
                </c:pt>
                <c:pt idx="10884">
                  <c:v>midwest engine service inc</c:v>
                </c:pt>
                <c:pt idx="10885">
                  <c:v>rock auto kc inc</c:v>
                </c:pt>
                <c:pt idx="10886">
                  <c:v>rent one rent a car</c:v>
                </c:pt>
                <c:pt idx="10887">
                  <c:v>ramsey chrysler jeep</c:v>
                </c:pt>
                <c:pt idx="10888">
                  <c:v>lithia chrysler jeep dodge ram of wasilla</c:v>
                </c:pt>
                <c:pt idx="10889">
                  <c:v>thompson mazda</c:v>
                </c:pt>
                <c:pt idx="10890">
                  <c:v>heyward allen motor co inc</c:v>
                </c:pt>
                <c:pt idx="10891">
                  <c:v>green road finance</c:v>
                </c:pt>
                <c:pt idx="10892">
                  <c:v>indiana finance company</c:v>
                </c:pt>
                <c:pt idx="10893">
                  <c:v>andys auto sales</c:v>
                </c:pt>
                <c:pt idx="10894">
                  <c:v>columbus united fcu</c:v>
                </c:pt>
                <c:pt idx="10895">
                  <c:v>dhillon enterprises llc</c:v>
                </c:pt>
                <c:pt idx="10896">
                  <c:v>anm collision center inc</c:v>
                </c:pt>
                <c:pt idx="10897">
                  <c:v>garage daniel tetreault</c:v>
                </c:pt>
                <c:pt idx="10898">
                  <c:v>midway automotive corp</c:v>
                </c:pt>
                <c:pt idx="10899">
                  <c:v>achieve financial credit union</c:v>
                </c:pt>
                <c:pt idx="10900">
                  <c:v>fast cash title loans</c:v>
                </c:pt>
                <c:pt idx="10901">
                  <c:v>kar brokerz</c:v>
                </c:pt>
                <c:pt idx="10902">
                  <c:v>automax financial llc dba cnac</c:v>
                </c:pt>
                <c:pt idx="10903">
                  <c:v>all cars inc</c:v>
                </c:pt>
                <c:pt idx="10904">
                  <c:v>county financial services</c:v>
                </c:pt>
                <c:pt idx="10905">
                  <c:v>king motors llc</c:v>
                </c:pt>
                <c:pt idx="10906">
                  <c:v>onemain rem/safeen motors</c:v>
                </c:pt>
                <c:pt idx="10907">
                  <c:v>nationwide remarketing co</c:v>
                </c:pt>
                <c:pt idx="10908">
                  <c:v>old national bank</c:v>
                </c:pt>
                <c:pt idx="10909">
                  <c:v>sheboygan chrysler center inc</c:v>
                </c:pt>
                <c:pt idx="10910">
                  <c:v>unique auto sales</c:v>
                </c:pt>
                <c:pt idx="10911">
                  <c:v>lendmark financial services / fayetteville</c:v>
                </c:pt>
                <c:pt idx="10912">
                  <c:v>r m hollenshead auto sales</c:v>
                </c:pt>
                <c:pt idx="10913">
                  <c:v>reservoir production services</c:v>
                </c:pt>
                <c:pt idx="10914">
                  <c:v>wholesale motor group</c:v>
                </c:pt>
                <c:pt idx="10915">
                  <c:v>us finance &amp; lease services inc</c:v>
                </c:pt>
                <c:pt idx="10916">
                  <c:v>kwik auto sales inc</c:v>
                </c:pt>
                <c:pt idx="10917">
                  <c:v>world automotive direct llc</c:v>
                </c:pt>
                <c:pt idx="10918">
                  <c:v>action towing</c:v>
                </c:pt>
                <c:pt idx="10919">
                  <c:v>hillview motors inc</c:v>
                </c:pt>
                <c:pt idx="10920">
                  <c:v>generation kia</c:v>
                </c:pt>
                <c:pt idx="10921">
                  <c:v>auto rental etc</c:v>
                </c:pt>
                <c:pt idx="10922">
                  <c:v>g-force auto sales</c:v>
                </c:pt>
                <c:pt idx="10923">
                  <c:v>clear lake volkswagen</c:v>
                </c:pt>
                <c:pt idx="10924">
                  <c:v>1582529 alberta ltd</c:v>
                </c:pt>
                <c:pt idx="10925">
                  <c:v>elite auto financial</c:v>
                </c:pt>
                <c:pt idx="10926">
                  <c:v>autonation honda south corpus christi</c:v>
                </c:pt>
                <c:pt idx="10927">
                  <c:v>harvard ford llc</c:v>
                </c:pt>
                <c:pt idx="10928">
                  <c:v>automobiles delaney inc</c:v>
                </c:pt>
                <c:pt idx="10929">
                  <c:v>capital auto sales inc</c:v>
                </c:pt>
                <c:pt idx="10930">
                  <c:v>eddie's auto sales</c:v>
                </c:pt>
                <c:pt idx="10931">
                  <c:v>richmond ford lincoln</c:v>
                </c:pt>
                <c:pt idx="10932">
                  <c:v>truliant credit union</c:v>
                </c:pt>
                <c:pt idx="10933">
                  <c:v>onemain rem/amigos auto sales</c:v>
                </c:pt>
                <c:pt idx="10934">
                  <c:v>the auto liquidation group</c:v>
                </c:pt>
                <c:pt idx="10935">
                  <c:v>kensington finance inc</c:v>
                </c:pt>
                <c:pt idx="10936">
                  <c:v>stirling motors</c:v>
                </c:pt>
                <c:pt idx="10937">
                  <c:v>repo remarketing/greater nevada credit union</c:v>
                </c:pt>
                <c:pt idx="10938">
                  <c:v>south miami kia</c:v>
                </c:pt>
                <c:pt idx="10939">
                  <c:v>regions automotive group</c:v>
                </c:pt>
                <c:pt idx="10940">
                  <c:v>messier motors inc</c:v>
                </c:pt>
                <c:pt idx="10941">
                  <c:v>wheel sport center inc</c:v>
                </c:pt>
                <c:pt idx="10942">
                  <c:v>schools first fcu</c:v>
                </c:pt>
                <c:pt idx="10943">
                  <c:v>premier auto llc</c:v>
                </c:pt>
                <c:pt idx="10944">
                  <c:v>midwest credit union</c:v>
                </c:pt>
                <c:pt idx="10945">
                  <c:v>spartan trucks</c:v>
                </c:pt>
                <c:pt idx="10946">
                  <c:v>stevenson toyota</c:v>
                </c:pt>
                <c:pt idx="10947">
                  <c:v>san ramon motors</c:v>
                </c:pt>
                <c:pt idx="10948">
                  <c:v>thatcher auto sales</c:v>
                </c:pt>
                <c:pt idx="10949">
                  <c:v>skipco /source one</c:v>
                </c:pt>
                <c:pt idx="10950">
                  <c:v>remarketing by ge/arrowpoint fcu</c:v>
                </c:pt>
                <c:pt idx="10951">
                  <c:v>takoma motors inc</c:v>
                </c:pt>
                <c:pt idx="10952">
                  <c:v>remarketing by ge/buckeye community fcu</c:v>
                </c:pt>
                <c:pt idx="10953">
                  <c:v>titlemax/san antonio tx16</c:v>
                </c:pt>
                <c:pt idx="10954">
                  <c:v>nw fleet llc</c:v>
                </c:pt>
                <c:pt idx="10955">
                  <c:v>united police fcu</c:v>
                </c:pt>
                <c:pt idx="10956">
                  <c:v>little cypress motor co</c:v>
                </c:pt>
                <c:pt idx="10957">
                  <c:v>kvm auto</c:v>
                </c:pt>
                <c:pt idx="10958">
                  <c:v>square deal auto sales &amp; service llc</c:v>
                </c:pt>
                <c:pt idx="10959">
                  <c:v>victory chrysler dodge ram</c:v>
                </c:pt>
                <c:pt idx="10960">
                  <c:v>tibet motors inc</c:v>
                </c:pt>
                <c:pt idx="10961">
                  <c:v>delta dealer services</c:v>
                </c:pt>
                <c:pt idx="10962">
                  <c:v>chuck nash chevrolet buick gmc</c:v>
                </c:pt>
                <c:pt idx="10963">
                  <c:v>atlantic coast remarketing inc/dwci</c:v>
                </c:pt>
                <c:pt idx="10964">
                  <c:v>clovis auto mart</c:v>
                </c:pt>
                <c:pt idx="10965">
                  <c:v>common cents auto inc</c:v>
                </c:pt>
                <c:pt idx="10966">
                  <c:v>edmonton auto zone ltd</c:v>
                </c:pt>
                <c:pt idx="10967">
                  <c:v>keene dodge chrysler jeep ram</c:v>
                </c:pt>
                <c:pt idx="10968">
                  <c:v>heritage acceptance corp</c:v>
                </c:pt>
                <c:pt idx="10969">
                  <c:v>kar net inc</c:v>
                </c:pt>
                <c:pt idx="10970">
                  <c:v>auto brokers</c:v>
                </c:pt>
                <c:pt idx="10971">
                  <c:v>auto market az llc</c:v>
                </c:pt>
                <c:pt idx="10972">
                  <c:v>ab autos</c:v>
                </c:pt>
                <c:pt idx="10973">
                  <c:v>dakar auto sales inc</c:v>
                </c:pt>
                <c:pt idx="10974">
                  <c:v>cassill motors inc</c:v>
                </c:pt>
                <c:pt idx="10975">
                  <c:v>creighton auto inc</c:v>
                </c:pt>
                <c:pt idx="10976">
                  <c:v>aa auto rental</c:v>
                </c:pt>
                <c:pt idx="10977">
                  <c:v>cs motorworx llc</c:v>
                </c:pt>
                <c:pt idx="10978">
                  <c:v>auto mart llc</c:v>
                </c:pt>
                <c:pt idx="10979">
                  <c:v>bethlehem teachers fcu</c:v>
                </c:pt>
                <c:pt idx="10980">
                  <c:v>a n d automotive</c:v>
                </c:pt>
                <c:pt idx="10981">
                  <c:v>joel's auto wholesale  inc</c:v>
                </c:pt>
                <c:pt idx="10982">
                  <c:v>q automotive brandon fl llc</c:v>
                </c:pt>
                <c:pt idx="10983">
                  <c:v>remarketing by ge/mcguinness ii inc.</c:v>
                </c:pt>
                <c:pt idx="10984">
                  <c:v>navigli usa inc</c:v>
                </c:pt>
                <c:pt idx="10985">
                  <c:v>welcome federal credit union</c:v>
                </c:pt>
                <c:pt idx="10986">
                  <c:v>rj classic cars auto mart llc</c:v>
                </c:pt>
                <c:pt idx="10987">
                  <c:v>marquinas enterprises</c:v>
                </c:pt>
                <c:pt idx="10988">
                  <c:v>onemain rem/kia of mankato</c:v>
                </c:pt>
                <c:pt idx="10989">
                  <c:v>oscar's auto sales</c:v>
                </c:pt>
                <c:pt idx="10990">
                  <c:v>westamerica bank</c:v>
                </c:pt>
                <c:pt idx="10991">
                  <c:v>new plainfield auto sales inc</c:v>
                </c:pt>
                <c:pt idx="10992">
                  <c:v>anytime auto group</c:v>
                </c:pt>
                <c:pt idx="10993">
                  <c:v>european / international gmbh</c:v>
                </c:pt>
                <c:pt idx="10994">
                  <c:v>josean fourquet auto corp</c:v>
                </c:pt>
                <c:pt idx="10995">
                  <c:v>auto outlet llc</c:v>
                </c:pt>
                <c:pt idx="10996">
                  <c:v>carman ford lincoln inc</c:v>
                </c:pt>
                <c:pt idx="10997">
                  <c:v>acquisition motors</c:v>
                </c:pt>
                <c:pt idx="10998">
                  <c:v>j a r auto sales inc</c:v>
                </c:pt>
                <c:pt idx="10999">
                  <c:v>citizens bank</c:v>
                </c:pt>
                <c:pt idx="11000">
                  <c:v>chris s century car co llc</c:v>
                </c:pt>
                <c:pt idx="11001">
                  <c:v>auto sol llc</c:v>
                </c:pt>
                <c:pt idx="11002">
                  <c:v>highlander truck &amp; auto sales</c:v>
                </c:pt>
                <c:pt idx="11003">
                  <c:v>munoz auto sales  inc.</c:v>
                </c:pt>
                <c:pt idx="11004">
                  <c:v>carquest</c:v>
                </c:pt>
                <c:pt idx="11005">
                  <c:v>underhill motor sales</c:v>
                </c:pt>
                <c:pt idx="11006">
                  <c:v>sunset auto wholesale</c:v>
                </c:pt>
                <c:pt idx="11007">
                  <c:v>lynnes subaru inc</c:v>
                </c:pt>
                <c:pt idx="11008">
                  <c:v>ultimate used cars inc</c:v>
                </c:pt>
                <c:pt idx="11009">
                  <c:v>rios auto sales</c:v>
                </c:pt>
                <c:pt idx="11010">
                  <c:v>red's custom motors</c:v>
                </c:pt>
                <c:pt idx="11011">
                  <c:v>south carolina federal credit union</c:v>
                </c:pt>
                <c:pt idx="11012">
                  <c:v>tefco payment center</c:v>
                </c:pt>
                <c:pt idx="11013">
                  <c:v>wegge motor cars a corporation</c:v>
                </c:pt>
                <c:pt idx="11014">
                  <c:v>the auto market sales &amp; services inc</c:v>
                </c:pt>
                <c:pt idx="11015">
                  <c:v>onemain rem/california auto wholesale</c:v>
                </c:pt>
                <c:pt idx="11016">
                  <c:v>rich's family motors</c:v>
                </c:pt>
                <c:pt idx="11017">
                  <c:v>mike albert leasing inc/suzuki</c:v>
                </c:pt>
                <c:pt idx="11018">
                  <c:v>select net autos llc</c:v>
                </c:pt>
                <c:pt idx="11019">
                  <c:v>m5 automotive group inc</c:v>
                </c:pt>
                <c:pt idx="11020">
                  <c:v>route 22 honda</c:v>
                </c:pt>
                <c:pt idx="11021">
                  <c:v>texans autos</c:v>
                </c:pt>
                <c:pt idx="11022">
                  <c:v>sky motors</c:v>
                </c:pt>
                <c:pt idx="11023">
                  <c:v>rc leasing inc</c:v>
                </c:pt>
                <c:pt idx="11024">
                  <c:v>lee co funding inc</c:v>
                </c:pt>
                <c:pt idx="11025">
                  <c:v>primertus remarketing/haak auto</c:v>
                </c:pt>
                <c:pt idx="11026">
                  <c:v>galerie d autos montreal</c:v>
                </c:pt>
                <c:pt idx="11027">
                  <c:v>birion company</c:v>
                </c:pt>
                <c:pt idx="11028">
                  <c:v>auto credit of virginia</c:v>
                </c:pt>
                <c:pt idx="11029">
                  <c:v>corporate america fcu</c:v>
                </c:pt>
                <c:pt idx="11030">
                  <c:v>griffin auto inc</c:v>
                </c:pt>
                <c:pt idx="11031">
                  <c:v>aguilar auto sales</c:v>
                </c:pt>
                <c:pt idx="11032">
                  <c:v>automotive financial of america  inc</c:v>
                </c:pt>
                <c:pt idx="11033">
                  <c:v>atlantic coast remarketing inc/gettysburg auto s</c:v>
                </c:pt>
                <c:pt idx="11034">
                  <c:v>a-l financial</c:v>
                </c:pt>
                <c:pt idx="11035">
                  <c:v>sunrise chevrolet inc</c:v>
                </c:pt>
                <c:pt idx="11036">
                  <c:v>fiesta motors inc</c:v>
                </c:pt>
                <c:pt idx="11037">
                  <c:v>prestige volkswagen of stamford</c:v>
                </c:pt>
                <c:pt idx="11038">
                  <c:v>ryan motorsport</c:v>
                </c:pt>
                <c:pt idx="11039">
                  <c:v>key used auto sales  inc</c:v>
                </c:pt>
                <c:pt idx="11040">
                  <c:v>r &amp; m auto sales</c:v>
                </c:pt>
                <c:pt idx="11041">
                  <c:v>national exchange</c:v>
                </c:pt>
                <c:pt idx="11042">
                  <c:v>professional financial services/cincinnati</c:v>
                </c:pt>
                <c:pt idx="11043">
                  <c:v>lithia dodge of las cruces</c:v>
                </c:pt>
                <c:pt idx="11044">
                  <c:v>titlemax/nashville tn8</c:v>
                </c:pt>
                <c:pt idx="11045">
                  <c:v>panda motors</c:v>
                </c:pt>
                <c:pt idx="11046">
                  <c:v>williams chevrolet honda kia</c:v>
                </c:pt>
                <c:pt idx="11047">
                  <c:v>north star</c:v>
                </c:pt>
                <c:pt idx="11048">
                  <c:v>total auto sales llc</c:v>
                </c:pt>
                <c:pt idx="11049">
                  <c:v>kline auto world</c:v>
                </c:pt>
                <c:pt idx="11050">
                  <c:v>titlemax/nashville tn1</c:v>
                </c:pt>
                <c:pt idx="11051">
                  <c:v>west coast auto group</c:v>
                </c:pt>
                <c:pt idx="11052">
                  <c:v>walser burnsville mazda</c:v>
                </c:pt>
                <c:pt idx="11053">
                  <c:v>reliance credit union</c:v>
                </c:pt>
                <c:pt idx="11054">
                  <c:v>northeast car connection inc</c:v>
                </c:pt>
                <c:pt idx="11055">
                  <c:v>south cali auto</c:v>
                </c:pt>
                <c:pt idx="11056">
                  <c:v>manheim hawaii</c:v>
                </c:pt>
                <c:pt idx="11057">
                  <c:v>van 2 auto sales inc</c:v>
                </c:pt>
                <c:pt idx="11058">
                  <c:v>preferred auto sales inc</c:v>
                </c:pt>
                <c:pt idx="11059">
                  <c:v>tidewater finance c0</c:v>
                </c:pt>
                <c:pt idx="11060">
                  <c:v>kobigor auto group</c:v>
                </c:pt>
                <c:pt idx="11061">
                  <c:v>a295</c:v>
                </c:pt>
                <c:pt idx="11062">
                  <c:v>faith technologies inc</c:v>
                </c:pt>
                <c:pt idx="11063">
                  <c:v>auto zag inc</c:v>
                </c:pt>
                <c:pt idx="11064">
                  <c:v>gable dodge chrysler jeep inc</c:v>
                </c:pt>
                <c:pt idx="11065">
                  <c:v>corporate fleet management</c:v>
                </c:pt>
                <c:pt idx="11066">
                  <c:v>currie motors chevrolet inc</c:v>
                </c:pt>
                <c:pt idx="11067">
                  <c:v>altra federal credit union</c:v>
                </c:pt>
                <c:pt idx="11068">
                  <c:v>chrysler jeep dodge ram marin</c:v>
                </c:pt>
                <c:pt idx="11069">
                  <c:v>john elway cadillac of park meadows</c:v>
                </c:pt>
                <c:pt idx="11070">
                  <c:v>fiserv/esl fcu</c:v>
                </c:pt>
                <c:pt idx="11071">
                  <c:v>elite imports plus llc</c:v>
                </c:pt>
                <c:pt idx="11072">
                  <c:v>dbit enterprise inc dba holy land ent inc</c:v>
                </c:pt>
                <c:pt idx="11073">
                  <c:v>big mommas auto sales</c:v>
                </c:pt>
                <c:pt idx="11074">
                  <c:v>par autos inc</c:v>
                </c:pt>
                <c:pt idx="11075">
                  <c:v>griffin tire and battery</c:v>
                </c:pt>
                <c:pt idx="11076">
                  <c:v>cottage street motors inc</c:v>
                </c:pt>
                <c:pt idx="11077">
                  <c:v>indiana finance co</c:v>
                </c:pt>
                <c:pt idx="11078">
                  <c:v>bergen auto imports llc</c:v>
                </c:pt>
                <c:pt idx="11079">
                  <c:v>lithia chrysler jeep dodge of eugene</c:v>
                </c:pt>
                <c:pt idx="11080">
                  <c:v>legendary rides llc</c:v>
                </c:pt>
                <c:pt idx="11081">
                  <c:v>reynolds &amp; reynolds</c:v>
                </c:pt>
                <c:pt idx="11082">
                  <c:v>washington area teachers federal credit union</c:v>
                </c:pt>
                <c:pt idx="11083">
                  <c:v>luxury motors</c:v>
                </c:pt>
                <c:pt idx="11084">
                  <c:v>pas finance</c:v>
                </c:pt>
                <c:pt idx="11085">
                  <c:v>superior finance co/oklahoma city</c:v>
                </c:pt>
                <c:pt idx="11086">
                  <c:v>onemain rem/auto loan finders inc</c:v>
                </c:pt>
                <c:pt idx="11087">
                  <c:v>tdaf remarketing / lehighton kia</c:v>
                </c:pt>
                <c:pt idx="11088">
                  <c:v>victory subaru llc</c:v>
                </c:pt>
                <c:pt idx="11089">
                  <c:v>topsfield motor company llc</c:v>
                </c:pt>
                <c:pt idx="11090">
                  <c:v>used auto imports of florida llc</c:v>
                </c:pt>
                <c:pt idx="11091">
                  <c:v>vantastic autos llc</c:v>
                </c:pt>
                <c:pt idx="11092">
                  <c:v>valley hi nissan</c:v>
                </c:pt>
                <c:pt idx="11093">
                  <c:v>repo remarketing/health associates fcu</c:v>
                </c:pt>
                <c:pt idx="11094">
                  <c:v>townsgate capital corporation</c:v>
                </c:pt>
                <c:pt idx="11095">
                  <c:v>metallic auto inc</c:v>
                </c:pt>
                <c:pt idx="11096">
                  <c:v>usps vmf/raleigh</c:v>
                </c:pt>
                <c:pt idx="11097">
                  <c:v>universal acceptance corp</c:v>
                </c:pt>
                <c:pt idx="11098">
                  <c:v>gold financial corporation</c:v>
                </c:pt>
                <c:pt idx="11099">
                  <c:v>engle road auto</c:v>
                </c:pt>
                <c:pt idx="11100">
                  <c:v>james hodge ford inc</c:v>
                </c:pt>
                <c:pt idx="11101">
                  <c:v>first midwest bank</c:v>
                </c:pt>
                <c:pt idx="11102">
                  <c:v>blackmons automotive llc</c:v>
                </c:pt>
                <c:pt idx="11103">
                  <c:v>car now acceptance co/easton</c:v>
                </c:pt>
                <c:pt idx="11104">
                  <c:v>titlemax / lavergne - tn1</c:v>
                </c:pt>
                <c:pt idx="11105">
                  <c:v>st mina auto sales</c:v>
                </c:pt>
                <c:pt idx="11106">
                  <c:v>hawks collision repair center inc</c:v>
                </c:pt>
                <c:pt idx="11107">
                  <c:v>import auto sales llc</c:v>
                </c:pt>
                <c:pt idx="11108">
                  <c:v>auto equity loans</c:v>
                </c:pt>
                <c:pt idx="11109">
                  <c:v>onemain rem/antonios auto sales</c:v>
                </c:pt>
                <c:pt idx="11110">
                  <c:v>northland area fcu</c:v>
                </c:pt>
                <c:pt idx="11111">
                  <c:v>wallet wise wheels inc</c:v>
                </c:pt>
                <c:pt idx="11112">
                  <c:v>vincent west group llc</c:v>
                </c:pt>
                <c:pt idx="11113">
                  <c:v>permian ford lincoln inc</c:v>
                </c:pt>
                <c:pt idx="11114">
                  <c:v>overbys inc</c:v>
                </c:pt>
                <c:pt idx="11115">
                  <c:v>rand auto sales</c:v>
                </c:pt>
                <c:pt idx="11116">
                  <c:v>shults resale center of olean</c:v>
                </c:pt>
                <c:pt idx="11117">
                  <c:v>semersky enterprises inc</c:v>
                </c:pt>
                <c:pt idx="11118">
                  <c:v>modern fleet liquidation</c:v>
                </c:pt>
                <c:pt idx="11119">
                  <c:v>la car</c:v>
                </c:pt>
                <c:pt idx="11120">
                  <c:v>repo remarketing/the golden 1 credit union</c:v>
                </c:pt>
                <c:pt idx="11121">
                  <c:v>lexon motors</c:v>
                </c:pt>
                <c:pt idx="11122">
                  <c:v>wild mile auto sales</c:v>
                </c:pt>
                <c:pt idx="11123">
                  <c:v>koinn general merchandise inc</c:v>
                </c:pt>
                <c:pt idx="11124">
                  <c:v>skillings auto sales inc</c:v>
                </c:pt>
                <c:pt idx="11125">
                  <c:v>pace financial llc</c:v>
                </c:pt>
                <c:pt idx="11126">
                  <c:v>smart choice auto sales inc</c:v>
                </c:pt>
                <c:pt idx="11127">
                  <c:v>onemain rem/budget automart</c:v>
                </c:pt>
                <c:pt idx="11128">
                  <c:v>uluxx auto sales llc</c:v>
                </c:pt>
                <c:pt idx="11129">
                  <c:v>primeritus remarketing/virginia finance group ll</c:v>
                </c:pt>
                <c:pt idx="11130">
                  <c:v>l &amp; l sales of mexia llc</c:v>
                </c:pt>
                <c:pt idx="11131">
                  <c:v>pacoima motors # 2</c:v>
                </c:pt>
                <c:pt idx="11132">
                  <c:v>subaru of beechmont inc</c:v>
                </c:pt>
                <c:pt idx="11133">
                  <c:v>paradise auto brokers inc</c:v>
                </c:pt>
                <c:pt idx="11134">
                  <c:v>emkay caribbean leasing corporation</c:v>
                </c:pt>
                <c:pt idx="11135">
                  <c:v>deals for less automotive llc</c:v>
                </c:pt>
                <c:pt idx="11136">
                  <c:v>autos unlimited inc</c:v>
                </c:pt>
                <c:pt idx="11137">
                  <c:v>all cars llc</c:v>
                </c:pt>
                <c:pt idx="11138">
                  <c:v>gateway auto sales</c:v>
                </c:pt>
                <c:pt idx="11139">
                  <c:v>first stop auto brokers llc</c:v>
                </c:pt>
                <c:pt idx="11140">
                  <c:v>jenkins nissan of brunswick</c:v>
                </c:pt>
                <c:pt idx="11141">
                  <c:v>georgia dealers insurance co</c:v>
                </c:pt>
                <c:pt idx="11142">
                  <c:v>independent finance co inc</c:v>
                </c:pt>
                <c:pt idx="11143">
                  <c:v>herndon chevrolet inc</c:v>
                </c:pt>
                <c:pt idx="11144">
                  <c:v>cmd motors</c:v>
                </c:pt>
                <c:pt idx="11145">
                  <c:v>cyrus auto sales llc</c:v>
                </c:pt>
                <c:pt idx="11146">
                  <c:v>b &amp; w auto sales inc</c:v>
                </c:pt>
                <c:pt idx="11147">
                  <c:v>buhler chrys plymouth jeep</c:v>
                </c:pt>
                <c:pt idx="11148">
                  <c:v>car cafe llc</c:v>
                </c:pt>
                <c:pt idx="11149">
                  <c:v>a &amp; r motors</c:v>
                </c:pt>
                <c:pt idx="11150">
                  <c:v>ideal auto sales inc of decatur</c:v>
                </c:pt>
                <c:pt idx="11151">
                  <c:v>cornerstone credit union</c:v>
                </c:pt>
                <c:pt idx="11152">
                  <c:v>coosa pines fcu</c:v>
                </c:pt>
                <c:pt idx="11153">
                  <c:v>baldwin motors inc</c:v>
                </c:pt>
                <c:pt idx="11154">
                  <c:v>honda trading america</c:v>
                </c:pt>
                <c:pt idx="11155">
                  <c:v>brett spaulding sales llc</c:v>
                </c:pt>
                <c:pt idx="11156">
                  <c:v>first nebraska educators credit union</c:v>
                </c:pt>
                <c:pt idx="11157">
                  <c:v>cool green preowned auto sales llc</c:v>
                </c:pt>
                <c:pt idx="11158">
                  <c:v>auto boutique chicago inc</c:v>
                </c:pt>
                <c:pt idx="11159">
                  <c:v>cueter chrysler jeep dodge llc</c:v>
                </c:pt>
                <c:pt idx="11160">
                  <c:v>elegant auto sales</c:v>
                </c:pt>
                <c:pt idx="11161">
                  <c:v>redstone fcu</c:v>
                </c:pt>
                <c:pt idx="11162">
                  <c:v>valley auto connection llc</c:v>
                </c:pt>
                <c:pt idx="11163">
                  <c:v>l &amp; j auto brokers llc</c:v>
                </c:pt>
                <c:pt idx="11164">
                  <c:v>repo remarketing/iq credit union</c:v>
                </c:pt>
                <c:pt idx="11165">
                  <c:v>premier asset management inc</c:v>
                </c:pt>
                <c:pt idx="11166">
                  <c:v>northtown hyundai subaru</c:v>
                </c:pt>
                <c:pt idx="11167">
                  <c:v>thornton road kia</c:v>
                </c:pt>
                <c:pt idx="11168">
                  <c:v>life credit union</c:v>
                </c:pt>
                <c:pt idx="11169">
                  <c:v>repo remarketing / educational employees fcu</c:v>
                </c:pt>
                <c:pt idx="11170">
                  <c:v>lendmark financial services/cumming</c:v>
                </c:pt>
                <c:pt idx="11171">
                  <c:v>tiverton motor sales  inc.</c:v>
                </c:pt>
                <c:pt idx="11172">
                  <c:v>morries cadillac</c:v>
                </c:pt>
                <c:pt idx="11173">
                  <c:v>fleet dodge</c:v>
                </c:pt>
                <c:pt idx="11174">
                  <c:v>citadel fcu</c:v>
                </c:pt>
                <c:pt idx="11175">
                  <c:v>brock coleman</c:v>
                </c:pt>
                <c:pt idx="11176">
                  <c:v>cyber garage</c:v>
                </c:pt>
                <c:pt idx="11177">
                  <c:v>acura columbus</c:v>
                </c:pt>
                <c:pt idx="11178">
                  <c:v>j &amp; c auto sales inc</c:v>
                </c:pt>
                <c:pt idx="11179">
                  <c:v>ett auto sales llc</c:v>
                </c:pt>
                <c:pt idx="11180">
                  <c:v>central auto credit inc</c:v>
                </c:pt>
                <c:pt idx="11181">
                  <c:v>classique companies</c:v>
                </c:pt>
                <c:pt idx="11182">
                  <c:v>car now acceptance co/winchester</c:v>
                </c:pt>
                <c:pt idx="11183">
                  <c:v>karls chevrolet inc</c:v>
                </c:pt>
                <c:pt idx="11184">
                  <c:v>ceylon auto traders inc</c:v>
                </c:pt>
                <c:pt idx="11185">
                  <c:v>3lm motorsports inc</c:v>
                </c:pt>
                <c:pt idx="11186">
                  <c:v>bell &amp; bell buick gmc trucks</c:v>
                </c:pt>
                <c:pt idx="11187">
                  <c:v>sindic motors llc</c:v>
                </c:pt>
                <c:pt idx="11188">
                  <c:v>quality cars</c:v>
                </c:pt>
                <c:pt idx="11189">
                  <c:v>candor inc</c:v>
                </c:pt>
                <c:pt idx="11190">
                  <c:v>bmg auto</c:v>
                </c:pt>
                <c:pt idx="11191">
                  <c:v>enzo motors inc</c:v>
                </c:pt>
                <c:pt idx="11192">
                  <c:v>mph2 funding</c:v>
                </c:pt>
                <c:pt idx="11193">
                  <c:v>mccarthy blue springs nissan inc</c:v>
                </c:pt>
                <c:pt idx="11194">
                  <c:v>tdaf remarketing/best car sale co inc</c:v>
                </c:pt>
                <c:pt idx="11195">
                  <c:v>lenders assistance corp/auction advantage group</c:v>
                </c:pt>
                <c:pt idx="11196">
                  <c:v>repo remarketing / educational employees cu</c:v>
                </c:pt>
                <c:pt idx="11197">
                  <c:v>momentum audi</c:v>
                </c:pt>
                <c:pt idx="11198">
                  <c:v>rt motorsports</c:v>
                </c:pt>
                <c:pt idx="11199">
                  <c:v>rightway automotive credit</c:v>
                </c:pt>
                <c:pt idx="11200">
                  <c:v>metro auto exchange inc</c:v>
                </c:pt>
                <c:pt idx="11201">
                  <c:v>me auto llc</c:v>
                </c:pt>
                <c:pt idx="11202">
                  <c:v>the car firm llc</c:v>
                </c:pt>
                <c:pt idx="11203">
                  <c:v>phil long ford raton llc</c:v>
                </c:pt>
                <c:pt idx="11204">
                  <c:v>kia store east</c:v>
                </c:pt>
                <c:pt idx="11205">
                  <c:v>international imports</c:v>
                </c:pt>
                <c:pt idx="11206">
                  <c:v>distinctive auto brokers inc</c:v>
                </c:pt>
                <c:pt idx="11207">
                  <c:v>jims auto sales inc</c:v>
                </c:pt>
                <c:pt idx="11208">
                  <c:v>autotrends north inc</c:v>
                </c:pt>
                <c:pt idx="11209">
                  <c:v>brazusa auto store  inc</c:v>
                </c:pt>
                <c:pt idx="11210">
                  <c:v>family savings fcu</c:v>
                </c:pt>
                <c:pt idx="11211">
                  <c:v>fiserv/cfcu community cu</c:v>
                </c:pt>
                <c:pt idx="11212">
                  <c:v>oc motorcars</c:v>
                </c:pt>
                <c:pt idx="11213">
                  <c:v>park national bank</c:v>
                </c:pt>
                <c:pt idx="11214">
                  <c:v>ottawa rv llc</c:v>
                </c:pt>
                <c:pt idx="11215">
                  <c:v>nica motors inc</c:v>
                </c:pt>
                <c:pt idx="11216">
                  <c:v>professional financial services/greenville</c:v>
                </c:pt>
                <c:pt idx="11217">
                  <c:v>patriots fcu</c:v>
                </c:pt>
                <c:pt idx="11218">
                  <c:v>remarketing by ge/east town auto sales</c:v>
                </c:pt>
                <c:pt idx="11219">
                  <c:v>scotts auto wholesale llc</c:v>
                </c:pt>
                <c:pt idx="11220">
                  <c:v>primeritus remarketing/sas</c:v>
                </c:pt>
                <c:pt idx="11221">
                  <c:v>rpm auto sales and service</c:v>
                </c:pt>
                <c:pt idx="11222">
                  <c:v>village motorcars inc</c:v>
                </c:pt>
                <c:pt idx="11223">
                  <c:v>the caldwell leasing</c:v>
                </c:pt>
                <c:pt idx="11224">
                  <c:v>repo remarketing/harris county fcu</c:v>
                </c:pt>
                <c:pt idx="11225">
                  <c:v>silver landing financial llc</c:v>
                </c:pt>
                <c:pt idx="11226">
                  <c:v>falcon auto sale</c:v>
                </c:pt>
                <c:pt idx="11227">
                  <c:v>automax kc llc</c:v>
                </c:pt>
                <c:pt idx="11228">
                  <c:v>gl financial</c:v>
                </c:pt>
                <c:pt idx="11229">
                  <c:v>first missouri credit union</c:v>
                </c:pt>
                <c:pt idx="11230">
                  <c:v>ibew plus credit union</c:v>
                </c:pt>
                <c:pt idx="11231">
                  <c:v>bryons auto body</c:v>
                </c:pt>
                <c:pt idx="11232">
                  <c:v>autofinderz direct llc</c:v>
                </c:pt>
                <c:pt idx="11233">
                  <c:v>autonation ford panama city</c:v>
                </c:pt>
                <c:pt idx="11234">
                  <c:v>auto &amp; truck direct</c:v>
                </c:pt>
                <c:pt idx="11235">
                  <c:v>selma mazda</c:v>
                </c:pt>
                <c:pt idx="11236">
                  <c:v>south motors group inc</c:v>
                </c:pt>
                <c:pt idx="11237">
                  <c:v>yates brothers motor company inc</c:v>
                </c:pt>
                <c:pt idx="11238">
                  <c:v>nationwide west llc</c:v>
                </c:pt>
                <c:pt idx="11239">
                  <c:v>select auto group</c:v>
                </c:pt>
                <c:pt idx="11240">
                  <c:v>liquidations de camions brodo</c:v>
                </c:pt>
                <c:pt idx="11241">
                  <c:v>volvo car finance na</c:v>
                </c:pt>
                <c:pt idx="11242">
                  <c:v>larry h miller ford lincoln mercury-sandy</c:v>
                </c:pt>
                <c:pt idx="11243">
                  <c:v>midwest automotive marketing inc</c:v>
                </c:pt>
                <c:pt idx="11244">
                  <c:v>robert h herzog fleet services</c:v>
                </c:pt>
                <c:pt idx="11245">
                  <c:v>take a car auto sale llc</c:v>
                </c:pt>
                <c:pt idx="11246">
                  <c:v>kings toyota</c:v>
                </c:pt>
                <c:pt idx="11247">
                  <c:v>southern iowa wholesale inc</c:v>
                </c:pt>
                <c:pt idx="11248">
                  <c:v>3 line motors llc</c:v>
                </c:pt>
                <c:pt idx="11249">
                  <c:v>autosport honda</c:v>
                </c:pt>
                <c:pt idx="11250">
                  <c:v>canadian auto credit approval centre</c:v>
                </c:pt>
                <c:pt idx="11251">
                  <c:v>ever shine auto detailing</c:v>
                </c:pt>
                <c:pt idx="11252">
                  <c:v>creative leasing and funding company</c:v>
                </c:pt>
                <c:pt idx="11253">
                  <c:v>dallas fcu</c:v>
                </c:pt>
                <c:pt idx="11254">
                  <c:v>jupiter auto exchange inc</c:v>
                </c:pt>
                <c:pt idx="11255">
                  <c:v>a &amp; r auto sale inc</c:v>
                </c:pt>
                <c:pt idx="11256">
                  <c:v>auto sales express inc</c:v>
                </c:pt>
                <c:pt idx="11257">
                  <c:v>event motoring</c:v>
                </c:pt>
                <c:pt idx="11258">
                  <c:v>1995 first avenue station</c:v>
                </c:pt>
                <c:pt idx="11259">
                  <c:v>comerica bank</c:v>
                </c:pt>
                <c:pt idx="11260">
                  <c:v>crown metal packaging canada lp</c:v>
                </c:pt>
                <c:pt idx="11261">
                  <c:v>geediok international ltd</c:v>
                </c:pt>
                <c:pt idx="11262">
                  <c:v>titlemax / murfreesboro tn2</c:v>
                </c:pt>
                <c:pt idx="11263">
                  <c:v>braunz automotive group</c:v>
                </c:pt>
                <c:pt idx="11264">
                  <c:v>boucher hyundai of waukesha</c:v>
                </c:pt>
                <c:pt idx="11265">
                  <c:v>procar</c:v>
                </c:pt>
                <c:pt idx="11266">
                  <c:v>mat's auto sales</c:v>
                </c:pt>
                <c:pt idx="11267">
                  <c:v>winn santa maria hyundai</c:v>
                </c:pt>
                <c:pt idx="11268">
                  <c:v>smithburg automotive inc</c:v>
                </c:pt>
                <c:pt idx="11269">
                  <c:v>planet mitsubishi-suzuki</c:v>
                </c:pt>
                <c:pt idx="11270">
                  <c:v>lindsay acura</c:v>
                </c:pt>
                <c:pt idx="11271">
                  <c:v>state street cars &amp; trucks</c:v>
                </c:pt>
                <c:pt idx="11272">
                  <c:v>wide world inc</c:v>
                </c:pt>
                <c:pt idx="11273">
                  <c:v>rcb bank</c:v>
                </c:pt>
                <c:pt idx="11274">
                  <c:v>the rite car llc</c:v>
                </c:pt>
                <c:pt idx="11275">
                  <c:v>pacific horizon credit union</c:v>
                </c:pt>
                <c:pt idx="11276">
                  <c:v>midlands auto sales of columbia llc</c:v>
                </c:pt>
                <c:pt idx="11277">
                  <c:v>onemain rem/cars for less</c:v>
                </c:pt>
                <c:pt idx="11278">
                  <c:v>scott credit union</c:v>
                </c:pt>
                <c:pt idx="11279">
                  <c:v>maine auto credit</c:v>
                </c:pt>
                <c:pt idx="11280">
                  <c:v>sd mission auto sales inc</c:v>
                </c:pt>
                <c:pt idx="11281">
                  <c:v>onemain rem/lb auto trading llc</c:v>
                </c:pt>
                <c:pt idx="11282">
                  <c:v>titlemax/woodbridge va2</c:v>
                </c:pt>
                <c:pt idx="11283">
                  <c:v>columbus preowned auto sales llc</c:v>
                </c:pt>
                <c:pt idx="11284">
                  <c:v>chase bank of texas</c:v>
                </c:pt>
                <c:pt idx="11285">
                  <c:v>b &amp; k used cars</c:v>
                </c:pt>
                <c:pt idx="11286">
                  <c:v>de bour motors</c:v>
                </c:pt>
                <c:pt idx="11287">
                  <c:v>da auto repairs t corp</c:v>
                </c:pt>
                <c:pt idx="11288">
                  <c:v>auto plaza ford inc</c:v>
                </c:pt>
                <c:pt idx="11289">
                  <c:v>dollar bill auto sales inc</c:v>
                </c:pt>
                <c:pt idx="11290">
                  <c:v>acar auto rental</c:v>
                </c:pt>
                <c:pt idx="11291">
                  <c:v>global trading used cars llc</c:v>
                </c:pt>
                <c:pt idx="11292">
                  <c:v>airport car sales</c:v>
                </c:pt>
                <c:pt idx="11293">
                  <c:v>azure autos</c:v>
                </c:pt>
                <c:pt idx="11294">
                  <c:v>all auto financial</c:v>
                </c:pt>
                <c:pt idx="11295">
                  <c:v>automart cars &amp; trucks</c:v>
                </c:pt>
                <c:pt idx="11296">
                  <c:v>clear remarketing</c:v>
                </c:pt>
                <c:pt idx="11297">
                  <c:v>autoland inc</c:v>
                </c:pt>
                <c:pt idx="11298">
                  <c:v>auto spa automotive sales inc</c:v>
                </c:pt>
                <c:pt idx="11299">
                  <c:v>federal financial services inc/stockbridge</c:v>
                </c:pt>
                <c:pt idx="11300">
                  <c:v>appalachian tire &amp; auto service center</c:v>
                </c:pt>
                <c:pt idx="11301">
                  <c:v>titlemax/dallas 27</c:v>
                </c:pt>
                <c:pt idx="11302">
                  <c:v>fnc towing &amp; snowplowing in</c:v>
                </c:pt>
                <c:pt idx="11303">
                  <c:v>mazda of escondido</c:v>
                </c:pt>
                <c:pt idx="11304">
                  <c:v>las vegas car connection</c:v>
                </c:pt>
                <c:pt idx="11305">
                  <c:v>truce auto llc</c:v>
                </c:pt>
                <c:pt idx="11306">
                  <c:v>onemain rem/k&amp;m motors</c:v>
                </c:pt>
                <c:pt idx="11307">
                  <c:v>rocket car company</c:v>
                </c:pt>
                <c:pt idx="11308">
                  <c:v>onemain rem/facildeal auto center</c:v>
                </c:pt>
                <c:pt idx="11309">
                  <c:v>repo remarketing/sac fcu</c:v>
                </c:pt>
                <c:pt idx="11310">
                  <c:v>coastal car sales</c:v>
                </c:pt>
                <c:pt idx="11311">
                  <c:v>clackamas fcu</c:v>
                </c:pt>
                <c:pt idx="11312">
                  <c:v>golden gate auto wholesale inc</c:v>
                </c:pt>
                <c:pt idx="11313">
                  <c:v>dave gill pontiac gmc truck inc</c:v>
                </c:pt>
                <c:pt idx="11314">
                  <c:v>gravity auto atlanta</c:v>
                </c:pt>
                <c:pt idx="11315">
                  <c:v>dutrac community credit union</c:v>
                </c:pt>
                <c:pt idx="11316">
                  <c:v>american finance</c:v>
                </c:pt>
                <c:pt idx="11317">
                  <c:v>coast auto group inc</c:v>
                </c:pt>
                <c:pt idx="11318">
                  <c:v>din motors llc</c:v>
                </c:pt>
                <c:pt idx="11319">
                  <c:v>buy your ride</c:v>
                </c:pt>
                <c:pt idx="11320">
                  <c:v>hemet hills auto sales</c:v>
                </c:pt>
                <c:pt idx="11321">
                  <c:v>beach ford linc inc</c:v>
                </c:pt>
                <c:pt idx="11322">
                  <c:v>high speed auto</c:v>
                </c:pt>
                <c:pt idx="11323">
                  <c:v>auto credit of miami</c:v>
                </c:pt>
                <c:pt idx="11324">
                  <c:v>o'donnell honda</c:v>
                </c:pt>
                <c:pt idx="11325">
                  <c:v>voyage auto sales inc</c:v>
                </c:pt>
                <c:pt idx="11326">
                  <c:v>white chrysler jeep dodge llc</c:v>
                </c:pt>
                <c:pt idx="11327">
                  <c:v>scott county sheriff's office</c:v>
                </c:pt>
                <c:pt idx="11328">
                  <c:v>stephens automotive repair &amp; custom shop</c:v>
                </c:pt>
                <c:pt idx="11329">
                  <c:v>pittsboro ford inc</c:v>
                </c:pt>
                <c:pt idx="11330">
                  <c:v>lease liquidations com</c:v>
                </c:pt>
                <c:pt idx="11331">
                  <c:v>vista motors</c:v>
                </c:pt>
                <c:pt idx="11332">
                  <c:v>titlemax/fort worth tx5</c:v>
                </c:pt>
                <c:pt idx="11333">
                  <c:v>primeritus remarketing/nexus motor trade</c:v>
                </c:pt>
                <c:pt idx="11334">
                  <c:v>mr bill motor company ltd</c:v>
                </c:pt>
                <c:pt idx="11335">
                  <c:v>magic auto center of reseda</c:v>
                </c:pt>
                <c:pt idx="11336">
                  <c:v>steet ponte volkswagen</c:v>
                </c:pt>
                <c:pt idx="11337">
                  <c:v>morgan motor co</c:v>
                </c:pt>
                <c:pt idx="11338">
                  <c:v>las torres auto sales inc</c:v>
                </c:pt>
                <c:pt idx="11339">
                  <c:v>les automobiles julien inc</c:v>
                </c:pt>
                <c:pt idx="11340">
                  <c:v>suburban auto sls &amp; lsg in</c:v>
                </c:pt>
                <c:pt idx="11341">
                  <c:v>ohio state university</c:v>
                </c:pt>
                <c:pt idx="11342">
                  <c:v>repo remarketing/pinal county fcu</c:v>
                </c:pt>
                <c:pt idx="11343">
                  <c:v>faucett motors of boaz inc</c:v>
                </c:pt>
                <c:pt idx="11344">
                  <c:v>chapman motor company</c:v>
                </c:pt>
                <c:pt idx="11345">
                  <c:v>carolina country auto sales llc</c:v>
                </c:pt>
                <c:pt idx="11346">
                  <c:v>el camino auto sales</c:v>
                </c:pt>
                <c:pt idx="11347">
                  <c:v>denton auto finance</c:v>
                </c:pt>
                <c:pt idx="11348">
                  <c:v>fairmont fcu</c:v>
                </c:pt>
                <c:pt idx="11349">
                  <c:v>clark county credit union</c:v>
                </c:pt>
                <c:pt idx="11350">
                  <c:v>ritchey cadillac</c:v>
                </c:pt>
                <c:pt idx="11351">
                  <c:v>titlemax/san antonio tx23</c:v>
                </c:pt>
                <c:pt idx="11352">
                  <c:v>titlemax/las vegas nv19</c:v>
                </c:pt>
                <c:pt idx="11353">
                  <c:v>red line motors ca ltd</c:v>
                </c:pt>
                <c:pt idx="11354">
                  <c:v>ravenswood federal credit union</c:v>
                </c:pt>
                <c:pt idx="11355">
                  <c:v>a &amp; j auto sales &amp; leasing inc</c:v>
                </c:pt>
                <c:pt idx="11356">
                  <c:v>bayshore automotive brokers</c:v>
                </c:pt>
                <c:pt idx="11357">
                  <c:v>habitat for humanity</c:v>
                </c:pt>
                <c:pt idx="11358">
                  <c:v>superior auto sales</c:v>
                </c:pt>
                <c:pt idx="11359">
                  <c:v>sharon credit union</c:v>
                </c:pt>
                <c:pt idx="11360">
                  <c:v>mid city nissan inc</c:v>
                </c:pt>
                <c:pt idx="11361">
                  <c:v>systems &amp; services technologies</c:v>
                </c:pt>
                <c:pt idx="11362">
                  <c:v>steve marsh ford  inc.</c:v>
                </c:pt>
                <c:pt idx="11363">
                  <c:v>wholesale auto inc</c:v>
                </c:pt>
                <c:pt idx="11364">
                  <c:v>special interest cars</c:v>
                </c:pt>
                <c:pt idx="11365">
                  <c:v>mission car co</c:v>
                </c:pt>
                <c:pt idx="11366">
                  <c:v>lendmark financial services/rocky mount</c:v>
                </c:pt>
                <c:pt idx="11367">
                  <c:v>jon hall chevrolet inc</c:v>
                </c:pt>
                <c:pt idx="11368">
                  <c:v>destiny motors</c:v>
                </c:pt>
                <c:pt idx="11369">
                  <c:v>imran auto group llc</c:v>
                </c:pt>
                <c:pt idx="11370">
                  <c:v>hillside motors</c:v>
                </c:pt>
                <c:pt idx="11371">
                  <c:v>jjs auto sales llc</c:v>
                </c:pt>
                <c:pt idx="11372">
                  <c:v>city of maryland heights</c:v>
                </c:pt>
                <c:pt idx="11373">
                  <c:v>farmers national bank</c:v>
                </c:pt>
                <c:pt idx="11374">
                  <c:v>burnyzz llc</c:v>
                </c:pt>
                <c:pt idx="11375">
                  <c:v>interstate motors inc</c:v>
                </c:pt>
                <c:pt idx="11376">
                  <c:v>automax of america llc</c:v>
                </c:pt>
                <c:pt idx="11377">
                  <c:v>c &amp; c automotive</c:v>
                </c:pt>
                <c:pt idx="11378">
                  <c:v>elwood auto sales</c:v>
                </c:pt>
                <c:pt idx="11379">
                  <c:v>champion transit inc</c:v>
                </c:pt>
                <c:pt idx="11380">
                  <c:v>otis auto sales</c:v>
                </c:pt>
                <c:pt idx="11381">
                  <c:v>mary liz auto sales</c:v>
                </c:pt>
                <c:pt idx="11382">
                  <c:v>j d byrider</c:v>
                </c:pt>
                <c:pt idx="11383">
                  <c:v>lee county sheriff dept</c:v>
                </c:pt>
                <c:pt idx="11384">
                  <c:v>remarketing by ge/okaloosa county teachers fcu</c:v>
                </c:pt>
                <c:pt idx="11385">
                  <c:v>valley hi kia</c:v>
                </c:pt>
                <c:pt idx="11386">
                  <c:v>pointe auto</c:v>
                </c:pt>
                <c:pt idx="11387">
                  <c:v>shenandoah motors inc</c:v>
                </c:pt>
                <c:pt idx="11388">
                  <c:v>skyline motors of raleigh inc</c:v>
                </c:pt>
                <c:pt idx="11389">
                  <c:v>sammys used cars</c:v>
                </c:pt>
                <c:pt idx="11390">
                  <c:v>nissan of stockton kia of stockton</c:v>
                </c:pt>
                <c:pt idx="11391">
                  <c:v>abs &amp;s group auto broker</c:v>
                </c:pt>
                <c:pt idx="11392">
                  <c:v>auto money title loans</c:v>
                </c:pt>
                <c:pt idx="11393">
                  <c:v>auto world financial</c:v>
                </c:pt>
                <c:pt idx="11394">
                  <c:v>centerone/jm associates fcu</c:v>
                </c:pt>
                <c:pt idx="11395">
                  <c:v>hevener's cars &amp; trucks</c:v>
                </c:pt>
                <c:pt idx="11396">
                  <c:v>bob stall chevrolet</c:v>
                </c:pt>
                <c:pt idx="11397">
                  <c:v>dreamcarsource.com llc</c:v>
                </c:pt>
                <c:pt idx="11398">
                  <c:v>citizens finance/peoria</c:v>
                </c:pt>
                <c:pt idx="11399">
                  <c:v>first class autos inc</c:v>
                </c:pt>
                <c:pt idx="11400">
                  <c:v>budget city auto sales llc</c:v>
                </c:pt>
                <c:pt idx="11401">
                  <c:v>banco santander de pr</c:v>
                </c:pt>
                <c:pt idx="11402">
                  <c:v>campus auto retail service</c:v>
                </c:pt>
                <c:pt idx="11403">
                  <c:v>clark's sunshine automotive llc</c:v>
                </c:pt>
                <c:pt idx="11404">
                  <c:v>exclusive motor cars inc</c:v>
                </c:pt>
                <c:pt idx="11405">
                  <c:v>shortline automotive inc</c:v>
                </c:pt>
                <c:pt idx="11406">
                  <c:v>united auto acceptance</c:v>
                </c:pt>
                <c:pt idx="11407">
                  <c:v>gulfgate dodge chrysler jeep inc</c:v>
                </c:pt>
                <c:pt idx="11408">
                  <c:v>integrity motors</c:v>
                </c:pt>
                <c:pt idx="11409">
                  <c:v>adam car sales inc</c:v>
                </c:pt>
                <c:pt idx="11410">
                  <c:v>commerce bank na</c:v>
                </c:pt>
                <c:pt idx="11411">
                  <c:v>w d smith car co</c:v>
                </c:pt>
                <c:pt idx="11412">
                  <c:v>ride now motors</c:v>
                </c:pt>
                <c:pt idx="11413">
                  <c:v>primeritus remarketing/metro health servi</c:v>
                </c:pt>
                <c:pt idx="11414">
                  <c:v>pacific coast benz</c:v>
                </c:pt>
                <c:pt idx="11415">
                  <c:v>pritchard auto company incorporated</c:v>
                </c:pt>
                <c:pt idx="11416">
                  <c:v>vande hey brantmeier chevrolet buick inc</c:v>
                </c:pt>
                <c:pt idx="11417">
                  <c:v>usa one</c:v>
                </c:pt>
                <c:pt idx="11418">
                  <c:v>vinna auto sales &amp; serv inc</c:v>
                </c:pt>
                <c:pt idx="11419">
                  <c:v>quazar auto sales inc</c:v>
                </c:pt>
                <c:pt idx="11420">
                  <c:v>quality discount auto brokers llc</c:v>
                </c:pt>
                <c:pt idx="11421">
                  <c:v>la auto star inc</c:v>
                </c:pt>
                <c:pt idx="11422">
                  <c:v>poulos young automotive</c:v>
                </c:pt>
                <c:pt idx="11423">
                  <c:v>lotus auto sales</c:v>
                </c:pt>
                <c:pt idx="11424">
                  <c:v>whitfields auto yard llc</c:v>
                </c:pt>
                <c:pt idx="11425">
                  <c:v>vip autos</c:v>
                </c:pt>
                <c:pt idx="11426">
                  <c:v>metrosport motorcars inc</c:v>
                </c:pt>
                <c:pt idx="11427">
                  <c:v>southeast financial credit union</c:v>
                </c:pt>
                <c:pt idx="11428">
                  <c:v>rockwall chrysler jeep</c:v>
                </c:pt>
                <c:pt idx="11429">
                  <c:v>lake michigan leasing</c:v>
                </c:pt>
                <c:pt idx="11430">
                  <c:v>kia of lynchburg</c:v>
                </c:pt>
                <c:pt idx="11431">
                  <c:v>southern car connection</c:v>
                </c:pt>
                <c:pt idx="11432">
                  <c:v>windward cars</c:v>
                </c:pt>
                <c:pt idx="11433">
                  <c:v>smart brands auto group inc</c:v>
                </c:pt>
                <c:pt idx="11434">
                  <c:v>ouachita valley federal credit union</c:v>
                </c:pt>
                <c:pt idx="11435">
                  <c:v>cumberland auto group llc</c:v>
                </c:pt>
                <c:pt idx="11436">
                  <c:v>ideal wheels motor car co llc</c:v>
                </c:pt>
                <c:pt idx="11437">
                  <c:v>discovery imports</c:v>
                </c:pt>
                <c:pt idx="11438">
                  <c:v>affordable transmission repair inc</c:v>
                </c:pt>
                <c:pt idx="11439">
                  <c:v>cape fear cars llc</c:v>
                </c:pt>
                <c:pt idx="11440">
                  <c:v>aasl holding</c:v>
                </c:pt>
                <c:pt idx="11441">
                  <c:v>e &amp; k's auto sales llc</c:v>
                </c:pt>
                <c:pt idx="11442">
                  <c:v>abc loan co of martinez llc</c:v>
                </c:pt>
                <c:pt idx="11443">
                  <c:v>central federal automotive corp</c:v>
                </c:pt>
                <c:pt idx="11444">
                  <c:v>corona auto mix</c:v>
                </c:pt>
                <c:pt idx="11445">
                  <c:v>keffer hyundai</c:v>
                </c:pt>
                <c:pt idx="11446">
                  <c:v>auto access</c:v>
                </c:pt>
                <c:pt idx="11447">
                  <c:v>gearhead auto repair inc</c:v>
                </c:pt>
                <c:pt idx="11448">
                  <c:v>farmers financial services</c:v>
                </c:pt>
                <c:pt idx="11449">
                  <c:v>heyer automotive</c:v>
                </c:pt>
                <c:pt idx="11450">
                  <c:v>car buyers llc</c:v>
                </c:pt>
                <c:pt idx="11451">
                  <c:v>five star nissan of albany</c:v>
                </c:pt>
                <c:pt idx="11452">
                  <c:v>avis ford inc</c:v>
                </c:pt>
                <c:pt idx="11453">
                  <c:v>auto fair inc</c:v>
                </c:pt>
                <c:pt idx="11454">
                  <c:v>florida financial corporation and leasing inc</c:v>
                </c:pt>
                <c:pt idx="11455">
                  <c:v>titlebucks/lebanon tn1</c:v>
                </c:pt>
                <c:pt idx="11456">
                  <c:v>city of racine</c:v>
                </c:pt>
                <c:pt idx="11457">
                  <c:v>m &amp; n financing</c:v>
                </c:pt>
                <c:pt idx="11458">
                  <c:v>main street auto sales</c:v>
                </c:pt>
                <c:pt idx="11459">
                  <c:v>remarketing by ge/healthcare comm credit union</c:v>
                </c:pt>
                <c:pt idx="11460">
                  <c:v>mcmar auto brokerz</c:v>
                </c:pt>
                <c:pt idx="11461">
                  <c:v>prime auto finance</c:v>
                </c:pt>
                <c:pt idx="11462">
                  <c:v>onemain rem/tovi motors</c:v>
                </c:pt>
                <c:pt idx="11463">
                  <c:v>the car company llc</c:v>
                </c:pt>
                <c:pt idx="11464">
                  <c:v>meyers motors</c:v>
                </c:pt>
                <c:pt idx="11465">
                  <c:v>professional financial services/richmond</c:v>
                </c:pt>
                <c:pt idx="11466">
                  <c:v>quiles auto sales</c:v>
                </c:pt>
                <c:pt idx="11467">
                  <c:v>titlemax/san antonio tx9</c:v>
                </c:pt>
                <c:pt idx="11468">
                  <c:v>team automotive</c:v>
                </c:pt>
                <c:pt idx="11469">
                  <c:v>zonemotors.com inc</c:v>
                </c:pt>
                <c:pt idx="11470">
                  <c:v>cfs of chicago</c:v>
                </c:pt>
                <c:pt idx="11471">
                  <c:v>abc autos inc</c:v>
                </c:pt>
                <c:pt idx="11472">
                  <c:v>credit union auto brokers inc</c:v>
                </c:pt>
                <c:pt idx="11473">
                  <c:v>amco llc</c:v>
                </c:pt>
                <c:pt idx="11474">
                  <c:v>auto group of san antonio ltd</c:v>
                </c:pt>
                <c:pt idx="11475">
                  <c:v>holla brothers motors llc</c:v>
                </c:pt>
                <c:pt idx="11476">
                  <c:v>frontier community credit union</c:v>
                </c:pt>
                <c:pt idx="11477">
                  <c:v>bloomington acura</c:v>
                </c:pt>
                <c:pt idx="11478">
                  <c:v>crossflag cars</c:v>
                </c:pt>
                <c:pt idx="11479">
                  <c:v>central group inc</c:v>
                </c:pt>
                <c:pt idx="11480">
                  <c:v>titlemax/fort worth tx2</c:v>
                </c:pt>
                <c:pt idx="11481">
                  <c:v>minnesota auto wholesalers inc</c:v>
                </c:pt>
                <c:pt idx="11482">
                  <c:v>chapman auto center llc</c:v>
                </c:pt>
                <c:pt idx="11483">
                  <c:v>boucher volkswagen</c:v>
                </c:pt>
                <c:pt idx="11484">
                  <c:v>pra location services</c:v>
                </c:pt>
                <c:pt idx="11485">
                  <c:v>valmot</c:v>
                </c:pt>
                <c:pt idx="11486">
                  <c:v>titlemax/lewisville tx2</c:v>
                </c:pt>
                <c:pt idx="11487">
                  <c:v>same day auto finance llc</c:v>
                </c:pt>
                <c:pt idx="11488">
                  <c:v>nationwide auto source</c:v>
                </c:pt>
                <c:pt idx="11489">
                  <c:v>onemain rem/valley automotive ii</c:v>
                </c:pt>
                <c:pt idx="11490">
                  <c:v>vip auto match corp</c:v>
                </c:pt>
                <c:pt idx="11491">
                  <c:v>suburban cadillac of plymouth</c:v>
                </c:pt>
                <c:pt idx="11492">
                  <c:v>toronto quality autozone wholsellers</c:v>
                </c:pt>
                <c:pt idx="11493">
                  <c:v>westside credit</c:v>
                </c:pt>
                <c:pt idx="11494">
                  <c:v>repo remarketing / community first credit union</c:v>
                </c:pt>
                <c:pt idx="11495">
                  <c:v>land autos</c:v>
                </c:pt>
                <c:pt idx="11496">
                  <c:v>new horizon community credit union</c:v>
                </c:pt>
                <c:pt idx="11497">
                  <c:v>atlanta best auto collection llc</c:v>
                </c:pt>
                <c:pt idx="11498">
                  <c:v>carolina toy shop llc</c:v>
                </c:pt>
                <c:pt idx="11499">
                  <c:v>cerritos nissan</c:v>
                </c:pt>
                <c:pt idx="11500">
                  <c:v>autonation volkswagen las vegas</c:v>
                </c:pt>
                <c:pt idx="11501">
                  <c:v>jim oconnor select auto llc</c:v>
                </c:pt>
                <c:pt idx="11502">
                  <c:v>dekalb county sheriff's drug task</c:v>
                </c:pt>
                <c:pt idx="11503">
                  <c:v>automobiles d occasion auto sette</c:v>
                </c:pt>
                <c:pt idx="11504">
                  <c:v>avin enterprises inc</c:v>
                </c:pt>
                <c:pt idx="11505">
                  <c:v>cars &amp; credit of florida</c:v>
                </c:pt>
                <c:pt idx="11506">
                  <c:v>anchor motors limited</c:v>
                </c:pt>
                <c:pt idx="11507">
                  <c:v>dynasty motors llc</c:v>
                </c:pt>
                <c:pt idx="11508">
                  <c:v>american motor credit llc</c:v>
                </c:pt>
                <c:pt idx="11509">
                  <c:v>city of ramsey</c:v>
                </c:pt>
                <c:pt idx="11510">
                  <c:v>glenn buick-gmc</c:v>
                </c:pt>
                <c:pt idx="11511">
                  <c:v>first financial corp</c:v>
                </c:pt>
                <c:pt idx="11512">
                  <c:v>es - car auto</c:v>
                </c:pt>
                <c:pt idx="11513">
                  <c:v>continental sales &amp; leasing</c:v>
                </c:pt>
                <c:pt idx="11514">
                  <c:v>c &amp; c autowerks inc</c:v>
                </c:pt>
                <c:pt idx="11515">
                  <c:v>classic ford of madison</c:v>
                </c:pt>
                <c:pt idx="11516">
                  <c:v>ridge subarue motors inc</c:v>
                </c:pt>
                <c:pt idx="11517">
                  <c:v>prince george's efcu</c:v>
                </c:pt>
                <c:pt idx="11518">
                  <c:v>apple valley ford linc merc</c:v>
                </c:pt>
                <c:pt idx="11519">
                  <c:v>carco sales &amp; finance</c:v>
                </c:pt>
                <c:pt idx="11520">
                  <c:v>southwest nissan</c:v>
                </c:pt>
                <c:pt idx="11521">
                  <c:v>specialty car co inc</c:v>
                </c:pt>
                <c:pt idx="11522">
                  <c:v>triplets auto sales inc</c:v>
                </c:pt>
                <c:pt idx="11523">
                  <c:v>titlemax/irving tx3</c:v>
                </c:pt>
                <c:pt idx="11524">
                  <c:v>veracity motors inc</c:v>
                </c:pt>
                <c:pt idx="11525">
                  <c:v>tnt financial inc</c:v>
                </c:pt>
                <c:pt idx="11526">
                  <c:v>sell my car</c:v>
                </c:pt>
                <c:pt idx="11527">
                  <c:v>mach 1 automotive</c:v>
                </c:pt>
                <c:pt idx="11528">
                  <c:v>onemain rem/access auto remarketing</c:v>
                </c:pt>
                <c:pt idx="11529">
                  <c:v>repo remarketing/snocope federal credit union</c:v>
                </c:pt>
                <c:pt idx="11530">
                  <c:v>lupient chevrolet</c:v>
                </c:pt>
                <c:pt idx="11531">
                  <c:v>r-k motors corp</c:v>
                </c:pt>
                <c:pt idx="11532">
                  <c:v>motor max llc</c:v>
                </c:pt>
                <c:pt idx="11533">
                  <c:v>lee nissan</c:v>
                </c:pt>
                <c:pt idx="11534">
                  <c:v>tri-state truck &amp; equipment sales</c:v>
                </c:pt>
                <c:pt idx="11535">
                  <c:v>u s auto ltd co</c:v>
                </c:pt>
                <c:pt idx="11536">
                  <c:v>state cap auto finance</c:v>
                </c:pt>
                <c:pt idx="11537">
                  <c:v>titlemax/covington ga1</c:v>
                </c:pt>
                <c:pt idx="11538">
                  <c:v>mansfield jeep chrysler</c:v>
                </c:pt>
                <c:pt idx="11539">
                  <c:v>mercedes benz of dothan</c:v>
                </c:pt>
                <c:pt idx="11540">
                  <c:v>horizon auto sales</c:v>
                </c:pt>
                <c:pt idx="11541">
                  <c:v>buy &amp; drive used car sales</c:v>
                </c:pt>
                <c:pt idx="11542">
                  <c:v>acer motorsports dealership llc</c:v>
                </c:pt>
                <c:pt idx="11543">
                  <c:v>cars plus unlimited</c:v>
                </c:pt>
                <c:pt idx="11544">
                  <c:v>auto reserve llc</c:v>
                </c:pt>
                <c:pt idx="11545">
                  <c:v>hall mazda hall volkswagen</c:v>
                </c:pt>
                <c:pt idx="11546">
                  <c:v>cap auto llc</c:v>
                </c:pt>
                <c:pt idx="11547">
                  <c:v>east town auto</c:v>
                </c:pt>
                <c:pt idx="11548">
                  <c:v>eckert hyundai inc</c:v>
                </c:pt>
                <c:pt idx="11549">
                  <c:v>countrywide transport</c:v>
                </c:pt>
                <c:pt idx="11550">
                  <c:v>capital auto broker inc</c:v>
                </c:pt>
                <c:pt idx="11551">
                  <c:v>european auto inc</c:v>
                </c:pt>
                <c:pt idx="11552">
                  <c:v>jc auto connection llc</c:v>
                </c:pt>
                <c:pt idx="11553">
                  <c:v>finance co of kansas inc</c:v>
                </c:pt>
                <c:pt idx="11554">
                  <c:v>titlemax of gallatin</c:v>
                </c:pt>
                <c:pt idx="11555">
                  <c:v>prestige auto sales inc</c:v>
                </c:pt>
                <c:pt idx="11556">
                  <c:v>titlemax/cincinnati oh1</c:v>
                </c:pt>
                <c:pt idx="11557">
                  <c:v>silver star auto llc</c:v>
                </c:pt>
                <c:pt idx="11558">
                  <c:v>minutemen auto haus</c:v>
                </c:pt>
                <c:pt idx="11559">
                  <c:v>sc fcu</c:v>
                </c:pt>
                <c:pt idx="11560">
                  <c:v>leggat mazda burlington</c:v>
                </c:pt>
                <c:pt idx="11561">
                  <c:v>mullen finance plan</c:v>
                </c:pt>
                <c:pt idx="11562">
                  <c:v>north little rock nissan</c:v>
                </c:pt>
                <c:pt idx="11563">
                  <c:v>oneals auto sales</c:v>
                </c:pt>
                <c:pt idx="11564">
                  <c:v>vargas auto sales</c:v>
                </c:pt>
                <c:pt idx="11565">
                  <c:v>lodi toyota lodi scion</c:v>
                </c:pt>
                <c:pt idx="11566">
                  <c:v>self-help credit union</c:v>
                </c:pt>
                <c:pt idx="11567">
                  <c:v>roger dales auto sales inc</c:v>
                </c:pt>
                <c:pt idx="11568">
                  <c:v>texas cities motors llc</c:v>
                </c:pt>
                <c:pt idx="11569">
                  <c:v>steet toyota of johnstown gloversville</c:v>
                </c:pt>
                <c:pt idx="11570">
                  <c:v>three rivers fcu</c:v>
                </c:pt>
                <c:pt idx="11571">
                  <c:v>menhiem auto</c:v>
                </c:pt>
                <c:pt idx="11572">
                  <c:v>seaway chevrolet cadillac buick gmc ltd</c:v>
                </c:pt>
                <c:pt idx="11573">
                  <c:v>mundy's collision center inc</c:v>
                </c:pt>
                <c:pt idx="11574">
                  <c:v>onemain rem/5 grand autoland</c:v>
                </c:pt>
                <c:pt idx="11575">
                  <c:v>freedom ford inc</c:v>
                </c:pt>
                <c:pt idx="11576">
                  <c:v>cars/flexpath capital</c:v>
                </c:pt>
                <c:pt idx="11577">
                  <c:v>american finance corporation</c:v>
                </c:pt>
                <c:pt idx="11578">
                  <c:v>heartland area fcu</c:v>
                </c:pt>
                <c:pt idx="11579">
                  <c:v>jim browne chevrolet inc</c:v>
                </c:pt>
                <c:pt idx="11580">
                  <c:v>1 for all auto sales</c:v>
                </c:pt>
                <c:pt idx="11581">
                  <c:v>auto pass sales &amp; service inc</c:v>
                </c:pt>
                <c:pt idx="11582">
                  <c:v>jason t gilmer</c:v>
                </c:pt>
                <c:pt idx="11583">
                  <c:v>affordable title loans</c:v>
                </c:pt>
                <c:pt idx="11584">
                  <c:v>auto kallini</c:v>
                </c:pt>
                <c:pt idx="11585">
                  <c:v>galesburg toyota</c:v>
                </c:pt>
                <c:pt idx="11586">
                  <c:v>godwin motors inc</c:v>
                </c:pt>
                <c:pt idx="11587">
                  <c:v>american auto financing auto inc</c:v>
                </c:pt>
                <c:pt idx="11588">
                  <c:v>2970 7528 quebec inc</c:v>
                </c:pt>
                <c:pt idx="11589">
                  <c:v>first southwest financial services</c:v>
                </c:pt>
                <c:pt idx="11590">
                  <c:v>autostar enterprises</c:v>
                </c:pt>
                <c:pt idx="11591">
                  <c:v>reliable credit association / milwaukee</c:v>
                </c:pt>
                <c:pt idx="11592">
                  <c:v>all under 8 llc</c:v>
                </c:pt>
                <c:pt idx="11593">
                  <c:v>credit auto sales inc</c:v>
                </c:pt>
                <c:pt idx="11594">
                  <c:v>coteau sales</c:v>
                </c:pt>
                <c:pt idx="11595">
                  <c:v>mission auto club</c:v>
                </c:pt>
                <c:pt idx="11596">
                  <c:v>la fcu</c:v>
                </c:pt>
                <c:pt idx="11597">
                  <c:v>twisted metal motors llc</c:v>
                </c:pt>
                <c:pt idx="11598">
                  <c:v>northwest acceptance corp</c:v>
                </c:pt>
                <c:pt idx="11599">
                  <c:v>providence services used car dealer</c:v>
                </c:pt>
                <c:pt idx="11600">
                  <c:v>windy city motors inc</c:v>
                </c:pt>
                <c:pt idx="11601">
                  <c:v>loaning america</c:v>
                </c:pt>
                <c:pt idx="11602">
                  <c:v>parks toyota of deland</c:v>
                </c:pt>
                <c:pt idx="11603">
                  <c:v>laguna beach motorcars inc</c:v>
                </c:pt>
                <c:pt idx="11604">
                  <c:v>vermont fcu</c:v>
                </c:pt>
                <c:pt idx="11605">
                  <c:v>white bear lake mitsubishi</c:v>
                </c:pt>
                <c:pt idx="11606">
                  <c:v>red rock finance</c:v>
                </c:pt>
                <c:pt idx="11607">
                  <c:v>performance motoring</c:v>
                </c:pt>
                <c:pt idx="11608">
                  <c:v>m.g. dyess inc</c:v>
                </c:pt>
                <c:pt idx="11609">
                  <c:v>titlemax/el paso tx15</c:v>
                </c:pt>
                <c:pt idx="11610">
                  <c:v>redline auto brokers llc</c:v>
                </c:pt>
                <c:pt idx="11611">
                  <c:v>polk county sheriff's office</c:v>
                </c:pt>
                <c:pt idx="11612">
                  <c:v>d &amp; s pre owned auto inc</c:v>
                </c:pt>
                <c:pt idx="11613">
                  <c:v>gulf state finance company</c:v>
                </c:pt>
                <c:pt idx="11614">
                  <c:v>a179</c:v>
                </c:pt>
                <c:pt idx="11615">
                  <c:v>gene messer hyundai</c:v>
                </c:pt>
                <c:pt idx="11616">
                  <c:v>am auto</c:v>
                </c:pt>
                <c:pt idx="11617">
                  <c:v>j &amp; j marketing solutions inc</c:v>
                </c:pt>
                <c:pt idx="11618">
                  <c:v>great lakes autosports llc</c:v>
                </c:pt>
                <c:pt idx="11619">
                  <c:v>etoile autoligne</c:v>
                </c:pt>
                <c:pt idx="11620">
                  <c:v>earl hyles auto sales inc</c:v>
                </c:pt>
                <c:pt idx="11621">
                  <c:v>dales used cars</c:v>
                </c:pt>
                <c:pt idx="11622">
                  <c:v>infiniti of gwinnett</c:v>
                </c:pt>
                <c:pt idx="11623">
                  <c:v>american auto</c:v>
                </c:pt>
                <c:pt idx="11624">
                  <c:v>courtesy auto sales</c:v>
                </c:pt>
                <c:pt idx="11625">
                  <c:v>all pro enterprises</c:v>
                </c:pt>
                <c:pt idx="11626">
                  <c:v>a &amp; c auto repair and sales</c:v>
                </c:pt>
                <c:pt idx="11627">
                  <c:v>american bank of the north</c:v>
                </c:pt>
                <c:pt idx="11628">
                  <c:v>nelson automotive inc</c:v>
                </c:pt>
                <c:pt idx="11629">
                  <c:v>husher car company</c:v>
                </c:pt>
                <c:pt idx="11630">
                  <c:v>remington west co llc</c:v>
                </c:pt>
                <c:pt idx="11631">
                  <c:v>kemba financial credit union</c:v>
                </c:pt>
                <c:pt idx="11632">
                  <c:v>velocity auto sales</c:v>
                </c:pt>
                <c:pt idx="11633">
                  <c:v>madison ridge auto sales</c:v>
                </c:pt>
                <c:pt idx="11634">
                  <c:v>onemain rem/elite team auto brokers llc</c:v>
                </c:pt>
                <c:pt idx="11635">
                  <c:v>titlemax/houston tx16</c:v>
                </c:pt>
                <c:pt idx="11636">
                  <c:v>united car lot llc</c:v>
                </c:pt>
                <c:pt idx="11637">
                  <c:v>mckerson auto sales</c:v>
                </c:pt>
                <c:pt idx="11638">
                  <c:v>seaport auto sales llc</c:v>
                </c:pt>
                <c:pt idx="11639">
                  <c:v>usa auto &amp; lending inc</c:v>
                </c:pt>
                <c:pt idx="11640">
                  <c:v>lafayette federal credit union</c:v>
                </c:pt>
                <c:pt idx="11641">
                  <c:v>matthews hargreaves chevrolet co</c:v>
                </c:pt>
                <c:pt idx="11642">
                  <c:v>mcgrath nissan inc</c:v>
                </c:pt>
                <c:pt idx="11643">
                  <c:v>berglund oak ridge toyota</c:v>
                </c:pt>
                <c:pt idx="11644">
                  <c:v>ibc auto brokers llc</c:v>
                </c:pt>
                <c:pt idx="11645">
                  <c:v>ald motors inc</c:v>
                </c:pt>
                <c:pt idx="11646">
                  <c:v>a/j automotive</c:v>
                </c:pt>
                <c:pt idx="11647">
                  <c:v>charleston auto auction</c:v>
                </c:pt>
                <c:pt idx="11648">
                  <c:v>curt niebes motor cars</c:v>
                </c:pt>
                <c:pt idx="11649">
                  <c:v>e &amp; n auto</c:v>
                </c:pt>
                <c:pt idx="11650">
                  <c:v>agnike motors llc</c:v>
                </c:pt>
                <c:pt idx="11651">
                  <c:v>automotive credit center</c:v>
                </c:pt>
                <c:pt idx="11652">
                  <c:v>engels auto inc</c:v>
                </c:pt>
                <c:pt idx="11653">
                  <c:v>jana auto sale inc</c:v>
                </c:pt>
                <c:pt idx="11654">
                  <c:v>california imports inc</c:v>
                </c:pt>
                <c:pt idx="11655">
                  <c:v>d &amp; l used cars</c:v>
                </c:pt>
                <c:pt idx="11656">
                  <c:v>brad westcott used cars</c:v>
                </c:pt>
                <c:pt idx="11657">
                  <c:v>desire couture corp</c:v>
                </c:pt>
                <c:pt idx="11658">
                  <c:v>metro auto loan</c:v>
                </c:pt>
                <c:pt idx="11659">
                  <c:v>premier picks auto sales inc</c:v>
                </c:pt>
                <c:pt idx="11660">
                  <c:v>superior finance co/poteau</c:v>
                </c:pt>
                <c:pt idx="11661">
                  <c:v>cale america inc</c:v>
                </c:pt>
                <c:pt idx="11662">
                  <c:v>caprock credit corporation</c:v>
                </c:pt>
                <c:pt idx="11663">
                  <c:v>desert ranger auto sales inc</c:v>
                </c:pt>
                <c:pt idx="11664">
                  <c:v>santa monica europeans</c:v>
                </c:pt>
                <c:pt idx="11665">
                  <c:v>t &amp; e auto sales</c:v>
                </c:pt>
                <c:pt idx="11666">
                  <c:v>texas preowned auto group</c:v>
                </c:pt>
                <c:pt idx="11667">
                  <c:v>remarketing by ge/star sales</c:v>
                </c:pt>
                <c:pt idx="11668">
                  <c:v>woodlands financial services</c:v>
                </c:pt>
                <c:pt idx="11669">
                  <c:v>timmy auto repair shop &amp; sales inc</c:v>
                </c:pt>
                <c:pt idx="11670">
                  <c:v>suntide fcu</c:v>
                </c:pt>
                <c:pt idx="11671">
                  <c:v>reliable credit association/federal way</c:v>
                </c:pt>
                <c:pt idx="11672">
                  <c:v>sunbelt sales and lsg inc</c:v>
                </c:pt>
                <c:pt idx="11673">
                  <c:v>the car outlet llc</c:v>
                </c:pt>
                <c:pt idx="11674">
                  <c:v>repo remarketing/denver community credit union</c:v>
                </c:pt>
                <c:pt idx="11675">
                  <c:v>subaru of hilton head llc</c:v>
                </c:pt>
                <c:pt idx="11676">
                  <c:v>professional services of ny ltd</c:v>
                </c:pt>
                <c:pt idx="11677">
                  <c:v>nadz auto sales</c:v>
                </c:pt>
                <c:pt idx="11678">
                  <c:v>acree auto sales inc</c:v>
                </c:pt>
                <c:pt idx="11679">
                  <c:v>geko motors</c:v>
                </c:pt>
                <c:pt idx="11680">
                  <c:v>central ohio credit corp</c:v>
                </c:pt>
                <c:pt idx="11681">
                  <c:v>american recovery specialist</c:v>
                </c:pt>
                <c:pt idx="11682">
                  <c:v>creditmax inc</c:v>
                </c:pt>
                <c:pt idx="11683">
                  <c:v>audubon motors inc</c:v>
                </c:pt>
                <c:pt idx="11684">
                  <c:v>bill hicks motors inc</c:v>
                </c:pt>
                <c:pt idx="11685">
                  <c:v>casstevens used cars</c:v>
                </c:pt>
                <c:pt idx="11686">
                  <c:v>first star motors</c:v>
                </c:pt>
                <c:pt idx="11687">
                  <c:v>cowboy kia of conroe</c:v>
                </c:pt>
                <c:pt idx="11688">
                  <c:v>a-1 auto</c:v>
                </c:pt>
                <c:pt idx="11689">
                  <c:v>hebert 2000 ltee</c:v>
                </c:pt>
                <c:pt idx="11690">
                  <c:v>bristol toyota  inc.</c:v>
                </c:pt>
                <c:pt idx="11691">
                  <c:v>european motors</c:v>
                </c:pt>
                <c:pt idx="11692">
                  <c:v>cars &amp; more</c:v>
                </c:pt>
                <c:pt idx="11693">
                  <c:v>epic auto sales llc</c:v>
                </c:pt>
                <c:pt idx="11694">
                  <c:v>i motor</c:v>
                </c:pt>
                <c:pt idx="11695">
                  <c:v>automotive rentals inc</c:v>
                </c:pt>
                <c:pt idx="11696">
                  <c:v>elite acceptance corp</c:v>
                </c:pt>
                <c:pt idx="11697">
                  <c:v>dreamers auto sales</c:v>
                </c:pt>
                <c:pt idx="11698">
                  <c:v>g r c auto ltd</c:v>
                </c:pt>
                <c:pt idx="11699">
                  <c:v>national fleet management</c:v>
                </c:pt>
                <c:pt idx="11700">
                  <c:v>northcoast financial services</c:v>
                </c:pt>
                <c:pt idx="11701">
                  <c:v>preferred sales and leasing llc</c:v>
                </c:pt>
                <c:pt idx="11702">
                  <c:v>marco &amp; sons auto llc</c:v>
                </c:pt>
                <c:pt idx="11703">
                  <c:v>vehicle acceptance corp/bremen</c:v>
                </c:pt>
                <c:pt idx="11704">
                  <c:v>tuttles automotive sales inc</c:v>
                </c:pt>
                <c:pt idx="11705">
                  <c:v>mariel auto plex</c:v>
                </c:pt>
                <c:pt idx="11706">
                  <c:v>top quality auto sales inc</c:v>
                </c:pt>
                <c:pt idx="11707">
                  <c:v>lime rock motors llc</c:v>
                </c:pt>
                <c:pt idx="11708">
                  <c:v>wfj auto wholesale llc</c:v>
                </c:pt>
                <c:pt idx="11709">
                  <c:v>primeritus remarketing/a &amp; m auto sales</c:v>
                </c:pt>
                <c:pt idx="11710">
                  <c:v>titlemax/woodbridge va4</c:v>
                </c:pt>
                <c:pt idx="11711">
                  <c:v>onemain rem/interstate motors</c:v>
                </c:pt>
                <c:pt idx="11712">
                  <c:v>apple used autos shakopee</c:v>
                </c:pt>
                <c:pt idx="11713">
                  <c:v>chi motors</c:v>
                </c:pt>
                <c:pt idx="11714">
                  <c:v>atlantic acceptance corp</c:v>
                </c:pt>
                <c:pt idx="11715">
                  <c:v>bellringer ws</c:v>
                </c:pt>
                <c:pt idx="11716">
                  <c:v>foothills credit union</c:v>
                </c:pt>
                <c:pt idx="11717">
                  <c:v>gama motors</c:v>
                </c:pt>
                <c:pt idx="11718">
                  <c:v>courtesy mazda</c:v>
                </c:pt>
                <c:pt idx="11719">
                  <c:v>american auto financing inc</c:v>
                </c:pt>
                <c:pt idx="11720">
                  <c:v>greater chautauqua fcu</c:v>
                </c:pt>
                <c:pt idx="11721">
                  <c:v>joslin mobile inc</c:v>
                </c:pt>
                <c:pt idx="11722">
                  <c:v>filyaw automotive</c:v>
                </c:pt>
                <c:pt idx="11723">
                  <c:v>guardian finance company</c:v>
                </c:pt>
                <c:pt idx="11724">
                  <c:v>santos automotive llc</c:v>
                </c:pt>
                <c:pt idx="11725">
                  <c:v>arizona capital fins llc</c:v>
                </c:pt>
                <c:pt idx="11726">
                  <c:v>american credit acceptance</c:v>
                </c:pt>
                <c:pt idx="11727">
                  <c:v>larry h miller toyota albuquerque</c:v>
                </c:pt>
                <c:pt idx="11728">
                  <c:v>len roberts enterprises  inc.</c:v>
                </c:pt>
                <c:pt idx="11729">
                  <c:v>lang motor company</c:v>
                </c:pt>
                <c:pt idx="11730">
                  <c:v>repo remarketing/coast central credit union</c:v>
                </c:pt>
                <c:pt idx="11731">
                  <c:v>vanceboro motors</c:v>
                </c:pt>
                <c:pt idx="11732">
                  <c:v>thomas brothers ent llc</c:v>
                </c:pt>
                <c:pt idx="11733">
                  <c:v>silverwood toyota</c:v>
                </c:pt>
                <c:pt idx="11734">
                  <c:v>your transportation network llc</c:v>
                </c:pt>
                <c:pt idx="11735">
                  <c:v>perry's auto wholesale</c:v>
                </c:pt>
                <c:pt idx="11736">
                  <c:v>select auto</c:v>
                </c:pt>
                <c:pt idx="11737">
                  <c:v>mcgraw-hill employees fcu</c:v>
                </c:pt>
                <c:pt idx="11738">
                  <c:v>specialize auto brokers</c:v>
                </c:pt>
                <c:pt idx="11739">
                  <c:v>u.s. auto credit purchase center llc</c:v>
                </c:pt>
                <c:pt idx="11740">
                  <c:v>porsche of tacoma</c:v>
                </c:pt>
                <c:pt idx="11741">
                  <c:v>equity auto finance</c:v>
                </c:pt>
                <c:pt idx="11742">
                  <c:v>automotive finance network &amp; sales</c:v>
                </c:pt>
                <c:pt idx="11743">
                  <c:v>84th street motors inc</c:v>
                </c:pt>
                <c:pt idx="11744">
                  <c:v>central va elec coop</c:v>
                </c:pt>
                <c:pt idx="11745">
                  <c:v>action automotive inc</c:v>
                </c:pt>
                <c:pt idx="11746">
                  <c:v>eckert auto</c:v>
                </c:pt>
                <c:pt idx="11747">
                  <c:v>blue ridge auto sale  llc</c:v>
                </c:pt>
                <c:pt idx="11748">
                  <c:v>fca sales</c:v>
                </c:pt>
                <c:pt idx="11749">
                  <c:v>integrity auto source llc</c:v>
                </c:pt>
                <c:pt idx="11750">
                  <c:v>ez auto connection  llc</c:v>
                </c:pt>
                <c:pt idx="11751">
                  <c:v>eden auto brokers inc</c:v>
                </c:pt>
                <c:pt idx="11752">
                  <c:v>j t auto inc</c:v>
                </c:pt>
                <c:pt idx="11753">
                  <c:v>family financial inc</c:v>
                </c:pt>
                <c:pt idx="11754">
                  <c:v>commuter cars auto dealer</c:v>
                </c:pt>
                <c:pt idx="11755">
                  <c:v>sooper credit union</c:v>
                </c:pt>
                <c:pt idx="11756">
                  <c:v>mikes auto sales</c:v>
                </c:pt>
                <c:pt idx="11757">
                  <c:v>truchoice fcu</c:v>
                </c:pt>
                <c:pt idx="11758">
                  <c:v>marriott employees fcu</c:v>
                </c:pt>
                <c:pt idx="11759">
                  <c:v>owatonna auto clinic llc</c:v>
                </c:pt>
                <c:pt idx="11760">
                  <c:v>luluat al doha used cars &amp; spare parts tr.</c:v>
                </c:pt>
                <c:pt idx="11761">
                  <c:v>mcelwrath motors</c:v>
                </c:pt>
                <c:pt idx="11762">
                  <c:v>remarketing by ge/m enterprises intl</c:v>
                </c:pt>
                <c:pt idx="11763">
                  <c:v>primeritus remarketing/bravo truck center</c:v>
                </c:pt>
                <c:pt idx="11764">
                  <c:v>senshine auto sales</c:v>
                </c:pt>
                <c:pt idx="11765">
                  <c:v>shields auto wholesale</c:v>
                </c:pt>
                <c:pt idx="11766">
                  <c:v>park place motorcars fort worth</c:v>
                </c:pt>
                <c:pt idx="11767">
                  <c:v>millner motors llc</c:v>
                </c:pt>
                <c:pt idx="11768">
                  <c:v>tc automotive</c:v>
                </c:pt>
                <c:pt idx="11769">
                  <c:v>silver line auto llc</c:v>
                </c:pt>
                <c:pt idx="11770">
                  <c:v>los jefes auto sales</c:v>
                </c:pt>
                <c:pt idx="11771">
                  <c:v>russell &amp; smith mazda</c:v>
                </c:pt>
                <c:pt idx="11772">
                  <c:v>professional financial services/arden</c:v>
                </c:pt>
                <c:pt idx="11773">
                  <c:v>merits auto &amp; vans sale</c:v>
                </c:pt>
                <c:pt idx="11774">
                  <c:v>pioneer auto finance</c:v>
                </c:pt>
                <c:pt idx="11775">
                  <c:v>mountain heritage fcu</c:v>
                </c:pt>
                <c:pt idx="11776">
                  <c:v>onemain rem/cj's auto sales</c:v>
                </c:pt>
                <c:pt idx="11777">
                  <c:v>tripoli auto sales llc</c:v>
                </c:pt>
                <c:pt idx="11778">
                  <c:v>auto point</c:v>
                </c:pt>
                <c:pt idx="11779">
                  <c:v>a better way wholesale autos inc</c:v>
                </c:pt>
                <c:pt idx="11780">
                  <c:v>cgr credit union</c:v>
                </c:pt>
                <c:pt idx="11781">
                  <c:v>consumer auto finance</c:v>
                </c:pt>
                <c:pt idx="11782">
                  <c:v>fordham toyota</c:v>
                </c:pt>
                <c:pt idx="11783">
                  <c:v>b-ann-s used cars inc</c:v>
                </c:pt>
                <c:pt idx="11784">
                  <c:v>american heritage federal credit union</c:v>
                </c:pt>
                <c:pt idx="11785">
                  <c:v>fom auto sales llc</c:v>
                </c:pt>
                <c:pt idx="11786">
                  <c:v>carlisle motors</c:v>
                </c:pt>
                <c:pt idx="11787">
                  <c:v>diablo subaru of walnut creek</c:v>
                </c:pt>
                <c:pt idx="11788">
                  <c:v>eveland sales inc</c:v>
                </c:pt>
                <c:pt idx="11789">
                  <c:v>coastal credit union</c:v>
                </c:pt>
                <c:pt idx="11790">
                  <c:v>autofair honda of plymouth</c:v>
                </c:pt>
                <c:pt idx="11791">
                  <c:v>emad auto sales</c:v>
                </c:pt>
                <c:pt idx="11792">
                  <c:v>auto acquisitions usa</c:v>
                </c:pt>
                <c:pt idx="11793">
                  <c:v>a 1 custom motors llc</c:v>
                </c:pt>
                <c:pt idx="11794">
                  <c:v>brower brothers nissan</c:v>
                </c:pt>
                <c:pt idx="11795">
                  <c:v>honda of abilene</c:v>
                </c:pt>
                <c:pt idx="11796">
                  <c:v>first castle federal credit union</c:v>
                </c:pt>
                <c:pt idx="11797">
                  <c:v>carcredit autogroup</c:v>
                </c:pt>
                <c:pt idx="11798">
                  <c:v>corona autoplex</c:v>
                </c:pt>
                <c:pt idx="11799">
                  <c:v>conely rent a car used car sales</c:v>
                </c:pt>
                <c:pt idx="11800">
                  <c:v>on the road again  inc</c:v>
                </c:pt>
                <c:pt idx="11801">
                  <c:v>mystique auto</c:v>
                </c:pt>
                <c:pt idx="11802">
                  <c:v>car expo inc</c:v>
                </c:pt>
                <c:pt idx="11803">
                  <c:v>starter finance llc</c:v>
                </c:pt>
                <c:pt idx="11804">
                  <c:v>united consumers credit union</c:v>
                </c:pt>
                <c:pt idx="11805">
                  <c:v>surratt tire center llc</c:v>
                </c:pt>
                <c:pt idx="11806">
                  <c:v>mid atlantic fcu</c:v>
                </c:pt>
                <c:pt idx="11807">
                  <c:v>republic finance llc/metairie</c:v>
                </c:pt>
                <c:pt idx="11808">
                  <c:v>scs credit corporation</c:v>
                </c:pt>
                <c:pt idx="11809">
                  <c:v>mbm alternative investments</c:v>
                </c:pt>
                <c:pt idx="11810">
                  <c:v>luxury imports inc</c:v>
                </c:pt>
                <c:pt idx="11811">
                  <c:v>onemain rem/golden cars llc</c:v>
                </c:pt>
                <c:pt idx="11812">
                  <c:v>tri cities remarketing llc/hapo credit union</c:v>
                </c:pt>
                <c:pt idx="11813">
                  <c:v>westcap auto finance</c:v>
                </c:pt>
                <c:pt idx="11814">
                  <c:v>mi amigo auto sales</c:v>
                </c:pt>
                <c:pt idx="11815">
                  <c:v>lens auto brokerage inc</c:v>
                </c:pt>
                <c:pt idx="11816">
                  <c:v>auto finance group</c:v>
                </c:pt>
                <c:pt idx="11817">
                  <c:v>greater chicago finance company</c:v>
                </c:pt>
                <c:pt idx="11818">
                  <c:v>ideal financial services</c:v>
                </c:pt>
                <c:pt idx="11819">
                  <c:v>cam yin quality motors</c:v>
                </c:pt>
                <c:pt idx="11820">
                  <c:v>cobar acquisitions</c:v>
                </c:pt>
                <c:pt idx="11821">
                  <c:v>keffer mazda</c:v>
                </c:pt>
                <c:pt idx="11822">
                  <c:v>bank of oklahoma</c:v>
                </c:pt>
                <c:pt idx="11823">
                  <c:v>bibian brothers inc</c:v>
                </c:pt>
                <c:pt idx="11824">
                  <c:v>a and j auto sales</c:v>
                </c:pt>
                <c:pt idx="11825">
                  <c:v>cruise autos</c:v>
                </c:pt>
                <c:pt idx="11826">
                  <c:v>a &amp; s auto and truck sales llc</c:v>
                </c:pt>
                <c:pt idx="11827">
                  <c:v>titlemax/smyrna-tn1</c:v>
                </c:pt>
                <c:pt idx="11828">
                  <c:v>titlemax/las vegas nv33</c:v>
                </c:pt>
                <c:pt idx="11829">
                  <c:v>auto auction of san diego</c:v>
                </c:pt>
                <c:pt idx="11830">
                  <c:v>b &amp; b classic auto sales inc</c:v>
                </c:pt>
                <c:pt idx="11831">
                  <c:v>k &amp; b auto sales</c:v>
                </c:pt>
                <c:pt idx="11832">
                  <c:v>north texas fcu</c:v>
                </c:pt>
                <c:pt idx="11833">
                  <c:v>middletown ford inc</c:v>
                </c:pt>
                <c:pt idx="11834">
                  <c:v>nationwide auto group</c:v>
                </c:pt>
                <c:pt idx="11835">
                  <c:v>route 90 motor company llc</c:v>
                </c:pt>
                <c:pt idx="11836">
                  <c:v>parks mazda</c:v>
                </c:pt>
                <c:pt idx="11837">
                  <c:v>rpm vehicle remarketing</c:v>
                </c:pt>
                <c:pt idx="11838">
                  <c:v>l &amp; l auto sales</c:v>
                </c:pt>
                <c:pt idx="11839">
                  <c:v>the national banks of central texas</c:v>
                </c:pt>
                <c:pt idx="11840">
                  <c:v>skinners auto wholesale</c:v>
                </c:pt>
                <c:pt idx="11841">
                  <c:v>nissan of visalia</c:v>
                </c:pt>
                <c:pt idx="11842">
                  <c:v>remarketing by ge/bellwether comm credit union</c:v>
                </c:pt>
                <c:pt idx="11843">
                  <c:v>rive sud fiat</c:v>
                </c:pt>
                <c:pt idx="11844">
                  <c:v>langley management services  llc</c:v>
                </c:pt>
                <c:pt idx="11845">
                  <c:v>tdaf remarketing/star automall llc</c:v>
                </c:pt>
                <c:pt idx="11846">
                  <c:v>akal auto sales inc</c:v>
                </c:pt>
                <c:pt idx="11847">
                  <c:v>alameda auto sales</c:v>
                </c:pt>
                <c:pt idx="11848">
                  <c:v>allan auto sales llc</c:v>
                </c:pt>
                <c:pt idx="11849">
                  <c:v>fairlane auto sales</c:v>
                </c:pt>
                <c:pt idx="11850">
                  <c:v>jeno auto recycling</c:v>
                </c:pt>
                <c:pt idx="11851">
                  <c:v>gem auto sales and repair</c:v>
                </c:pt>
                <c:pt idx="11852">
                  <c:v>auction select auto sales inc</c:v>
                </c:pt>
                <c:pt idx="11853">
                  <c:v>jah motorsport corp</c:v>
                </c:pt>
                <c:pt idx="11854">
                  <c:v>integrity elite prestige motors inc</c:v>
                </c:pt>
                <c:pt idx="11855">
                  <c:v>c &amp; j foreign &amp; domestic</c:v>
                </c:pt>
                <c:pt idx="11856">
                  <c:v>jacques auto sales</c:v>
                </c:pt>
                <c:pt idx="11857">
                  <c:v>vip one imports inc</c:v>
                </c:pt>
                <c:pt idx="11858">
                  <c:v>sammy's enterprise &amp; sales</c:v>
                </c:pt>
                <c:pt idx="11859">
                  <c:v>hacienda auto center</c:v>
                </c:pt>
                <c:pt idx="11860">
                  <c:v>ecargarage</c:v>
                </c:pt>
                <c:pt idx="11861">
                  <c:v>lexus of bridgewater</c:v>
                </c:pt>
                <c:pt idx="11862">
                  <c:v>titlemax/riverdale ga2</c:v>
                </c:pt>
                <c:pt idx="11863">
                  <c:v>pass autos llc</c:v>
                </c:pt>
                <c:pt idx="11864">
                  <c:v>speedy automotive inc</c:v>
                </c:pt>
                <c:pt idx="11865">
                  <c:v>professional financial services/sarasota</c:v>
                </c:pt>
                <c:pt idx="11866">
                  <c:v>trans union leasing llc</c:v>
                </c:pt>
                <c:pt idx="11867">
                  <c:v>philmont motor co</c:v>
                </c:pt>
                <c:pt idx="11868">
                  <c:v>manheim lafayette</c:v>
                </c:pt>
                <c:pt idx="11869">
                  <c:v>tennessee employees credit union</c:v>
                </c:pt>
                <c:pt idx="11870">
                  <c:v>primeritus remarketing/d c enterprise</c:v>
                </c:pt>
                <c:pt idx="11871">
                  <c:v>pete auto repair &amp; sales inc</c:v>
                </c:pt>
                <c:pt idx="11872">
                  <c:v>maz house of cars</c:v>
                </c:pt>
                <c:pt idx="11873">
                  <c:v>patriot fcu</c:v>
                </c:pt>
                <c:pt idx="11874">
                  <c:v>world class motors llc</c:v>
                </c:pt>
                <c:pt idx="11875">
                  <c:v>prestige wholesale</c:v>
                </c:pt>
                <c:pt idx="11876">
                  <c:v>t j mcgeehan sales and service ltd</c:v>
                </c:pt>
                <c:pt idx="11877">
                  <c:v>repo remarketing/united catholics fcu</c:v>
                </c:pt>
                <c:pt idx="11878">
                  <c:v>nicholas financial inc/austell</c:v>
                </c:pt>
                <c:pt idx="11879">
                  <c:v>paul miller honda of w cldwe</c:v>
                </c:pt>
                <c:pt idx="11880">
                  <c:v>anchor finance</c:v>
                </c:pt>
                <c:pt idx="11881">
                  <c:v>green ride  inc.</c:v>
                </c:pt>
                <c:pt idx="11882">
                  <c:v>ali auto sales</c:v>
                </c:pt>
                <c:pt idx="11883">
                  <c:v>first commonwealth bank</c:v>
                </c:pt>
                <c:pt idx="11884">
                  <c:v>cfs of south florida</c:v>
                </c:pt>
                <c:pt idx="11885">
                  <c:v>cars america motor sales llc</c:v>
                </c:pt>
                <c:pt idx="11886">
                  <c:v>jfk auto center</c:v>
                </c:pt>
                <c:pt idx="11887">
                  <c:v>dhcu community credit union</c:v>
                </c:pt>
                <c:pt idx="11888">
                  <c:v>city line auto sales</c:v>
                </c:pt>
                <c:pt idx="11889">
                  <c:v>duke boys auto inc</c:v>
                </c:pt>
                <c:pt idx="11890">
                  <c:v>el general auto dealer</c:v>
                </c:pt>
                <c:pt idx="11891">
                  <c:v>fett motors inc</c:v>
                </c:pt>
                <c:pt idx="11892">
                  <c:v>charlotte international inc</c:v>
                </c:pt>
                <c:pt idx="11893">
                  <c:v>american auto sales of greenville</c:v>
                </c:pt>
                <c:pt idx="11894">
                  <c:v>blue water motor sports</c:v>
                </c:pt>
                <c:pt idx="11895">
                  <c:v>green light auto sls llc</c:v>
                </c:pt>
                <c:pt idx="11896">
                  <c:v>autotec heer inc</c:v>
                </c:pt>
                <c:pt idx="11897">
                  <c:v>titlemax/mableton ga1</c:v>
                </c:pt>
                <c:pt idx="11898">
                  <c:v>house of finance corp</c:v>
                </c:pt>
                <c:pt idx="11899">
                  <c:v>f &amp; r automotive group llc</c:v>
                </c:pt>
                <c:pt idx="11900">
                  <c:v>signature auto sales inc</c:v>
                </c:pt>
                <c:pt idx="11901">
                  <c:v>national capital management llc</c:v>
                </c:pt>
                <c:pt idx="11902">
                  <c:v>sams auto</c:v>
                </c:pt>
                <c:pt idx="11903">
                  <c:v>primeritus remarketing/bwk of columbia llc</c:v>
                </c:pt>
                <c:pt idx="11904">
                  <c:v>little hawaii auto sales</c:v>
                </c:pt>
                <c:pt idx="11905">
                  <c:v>primeritus remarketing/ellas auto outlet inc</c:v>
                </c:pt>
                <c:pt idx="11906">
                  <c:v>mceachron auto sales</c:v>
                </c:pt>
                <c:pt idx="11907">
                  <c:v>lake erie auto credit inc</c:v>
                </c:pt>
                <c:pt idx="11908">
                  <c:v>lumberton honda</c:v>
                </c:pt>
                <c:pt idx="11909">
                  <c:v>preferred auto finance</c:v>
                </c:pt>
                <c:pt idx="11910">
                  <c:v>mid florida finance llc</c:v>
                </c:pt>
                <c:pt idx="11911">
                  <c:v>planet auto group inc</c:v>
                </c:pt>
                <c:pt idx="11912">
                  <c:v>titlemax/san antonio tx4</c:v>
                </c:pt>
                <c:pt idx="11913">
                  <c:v>spring lake park auto inc</c:v>
                </c:pt>
                <c:pt idx="11914">
                  <c:v>sloan tire and auto sales</c:v>
                </c:pt>
                <c:pt idx="11915">
                  <c:v>staten island complete auto repair</c:v>
                </c:pt>
                <c:pt idx="11916">
                  <c:v>loving care cars</c:v>
                </c:pt>
                <c:pt idx="11917">
                  <c:v>titlemax/el cajon ca1</c:v>
                </c:pt>
                <c:pt idx="11918">
                  <c:v>lendmark financial services/dondalk</c:v>
                </c:pt>
                <c:pt idx="11919">
                  <c:v>mega automobile</c:v>
                </c:pt>
                <c:pt idx="11920">
                  <c:v>phil long hyundai of motor city llc</c:v>
                </c:pt>
                <c:pt idx="11921">
                  <c:v>atlantic coast remarketing inc/has</c:v>
                </c:pt>
                <c:pt idx="11922">
                  <c:v>jmc leasing spec</c:v>
                </c:pt>
                <c:pt idx="11923">
                  <c:v>ca auto sales</c:v>
                </c:pt>
                <c:pt idx="11924">
                  <c:v>home credit corp inc/newbern</c:v>
                </c:pt>
                <c:pt idx="11925">
                  <c:v>big johns motor co</c:v>
                </c:pt>
                <c:pt idx="11926">
                  <c:v>costa azul auto sales</c:v>
                </c:pt>
                <c:pt idx="11927">
                  <c:v>airport auto center</c:v>
                </c:pt>
                <c:pt idx="11928">
                  <c:v>hyundai of everett llc</c:v>
                </c:pt>
                <c:pt idx="11929">
                  <c:v>a &amp; p wholesale auto dealer</c:v>
                </c:pt>
                <c:pt idx="11930">
                  <c:v>c and m ford sales inc</c:v>
                </c:pt>
                <c:pt idx="11931">
                  <c:v>coastal finance co/swansboro</c:v>
                </c:pt>
                <c:pt idx="11932">
                  <c:v>american auto financing</c:v>
                </c:pt>
                <c:pt idx="11933">
                  <c:v>al financial corporation</c:v>
                </c:pt>
                <c:pt idx="11934">
                  <c:v>champion car &amp; truck sales</c:v>
                </c:pt>
                <c:pt idx="11935">
                  <c:v>dabo auto sales llc</c:v>
                </c:pt>
                <c:pt idx="11936">
                  <c:v>bmb auto llc</c:v>
                </c:pt>
                <c:pt idx="11937">
                  <c:v>a &amp; r auto sales</c:v>
                </c:pt>
                <c:pt idx="11938">
                  <c:v>ft lauderdale auto leasing corp</c:v>
                </c:pt>
                <c:pt idx="11939">
                  <c:v>catalina motors</c:v>
                </c:pt>
                <c:pt idx="11940">
                  <c:v>wallace family motors inc</c:v>
                </c:pt>
                <c:pt idx="11941">
                  <c:v>rollin rides auto sales inc</c:v>
                </c:pt>
                <c:pt idx="11942">
                  <c:v>rtc auto sales inc</c:v>
                </c:pt>
                <c:pt idx="11943">
                  <c:v>ride share systems llc/dba dollar rent a car</c:v>
                </c:pt>
                <c:pt idx="11944">
                  <c:v>stevens point nissan</c:v>
                </c:pt>
                <c:pt idx="11945">
                  <c:v>professional financial services/tampa</c:v>
                </c:pt>
                <c:pt idx="11946">
                  <c:v>sc auto sales</c:v>
                </c:pt>
                <c:pt idx="11947">
                  <c:v>st louis community credit union</c:v>
                </c:pt>
                <c:pt idx="11948">
                  <c:v>sundance mazda</c:v>
                </c:pt>
                <c:pt idx="11949">
                  <c:v>mckays family dodge inc</c:v>
                </c:pt>
                <c:pt idx="11950">
                  <c:v>williams auto mart inc</c:v>
                </c:pt>
                <c:pt idx="11951">
                  <c:v>kman auto sales llc</c:v>
                </c:pt>
                <c:pt idx="11952">
                  <c:v>regional car rental</c:v>
                </c:pt>
                <c:pt idx="11953">
                  <c:v>silverstone motorsports</c:v>
                </c:pt>
                <c:pt idx="11954">
                  <c:v>robinson automotive group</c:v>
                </c:pt>
                <c:pt idx="11955">
                  <c:v>pfs financial services/tallahassee</c:v>
                </c:pt>
                <c:pt idx="11956">
                  <c:v>toyota of muskogee</c:v>
                </c:pt>
                <c:pt idx="11957">
                  <c:v>midstate motors</c:v>
                </c:pt>
                <c:pt idx="11958">
                  <c:v>scottsdale autos online llc</c:v>
                </c:pt>
                <c:pt idx="11959">
                  <c:v>larrys auto sales</c:v>
                </c:pt>
                <c:pt idx="11960">
                  <c:v>south state bank</c:v>
                </c:pt>
                <c:pt idx="11961">
                  <c:v>momentum bmw</c:v>
                </c:pt>
                <c:pt idx="11962">
                  <c:v>wares auto sales inc</c:v>
                </c:pt>
                <c:pt idx="11963">
                  <c:v>phoenix corvette center</c:v>
                </c:pt>
                <c:pt idx="11964">
                  <c:v>hyattsville auto sales</c:v>
                </c:pt>
                <c:pt idx="11965">
                  <c:v>berkshire rent a car</c:v>
                </c:pt>
                <c:pt idx="11966">
                  <c:v>brampton mitsubishi</c:v>
                </c:pt>
                <c:pt idx="11967">
                  <c:v>bay shore motors</c:v>
                </c:pt>
                <c:pt idx="11968">
                  <c:v>clement's auto sales llc</c:v>
                </c:pt>
                <c:pt idx="11969">
                  <c:v>fred anderson toyota of charleston</c:v>
                </c:pt>
                <c:pt idx="11970">
                  <c:v>california imports</c:v>
                </c:pt>
                <c:pt idx="11971">
                  <c:v>c &amp; s automobile co. inc.</c:v>
                </c:pt>
                <c:pt idx="11972">
                  <c:v>budget car truck</c:v>
                </c:pt>
                <c:pt idx="11973">
                  <c:v>j m j enterprise</c:v>
                </c:pt>
                <c:pt idx="11974">
                  <c:v>general credit acceptance co llc</c:v>
                </c:pt>
                <c:pt idx="11975">
                  <c:v>auto planet group inc</c:v>
                </c:pt>
                <c:pt idx="11976">
                  <c:v>ate motor sales</c:v>
                </c:pt>
                <c:pt idx="11977">
                  <c:v>ferretti motors llc</c:v>
                </c:pt>
                <c:pt idx="11978">
                  <c:v>express auto sales</c:v>
                </c:pt>
                <c:pt idx="11979">
                  <c:v>auto leader</c:v>
                </c:pt>
                <c:pt idx="11980">
                  <c:v>carz unlimited llc</c:v>
                </c:pt>
                <c:pt idx="11981">
                  <c:v>auto skz</c:v>
                </c:pt>
                <c:pt idx="11982">
                  <c:v>champion chevrolet inc</c:v>
                </c:pt>
                <c:pt idx="11983">
                  <c:v>cmac</c:v>
                </c:pt>
                <c:pt idx="11984">
                  <c:v>five star car and truck llc</c:v>
                </c:pt>
                <c:pt idx="11985">
                  <c:v>caribe federal credit union</c:v>
                </c:pt>
                <c:pt idx="11986">
                  <c:v>innovation auto group</c:v>
                </c:pt>
                <c:pt idx="11987">
                  <c:v>allstate vehicles inc</c:v>
                </c:pt>
                <c:pt idx="11988">
                  <c:v>florida state university credit union</c:v>
                </c:pt>
                <c:pt idx="11989">
                  <c:v>ocean west auto group llc</c:v>
                </c:pt>
                <c:pt idx="11990">
                  <c:v>stafford county fleet services</c:v>
                </c:pt>
                <c:pt idx="11991">
                  <c:v>j &amp; j auto body &amp; sales inc</c:v>
                </c:pt>
                <c:pt idx="11992">
                  <c:v>cardinale automotive group arizona inc</c:v>
                </c:pt>
                <c:pt idx="11993">
                  <c:v>elite 1 auto inc</c:v>
                </c:pt>
                <c:pt idx="11994">
                  <c:v>imotobank</c:v>
                </c:pt>
                <c:pt idx="11995">
                  <c:v>dc motors</c:v>
                </c:pt>
                <c:pt idx="11996">
                  <c:v>gurnee ford</c:v>
                </c:pt>
                <c:pt idx="11997">
                  <c:v>university motors inc</c:v>
                </c:pt>
                <c:pt idx="11998">
                  <c:v>kingdom auto sales llc</c:v>
                </c:pt>
                <c:pt idx="11999">
                  <c:v>titlemax/plano tx2</c:v>
                </c:pt>
                <c:pt idx="12000">
                  <c:v>primeritus remarketing/best buy cars inc.</c:v>
                </c:pt>
                <c:pt idx="12001">
                  <c:v>titlemax/san antonio tx7</c:v>
                </c:pt>
                <c:pt idx="12002">
                  <c:v>lm auto incorporado</c:v>
                </c:pt>
                <c:pt idx="12003">
                  <c:v>titlemax/san antonio-tx2</c:v>
                </c:pt>
                <c:pt idx="12004">
                  <c:v>shabelle auto sale and service llc</c:v>
                </c:pt>
                <c:pt idx="12005">
                  <c:v>msu fcu</c:v>
                </c:pt>
                <c:pt idx="12006">
                  <c:v>titlemax/woodstock va1</c:v>
                </c:pt>
                <c:pt idx="12007">
                  <c:v>mike ward infiniti</c:v>
                </c:pt>
                <c:pt idx="12008">
                  <c:v>titlemax/plano tx3</c:v>
                </c:pt>
                <c:pt idx="12009">
                  <c:v>mansfield gas &amp; service</c:v>
                </c:pt>
                <c:pt idx="12010">
                  <c:v>maya exports inc</c:v>
                </c:pt>
                <c:pt idx="12011">
                  <c:v>remktgedge/salvation army</c:v>
                </c:pt>
                <c:pt idx="12012">
                  <c:v>walker wheels</c:v>
                </c:pt>
                <c:pt idx="12013">
                  <c:v>bel auto sales</c:v>
                </c:pt>
                <c:pt idx="12014">
                  <c:v>courtesy car co. llc</c:v>
                </c:pt>
                <c:pt idx="12015">
                  <c:v>dwyer instruments</c:v>
                </c:pt>
                <c:pt idx="12016">
                  <c:v>hyatt car co</c:v>
                </c:pt>
                <c:pt idx="12017">
                  <c:v>gold coast auto brokers inc</c:v>
                </c:pt>
                <c:pt idx="12018">
                  <c:v>encompass federal credit union</c:v>
                </c:pt>
                <c:pt idx="12019">
                  <c:v>auto market</c:v>
                </c:pt>
                <c:pt idx="12020">
                  <c:v>dan maglotts auto barn</c:v>
                </c:pt>
                <c:pt idx="12021">
                  <c:v>car maxx auto ltd</c:v>
                </c:pt>
                <c:pt idx="12022">
                  <c:v>driveit automobile corp</c:v>
                </c:pt>
                <c:pt idx="12023">
                  <c:v>auto kiroule</c:v>
                </c:pt>
                <c:pt idx="12024">
                  <c:v>dick auto sales and service</c:v>
                </c:pt>
                <c:pt idx="12025">
                  <c:v>clyde's automotive inc</c:v>
                </c:pt>
                <c:pt idx="12026">
                  <c:v>lbc as</c:v>
                </c:pt>
                <c:pt idx="12027">
                  <c:v>mission bay motors</c:v>
                </c:pt>
                <c:pt idx="12028">
                  <c:v>topaz financial services</c:v>
                </c:pt>
                <c:pt idx="12029">
                  <c:v>consumer auto finance inc</c:v>
                </c:pt>
                <c:pt idx="12030">
                  <c:v>5 corners truck &amp; auto inc</c:v>
                </c:pt>
                <c:pt idx="12031">
                  <c:v>tmx credit</c:v>
                </c:pt>
                <c:pt idx="12032">
                  <c:v>memorial credit union</c:v>
                </c:pt>
                <c:pt idx="12033">
                  <c:v>universal auto plaza llc</c:v>
                </c:pt>
                <c:pt idx="12034">
                  <c:v>nolley auto sales</c:v>
                </c:pt>
                <c:pt idx="12035">
                  <c:v>rochester tire and auto inc</c:v>
                </c:pt>
                <c:pt idx="12036">
                  <c:v>wholesale leasing llc</c:v>
                </c:pt>
                <c:pt idx="12037">
                  <c:v>saamsept auto corp</c:v>
                </c:pt>
                <c:pt idx="12038">
                  <c:v>progressive remarketing/tra</c:v>
                </c:pt>
                <c:pt idx="12039">
                  <c:v>primeritus remarketing/aad</c:v>
                </c:pt>
                <c:pt idx="12040">
                  <c:v>mills capitol auto sales inc</c:v>
                </c:pt>
                <c:pt idx="12041">
                  <c:v>trade appraised llc</c:v>
                </c:pt>
                <c:pt idx="12042">
                  <c:v>onemain rem/dmc motors of florida</c:v>
                </c:pt>
                <c:pt idx="12043">
                  <c:v>mid southern savings bank fsb</c:v>
                </c:pt>
                <c:pt idx="12044">
                  <c:v>r &amp; h auto sales llc</c:v>
                </c:pt>
                <c:pt idx="12045">
                  <c:v>rpm motor co inc</c:v>
                </c:pt>
                <c:pt idx="12046">
                  <c:v>price motor sales</c:v>
                </c:pt>
                <c:pt idx="12047">
                  <c:v>primeritus remarketing/sa</c:v>
                </c:pt>
                <c:pt idx="12048">
                  <c:v>the real mechanic shop inc</c:v>
                </c:pt>
                <c:pt idx="12049">
                  <c:v>northern lights industrial sales inc</c:v>
                </c:pt>
                <c:pt idx="12050">
                  <c:v>transportation fcu</c:v>
                </c:pt>
                <c:pt idx="12051">
                  <c:v>titlemax / lawrenceville ga4</c:v>
                </c:pt>
                <c:pt idx="12052">
                  <c:v>reliable auto finance</c:v>
                </c:pt>
                <c:pt idx="12053">
                  <c:v>nortex motors</c:v>
                </c:pt>
                <c:pt idx="12054">
                  <c:v>pro credit &amp; leasing</c:v>
                </c:pt>
                <c:pt idx="12055">
                  <c:v>zarzour motors</c:v>
                </c:pt>
                <c:pt idx="12056">
                  <c:v>r &amp; r auto sport cars llc</c:v>
                </c:pt>
                <c:pt idx="12057">
                  <c:v>les automobiles p w inc</c:v>
                </c:pt>
                <c:pt idx="12058">
                  <c:v>american leasing and sales</c:v>
                </c:pt>
                <c:pt idx="12059">
                  <c:v>best financial</c:v>
                </c:pt>
                <c:pt idx="12060">
                  <c:v>hollywood wholesale llc</c:v>
                </c:pt>
                <c:pt idx="12061">
                  <c:v>autosport autosales</c:v>
                </c:pt>
                <c:pt idx="12062">
                  <c:v>1st choice auto sales</c:v>
                </c:pt>
                <c:pt idx="12063">
                  <c:v>board of police commissioners</c:v>
                </c:pt>
                <c:pt idx="12064">
                  <c:v>auto max sales inc</c:v>
                </c:pt>
                <c:pt idx="12065">
                  <c:v>auto credit express</c:v>
                </c:pt>
                <c:pt idx="12066">
                  <c:v>best deals on wheels llc</c:v>
                </c:pt>
                <c:pt idx="12067">
                  <c:v>easy credit auto sales inc</c:v>
                </c:pt>
                <c:pt idx="12068">
                  <c:v>auto benz 1</c:v>
                </c:pt>
                <c:pt idx="12069">
                  <c:v>day and night auto llc</c:v>
                </c:pt>
                <c:pt idx="12070">
                  <c:v>j &amp; j auto brokers llc</c:v>
                </c:pt>
                <c:pt idx="12071">
                  <c:v>disbrowe chevrolet buick gmc cadillac ltd</c:v>
                </c:pt>
                <c:pt idx="12072">
                  <c:v>auto smart llc</c:v>
                </c:pt>
                <c:pt idx="12073">
                  <c:v>taylor chrysler dodge inc</c:v>
                </c:pt>
                <c:pt idx="12074">
                  <c:v>titlemax / fredericksburg va1</c:v>
                </c:pt>
                <c:pt idx="12075">
                  <c:v>omnicars</c:v>
                </c:pt>
                <c:pt idx="12076">
                  <c:v>titlemax/anthony tx1</c:v>
                </c:pt>
                <c:pt idx="12077">
                  <c:v>statesville wholesale</c:v>
                </c:pt>
                <c:pt idx="12078">
                  <c:v>freedom auto motors</c:v>
                </c:pt>
                <c:pt idx="12079">
                  <c:v>primeritus remarketing/hulcher services</c:v>
                </c:pt>
                <c:pt idx="12080">
                  <c:v>north coast auto brokers llc</c:v>
                </c:pt>
                <c:pt idx="12081">
                  <c:v>matthews &amp; michaels</c:v>
                </c:pt>
                <c:pt idx="12082">
                  <c:v>titlemax/mt vernon va1</c:v>
                </c:pt>
                <c:pt idx="12083">
                  <c:v>titlebucks/columbus ga2</c:v>
                </c:pt>
                <c:pt idx="12084">
                  <c:v>susquehanna bank pa</c:v>
                </c:pt>
                <c:pt idx="12085">
                  <c:v>manheim fort myers</c:v>
                </c:pt>
                <c:pt idx="12086">
                  <c:v>sign and drive auto group</c:v>
                </c:pt>
                <c:pt idx="12087">
                  <c:v>primeritus remarketing/triplets auto sale</c:v>
                </c:pt>
                <c:pt idx="12088">
                  <c:v>leggat chevrolet buick gmc ltd</c:v>
                </c:pt>
                <c:pt idx="12089">
                  <c:v>st marys bank</c:v>
                </c:pt>
                <c:pt idx="12090">
                  <c:v>kevin's kars llc</c:v>
                </c:pt>
                <c:pt idx="12091">
                  <c:v>utomi international  llc</c:v>
                </c:pt>
                <c:pt idx="12092">
                  <c:v>ultimate motorsport inc</c:v>
                </c:pt>
                <c:pt idx="12093">
                  <c:v>vehicle acceptance corp/dallas</c:v>
                </c:pt>
                <c:pt idx="12094">
                  <c:v>woodfield nissan inc</c:v>
                </c:pt>
                <c:pt idx="12095">
                  <c:v>a/m custom auto sales inc</c:v>
                </c:pt>
                <c:pt idx="12096">
                  <c:v>car emporium com</c:v>
                </c:pt>
                <c:pt idx="12097">
                  <c:v>bsl transportation services</c:v>
                </c:pt>
                <c:pt idx="12098">
                  <c:v>hurra auto inc</c:v>
                </c:pt>
                <c:pt idx="12099">
                  <c:v>automotive service finance</c:v>
                </c:pt>
                <c:pt idx="12100">
                  <c:v>credit masters</c:v>
                </c:pt>
                <c:pt idx="12101">
                  <c:v>berg car company inc</c:v>
                </c:pt>
                <c:pt idx="12102">
                  <c:v>capitol mazda</c:v>
                </c:pt>
                <c:pt idx="12103">
                  <c:v>hurley auto sales</c:v>
                </c:pt>
                <c:pt idx="12104">
                  <c:v>cavender auto</c:v>
                </c:pt>
                <c:pt idx="12105">
                  <c:v>c n p auto sales</c:v>
                </c:pt>
                <c:pt idx="12106">
                  <c:v>alan jay nissan</c:v>
                </c:pt>
                <c:pt idx="12107">
                  <c:v>1st liberty fcu</c:v>
                </c:pt>
                <c:pt idx="12108">
                  <c:v>jaguar st louis land rover st louis</c:v>
                </c:pt>
                <c:pt idx="12109">
                  <c:v>big cat auto sales</c:v>
                </c:pt>
                <c:pt idx="12110">
                  <c:v>capitol fleet</c:v>
                </c:pt>
                <c:pt idx="12111">
                  <c:v>fort myers motors ltd</c:v>
                </c:pt>
                <c:pt idx="12112">
                  <c:v>jim enterprises auto sales inc</c:v>
                </c:pt>
                <c:pt idx="12113">
                  <c:v>intellexim auto llc</c:v>
                </c:pt>
                <c:pt idx="12114">
                  <c:v>auto title loans and more llc</c:v>
                </c:pt>
                <c:pt idx="12115">
                  <c:v>allyns specialty cars</c:v>
                </c:pt>
                <c:pt idx="12116">
                  <c:v>continental used auto sales inc</c:v>
                </c:pt>
                <c:pt idx="12117">
                  <c:v>good friends auto sales llp</c:v>
                </c:pt>
                <c:pt idx="12118">
                  <c:v>welkes auto sales inc</c:v>
                </c:pt>
                <c:pt idx="12119">
                  <c:v>25th street auto sales</c:v>
                </c:pt>
                <c:pt idx="12120">
                  <c:v>i 15 auto sales</c:v>
                </c:pt>
                <c:pt idx="12121">
                  <c:v>allied cash advance c/o axcess recovery</c:v>
                </c:pt>
                <c:pt idx="12122">
                  <c:v>primeritus remarketing/rpm automotive ser</c:v>
                </c:pt>
                <c:pt idx="12123">
                  <c:v>new rochelle hyundai</c:v>
                </c:pt>
                <c:pt idx="12124">
                  <c:v>team honda powerhouse of milton</c:v>
                </c:pt>
                <c:pt idx="12125">
                  <c:v>primeritus remarketing/s&amp;r auto sales</c:v>
                </c:pt>
                <c:pt idx="12126">
                  <c:v>lane 1 motors</c:v>
                </c:pt>
                <c:pt idx="12127">
                  <c:v>lallier automobile (hull) inc</c:v>
                </c:pt>
                <c:pt idx="12128">
                  <c:v>nolan automotive wholesale</c:v>
                </c:pt>
                <c:pt idx="12129">
                  <c:v>nallys automotive</c:v>
                </c:pt>
                <c:pt idx="12130">
                  <c:v>rivertown subaru &amp; volvo of columbus</c:v>
                </c:pt>
                <c:pt idx="12131">
                  <c:v>prestige lincoln</c:v>
                </c:pt>
                <c:pt idx="12132">
                  <c:v>manna vehicles</c:v>
                </c:pt>
                <c:pt idx="12133">
                  <c:v>pinnacle financial partners</c:v>
                </c:pt>
                <c:pt idx="12134">
                  <c:v>summit ridge credit union</c:v>
                </c:pt>
                <c:pt idx="12135">
                  <c:v>toyota industrial equipment</c:v>
                </c:pt>
                <c:pt idx="12136">
                  <c:v>cu carfinders</c:v>
                </c:pt>
                <c:pt idx="12137">
                  <c:v>a cars one</c:v>
                </c:pt>
                <c:pt idx="12138">
                  <c:v>alexis automotive llc</c:v>
                </c:pt>
                <c:pt idx="12139">
                  <c:v>first ford inc</c:v>
                </c:pt>
                <c:pt idx="12140">
                  <c:v>k &amp; j auto</c:v>
                </c:pt>
                <c:pt idx="12141">
                  <c:v>dakota auto inc</c:v>
                </c:pt>
                <c:pt idx="12142">
                  <c:v>albo auto sales</c:v>
                </c:pt>
                <c:pt idx="12143">
                  <c:v>j s auto brokers</c:v>
                </c:pt>
                <c:pt idx="12144">
                  <c:v>automotive partners funding</c:v>
                </c:pt>
                <c:pt idx="12145">
                  <c:v>desert import/export auto sales</c:v>
                </c:pt>
                <c:pt idx="12146">
                  <c:v>e z way auto sales inc</c:v>
                </c:pt>
                <c:pt idx="12147">
                  <c:v>anaheim auto finance</c:v>
                </c:pt>
                <c:pt idx="12148">
                  <c:v>jm auto sales</c:v>
                </c:pt>
                <c:pt idx="12149">
                  <c:v>jv driver projects inc</c:v>
                </c:pt>
                <c:pt idx="12150">
                  <c:v>boardwalk auto</c:v>
                </c:pt>
                <c:pt idx="12151">
                  <c:v>central bargain used cars</c:v>
                </c:pt>
                <c:pt idx="12152">
                  <c:v>bengazi automotive llc</c:v>
                </c:pt>
                <c:pt idx="12153">
                  <c:v>hometown auto &amp; credit inc</c:v>
                </c:pt>
                <c:pt idx="12154">
                  <c:v>discover kia</c:v>
                </c:pt>
                <c:pt idx="12155">
                  <c:v>deemiracle auto group llc</c:v>
                </c:pt>
                <c:pt idx="12156">
                  <c:v>titlemax/fort worth tx4</c:v>
                </c:pt>
                <c:pt idx="12157">
                  <c:v>texas motor</c:v>
                </c:pt>
                <c:pt idx="12158">
                  <c:v>accion texas</c:v>
                </c:pt>
                <c:pt idx="12159">
                  <c:v>columbus car trader</c:v>
                </c:pt>
                <c:pt idx="12160">
                  <c:v>auto action</c:v>
                </c:pt>
                <c:pt idx="12161">
                  <c:v>transwest credit union</c:v>
                </c:pt>
                <c:pt idx="12162">
                  <c:v>mcewan motors inc.</c:v>
                </c:pt>
                <c:pt idx="12163">
                  <c:v>oc motors</c:v>
                </c:pt>
                <c:pt idx="12164">
                  <c:v>wisconsin auto sales of wausau inc</c:v>
                </c:pt>
                <c:pt idx="12165">
                  <c:v>tkd motor company llc</c:v>
                </c:pt>
                <c:pt idx="12166">
                  <c:v>saratoga's community fcu</c:v>
                </c:pt>
                <c:pt idx="12167">
                  <c:v>templin auto sales inc</c:v>
                </c:pt>
                <c:pt idx="12168">
                  <c:v>university auto solutions llc</c:v>
                </c:pt>
                <c:pt idx="12169">
                  <c:v>steel city auto sales</c:v>
                </c:pt>
                <c:pt idx="12170">
                  <c:v>value imports plus llc</c:v>
                </c:pt>
                <c:pt idx="12171">
                  <c:v>third coast auto group</c:v>
                </c:pt>
                <c:pt idx="12172">
                  <c:v>kns auto llc</c:v>
                </c:pt>
                <c:pt idx="12173">
                  <c:v>lemotors com</c:v>
                </c:pt>
                <c:pt idx="12174">
                  <c:v>michael &amp; sons auto sales llc</c:v>
                </c:pt>
                <c:pt idx="12175">
                  <c:v>zippy rent a car llc</c:v>
                </c:pt>
                <c:pt idx="12176">
                  <c:v>title ii funding of ca/american investment bank</c:v>
                </c:pt>
                <c:pt idx="12177">
                  <c:v>peace auto sales</c:v>
                </c:pt>
                <c:pt idx="12178">
                  <c:v>us auto leasing inc</c:v>
                </c:pt>
                <c:pt idx="12179">
                  <c:v>scs credit corp</c:v>
                </c:pt>
                <c:pt idx="12180">
                  <c:v>penn state auto sales</c:v>
                </c:pt>
                <c:pt idx="12181">
                  <c:v>warner auto center llc</c:v>
                </c:pt>
                <c:pt idx="12182">
                  <c:v>simer used car sales</c:v>
                </c:pt>
                <c:pt idx="12183">
                  <c:v>onemain rem/university automotives inc</c:v>
                </c:pt>
                <c:pt idx="12184">
                  <c:v>rally motorsports llc</c:v>
                </c:pt>
                <c:pt idx="12185">
                  <c:v>semraj llc</c:v>
                </c:pt>
                <c:pt idx="12186">
                  <c:v>luvic auto sales inc</c:v>
                </c:pt>
                <c:pt idx="12187">
                  <c:v>m3j trading company llc</c:v>
                </c:pt>
                <c:pt idx="12188">
                  <c:v>royale bleu auto associates inc</c:v>
                </c:pt>
                <c:pt idx="12189">
                  <c:v>mex/cal auto sales</c:v>
                </c:pt>
                <c:pt idx="12190">
                  <c:v>titlebucks/san antonio-tx1</c:v>
                </c:pt>
                <c:pt idx="12191">
                  <c:v>tulsa federal credit union</c:v>
                </c:pt>
                <c:pt idx="12192">
                  <c:v>san antonio roy baker motors inc</c:v>
                </c:pt>
                <c:pt idx="12193">
                  <c:v>third ave auto</c:v>
                </c:pt>
                <c:pt idx="12194">
                  <c:v>quality acceptance corp</c:v>
                </c:pt>
                <c:pt idx="12195">
                  <c:v>american road insurance company</c:v>
                </c:pt>
                <c:pt idx="12196">
                  <c:v>apollo auto sales inc</c:v>
                </c:pt>
                <c:pt idx="12197">
                  <c:v>drive rite inc</c:v>
                </c:pt>
                <c:pt idx="12198">
                  <c:v>cornerstone community fcu</c:v>
                </c:pt>
                <c:pt idx="12199">
                  <c:v>foxx motor sports inc</c:v>
                </c:pt>
                <c:pt idx="12200">
                  <c:v>elbmotors</c:v>
                </c:pt>
                <c:pt idx="12201">
                  <c:v>jacksons easy car credit</c:v>
                </c:pt>
                <c:pt idx="12202">
                  <c:v>julias auto sales</c:v>
                </c:pt>
                <c:pt idx="12203">
                  <c:v>first citizens bank/raleigh</c:v>
                </c:pt>
                <c:pt idx="12204">
                  <c:v>divine motors ltd</c:v>
                </c:pt>
                <c:pt idx="12205">
                  <c:v>ashley ford sales inc</c:v>
                </c:pt>
                <c:pt idx="12206">
                  <c:v>4x4 auto sales</c:v>
                </c:pt>
                <c:pt idx="12207">
                  <c:v>car cash loans</c:v>
                </c:pt>
                <c:pt idx="12208">
                  <c:v>auto credit financial corporation</c:v>
                </c:pt>
                <c:pt idx="12209">
                  <c:v>bob maxey ford inc</c:v>
                </c:pt>
                <c:pt idx="12210">
                  <c:v>automax llc</c:v>
                </c:pt>
                <c:pt idx="12211">
                  <c:v>denaro motors inc</c:v>
                </c:pt>
                <c:pt idx="12212">
                  <c:v>autos doha</c:v>
                </c:pt>
                <c:pt idx="12213">
                  <c:v>georgia auto house</c:v>
                </c:pt>
                <c:pt idx="12214">
                  <c:v>dealer finance of western kentucky</c:v>
                </c:pt>
                <c:pt idx="12215">
                  <c:v>foothill ford</c:v>
                </c:pt>
                <c:pt idx="12216">
                  <c:v>indiana finance</c:v>
                </c:pt>
                <c:pt idx="12217">
                  <c:v>accountable finance inc</c:v>
                </c:pt>
                <c:pt idx="12218">
                  <c:v>del real auto sales</c:v>
                </c:pt>
                <c:pt idx="12219">
                  <c:v>charlies llc</c:v>
                </c:pt>
                <c:pt idx="12220">
                  <c:v>freeway motors of rogers</c:v>
                </c:pt>
                <c:pt idx="12221">
                  <c:v>414 motor cars llc</c:v>
                </c:pt>
                <c:pt idx="12222">
                  <c:v>auddie brown chevrolet</c:v>
                </c:pt>
                <c:pt idx="12223">
                  <c:v>shore auto brokers</c:v>
                </c:pt>
                <c:pt idx="12224">
                  <c:v>total resource auctions</c:v>
                </c:pt>
                <c:pt idx="12225">
                  <c:v>ohio auto imports inc</c:v>
                </c:pt>
                <c:pt idx="12226">
                  <c:v>milahs auto sales</c:v>
                </c:pt>
                <c:pt idx="12227">
                  <c:v>dotta auto sales inc</c:v>
                </c:pt>
                <c:pt idx="12228">
                  <c:v>auto bright auto sales</c:v>
                </c:pt>
                <c:pt idx="12229">
                  <c:v>walts auto specialty inc</c:v>
                </c:pt>
                <c:pt idx="12230">
                  <c:v>highend auto inc</c:v>
                </c:pt>
                <c:pt idx="12231">
                  <c:v>usa motors and used</c:v>
                </c:pt>
                <c:pt idx="12232">
                  <c:v>texas auto center lp</c:v>
                </c:pt>
                <c:pt idx="12233">
                  <c:v>my store 11 inc</c:v>
                </c:pt>
                <c:pt idx="12234">
                  <c:v>unique car sales inc</c:v>
                </c:pt>
                <c:pt idx="12235">
                  <c:v>taylor auto credit</c:v>
                </c:pt>
                <c:pt idx="12236">
                  <c:v>samuel's auto</c:v>
                </c:pt>
                <c:pt idx="12237">
                  <c:v>mid florida cu</c:v>
                </c:pt>
                <c:pt idx="12238">
                  <c:v>preferred auto sales</c:v>
                </c:pt>
                <c:pt idx="12239">
                  <c:v>raul auto sales llc</c:v>
                </c:pt>
                <c:pt idx="12240">
                  <c:v>sg auto sales inc</c:v>
                </c:pt>
                <c:pt idx="12241">
                  <c:v>primus</c:v>
                </c:pt>
                <c:pt idx="12242">
                  <c:v>titlemax/hermitage hills-tn1</c:v>
                </c:pt>
                <c:pt idx="12243">
                  <c:v>usa best car llc</c:v>
                </c:pt>
                <c:pt idx="12244">
                  <c:v>cove federal credit union</c:v>
                </c:pt>
                <c:pt idx="12245">
                  <c:v>cars/skopos financial</c:v>
                </c:pt>
                <c:pt idx="12246">
                  <c:v>dorado motors</c:v>
                </c:pt>
                <c:pt idx="12247">
                  <c:v>five stars chrysler &amp; dodge  inc.</c:v>
                </c:pt>
                <c:pt idx="12248">
                  <c:v>easy auto sales llc</c:v>
                </c:pt>
                <c:pt idx="12249">
                  <c:v>del mar motor cars</c:v>
                </c:pt>
                <c:pt idx="12250">
                  <c:v>autos direct</c:v>
                </c:pt>
                <c:pt idx="12251">
                  <c:v>galaxy european</c:v>
                </c:pt>
                <c:pt idx="12252">
                  <c:v>just rite auto sales</c:v>
                </c:pt>
                <c:pt idx="12253">
                  <c:v>bavarian imports</c:v>
                </c:pt>
                <c:pt idx="12254">
                  <c:v>northwest car company inc</c:v>
                </c:pt>
                <c:pt idx="12255">
                  <c:v>manheim el paso</c:v>
                </c:pt>
                <c:pt idx="12256">
                  <c:v>j &amp; n auto sales &amp; repairs inc</c:v>
                </c:pt>
                <c:pt idx="12257">
                  <c:v>city auto sales</c:v>
                </c:pt>
                <c:pt idx="12258">
                  <c:v>a-team auto sales llc</c:v>
                </c:pt>
                <c:pt idx="12259">
                  <c:v>fast money lease</c:v>
                </c:pt>
                <c:pt idx="12260">
                  <c:v>beach city auto sales &amp; leasing</c:v>
                </c:pt>
                <c:pt idx="12261">
                  <c:v>texas health credit union</c:v>
                </c:pt>
                <c:pt idx="12262">
                  <c:v>pioneer credit co/calhoun</c:v>
                </c:pt>
                <c:pt idx="12263">
                  <c:v>kia cold lake/discovery motors</c:v>
                </c:pt>
                <c:pt idx="12264">
                  <c:v>mg auto sales inc</c:v>
                </c:pt>
                <c:pt idx="12265">
                  <c:v>tabark global auto</c:v>
                </c:pt>
                <c:pt idx="12266">
                  <c:v>thoroughbred cars inc</c:v>
                </c:pt>
                <c:pt idx="12267">
                  <c:v>lendmark financial services/charlotte</c:v>
                </c:pt>
                <c:pt idx="12268">
                  <c:v>retail ready</c:v>
                </c:pt>
                <c:pt idx="12269">
                  <c:v>repo remarketing/tucoemas fcu</c:v>
                </c:pt>
                <c:pt idx="12270">
                  <c:v>repo remarketing/erie federal credit union</c:v>
                </c:pt>
                <c:pt idx="12271">
                  <c:v>spring motor sport</c:v>
                </c:pt>
                <c:pt idx="12272">
                  <c:v>pt auto wholesale</c:v>
                </c:pt>
                <c:pt idx="12273">
                  <c:v>platinum finance</c:v>
                </c:pt>
                <c:pt idx="12274">
                  <c:v>missouri valley fcu</c:v>
                </c:pt>
                <c:pt idx="12275">
                  <c:v>bill kay ford inc</c:v>
                </c:pt>
                <c:pt idx="12276">
                  <c:v>acapulco motors</c:v>
                </c:pt>
                <c:pt idx="12277">
                  <c:v>double a auto center</c:v>
                </c:pt>
                <c:pt idx="12278">
                  <c:v>cintas corporation</c:v>
                </c:pt>
                <c:pt idx="12279">
                  <c:v>family auto dealers llc</c:v>
                </c:pt>
                <c:pt idx="12280">
                  <c:v>imperio kia of san juan capistrano</c:v>
                </c:pt>
                <c:pt idx="12281">
                  <c:v>gr-24 auto broker llc</c:v>
                </c:pt>
                <c:pt idx="12282">
                  <c:v>9135 4795 quebec inc</c:v>
                </c:pt>
                <c:pt idx="12283">
                  <c:v>cardinal fcu</c:v>
                </c:pt>
                <c:pt idx="12284">
                  <c:v>auto resource</c:v>
                </c:pt>
                <c:pt idx="12285">
                  <c:v>d'aquila mullins &amp; contreras</c:v>
                </c:pt>
                <c:pt idx="12286">
                  <c:v>auto star inc</c:v>
                </c:pt>
                <c:pt idx="12287">
                  <c:v>fiserv/first national bank of pennsylvania</c:v>
                </c:pt>
                <c:pt idx="12288">
                  <c:v>image honda</c:v>
                </c:pt>
                <c:pt idx="12289">
                  <c:v>great lakes fleet lease</c:v>
                </c:pt>
                <c:pt idx="12290">
                  <c:v>autos tigerbec</c:v>
                </c:pt>
                <c:pt idx="12291">
                  <c:v>alpha omega auto sales</c:v>
                </c:pt>
                <c:pt idx="12292">
                  <c:v>carolina finance</c:v>
                </c:pt>
                <c:pt idx="12293">
                  <c:v>101motors</c:v>
                </c:pt>
                <c:pt idx="12294">
                  <c:v>capital motors</c:v>
                </c:pt>
                <c:pt idx="12295">
                  <c:v>cali motors inc</c:v>
                </c:pt>
                <c:pt idx="12296">
                  <c:v>porterville ford</c:v>
                </c:pt>
                <c:pt idx="12297">
                  <c:v>puerto rican cars inc</c:v>
                </c:pt>
                <c:pt idx="12298">
                  <c:v>spectrum wholesale</c:v>
                </c:pt>
                <c:pt idx="12299">
                  <c:v>titlemax/fort worth tx7</c:v>
                </c:pt>
                <c:pt idx="12300">
                  <c:v>st1 motorsports llc</c:v>
                </c:pt>
                <c:pt idx="12301">
                  <c:v>united preowned cars llc</c:v>
                </c:pt>
                <c:pt idx="12302">
                  <c:v>leviners auto sales llc</c:v>
                </c:pt>
                <c:pt idx="12303">
                  <c:v>unity credit union</c:v>
                </c:pt>
                <c:pt idx="12304">
                  <c:v>municipal employees credit union of baltimore</c:v>
                </c:pt>
                <c:pt idx="12305">
                  <c:v>luxury motors credit inc</c:v>
                </c:pt>
                <c:pt idx="12306">
                  <c:v>hobbs auto sales inc</c:v>
                </c:pt>
                <c:pt idx="12307">
                  <c:v>cars in town inc</c:v>
                </c:pt>
                <c:pt idx="12308">
                  <c:v>hall of fame auto sales</c:v>
                </c:pt>
                <c:pt idx="12309">
                  <c:v>amc finance/auto masters credit</c:v>
                </c:pt>
                <c:pt idx="12310">
                  <c:v>indian lake motors llc</c:v>
                </c:pt>
                <c:pt idx="12311">
                  <c:v>enterprise exchange llc</c:v>
                </c:pt>
                <c:pt idx="12312">
                  <c:v>carolina auto trader inc</c:v>
                </c:pt>
                <c:pt idx="12313">
                  <c:v>2nd chance auto sales</c:v>
                </c:pt>
                <c:pt idx="12314">
                  <c:v>all american chevrolet of odessa</c:v>
                </c:pt>
                <c:pt idx="12315">
                  <c:v>columbus finance inc</c:v>
                </c:pt>
                <c:pt idx="12316">
                  <c:v>abfg auto of dfw</c:v>
                </c:pt>
                <c:pt idx="12317">
                  <c:v>george rasberry motors  inc.</c:v>
                </c:pt>
                <c:pt idx="12318">
                  <c:v>hata/dt</c:v>
                </c:pt>
                <c:pt idx="12319">
                  <c:v>btb financial</c:v>
                </c:pt>
                <c:pt idx="12320">
                  <c:v>haims motors inc</c:v>
                </c:pt>
                <c:pt idx="12321">
                  <c:v>atlanta car store inc</c:v>
                </c:pt>
                <c:pt idx="12322">
                  <c:v>college hill auto sales llc</c:v>
                </c:pt>
                <c:pt idx="12323">
                  <c:v>edmonton motors ltd</c:v>
                </c:pt>
                <c:pt idx="12324">
                  <c:v>promenade kia</c:v>
                </c:pt>
                <c:pt idx="12325">
                  <c:v>triple auto body inc</c:v>
                </c:pt>
                <c:pt idx="12326">
                  <c:v>gm derham auto sales</c:v>
                </c:pt>
                <c:pt idx="12327">
                  <c:v>dealers choice auto brokers ltd</c:v>
                </c:pt>
                <c:pt idx="12328">
                  <c:v>exclusive auto sales &amp; service llc</c:v>
                </c:pt>
                <c:pt idx="12329">
                  <c:v>prudent autodeals inc</c:v>
                </c:pt>
                <c:pt idx="12330">
                  <c:v>ways to work inc</c:v>
                </c:pt>
                <c:pt idx="12331">
                  <c:v>pfsc inc</c:v>
                </c:pt>
                <c:pt idx="12332">
                  <c:v>nicks towing service inc</c:v>
                </c:pt>
                <c:pt idx="12333">
                  <c:v>tank auto inc</c:v>
                </c:pt>
                <c:pt idx="12334">
                  <c:v>lithia nissan</c:v>
                </c:pt>
                <c:pt idx="12335">
                  <c:v>london deal a wheel</c:v>
                </c:pt>
                <c:pt idx="12336">
                  <c:v>mitchell auto acquisition inc</c:v>
                </c:pt>
                <c:pt idx="12337">
                  <c:v>us financial auto credit</c:v>
                </c:pt>
                <c:pt idx="12338">
                  <c:v>metro lease corp</c:v>
                </c:pt>
                <c:pt idx="12339">
                  <c:v>sunrise group investment</c:v>
                </c:pt>
                <c:pt idx="12340">
                  <c:v>titlemax/jacinto city tx1</c:v>
                </c:pt>
                <c:pt idx="12341">
                  <c:v>uw credit union</c:v>
                </c:pt>
                <c:pt idx="12342">
                  <c:v>kenly ford inc</c:v>
                </c:pt>
                <c:pt idx="12343">
                  <c:v>southwest financial co inc</c:v>
                </c:pt>
                <c:pt idx="12344">
                  <c:v>auto traders direct co</c:v>
                </c:pt>
                <c:pt idx="12345">
                  <c:v>bcbsnc credit union</c:v>
                </c:pt>
                <c:pt idx="12346">
                  <c:v>auto imports of melbourne inc</c:v>
                </c:pt>
                <c:pt idx="12347">
                  <c:v>city of reading</c:v>
                </c:pt>
                <c:pt idx="12348">
                  <c:v>credit care financial</c:v>
                </c:pt>
                <c:pt idx="12349">
                  <c:v>docs used auto sales &amp; repair</c:v>
                </c:pt>
                <c:pt idx="12350">
                  <c:v>b &amp; b used automotive llc</c:v>
                </c:pt>
                <c:pt idx="12351">
                  <c:v>florida credit group llc</c:v>
                </c:pt>
                <c:pt idx="12352">
                  <c:v>idrive autohaus ltd</c:v>
                </c:pt>
                <c:pt idx="12353">
                  <c:v>c &amp; n auto group</c:v>
                </c:pt>
                <c:pt idx="12354">
                  <c:v>autoleader llc</c:v>
                </c:pt>
                <c:pt idx="12355">
                  <c:v>amoco fcu</c:v>
                </c:pt>
                <c:pt idx="12356">
                  <c:v>express finance co</c:v>
                </c:pt>
                <c:pt idx="12357">
                  <c:v>first shift auto</c:v>
                </c:pt>
                <c:pt idx="12358">
                  <c:v>e c auto sales inc</c:v>
                </c:pt>
                <c:pt idx="12359">
                  <c:v>autonation hyundai corpus christi</c:v>
                </c:pt>
                <c:pt idx="12360">
                  <c:v>clc enterprises ltd</c:v>
                </c:pt>
                <c:pt idx="12361">
                  <c:v>energy united</c:v>
                </c:pt>
                <c:pt idx="12362">
                  <c:v>alberta recreation vehicles ltd</c:v>
                </c:pt>
                <c:pt idx="12363">
                  <c:v>community acceptance inc</c:v>
                </c:pt>
                <c:pt idx="12364">
                  <c:v>hunt automotive operations</c:v>
                </c:pt>
                <c:pt idx="12365">
                  <c:v>fair auto trader</c:v>
                </c:pt>
                <c:pt idx="12366">
                  <c:v>dublin hyundai</c:v>
                </c:pt>
                <c:pt idx="12367">
                  <c:v>blue jayhawk inc</c:v>
                </c:pt>
                <c:pt idx="12368">
                  <c:v>check into cash</c:v>
                </c:pt>
                <c:pt idx="12369">
                  <c:v>mangino value center inc</c:v>
                </c:pt>
                <c:pt idx="12370">
                  <c:v>the king of credit</c:v>
                </c:pt>
                <c:pt idx="12371">
                  <c:v>salem chrysler jeep dodge</c:v>
                </c:pt>
                <c:pt idx="12372">
                  <c:v>route 123 motors</c:v>
                </c:pt>
                <c:pt idx="12373">
                  <c:v>larry miller hyundai</c:v>
                </c:pt>
                <c:pt idx="12374">
                  <c:v>coachworks</c:v>
                </c:pt>
                <c:pt idx="12375">
                  <c:v>autonation hyundai 104</c:v>
                </c:pt>
                <c:pt idx="12376">
                  <c:v>u.s. auto credit</c:v>
                </c:pt>
                <c:pt idx="12377">
                  <c:v>western funding</c:v>
                </c:pt>
                <c:pt idx="12378">
                  <c:v>remarketing by ge/jd byrider</c:v>
                </c:pt>
                <c:pt idx="12379">
                  <c:v>professional financial services/columbus</c:v>
                </c:pt>
                <c:pt idx="12380">
                  <c:v>remarketing by ge/strategic remarketing solution</c:v>
                </c:pt>
                <c:pt idx="12381">
                  <c:v>southern lenders llc</c:v>
                </c:pt>
                <c:pt idx="12382">
                  <c:v>mac pac motors international limited</c:v>
                </c:pt>
                <c:pt idx="12383">
                  <c:v>maybach auto sales inc</c:v>
                </c:pt>
                <c:pt idx="12384">
                  <c:v>surface inc</c:v>
                </c:pt>
                <c:pt idx="12385">
                  <c:v>westside used cars inc</c:v>
                </c:pt>
                <c:pt idx="12386">
                  <c:v>town &amp; country fcu</c:v>
                </c:pt>
                <c:pt idx="12387">
                  <c:v>stars auto sales</c:v>
                </c:pt>
                <c:pt idx="12388">
                  <c:v>priceline auto group llc</c:v>
                </c:pt>
                <c:pt idx="12389">
                  <c:v>stop &amp; buy auto sales llc</c:v>
                </c:pt>
                <c:pt idx="12390">
                  <c:v>midwest automotive inc</c:v>
                </c:pt>
                <c:pt idx="12391">
                  <c:v>vip auto sales</c:v>
                </c:pt>
                <c:pt idx="12392">
                  <c:v>mdj grayson auto sales</c:v>
                </c:pt>
                <c:pt idx="12393">
                  <c:v>tampa auto mart inc</c:v>
                </c:pt>
                <c:pt idx="12394">
                  <c:v>luxury imports</c:v>
                </c:pt>
                <c:pt idx="12395">
                  <c:v>mastria nissan inc</c:v>
                </c:pt>
                <c:pt idx="12396">
                  <c:v>town &amp; country auto sales</c:v>
                </c:pt>
                <c:pt idx="12397">
                  <c:v>gcs fcu</c:v>
                </c:pt>
                <c:pt idx="12398">
                  <c:v>b brothers auto llc</c:v>
                </c:pt>
                <c:pt idx="12399">
                  <c:v>dyala auto broker llc</c:v>
                </c:pt>
                <c:pt idx="12400">
                  <c:v>e car inc</c:v>
                </c:pt>
                <c:pt idx="12401">
                  <c:v>apex fcu</c:v>
                </c:pt>
                <c:pt idx="12402">
                  <c:v>jerry's auto sales</c:v>
                </c:pt>
                <c:pt idx="12403">
                  <c:v>gene messer chevrolet</c:v>
                </c:pt>
                <c:pt idx="12404">
                  <c:v>barek used car sales ltd</c:v>
                </c:pt>
                <c:pt idx="12405">
                  <c:v>flexterms financial</c:v>
                </c:pt>
                <c:pt idx="12406">
                  <c:v>fa automotive llc</c:v>
                </c:pt>
                <c:pt idx="12407">
                  <c:v>everything automotive</c:v>
                </c:pt>
                <c:pt idx="12408">
                  <c:v>industrial acceptance corporation</c:v>
                </c:pt>
                <c:pt idx="12409">
                  <c:v>capitol auto sales inc</c:v>
                </c:pt>
                <c:pt idx="12410">
                  <c:v>arno auto dealer</c:v>
                </c:pt>
                <c:pt idx="12411">
                  <c:v>auto expert kev</c:v>
                </c:pt>
                <c:pt idx="12412">
                  <c:v>aa auto sales &amp; services llc</c:v>
                </c:pt>
                <c:pt idx="12413">
                  <c:v>hernandez auto sales</c:v>
                </c:pt>
                <c:pt idx="12414">
                  <c:v>coronado motors corp</c:v>
                </c:pt>
                <c:pt idx="12415">
                  <c:v>jack county auto sales inc</c:v>
                </c:pt>
                <c:pt idx="12416">
                  <c:v>autonation ford east</c:v>
                </c:pt>
                <c:pt idx="12417">
                  <c:v>jollys auto sales</c:v>
                </c:pt>
                <c:pt idx="12418">
                  <c:v>5280 motorcars</c:v>
                </c:pt>
                <c:pt idx="12419">
                  <c:v>c m webber holdings ltd</c:v>
                </c:pt>
                <c:pt idx="12420">
                  <c:v>autoworld inc</c:v>
                </c:pt>
                <c:pt idx="12421">
                  <c:v>abc auto sales</c:v>
                </c:pt>
                <c:pt idx="12422">
                  <c:v>autonation honda covington pike</c:v>
                </c:pt>
                <c:pt idx="12423">
                  <c:v>buffalo auto acceptance corp</c:v>
                </c:pt>
                <c:pt idx="12424">
                  <c:v>k &amp; z group llc</c:v>
                </c:pt>
                <c:pt idx="12425">
                  <c:v>autonation honda fremont</c:v>
                </c:pt>
                <c:pt idx="12426">
                  <c:v>c &amp; j auto sales  inc.</c:v>
                </c:pt>
                <c:pt idx="12427">
                  <c:v>auto integrity llc</c:v>
                </c:pt>
                <c:pt idx="12428">
                  <c:v>equity auto center llc</c:v>
                </c:pt>
                <c:pt idx="12429">
                  <c:v>community bank</c:v>
                </c:pt>
                <c:pt idx="12430">
                  <c:v>cottonport bank</c:v>
                </c:pt>
                <c:pt idx="12431">
                  <c:v>quality auto sales llc</c:v>
                </c:pt>
                <c:pt idx="12432">
                  <c:v>vossen auto sales</c:v>
                </c:pt>
                <c:pt idx="12433">
                  <c:v>mac motorsports</c:v>
                </c:pt>
                <c:pt idx="12434">
                  <c:v>titlemax/forest park ga1</c:v>
                </c:pt>
                <c:pt idx="12435">
                  <c:v>lobo motors</c:v>
                </c:pt>
                <c:pt idx="12436">
                  <c:v>3:16 auto sales</c:v>
                </c:pt>
                <c:pt idx="12437">
                  <c:v>car center of glen burnie</c:v>
                </c:pt>
                <c:pt idx="12438">
                  <c:v>titlemax/riverdale ga1</c:v>
                </c:pt>
                <c:pt idx="12439">
                  <c:v>north texas auto remarketing</c:v>
                </c:pt>
                <c:pt idx="12440">
                  <c:v>lendmark financial services / jacksonville</c:v>
                </c:pt>
                <c:pt idx="12441">
                  <c:v>titlemax/austin tx15</c:v>
                </c:pt>
                <c:pt idx="12442">
                  <c:v>manheim palm beach pnd arb</c:v>
                </c:pt>
                <c:pt idx="12443">
                  <c:v>teocal auto sales</c:v>
                </c:pt>
                <c:pt idx="12444">
                  <c:v>mann motors inc</c:v>
                </c:pt>
                <c:pt idx="12445">
                  <c:v>the dean team hyundai</c:v>
                </c:pt>
                <c:pt idx="12446">
                  <c:v>texas bay area credit union</c:v>
                </c:pt>
                <c:pt idx="12447">
                  <c:v>pars auto mart inc</c:v>
                </c:pt>
                <c:pt idx="12448">
                  <c:v>repo remarketing/united credit union</c:v>
                </c:pt>
                <c:pt idx="12449">
                  <c:v>bob moore motors</c:v>
                </c:pt>
                <c:pt idx="12450">
                  <c:v>financial plus federal credit union</c:v>
                </c:pt>
                <c:pt idx="12451">
                  <c:v>a1 auto</c:v>
                </c:pt>
                <c:pt idx="12452">
                  <c:v>elease returns com corporation</c:v>
                </c:pt>
                <c:pt idx="12453">
                  <c:v>consumer financial services/elgin</c:v>
                </c:pt>
                <c:pt idx="12454">
                  <c:v>j t philips auto</c:v>
                </c:pt>
                <c:pt idx="12455">
                  <c:v>auto credit express inc</c:v>
                </c:pt>
                <c:pt idx="12456">
                  <c:v>coiteux hyundai</c:v>
                </c:pt>
                <c:pt idx="12457">
                  <c:v>exclusive auto wholesale llc</c:v>
                </c:pt>
                <c:pt idx="12458">
                  <c:v>abbott automotive group inc</c:v>
                </c:pt>
                <c:pt idx="12459">
                  <c:v>d d car sales</c:v>
                </c:pt>
                <c:pt idx="12460">
                  <c:v>e-z auto buy incorporated</c:v>
                </c:pt>
                <c:pt idx="12461">
                  <c:v>highland auto sales</c:v>
                </c:pt>
                <c:pt idx="12462">
                  <c:v>frontier fine cars</c:v>
                </c:pt>
                <c:pt idx="12463">
                  <c:v>automobiles gaetan laferriere inc</c:v>
                </c:pt>
                <c:pt idx="12464">
                  <c:v>best motor</c:v>
                </c:pt>
                <c:pt idx="12465">
                  <c:v>b f auto sales</c:v>
                </c:pt>
                <c:pt idx="12466">
                  <c:v>titlebucks/riverdale ga2</c:v>
                </c:pt>
                <c:pt idx="12467">
                  <c:v>kimble's auto sales inc</c:v>
                </c:pt>
                <c:pt idx="12468">
                  <c:v>geovista credit union</c:v>
                </c:pt>
                <c:pt idx="12469">
                  <c:v>emj automotive remarketing</c:v>
                </c:pt>
                <c:pt idx="12470">
                  <c:v>auto max</c:v>
                </c:pt>
                <c:pt idx="12471">
                  <c:v>eze auto brokers inc</c:v>
                </c:pt>
                <c:pt idx="12472">
                  <c:v>presto auto loans</c:v>
                </c:pt>
                <c:pt idx="12473">
                  <c:v>superior motor company llc</c:v>
                </c:pt>
                <c:pt idx="12474">
                  <c:v>numark credit union</c:v>
                </c:pt>
                <c:pt idx="12475">
                  <c:v>titlemax/roanoke va1</c:v>
                </c:pt>
                <c:pt idx="12476">
                  <c:v>lehigh valley fcu</c:v>
                </c:pt>
                <c:pt idx="12477">
                  <c:v>ratcliff auto sales</c:v>
                </c:pt>
                <c:pt idx="12478">
                  <c:v>self-help cu dba choice community cu</c:v>
                </c:pt>
                <c:pt idx="12479">
                  <c:v>the touch auto sales llc</c:v>
                </c:pt>
                <c:pt idx="12480">
                  <c:v>noor motor  inc.</c:v>
                </c:pt>
                <c:pt idx="12481">
                  <c:v>tradesmen community credit union</c:v>
                </c:pt>
                <c:pt idx="12482">
                  <c:v>low country credit</c:v>
                </c:pt>
                <c:pt idx="12483">
                  <c:v>nova chek sales</c:v>
                </c:pt>
                <c:pt idx="12484">
                  <c:v>magnetic automobile and svcs llc</c:v>
                </c:pt>
                <c:pt idx="12485">
                  <c:v>professional financial services / jacksonville</c:v>
                </c:pt>
                <c:pt idx="12486">
                  <c:v>szott m 59 chrysler jeep inc</c:v>
                </c:pt>
                <c:pt idx="12487">
                  <c:v>world financial services inc</c:v>
                </c:pt>
                <c:pt idx="12488">
                  <c:v>rla investment recovery llc c/o we energies</c:v>
                </c:pt>
                <c:pt idx="12489">
                  <c:v>westside houston auto sales  inc.</c:v>
                </c:pt>
                <c:pt idx="12490">
                  <c:v>world wide investments llc</c:v>
                </c:pt>
                <c:pt idx="12491">
                  <c:v>t&amp;s california auto inc</c:v>
                </c:pt>
                <c:pt idx="12492">
                  <c:v>wheels &amp; deals auto sales of florida llc</c:v>
                </c:pt>
                <c:pt idx="12493">
                  <c:v>transrite incorporated</c:v>
                </c:pt>
                <c:pt idx="12494">
                  <c:v>northland chevrolet</c:v>
                </c:pt>
                <c:pt idx="12495">
                  <c:v>motion automotive enterprises llc</c:v>
                </c:pt>
                <c:pt idx="12496">
                  <c:v>ward motor co</c:v>
                </c:pt>
                <c:pt idx="12497">
                  <c:v>veneauto cars</c:v>
                </c:pt>
                <c:pt idx="12498">
                  <c:v>member focus community credit union</c:v>
                </c:pt>
                <c:pt idx="12499">
                  <c:v>bob penkhus mitsubishi</c:v>
                </c:pt>
                <c:pt idx="12500">
                  <c:v>crediauto financial dba crediauto usa financial</c:v>
                </c:pt>
                <c:pt idx="12501">
                  <c:v>1st class auto</c:v>
                </c:pt>
                <c:pt idx="12502">
                  <c:v>jp auto brokers inc</c:v>
                </c:pt>
                <c:pt idx="12503">
                  <c:v>flex terms financial</c:v>
                </c:pt>
                <c:pt idx="12504">
                  <c:v>herbey's auto sales llc</c:v>
                </c:pt>
                <c:pt idx="12505">
                  <c:v>first chrysler dodge jeep ram</c:v>
                </c:pt>
                <c:pt idx="12506">
                  <c:v>jd byrider/cnac</c:v>
                </c:pt>
                <c:pt idx="12507">
                  <c:v>americars international llc</c:v>
                </c:pt>
                <c:pt idx="12508">
                  <c:v>delmarva motor acceptance corp</c:v>
                </c:pt>
                <c:pt idx="12509">
                  <c:v>advantedge quality cars</c:v>
                </c:pt>
                <c:pt idx="12510">
                  <c:v>autostar acceptance inc</c:v>
                </c:pt>
                <c:pt idx="12511">
                  <c:v>harold &amp; nickie o'quinn's auto sales inc</c:v>
                </c:pt>
                <c:pt idx="12512">
                  <c:v>green cap financial/dba lendmark financial/new b</c:v>
                </c:pt>
                <c:pt idx="12513">
                  <c:v>jireh auto sales inc</c:v>
                </c:pt>
                <c:pt idx="12514">
                  <c:v>american auto &amp; body</c:v>
                </c:pt>
                <c:pt idx="12515">
                  <c:v>top cars inc</c:v>
                </c:pt>
                <c:pt idx="12516">
                  <c:v>source auto auction</c:v>
                </c:pt>
                <c:pt idx="12517">
                  <c:v>nemer chevrolet buick cadillac llc/nissan</c:v>
                </c:pt>
                <c:pt idx="12518">
                  <c:v>s&amp;f financial llc</c:v>
                </c:pt>
                <c:pt idx="12519">
                  <c:v>dreams auto detail shop</c:v>
                </c:pt>
                <c:pt idx="12520">
                  <c:v>autos reps l g s e n c</c:v>
                </c:pt>
                <c:pt idx="12521">
                  <c:v>bell ways auto sales llc</c:v>
                </c:pt>
                <c:pt idx="12522">
                  <c:v>titlemax/martin luther king ga1</c:v>
                </c:pt>
                <c:pt idx="12523">
                  <c:v>quinn motors of ellsworth</c:v>
                </c:pt>
                <c:pt idx="12524">
                  <c:v>national auto mart</c:v>
                </c:pt>
                <c:pt idx="12525">
                  <c:v>texas auto liquidators llc</c:v>
                </c:pt>
                <c:pt idx="12526">
                  <c:v>medina auto sales</c:v>
                </c:pt>
                <c:pt idx="12527">
                  <c:v>simon auto sales</c:v>
                </c:pt>
                <c:pt idx="12528">
                  <c:v>titlemax/houston tx1</c:v>
                </c:pt>
                <c:pt idx="12529">
                  <c:v>newlook auto sales llc</c:v>
                </c:pt>
                <c:pt idx="12530">
                  <c:v>st marys credit union</c:v>
                </c:pt>
                <c:pt idx="12531">
                  <c:v>mike auto sales llc</c:v>
                </c:pt>
                <c:pt idx="12532">
                  <c:v>rumikel auto sales llc</c:v>
                </c:pt>
                <c:pt idx="12533">
                  <c:v>lendmark financial services / douglasville</c:v>
                </c:pt>
                <c:pt idx="12534">
                  <c:v>lewis motors</c:v>
                </c:pt>
                <c:pt idx="12535">
                  <c:v>national internet auto brokerage inc</c:v>
                </c:pt>
                <c:pt idx="12536">
                  <c:v>skagit ford subaru</c:v>
                </c:pt>
                <c:pt idx="12537">
                  <c:v>ruffhouse auto llc</c:v>
                </c:pt>
                <c:pt idx="12538">
                  <c:v>xcluzive auto llc</c:v>
                </c:pt>
                <c:pt idx="12539">
                  <c:v>primeritus remarketing/american auto mall</c:v>
                </c:pt>
                <c:pt idx="12540">
                  <c:v>malakin motors llc</c:v>
                </c:pt>
                <c:pt idx="12541">
                  <c:v>q and a motors llc</c:v>
                </c:pt>
                <c:pt idx="12542">
                  <c:v>titlemax/woodbridge va5</c:v>
                </c:pt>
                <c:pt idx="12543">
                  <c:v>bonalle auto sales</c:v>
                </c:pt>
                <c:pt idx="12544">
                  <c:v>global acceptance auto inc</c:v>
                </c:pt>
                <c:pt idx="12545">
                  <c:v>eric j sheets</c:v>
                </c:pt>
                <c:pt idx="12546">
                  <c:v>canals &amp; trails credit union</c:v>
                </c:pt>
                <c:pt idx="12547">
                  <c:v>dowdy auto sales</c:v>
                </c:pt>
                <c:pt idx="12548">
                  <c:v>cars and credit master</c:v>
                </c:pt>
                <c:pt idx="12549">
                  <c:v>bul auto sales &amp; service inc</c:v>
                </c:pt>
                <c:pt idx="12550">
                  <c:v>complete credit solutions</c:v>
                </c:pt>
                <c:pt idx="12551">
                  <c:v>country saab of orange county</c:v>
                </c:pt>
                <c:pt idx="12552">
                  <c:v>1764175 alberta ltd</c:v>
                </c:pt>
                <c:pt idx="12553">
                  <c:v>best car auto sale llc</c:v>
                </c:pt>
                <c:pt idx="12554">
                  <c:v>first bank of ohio</c:v>
                </c:pt>
                <c:pt idx="12555">
                  <c:v>century auto sales</c:v>
                </c:pt>
                <c:pt idx="12556">
                  <c:v>scott's auto sales</c:v>
                </c:pt>
                <c:pt idx="12557">
                  <c:v>wcg enterprises</c:v>
                </c:pt>
                <c:pt idx="12558">
                  <c:v>nathan daniels motor company</c:v>
                </c:pt>
                <c:pt idx="12559">
                  <c:v>family motors inc</c:v>
                </c:pt>
                <c:pt idx="12560">
                  <c:v>j.d. byrider</c:v>
                </c:pt>
                <c:pt idx="12561">
                  <c:v>autonation buick gmc west sahara</c:v>
                </c:pt>
                <c:pt idx="12562">
                  <c:v>diamante auto sales</c:v>
                </c:pt>
                <c:pt idx="12563">
                  <c:v>titlemax / mobile - semmes al1</c:v>
                </c:pt>
                <c:pt idx="12564">
                  <c:v>remarketing by ge/one call locators ltd</c:v>
                </c:pt>
                <c:pt idx="12565">
                  <c:v>reliable credit association/meridian</c:v>
                </c:pt>
                <c:pt idx="12566">
                  <c:v>showcase auto sales</c:v>
                </c:pt>
                <c:pt idx="12567">
                  <c:v>precision automotive</c:v>
                </c:pt>
                <c:pt idx="12568">
                  <c:v>san diego auto club</c:v>
                </c:pt>
                <c:pt idx="12569">
                  <c:v>xclusive auto of ga</c:v>
                </c:pt>
                <c:pt idx="12570">
                  <c:v>webb chevrolet inc</c:v>
                </c:pt>
                <c:pt idx="12571">
                  <c:v>rhodes auto sales</c:v>
                </c:pt>
                <c:pt idx="12572">
                  <c:v>road master auto group inc</c:v>
                </c:pt>
                <c:pt idx="12573">
                  <c:v>titlemax/horizon city tx1</c:v>
                </c:pt>
                <c:pt idx="12574">
                  <c:v>the citizens national bank of quitman</c:v>
                </c:pt>
                <c:pt idx="12575">
                  <c:v>northland auto &amp; marine inc</c:v>
                </c:pt>
                <c:pt idx="12576">
                  <c:v>rp auto sales and leasing</c:v>
                </c:pt>
                <c:pt idx="12577">
                  <c:v>center florida auto sales</c:v>
                </c:pt>
                <c:pt idx="12578">
                  <c:v>garage abs 2000</c:v>
                </c:pt>
                <c:pt idx="12579">
                  <c:v>best auto limited</c:v>
                </c:pt>
                <c:pt idx="12580">
                  <c:v>gordie boucher ford of menomonee falls</c:v>
                </c:pt>
                <c:pt idx="12581">
                  <c:v>exit auto sales</c:v>
                </c:pt>
                <c:pt idx="12582">
                  <c:v>auto finance company inc</c:v>
                </c:pt>
                <c:pt idx="12583">
                  <c:v>duramax motors inc</c:v>
                </c:pt>
                <c:pt idx="12584">
                  <c:v>classic federal credit union</c:v>
                </c:pt>
                <c:pt idx="12585">
                  <c:v>jes lo auto sales</c:v>
                </c:pt>
                <c:pt idx="12586">
                  <c:v>diamonds group llc</c:v>
                </c:pt>
                <c:pt idx="12587">
                  <c:v>community trust bank</c:v>
                </c:pt>
                <c:pt idx="12588">
                  <c:v>auto desert</c:v>
                </c:pt>
                <c:pt idx="12589">
                  <c:v>autoaction</c:v>
                </c:pt>
                <c:pt idx="12590">
                  <c:v>juan diego auto sales</c:v>
                </c:pt>
                <c:pt idx="12591">
                  <c:v>genesis group automotive</c:v>
                </c:pt>
                <c:pt idx="12592">
                  <c:v>java enterprise</c:v>
                </c:pt>
                <c:pt idx="12593">
                  <c:v>buy here pay here</c:v>
                </c:pt>
                <c:pt idx="12594">
                  <c:v>first exchange bank</c:v>
                </c:pt>
                <c:pt idx="12595">
                  <c:v>morehead auto sales inc</c:v>
                </c:pt>
                <c:pt idx="12596">
                  <c:v>mccafferty ford sales inc</c:v>
                </c:pt>
                <c:pt idx="12597">
                  <c:v>worldwide connection</c:v>
                </c:pt>
                <c:pt idx="12598">
                  <c:v>google auto sales llc</c:v>
                </c:pt>
                <c:pt idx="12599">
                  <c:v>east creek motors llc.</c:v>
                </c:pt>
                <c:pt idx="12600">
                  <c:v>cindora automotive sales inc</c:v>
                </c:pt>
                <c:pt idx="12601">
                  <c:v>total resource auctions - flint</c:v>
                </c:pt>
                <c:pt idx="12602">
                  <c:v>nazcar auto center llc</c:v>
                </c:pt>
                <c:pt idx="12603">
                  <c:v>western auto</c:v>
                </c:pt>
                <c:pt idx="12604">
                  <c:v>tdaf remarketing / bloomfield imports com</c:v>
                </c:pt>
                <c:pt idx="12605">
                  <c:v>vidah motorsports inc</c:v>
                </c:pt>
                <c:pt idx="12606">
                  <c:v>spence motors ltd</c:v>
                </c:pt>
                <c:pt idx="12607">
                  <c:v>panhandle educators fcu</c:v>
                </c:pt>
                <c:pt idx="12608">
                  <c:v>suburban infiniti inc</c:v>
                </c:pt>
                <c:pt idx="12609">
                  <c:v>villarreal auto mart llc</c:v>
                </c:pt>
                <c:pt idx="12610">
                  <c:v>repo remarketing/mid oregon fcu</c:v>
                </c:pt>
                <c:pt idx="12611">
                  <c:v>prospect motor company llc</c:v>
                </c:pt>
                <c:pt idx="12612">
                  <c:v>m &amp; b auto sales llc</c:v>
                </c:pt>
                <c:pt idx="12613">
                  <c:v>more cars to go</c:v>
                </c:pt>
                <c:pt idx="12614">
                  <c:v>remarketing by ge/cox fleet</c:v>
                </c:pt>
                <c:pt idx="12615">
                  <c:v>onemain rem/mikes trucks &amp; cars</c:v>
                </c:pt>
                <c:pt idx="12616">
                  <c:v>m &amp; n auto sales</c:v>
                </c:pt>
                <c:pt idx="12617">
                  <c:v>touchstone financial of west valley</c:v>
                </c:pt>
                <c:pt idx="12618">
                  <c:v>stop n go auto sales</c:v>
                </c:pt>
                <c:pt idx="12619">
                  <c:v>one stop automotive and collision center inc</c:v>
                </c:pt>
                <c:pt idx="12620">
                  <c:v>m h trading</c:v>
                </c:pt>
                <c:pt idx="12621">
                  <c:v>park auto mall</c:v>
                </c:pt>
                <c:pt idx="12622">
                  <c:v>lions auto sales inc</c:v>
                </c:pt>
                <c:pt idx="12623">
                  <c:v>wayne county ford</c:v>
                </c:pt>
                <c:pt idx="12624">
                  <c:v>manor resources llc/turbo title loans</c:v>
                </c:pt>
                <c:pt idx="12625">
                  <c:v>fineline auto brokers inc</c:v>
                </c:pt>
                <c:pt idx="12626">
                  <c:v>josh auto sales corp</c:v>
                </c:pt>
                <c:pt idx="12627">
                  <c:v>a &amp; i auto</c:v>
                </c:pt>
                <c:pt idx="12628">
                  <c:v>ed wright</c:v>
                </c:pt>
                <c:pt idx="12629">
                  <c:v>automotive concepts</c:v>
                </c:pt>
                <c:pt idx="12630">
                  <c:v>fresno county fcu</c:v>
                </c:pt>
                <c:pt idx="12631">
                  <c:v>champion chevrolet buick gmc</c:v>
                </c:pt>
                <c:pt idx="12632">
                  <c:v>coastal credit inc / gulfport / gulfport</c:v>
                </c:pt>
                <c:pt idx="12633">
                  <c:v>hall motors llc</c:v>
                </c:pt>
                <c:pt idx="12634">
                  <c:v>flex auto sales</c:v>
                </c:pt>
                <c:pt idx="12635">
                  <c:v>j &amp; n automotive llc</c:v>
                </c:pt>
                <c:pt idx="12636">
                  <c:v>heights finance corporation/appleton</c:v>
                </c:pt>
                <c:pt idx="12637">
                  <c:v>bill's auto sales</c:v>
                </c:pt>
                <c:pt idx="12638">
                  <c:v>auto credit of macon</c:v>
                </c:pt>
                <c:pt idx="12639">
                  <c:v>bargain autos</c:v>
                </c:pt>
                <c:pt idx="12640">
                  <c:v>certified auto service and sales</c:v>
                </c:pt>
                <c:pt idx="12641">
                  <c:v>1360250 alberta ltd.</c:v>
                </c:pt>
                <c:pt idx="12642">
                  <c:v>hapo community credit union</c:v>
                </c:pt>
                <c:pt idx="12643">
                  <c:v>cng auto group inc</c:v>
                </c:pt>
                <c:pt idx="12644">
                  <c:v>aussie auto inc</c:v>
                </c:pt>
                <c:pt idx="12645">
                  <c:v>dean kirkwood inc</c:v>
                </c:pt>
                <c:pt idx="12646">
                  <c:v>just imports auto sales inc</c:v>
                </c:pt>
                <c:pt idx="12647">
                  <c:v>airport kia</c:v>
                </c:pt>
                <c:pt idx="12648">
                  <c:v>family advantage fcu</c:v>
                </c:pt>
                <c:pt idx="12649">
                  <c:v>atlantic city fcu</c:v>
                </c:pt>
                <c:pt idx="12650">
                  <c:v>best buy auto sales of tampa inc</c:v>
                </c:pt>
                <c:pt idx="12651">
                  <c:v>gulf winds fcu</c:v>
                </c:pt>
                <c:pt idx="12652">
                  <c:v>carrus auto sales</c:v>
                </c:pt>
                <c:pt idx="12653">
                  <c:v>patches enterprises ltd</c:v>
                </c:pt>
                <c:pt idx="12654">
                  <c:v>titlemax/san antonio tx15</c:v>
                </c:pt>
                <c:pt idx="12655">
                  <c:v>vlad auto sales inc</c:v>
                </c:pt>
                <c:pt idx="12656">
                  <c:v>titlemax/las vegas nv 25</c:v>
                </c:pt>
                <c:pt idx="12657">
                  <c:v>blazer motors i35</c:v>
                </c:pt>
                <c:pt idx="12658">
                  <c:v>olas motor incorporation</c:v>
                </c:pt>
                <c:pt idx="12659">
                  <c:v>one autosource</c:v>
                </c:pt>
                <c:pt idx="12660">
                  <c:v>napleton's schaumburg pontiac gmc inc</c:v>
                </c:pt>
                <c:pt idx="12661">
                  <c:v>ontario premium motors ltd.</c:v>
                </c:pt>
                <c:pt idx="12662">
                  <c:v>remarketing by ge/cav leasing-columbus</c:v>
                </c:pt>
                <c:pt idx="12663">
                  <c:v>primeritus remarketing/eac</c:v>
                </c:pt>
                <c:pt idx="12664">
                  <c:v>l t d motors co ltd</c:v>
                </c:pt>
                <c:pt idx="12665">
                  <c:v>motor outlet</c:v>
                </c:pt>
                <c:pt idx="12666">
                  <c:v>perfect a car auto sales inc</c:v>
                </c:pt>
                <c:pt idx="12667">
                  <c:v>u-save auto rental/florence</c:v>
                </c:pt>
                <c:pt idx="12668">
                  <c:v>titlebucks/rossville ga1</c:v>
                </c:pt>
                <c:pt idx="12669">
                  <c:v>racine water &amp; waste</c:v>
                </c:pt>
                <c:pt idx="12670">
                  <c:v>valueland auto sales inc</c:v>
                </c:pt>
                <c:pt idx="12671">
                  <c:v>xtreme auto wholesale inc</c:v>
                </c:pt>
                <c:pt idx="12672">
                  <c:v>ministry of transportation</c:v>
                </c:pt>
                <c:pt idx="12673">
                  <c:v>z &amp; s auto league inc</c:v>
                </c:pt>
                <c:pt idx="12674">
                  <c:v>new age auto</c:v>
                </c:pt>
                <c:pt idx="12675">
                  <c:v>sac finance inc/ft wayne</c:v>
                </c:pt>
                <c:pt idx="12676">
                  <c:v>united finance co/carson city</c:v>
                </c:pt>
                <c:pt idx="12677">
                  <c:v>tidalwave finance</c:v>
                </c:pt>
                <c:pt idx="12678">
                  <c:v>valley auto sales</c:v>
                </c:pt>
                <c:pt idx="12679">
                  <c:v>ez lease auto llc</c:v>
                </c:pt>
                <c:pt idx="12680">
                  <c:v>home financial service</c:v>
                </c:pt>
                <c:pt idx="12681">
                  <c:v>a.l.a automobile</c:v>
                </c:pt>
                <c:pt idx="12682">
                  <c:v>excalibur auto &amp; marine</c:v>
                </c:pt>
                <c:pt idx="12683">
                  <c:v>green cap financial/dba lendmark financial/roano</c:v>
                </c:pt>
                <c:pt idx="12684">
                  <c:v>allston auto brokers</c:v>
                </c:pt>
                <c:pt idx="12685">
                  <c:v>checkpoint auto sales</c:v>
                </c:pt>
                <c:pt idx="12686">
                  <c:v>am ko auto inc</c:v>
                </c:pt>
                <c:pt idx="12687">
                  <c:v>goodnetter auto sales inc</c:v>
                </c:pt>
                <c:pt idx="12688">
                  <c:v>glenmount financial services</c:v>
                </c:pt>
                <c:pt idx="12689">
                  <c:v>cargill turkey products</c:v>
                </c:pt>
                <c:pt idx="12690">
                  <c:v>albuquerque police department</c:v>
                </c:pt>
                <c:pt idx="12691">
                  <c:v>atlas auto sales</c:v>
                </c:pt>
                <c:pt idx="12692">
                  <c:v>csh finance</c:v>
                </c:pt>
                <c:pt idx="12693">
                  <c:v>four stars auto ranch</c:v>
                </c:pt>
                <c:pt idx="12694">
                  <c:v>lithia chevrolet of redding</c:v>
                </c:pt>
                <c:pt idx="12695">
                  <c:v>rpm finance company</c:v>
                </c:pt>
                <c:pt idx="12696">
                  <c:v>premier car &amp; truck</c:v>
                </c:pt>
                <c:pt idx="12697">
                  <c:v>titlemax/houston tx14</c:v>
                </c:pt>
                <c:pt idx="12698">
                  <c:v>holt fiat</c:v>
                </c:pt>
                <c:pt idx="12699">
                  <c:v>great deals auto sales inc</c:v>
                </c:pt>
                <c:pt idx="12700">
                  <c:v>auto 4 less</c:v>
                </c:pt>
                <c:pt idx="12701">
                  <c:v>ari/community loans of america</c:v>
                </c:pt>
                <c:pt idx="12702">
                  <c:v>prados auto sales/auction</c:v>
                </c:pt>
                <c:pt idx="12703">
                  <c:v>lexington auto store llc</c:v>
                </c:pt>
                <c:pt idx="12704">
                  <c:v>paul anthony auto group llc</c:v>
                </c:pt>
                <c:pt idx="12705">
                  <c:v>visalia hyundai</c:v>
                </c:pt>
                <c:pt idx="12706">
                  <c:v>titlebucks/phoenix az8</c:v>
                </c:pt>
                <c:pt idx="12707">
                  <c:v>primeritus remarketing/andrew thomas motorcars</c:v>
                </c:pt>
                <c:pt idx="12708">
                  <c:v>rio auto group</c:v>
                </c:pt>
                <c:pt idx="12709">
                  <c:v>rhode island school of design</c:v>
                </c:pt>
                <c:pt idx="12710">
                  <c:v>wayne tally auto sales</c:v>
                </c:pt>
                <c:pt idx="12711">
                  <c:v>lewis auto sales inc</c:v>
                </c:pt>
                <c:pt idx="12712">
                  <c:v>primeritus remarketing/fruendly auto sour</c:v>
                </c:pt>
                <c:pt idx="12713">
                  <c:v>west coast connection auto sales</c:v>
                </c:pt>
                <c:pt idx="12714">
                  <c:v>titlemax/east alton 1</c:v>
                </c:pt>
                <c:pt idx="12715">
                  <c:v>vantage credit union</c:v>
                </c:pt>
                <c:pt idx="12716">
                  <c:v>moe motors llc</c:v>
                </c:pt>
                <c:pt idx="12717">
                  <c:v>r &amp; d auto group</c:v>
                </c:pt>
                <c:pt idx="12718">
                  <c:v>on time financial</c:v>
                </c:pt>
                <c:pt idx="12719">
                  <c:v>lake forest motors</c:v>
                </c:pt>
                <c:pt idx="12720">
                  <c:v>members 1st credit union</c:v>
                </c:pt>
                <c:pt idx="12721">
                  <c:v>tiltemax/dallas tx4</c:v>
                </c:pt>
                <c:pt idx="12722">
                  <c:v>quality auto group</c:v>
                </c:pt>
                <c:pt idx="12723">
                  <c:v>rancho pueblo viejo inc</c:v>
                </c:pt>
                <c:pt idx="12724">
                  <c:v>lakes community credit union</c:v>
                </c:pt>
                <c:pt idx="12725">
                  <c:v>savage police department</c:v>
                </c:pt>
                <c:pt idx="12726">
                  <c:v>advance auto trade</c:v>
                </c:pt>
                <c:pt idx="12727">
                  <c:v>gyro mazda</c:v>
                </c:pt>
                <c:pt idx="12728">
                  <c:v>kcb bank</c:v>
                </c:pt>
                <c:pt idx="12729">
                  <c:v>byond automotive ltd</c:v>
                </c:pt>
                <c:pt idx="12730">
                  <c:v>davinci imports llc</c:v>
                </c:pt>
                <c:pt idx="12731">
                  <c:v>fannin toyota scion hyundai mazda</c:v>
                </c:pt>
                <c:pt idx="12732">
                  <c:v>autos speedy</c:v>
                </c:pt>
                <c:pt idx="12733">
                  <c:v>fresno lexus</c:v>
                </c:pt>
                <c:pt idx="12734">
                  <c:v>credit corp</c:v>
                </c:pt>
                <c:pt idx="12735">
                  <c:v>cductivv auto wholesaling inc</c:v>
                </c:pt>
                <c:pt idx="12736">
                  <c:v>car now acceptance co/waukesha</c:v>
                </c:pt>
                <c:pt idx="12737">
                  <c:v>country motors</c:v>
                </c:pt>
                <c:pt idx="12738">
                  <c:v>baya auto sales</c:v>
                </c:pt>
                <c:pt idx="12739">
                  <c:v>enterprise financial llc</c:v>
                </c:pt>
                <c:pt idx="12740">
                  <c:v>j &amp; c auto sales of collier county  inc</c:v>
                </c:pt>
                <c:pt idx="12741">
                  <c:v>beineke enterprise  llc</c:v>
                </c:pt>
                <c:pt idx="12742">
                  <c:v>bcm financial</c:v>
                </c:pt>
                <c:pt idx="12743">
                  <c:v>gils auto sales inc</c:v>
                </c:pt>
                <c:pt idx="12744">
                  <c:v>anaheim pre owned cars</c:v>
                </c:pt>
                <c:pt idx="12745">
                  <c:v>b &amp; b auto group</c:v>
                </c:pt>
                <c:pt idx="12746">
                  <c:v>titlemax/forest park ga2</c:v>
                </c:pt>
                <c:pt idx="12747">
                  <c:v>parkers auto sales llc</c:v>
                </c:pt>
                <c:pt idx="12748">
                  <c:v>omega auto sales llc</c:v>
                </c:pt>
                <c:pt idx="12749">
                  <c:v>prestige automotive group llc</c:v>
                </c:pt>
                <c:pt idx="12750">
                  <c:v>sun shine cars inc</c:v>
                </c:pt>
                <c:pt idx="12751">
                  <c:v>koons automotive inc</c:v>
                </c:pt>
                <c:pt idx="12752">
                  <c:v>wheel deal auto sales llc</c:v>
                </c:pt>
                <c:pt idx="12753">
                  <c:v>rolls auto sales</c:v>
                </c:pt>
                <c:pt idx="12754">
                  <c:v>lighthouse financial group inc/tampa</c:v>
                </c:pt>
                <c:pt idx="12755">
                  <c:v>a-4 sales llc</c:v>
                </c:pt>
                <c:pt idx="12756">
                  <c:v>ideal auto imports llc</c:v>
                </c:pt>
                <c:pt idx="12757">
                  <c:v>trotter auto sales llc</c:v>
                </c:pt>
                <c:pt idx="12758">
                  <c:v>midwest title loan</c:v>
                </c:pt>
                <c:pt idx="12759">
                  <c:v>maklins motor sales</c:v>
                </c:pt>
                <c:pt idx="12760">
                  <c:v>michigan creditor service</c:v>
                </c:pt>
                <c:pt idx="12761">
                  <c:v>metro mike trading &amp; cycle</c:v>
                </c:pt>
                <c:pt idx="12762">
                  <c:v>rae pre owned cars inc</c:v>
                </c:pt>
                <c:pt idx="12763">
                  <c:v>skipco fin adj/atlantic financial services</c:v>
                </c:pt>
                <c:pt idx="12764">
                  <c:v>street dreams auto sls llc</c:v>
                </c:pt>
                <c:pt idx="12765">
                  <c:v>summit community bank</c:v>
                </c:pt>
                <c:pt idx="12766">
                  <c:v>titlemax/plano tx4</c:v>
                </c:pt>
                <c:pt idx="12767">
                  <c:v>puremotors inc</c:v>
                </c:pt>
                <c:pt idx="12768">
                  <c:v>louchem fcu</c:v>
                </c:pt>
                <c:pt idx="12769">
                  <c:v>s &amp; s auto wholesale</c:v>
                </c:pt>
                <c:pt idx="12770">
                  <c:v>car now acceptance co/cedar rapids</c:v>
                </c:pt>
                <c:pt idx="12771">
                  <c:v>eagle motors</c:v>
                </c:pt>
                <c:pt idx="12772">
                  <c:v>anastos motors inc</c:v>
                </c:pt>
                <c:pt idx="12773">
                  <c:v>expressway auto llc</c:v>
                </c:pt>
                <c:pt idx="12774">
                  <c:v>continental auto inc</c:v>
                </c:pt>
                <c:pt idx="12775">
                  <c:v>a &amp; a motors inc</c:v>
                </c:pt>
                <c:pt idx="12776">
                  <c:v>car now acceptance co/east dundee</c:v>
                </c:pt>
                <c:pt idx="12777">
                  <c:v>bill white motor company inc</c:v>
                </c:pt>
                <c:pt idx="12778">
                  <c:v>james hodge dodge chry jeep ram</c:v>
                </c:pt>
                <c:pt idx="12779">
                  <c:v>elsenpeter motors llc</c:v>
                </c:pt>
                <c:pt idx="12780">
                  <c:v>jean &amp; brothers auto sales inc</c:v>
                </c:pt>
                <c:pt idx="12781">
                  <c:v>cnac/piedmont acceptance corporation/raleigh</c:v>
                </c:pt>
                <c:pt idx="12782">
                  <c:v>cds auto wholesalers llc</c:v>
                </c:pt>
                <c:pt idx="12783">
                  <c:v>countyline auto sales</c:v>
                </c:pt>
                <c:pt idx="12784">
                  <c:v>city public service/ibew fcu</c:v>
                </c:pt>
                <c:pt idx="12785">
                  <c:v>alfa romeo and fiat of omaha</c:v>
                </c:pt>
                <c:pt idx="12786">
                  <c:v>first financial bank n.a.</c:v>
                </c:pt>
                <c:pt idx="12787">
                  <c:v>car king inc</c:v>
                </c:pt>
                <c:pt idx="12788">
                  <c:v>cap auto sales</c:v>
                </c:pt>
                <c:pt idx="12789">
                  <c:v>bas used cars</c:v>
                </c:pt>
                <c:pt idx="12790">
                  <c:v>3 amigos auto sales  inc</c:v>
                </c:pt>
                <c:pt idx="12791">
                  <c:v>fleet sales llc</c:v>
                </c:pt>
                <c:pt idx="12792">
                  <c:v>gipson auto sales</c:v>
                </c:pt>
                <c:pt idx="12793">
                  <c:v>j &amp; m wholesale retail</c:v>
                </c:pt>
                <c:pt idx="12794">
                  <c:v>adobra autos</c:v>
                </c:pt>
                <c:pt idx="12795">
                  <c:v>jfj enterprizes inc</c:v>
                </c:pt>
                <c:pt idx="12796">
                  <c:v>gordie boucher ford of kenosha inc</c:v>
                </c:pt>
                <c:pt idx="12797">
                  <c:v>king of queens automotive llc</c:v>
                </c:pt>
                <c:pt idx="12798">
                  <c:v>rallye mitsubishi</c:v>
                </c:pt>
                <c:pt idx="12799">
                  <c:v>t &amp; s auto world</c:v>
                </c:pt>
                <c:pt idx="12800">
                  <c:v>car now acceptance co/albuquerque</c:v>
                </c:pt>
                <c:pt idx="12801">
                  <c:v>hunter car biz</c:v>
                </c:pt>
                <c:pt idx="12802">
                  <c:v>save on rides auto sales ltd</c:v>
                </c:pt>
                <c:pt idx="12803">
                  <c:v>lrd autos</c:v>
                </c:pt>
                <c:pt idx="12804">
                  <c:v>midnight express auto sales</c:v>
                </c:pt>
                <c:pt idx="12805">
                  <c:v>onur auto</c:v>
                </c:pt>
                <c:pt idx="12806">
                  <c:v>northwest consumer discount company</c:v>
                </c:pt>
                <c:pt idx="12807">
                  <c:v>tom givens</c:v>
                </c:pt>
                <c:pt idx="12808">
                  <c:v>rmc financial/charleston</c:v>
                </c:pt>
                <c:pt idx="12809">
                  <c:v>perfect performance auto sales inc</c:v>
                </c:pt>
                <c:pt idx="12810">
                  <c:v>lendmark financial services/orlando</c:v>
                </c:pt>
                <c:pt idx="12811">
                  <c:v>streamline auto</c:v>
                </c:pt>
                <c:pt idx="12812">
                  <c:v>primeritus remarketing/arcadis us inc</c:v>
                </c:pt>
                <c:pt idx="12813">
                  <c:v>mcdonald direct inc</c:v>
                </c:pt>
                <c:pt idx="12814">
                  <c:v>titlemax/columbia tn2</c:v>
                </c:pt>
                <c:pt idx="12815">
                  <c:v>titlemax/dallas tx26</c:v>
                </c:pt>
                <c:pt idx="12816">
                  <c:v>pennington auto service</c:v>
                </c:pt>
                <c:pt idx="12817">
                  <c:v>automobile acc corp</c:v>
                </c:pt>
                <c:pt idx="12818">
                  <c:v>carsmith motors</c:v>
                </c:pt>
                <c:pt idx="12819">
                  <c:v>billy wood ford</c:v>
                </c:pt>
                <c:pt idx="12820">
                  <c:v>9195 9023 quebec inc</c:v>
                </c:pt>
                <c:pt idx="12821">
                  <c:v>a &amp; a luxury auto sales inc</c:v>
                </c:pt>
                <c:pt idx="12822">
                  <c:v>jernigan brothers inc #2</c:v>
                </c:pt>
                <c:pt idx="12823">
                  <c:v>cumberland hill auto sales &amp; service inc</c:v>
                </c:pt>
                <c:pt idx="12824">
                  <c:v>32 north auto sales</c:v>
                </c:pt>
                <c:pt idx="12825">
                  <c:v>guerra autoplex llc</c:v>
                </c:pt>
                <c:pt idx="12826">
                  <c:v>credit union of america</c:v>
                </c:pt>
                <c:pt idx="12827">
                  <c:v>k &amp; b motors llc</c:v>
                </c:pt>
                <c:pt idx="12828">
                  <c:v>global export auto sales &amp; services</c:v>
                </c:pt>
                <c:pt idx="12829">
                  <c:v>evans auto sales</c:v>
                </c:pt>
                <c:pt idx="12830">
                  <c:v>hovsepian automotive inc</c:v>
                </c:pt>
                <c:pt idx="12831">
                  <c:v>jimmy auto sale llc</c:v>
                </c:pt>
                <c:pt idx="12832">
                  <c:v>altra cargo inc</c:v>
                </c:pt>
                <c:pt idx="12833">
                  <c:v>bourassa chevrolet buick gmc ltee</c:v>
                </c:pt>
                <c:pt idx="12834">
                  <c:v>auto deals</c:v>
                </c:pt>
                <c:pt idx="12835">
                  <c:v>best auto sales llc</c:v>
                </c:pt>
                <c:pt idx="12836">
                  <c:v>el paisano auto sales inc</c:v>
                </c:pt>
                <c:pt idx="12837">
                  <c:v>alta vista auto</c:v>
                </c:pt>
                <c:pt idx="12838">
                  <c:v>ancira nissan inc</c:v>
                </c:pt>
                <c:pt idx="12839">
                  <c:v>euro cars llc</c:v>
                </c:pt>
                <c:pt idx="12840">
                  <c:v>american federal savings bank</c:v>
                </c:pt>
                <c:pt idx="12841">
                  <c:v>e-z auto sales inc</c:v>
                </c:pt>
                <c:pt idx="12842">
                  <c:v>northtowne hyundai inc</c:v>
                </c:pt>
                <c:pt idx="12843">
                  <c:v>sunshine motors</c:v>
                </c:pt>
                <c:pt idx="12844">
                  <c:v>txd resources inc</c:v>
                </c:pt>
                <c:pt idx="12845">
                  <c:v>stephen wade toyota</c:v>
                </c:pt>
                <c:pt idx="12846">
                  <c:v>fabulous used car llc</c:v>
                </c:pt>
                <c:pt idx="12847">
                  <c:v>acm auto sales</c:v>
                </c:pt>
                <c:pt idx="12848">
                  <c:v>b &amp; j auto sales</c:v>
                </c:pt>
                <c:pt idx="12849">
                  <c:v>car bazaar  inc.</c:v>
                </c:pt>
                <c:pt idx="12850">
                  <c:v>gifs truck &amp; auto inc</c:v>
                </c:pt>
                <c:pt idx="12851">
                  <c:v>advantage chevrolet of bolingbrook inc</c:v>
                </c:pt>
                <c:pt idx="12852">
                  <c:v>express auto</c:v>
                </c:pt>
                <c:pt idx="12853">
                  <c:v>primeritus remarketing/po boys garage &amp; wrecker</c:v>
                </c:pt>
                <c:pt idx="12854">
                  <c:v>ripple &amp; frenell auto sales incorporated</c:v>
                </c:pt>
                <c:pt idx="12855">
                  <c:v>liberty station inc</c:v>
                </c:pt>
                <c:pt idx="12856">
                  <c:v>transrite inc</c:v>
                </c:pt>
                <c:pt idx="12857">
                  <c:v>motors acceptance corp</c:v>
                </c:pt>
                <c:pt idx="12858">
                  <c:v>prime time auto sales inc</c:v>
                </c:pt>
                <c:pt idx="12859">
                  <c:v>pars auto</c:v>
                </c:pt>
                <c:pt idx="12860">
                  <c:v>mooresville ford mercury inc</c:v>
                </c:pt>
                <c:pt idx="12861">
                  <c:v>mega auto finance</c:v>
                </c:pt>
                <c:pt idx="12862">
                  <c:v>usa 1 automobiles</c:v>
                </c:pt>
                <c:pt idx="12863">
                  <c:v>synergy bank</c:v>
                </c:pt>
                <c:pt idx="12864">
                  <c:v>westside credit co-op</c:v>
                </c:pt>
                <c:pt idx="12865">
                  <c:v>w auto shoppers</c:v>
                </c:pt>
                <c:pt idx="12866">
                  <c:v>title cash dba lighthouse financial</c:v>
                </c:pt>
                <c:pt idx="12867">
                  <c:v>stop n drive motors</c:v>
                </c:pt>
                <c:pt idx="12868">
                  <c:v>rock auto group inc</c:v>
                </c:pt>
                <c:pt idx="12869">
                  <c:v>uni motors inc</c:v>
                </c:pt>
                <c:pt idx="12870">
                  <c:v>ridgeview motors inc</c:v>
                </c:pt>
                <c:pt idx="12871">
                  <c:v>parish finance corporation</c:v>
                </c:pt>
                <c:pt idx="12872">
                  <c:v>lighthouse auto sales</c:v>
                </c:pt>
                <c:pt idx="12873">
                  <c:v>your community bank</c:v>
                </c:pt>
                <c:pt idx="12874">
                  <c:v>titlemax/wood river</c:v>
                </c:pt>
                <c:pt idx="12875">
                  <c:v>phil long audi</c:v>
                </c:pt>
                <c:pt idx="12876">
                  <c:v>lone star chevrolet</c:v>
                </c:pt>
                <c:pt idx="12877">
                  <c:v>redbird financial llc</c:v>
                </c:pt>
                <c:pt idx="12878">
                  <c:v>southwest financial fcu</c:v>
                </c:pt>
                <c:pt idx="12879">
                  <c:v>mercedes-benz of ann arbor</c:v>
                </c:pt>
                <c:pt idx="12880">
                  <c:v>luxury autohaus inc</c:v>
                </c:pt>
                <c:pt idx="12881">
                  <c:v>kosic auto dealership inc</c:v>
                </c:pt>
                <c:pt idx="12882">
                  <c:v>godspeed motors inc</c:v>
                </c:pt>
                <c:pt idx="12883">
                  <c:v>blue eagle credit union</c:v>
                </c:pt>
                <c:pt idx="12884">
                  <c:v>calhoun auto</c:v>
                </c:pt>
                <c:pt idx="12885">
                  <c:v>bridge motors llc</c:v>
                </c:pt>
                <c:pt idx="12886">
                  <c:v>carrs inc.</c:v>
                </c:pt>
                <c:pt idx="12887">
                  <c:v>isaac motors</c:v>
                </c:pt>
                <c:pt idx="12888">
                  <c:v>brent bergheger chry-dod</c:v>
                </c:pt>
                <c:pt idx="12889">
                  <c:v>elite auto sales &amp; service inc</c:v>
                </c:pt>
                <c:pt idx="12890">
                  <c:v>city cars</c:v>
                </c:pt>
                <c:pt idx="12891">
                  <c:v>gilbert mechanical contractors inc</c:v>
                </c:pt>
                <c:pt idx="12892">
                  <c:v>green cap financial/dba lendmark financial/washi</c:v>
                </c:pt>
                <c:pt idx="12893">
                  <c:v>all in auto sales inc</c:v>
                </c:pt>
                <c:pt idx="12894">
                  <c:v>atlanta toyota inc</c:v>
                </c:pt>
                <c:pt idx="12895">
                  <c:v>family motor sales corp</c:v>
                </c:pt>
                <c:pt idx="12896">
                  <c:v>a line automotive mississauga co ltd</c:v>
                </c:pt>
                <c:pt idx="12897">
                  <c:v>certified auto</c:v>
                </c:pt>
                <c:pt idx="12898">
                  <c:v>harborcreek resales</c:v>
                </c:pt>
                <c:pt idx="12899">
                  <c:v>auto credit of mountain home arkansas</c:v>
                </c:pt>
                <c:pt idx="12900">
                  <c:v>what a guy</c:v>
                </c:pt>
                <c:pt idx="12901">
                  <c:v>unique auto exchange inc</c:v>
                </c:pt>
                <c:pt idx="12902">
                  <c:v>norris wholesale llc</c:v>
                </c:pt>
                <c:pt idx="12903">
                  <c:v>paniagua auto sales ii inc</c:v>
                </c:pt>
                <c:pt idx="12904">
                  <c:v>b.a. wolfe powersports llc</c:v>
                </c:pt>
                <c:pt idx="12905">
                  <c:v>hayward auto store llc</c:v>
                </c:pt>
                <c:pt idx="12906">
                  <c:v>finn's discount auto inc</c:v>
                </c:pt>
                <c:pt idx="12907">
                  <c:v>a ffordable cars</c:v>
                </c:pt>
                <c:pt idx="12908">
                  <c:v>cantu motors</c:v>
                </c:pt>
                <c:pt idx="12909">
                  <c:v>a &amp; z auto sales</c:v>
                </c:pt>
                <c:pt idx="12910">
                  <c:v>peaks motors inc</c:v>
                </c:pt>
                <c:pt idx="12911">
                  <c:v>t &amp; c auto wholesale &amp; detail</c:v>
                </c:pt>
                <c:pt idx="12912">
                  <c:v>v p motor sales inc</c:v>
                </c:pt>
                <c:pt idx="12913">
                  <c:v>performance autoworks llc</c:v>
                </c:pt>
                <c:pt idx="12914">
                  <c:v>puma auto sales</c:v>
                </c:pt>
                <c:pt idx="12915">
                  <c:v>mfk enterprises inc</c:v>
                </c:pt>
                <c:pt idx="12916">
                  <c:v>repo remarketing/sesloc federal credit union</c:v>
                </c:pt>
                <c:pt idx="12917">
                  <c:v>premier cars 1 of tampa bay inc</c:v>
                </c:pt>
                <c:pt idx="12918">
                  <c:v>wayne subaru inc</c:v>
                </c:pt>
                <c:pt idx="12919">
                  <c:v>luxano motors</c:v>
                </c:pt>
                <c:pt idx="12920">
                  <c:v>quattro motors</c:v>
                </c:pt>
                <c:pt idx="12921">
                  <c:v>rent to own auto showroom llc</c:v>
                </c:pt>
                <c:pt idx="12922">
                  <c:v>tompkins trust company</c:v>
                </c:pt>
                <c:pt idx="12923">
                  <c:v>pneus vic inc</c:v>
                </c:pt>
                <c:pt idx="12924">
                  <c:v>titlemax/lovejoy</c:v>
                </c:pt>
                <c:pt idx="12925">
                  <c:v>university auto sales</c:v>
                </c:pt>
                <c:pt idx="12926">
                  <c:v>unique motorsports inc</c:v>
                </c:pt>
                <c:pt idx="12927">
                  <c:v>pic &amp; pay auto</c:v>
                </c:pt>
                <c:pt idx="12928">
                  <c:v>nebi auto sales llc</c:v>
                </c:pt>
                <c:pt idx="12929">
                  <c:v>quick cash funding llc</c:v>
                </c:pt>
                <c:pt idx="12930">
                  <c:v>vw of inver grove</c:v>
                </c:pt>
                <c:pt idx="12931">
                  <c:v>provident auto sales</c:v>
                </c:pt>
                <c:pt idx="12932">
                  <c:v>jefferson wholesale llc</c:v>
                </c:pt>
                <c:pt idx="12933">
                  <c:v>high quality auto sales inc</c:v>
                </c:pt>
                <c:pt idx="12934">
                  <c:v>big w's auto sales &amp; rent to own</c:v>
                </c:pt>
                <c:pt idx="12935">
                  <c:v>green cap financial/dba lendmark financial/jacks</c:v>
                </c:pt>
                <c:pt idx="12936">
                  <c:v>efc inc</c:v>
                </c:pt>
                <c:pt idx="12937">
                  <c:v>j&amp;g enterprises</c:v>
                </c:pt>
                <c:pt idx="12938">
                  <c:v>hew fcu</c:v>
                </c:pt>
                <c:pt idx="12939">
                  <c:v>autocentrics  llc</c:v>
                </c:pt>
                <c:pt idx="12940">
                  <c:v>chief financial federal credit union</c:v>
                </c:pt>
                <c:pt idx="12941">
                  <c:v>a m automotive</c:v>
                </c:pt>
                <c:pt idx="12942">
                  <c:v>future motorsports llc</c:v>
                </c:pt>
                <c:pt idx="12943">
                  <c:v>first class auto</c:v>
                </c:pt>
                <c:pt idx="12944">
                  <c:v>capri auto source</c:v>
                </c:pt>
                <c:pt idx="12945">
                  <c:v>7 -11 autoplex</c:v>
                </c:pt>
                <c:pt idx="12946">
                  <c:v>hubert vester honda</c:v>
                </c:pt>
                <c:pt idx="12947">
                  <c:v>a-1 auto group llc</c:v>
                </c:pt>
                <c:pt idx="12948">
                  <c:v>a+ fcu</c:v>
                </c:pt>
                <c:pt idx="12949">
                  <c:v>imports city of raleigh inc</c:v>
                </c:pt>
                <c:pt idx="12950">
                  <c:v>auto sales direct llc</c:v>
                </c:pt>
                <c:pt idx="12951">
                  <c:v>don's auto sales</c:v>
                </c:pt>
                <c:pt idx="12952">
                  <c:v>cars/automotive credit corp</c:v>
                </c:pt>
                <c:pt idx="12953">
                  <c:v>abids motors</c:v>
                </c:pt>
                <c:pt idx="12954">
                  <c:v>mark miller subaru south towne llc</c:v>
                </c:pt>
                <c:pt idx="12955">
                  <c:v>titlemax/lebanon pike-tn1</c:v>
                </c:pt>
                <c:pt idx="12956">
                  <c:v>universal car collection inc</c:v>
                </c:pt>
                <c:pt idx="12957">
                  <c:v>lexdan automotive inc</c:v>
                </c:pt>
                <c:pt idx="12958">
                  <c:v>760 auto couture</c:v>
                </c:pt>
                <c:pt idx="12959">
                  <c:v>fatihi auto inc</c:v>
                </c:pt>
                <c:pt idx="12960">
                  <c:v>egyaaman</c:v>
                </c:pt>
                <c:pt idx="12961">
                  <c:v>chevrolet center inc</c:v>
                </c:pt>
                <c:pt idx="12962">
                  <c:v>dave delaneys columbia</c:v>
                </c:pt>
                <c:pt idx="12963">
                  <c:v>bravo car care inc</c:v>
                </c:pt>
                <c:pt idx="12964">
                  <c:v>seanaq import</c:v>
                </c:pt>
                <c:pt idx="12965">
                  <c:v>st cloud auto sales com llc</c:v>
                </c:pt>
                <c:pt idx="12966">
                  <c:v>salesian society</c:v>
                </c:pt>
                <c:pt idx="12967">
                  <c:v>shelby auto exchange inc</c:v>
                </c:pt>
                <c:pt idx="12968">
                  <c:v>spectrum auto group  llc</c:v>
                </c:pt>
                <c:pt idx="12969">
                  <c:v>w h finance inc</c:v>
                </c:pt>
                <c:pt idx="12970">
                  <c:v>kraft auto (2008) inc</c:v>
                </c:pt>
                <c:pt idx="12971">
                  <c:v>stumpf motor company</c:v>
                </c:pt>
                <c:pt idx="12972">
                  <c:v>professional financial services/lexington</c:v>
                </c:pt>
                <c:pt idx="12973">
                  <c:v>nationwide motors</c:v>
                </c:pt>
                <c:pt idx="12974">
                  <c:v>repo remarketing/police and fire fcu</c:v>
                </c:pt>
                <c:pt idx="12975">
                  <c:v>lakeland automall</c:v>
                </c:pt>
                <c:pt idx="12976">
                  <c:v>south east auto group</c:v>
                </c:pt>
                <c:pt idx="12977">
                  <c:v>zena holdings llc</c:v>
                </c:pt>
                <c:pt idx="12978">
                  <c:v>the autoplex</c:v>
                </c:pt>
                <c:pt idx="12979">
                  <c:v>ride &amp; rent</c:v>
                </c:pt>
                <c:pt idx="12980">
                  <c:v>lakeview service of clifton inc</c:v>
                </c:pt>
                <c:pt idx="12981">
                  <c:v>1555357 alberta limited</c:v>
                </c:pt>
                <c:pt idx="12982">
                  <c:v>arlington autos inc</c:v>
                </c:pt>
                <c:pt idx="12983">
                  <c:v>craig f. goess inc</c:v>
                </c:pt>
                <c:pt idx="12984">
                  <c:v>frontier communications</c:v>
                </c:pt>
                <c:pt idx="12985">
                  <c:v>c.a.s. sales &amp; rentals</c:v>
                </c:pt>
                <c:pt idx="12986">
                  <c:v>fast trax auto</c:v>
                </c:pt>
                <c:pt idx="12987">
                  <c:v>economy auto sales llc</c:v>
                </c:pt>
                <c:pt idx="12988">
                  <c:v>icon credit union</c:v>
                </c:pt>
                <c:pt idx="12989">
                  <c:v>jacobs auto sales &amp; service</c:v>
                </c:pt>
                <c:pt idx="12990">
                  <c:v>gert's auto sales llc</c:v>
                </c:pt>
                <c:pt idx="12991">
                  <c:v>first eagle funding corporation</c:v>
                </c:pt>
                <c:pt idx="12992">
                  <c:v>fields volvo jaguar land rover waukesha</c:v>
                </c:pt>
                <c:pt idx="12993">
                  <c:v>champion auto llc</c:v>
                </c:pt>
                <c:pt idx="12994">
                  <c:v>ocean auto sales</c:v>
                </c:pt>
                <c:pt idx="12995">
                  <c:v>titlemax/stafford va1</c:v>
                </c:pt>
                <c:pt idx="12996">
                  <c:v>cj's premier auto</c:v>
                </c:pt>
                <c:pt idx="12997">
                  <c:v>bethlehem auto sales</c:v>
                </c:pt>
                <c:pt idx="12998">
                  <c:v>exclusive auto brokers llc</c:v>
                </c:pt>
                <c:pt idx="12999">
                  <c:v>autonation honda west knoxville</c:v>
                </c:pt>
                <c:pt idx="13000">
                  <c:v>southwest metro drug task force</c:v>
                </c:pt>
                <c:pt idx="13001">
                  <c:v>titlemax/san bernardino ca2</c:v>
                </c:pt>
                <c:pt idx="13002">
                  <c:v>m &amp; w inc</c:v>
                </c:pt>
                <c:pt idx="13003">
                  <c:v>premium wheels usa llc</c:v>
                </c:pt>
                <c:pt idx="13004">
                  <c:v>onemain rem/bedouin auto sales</c:v>
                </c:pt>
                <c:pt idx="13005">
                  <c:v>pleasant auto center</c:v>
                </c:pt>
                <c:pt idx="13006">
                  <c:v>primeritus remarketing/the car store</c:v>
                </c:pt>
                <c:pt idx="13007">
                  <c:v>s &amp; n auto sales</c:v>
                </c:pt>
                <c:pt idx="13008">
                  <c:v>remarketing by ge/usa automotive inc</c:v>
                </c:pt>
                <c:pt idx="13009">
                  <c:v>we enterprise inc</c:v>
                </c:pt>
                <c:pt idx="13010">
                  <c:v>titlemax/socorro tx2</c:v>
                </c:pt>
                <c:pt idx="13011">
                  <c:v>titlebucks/jonesboro ga2</c:v>
                </c:pt>
                <c:pt idx="13012">
                  <c:v>titlemax/phoenix az38</c:v>
                </c:pt>
                <c:pt idx="13013">
                  <c:v>sky motors llc</c:v>
                </c:pt>
                <c:pt idx="13014">
                  <c:v>metrolina auto group llc</c:v>
                </c:pt>
                <c:pt idx="13015">
                  <c:v>milton hyundai</c:v>
                </c:pt>
                <c:pt idx="13016">
                  <c:v>pyramid financial inc</c:v>
                </c:pt>
                <c:pt idx="13017">
                  <c:v>oakland county credit union</c:v>
                </c:pt>
                <c:pt idx="13018">
                  <c:v>heritage ford</c:v>
                </c:pt>
                <c:pt idx="13019">
                  <c:v>capitaland gmc subaru</c:v>
                </c:pt>
                <c:pt idx="13020">
                  <c:v>get your keys auto</c:v>
                </c:pt>
                <c:pt idx="13021">
                  <c:v>automotive management services inc</c:v>
                </c:pt>
                <c:pt idx="13022">
                  <c:v>all about auto wholesale llc</c:v>
                </c:pt>
                <c:pt idx="13023">
                  <c:v>garcia subaru el paso</c:v>
                </c:pt>
                <c:pt idx="13024">
                  <c:v>indy cars express llc</c:v>
                </c:pt>
                <c:pt idx="13025">
                  <c:v>alexander the great inc</c:v>
                </c:pt>
                <c:pt idx="13026">
                  <c:v>jims car company llc</c:v>
                </c:pt>
                <c:pt idx="13027">
                  <c:v>arizona federal credit union</c:v>
                </c:pt>
                <c:pt idx="13028">
                  <c:v>advanced car company</c:v>
                </c:pt>
                <c:pt idx="13029">
                  <c:v>j j wholesale</c:v>
                </c:pt>
                <c:pt idx="13030">
                  <c:v>car expo us inc</c:v>
                </c:pt>
                <c:pt idx="13031">
                  <c:v>gonzalez auto sales llc</c:v>
                </c:pt>
                <c:pt idx="13032">
                  <c:v>j.b. motors llc</c:v>
                </c:pt>
                <c:pt idx="13033">
                  <c:v>global auto sales</c:v>
                </c:pt>
                <c:pt idx="13034">
                  <c:v>frontier auto sales</c:v>
                </c:pt>
                <c:pt idx="13035">
                  <c:v>boucher kia</c:v>
                </c:pt>
                <c:pt idx="13036">
                  <c:v>oklahoma farm bureau mutual insurance</c:v>
                </c:pt>
                <c:pt idx="13037">
                  <c:v>palmore imports</c:v>
                </c:pt>
                <c:pt idx="13038">
                  <c:v>niel auto sales inc</c:v>
                </c:pt>
                <c:pt idx="13039">
                  <c:v>jp motors inc</c:v>
                </c:pt>
                <c:pt idx="13040">
                  <c:v>credit one sales llc</c:v>
                </c:pt>
                <c:pt idx="13041">
                  <c:v>primeritus remarketing/keys federal credi</c:v>
                </c:pt>
                <c:pt idx="13042">
                  <c:v>regal pontiac inc</c:v>
                </c:pt>
                <c:pt idx="13043">
                  <c:v>luxury select auto sales</c:v>
                </c:pt>
                <c:pt idx="13044">
                  <c:v>puente hills financing llc</c:v>
                </c:pt>
                <c:pt idx="13045">
                  <c:v>kickin' kountry kar sales</c:v>
                </c:pt>
                <c:pt idx="13046">
                  <c:v>point loma pre owned inc</c:v>
                </c:pt>
                <c:pt idx="13047">
                  <c:v>lendmark financial services/conyers</c:v>
                </c:pt>
                <c:pt idx="13048">
                  <c:v>smith's auto sales</c:v>
                </c:pt>
                <c:pt idx="13049">
                  <c:v>northstar fine cars inc</c:v>
                </c:pt>
                <c:pt idx="13050">
                  <c:v>sc state federal credit union</c:v>
                </c:pt>
                <c:pt idx="13051">
                  <c:v>mitchells auto sales</c:v>
                </c:pt>
                <c:pt idx="13052">
                  <c:v>lafontaine ford of frankenmuth</c:v>
                </c:pt>
                <c:pt idx="13053">
                  <c:v>majestic auto sales inc</c:v>
                </c:pt>
                <c:pt idx="13054">
                  <c:v>titlemax/florence sc2</c:v>
                </c:pt>
                <c:pt idx="13055">
                  <c:v>system electric co</c:v>
                </c:pt>
                <c:pt idx="13056">
                  <c:v>xtreme cars inc</c:v>
                </c:pt>
                <c:pt idx="13057">
                  <c:v>navigant credit union</c:v>
                </c:pt>
                <c:pt idx="13058">
                  <c:v>pfs financial services/altamonte springs</c:v>
                </c:pt>
                <c:pt idx="13059">
                  <c:v>best deals autos &amp; tire llc</c:v>
                </c:pt>
                <c:pt idx="13060">
                  <c:v>american eagle auto sales and services llc</c:v>
                </c:pt>
                <c:pt idx="13061">
                  <c:v>apollo beach auto sales llc</c:v>
                </c:pt>
                <c:pt idx="13062">
                  <c:v>dimaren auto mall llc</c:v>
                </c:pt>
                <c:pt idx="13063">
                  <c:v>autoventure</c:v>
                </c:pt>
                <c:pt idx="13064">
                  <c:v>camacho auto sales inc</c:v>
                </c:pt>
                <c:pt idx="13065">
                  <c:v>auto broker</c:v>
                </c:pt>
                <c:pt idx="13066">
                  <c:v>e o berry motor co</c:v>
                </c:pt>
                <c:pt idx="13067">
                  <c:v>9179 4131 quebec inc</c:v>
                </c:pt>
                <c:pt idx="13068">
                  <c:v>george waikem ford inc</c:v>
                </c:pt>
                <c:pt idx="13069">
                  <c:v>angel motors</c:v>
                </c:pt>
                <c:pt idx="13070">
                  <c:v>automax financial/dba cnac</c:v>
                </c:pt>
                <c:pt idx="13071">
                  <c:v>clifton auto group llc</c:v>
                </c:pt>
                <c:pt idx="13072">
                  <c:v>alan jay ford of wauchula inc</c:v>
                </c:pt>
                <c:pt idx="13073">
                  <c:v>empire auto sales inc</c:v>
                </c:pt>
                <c:pt idx="13074">
                  <c:v>1770144 alberta ltd</c:v>
                </c:pt>
                <c:pt idx="13075">
                  <c:v>derry area federal credit union</c:v>
                </c:pt>
                <c:pt idx="13076">
                  <c:v>cooper services texas  llc</c:v>
                </c:pt>
                <c:pt idx="13077">
                  <c:v>gb group</c:v>
                </c:pt>
                <c:pt idx="13078">
                  <c:v>aj motors and repair inc</c:v>
                </c:pt>
                <c:pt idx="13079">
                  <c:v>geralds auto sales</c:v>
                </c:pt>
                <c:pt idx="13080">
                  <c:v>danny automotive inc</c:v>
                </c:pt>
                <c:pt idx="13081">
                  <c:v>avantage p</c:v>
                </c:pt>
                <c:pt idx="13082">
                  <c:v>county &amp; municipal employees credit union</c:v>
                </c:pt>
                <c:pt idx="13083">
                  <c:v>citizens state bank</c:v>
                </c:pt>
                <c:pt idx="13084">
                  <c:v>jack key motor company of deming llc</c:v>
                </c:pt>
                <c:pt idx="13085">
                  <c:v>agriculture credit union</c:v>
                </c:pt>
                <c:pt idx="13086">
                  <c:v>fredericksburg auto finance  inc.</c:v>
                </c:pt>
                <c:pt idx="13087">
                  <c:v>best value truck rental llc</c:v>
                </c:pt>
                <c:pt idx="13088">
                  <c:v>drive now financial</c:v>
                </c:pt>
                <c:pt idx="13089">
                  <c:v>auto image</c:v>
                </c:pt>
                <c:pt idx="13090">
                  <c:v>prestige auto sales &amp; trade</c:v>
                </c:pt>
                <c:pt idx="13091">
                  <c:v>oregon auto finance</c:v>
                </c:pt>
                <c:pt idx="13092">
                  <c:v>the car ministry</c:v>
                </c:pt>
                <c:pt idx="13093">
                  <c:v>liberty hyundai inc</c:v>
                </c:pt>
                <c:pt idx="13094">
                  <c:v>don herring north mitsubishi</c:v>
                </c:pt>
                <c:pt idx="13095">
                  <c:v>credit auto mart inc</c:v>
                </c:pt>
                <c:pt idx="13096">
                  <c:v>gyro hyundai</c:v>
                </c:pt>
                <c:pt idx="13097">
                  <c:v>lito's auto sales llc</c:v>
                </c:pt>
                <c:pt idx="13098">
                  <c:v>snt trailers &amp; rv sales</c:v>
                </c:pt>
                <c:pt idx="13099">
                  <c:v>motor 66 inc</c:v>
                </c:pt>
                <c:pt idx="13100">
                  <c:v>remarketing by ge/white eagle credit union</c:v>
                </c:pt>
                <c:pt idx="13101">
                  <c:v>schutz auto ltd</c:v>
                </c:pt>
                <c:pt idx="13102">
                  <c:v>mcvay motors inc</c:v>
                </c:pt>
                <c:pt idx="13103">
                  <c:v>top auto sales</c:v>
                </c:pt>
                <c:pt idx="13104">
                  <c:v>r t m motors</c:v>
                </c:pt>
                <c:pt idx="13105">
                  <c:v>magnetic enterprises inc</c:v>
                </c:pt>
                <c:pt idx="13106">
                  <c:v>onemain rem/abram trading corporation</c:v>
                </c:pt>
                <c:pt idx="13107">
                  <c:v>primeritus remarketing/bwk of columbia</c:v>
                </c:pt>
                <c:pt idx="13108">
                  <c:v>richmond strickland group llc</c:v>
                </c:pt>
                <c:pt idx="13109">
                  <c:v>z&amp;s auto</c:v>
                </c:pt>
                <c:pt idx="13110">
                  <c:v>titlemax/leon valley tx1</c:v>
                </c:pt>
                <c:pt idx="13111">
                  <c:v>lto financial llc</c:v>
                </c:pt>
                <c:pt idx="13112">
                  <c:v>repo remarketing/solarity credit union</c:v>
                </c:pt>
                <c:pt idx="13113">
                  <c:v>paisano</c:v>
                </c:pt>
                <c:pt idx="13114">
                  <c:v>styl motors</c:v>
                </c:pt>
                <c:pt idx="13115">
                  <c:v>southeastern fcu</c:v>
                </c:pt>
                <c:pt idx="13116">
                  <c:v>veraxs corp</c:v>
                </c:pt>
                <c:pt idx="13117">
                  <c:v>titlemax/san antonio tx27</c:v>
                </c:pt>
                <c:pt idx="13118">
                  <c:v>vern michael enterprise</c:v>
                </c:pt>
                <c:pt idx="13119">
                  <c:v>texas drive l.l.c.</c:v>
                </c:pt>
                <c:pt idx="13120">
                  <c:v>sprint auto sales llc</c:v>
                </c:pt>
                <c:pt idx="13121">
                  <c:v>select auto group incorporated</c:v>
                </c:pt>
                <c:pt idx="13122">
                  <c:v>srp federal credit union</c:v>
                </c:pt>
                <c:pt idx="13123">
                  <c:v>truck n trailor</c:v>
                </c:pt>
                <c:pt idx="13124">
                  <c:v>titlebucks / gadsden - al1</c:v>
                </c:pt>
                <c:pt idx="13125">
                  <c:v>auto exceptionelle inc</c:v>
                </c:pt>
                <c:pt idx="13126">
                  <c:v>barnett motor sales llc</c:v>
                </c:pt>
                <c:pt idx="13127">
                  <c:v>casablanca sales</c:v>
                </c:pt>
                <c:pt idx="13128">
                  <c:v>g &amp; s sales company</c:v>
                </c:pt>
                <c:pt idx="13129">
                  <c:v>410 exotic brokers llc</c:v>
                </c:pt>
                <c:pt idx="13130">
                  <c:v>dorsch ford lincoln mercury kia</c:v>
                </c:pt>
                <c:pt idx="13131">
                  <c:v>car cash llc</c:v>
                </c:pt>
                <c:pt idx="13132">
                  <c:v>crest financial inc</c:v>
                </c:pt>
                <c:pt idx="13133">
                  <c:v>foreign car center</c:v>
                </c:pt>
                <c:pt idx="13134">
                  <c:v>4 h auto sales llc</c:v>
                </c:pt>
                <c:pt idx="13135">
                  <c:v>automatic car credit</c:v>
                </c:pt>
                <c:pt idx="13136">
                  <c:v>akins auto sales</c:v>
                </c:pt>
                <c:pt idx="13137">
                  <c:v>auto future inc</c:v>
                </c:pt>
                <c:pt idx="13138">
                  <c:v>crestview motors inc</c:v>
                </c:pt>
                <c:pt idx="13139">
                  <c:v>electrical fcu</c:v>
                </c:pt>
                <c:pt idx="13140">
                  <c:v>fuller ford</c:v>
                </c:pt>
                <c:pt idx="13141">
                  <c:v>auto marketing and sales</c:v>
                </c:pt>
                <c:pt idx="13142">
                  <c:v>financeco of kansas</c:v>
                </c:pt>
                <c:pt idx="13143">
                  <c:v>car-mart of amarillo</c:v>
                </c:pt>
                <c:pt idx="13144">
                  <c:v>alton motor group inc</c:v>
                </c:pt>
                <c:pt idx="13145">
                  <c:v>dedham auto mall</c:v>
                </c:pt>
                <c:pt idx="13146">
                  <c:v>calens cars inc.</c:v>
                </c:pt>
                <c:pt idx="13147">
                  <c:v>approved auto of america</c:v>
                </c:pt>
                <c:pt idx="13148">
                  <c:v>car-mart (nacogdoches)</c:v>
                </c:pt>
                <c:pt idx="13149">
                  <c:v>44 auto mall sales  inc.</c:v>
                </c:pt>
                <c:pt idx="13150">
                  <c:v>international auto outlet.com</c:v>
                </c:pt>
                <c:pt idx="13151">
                  <c:v>brewer wholesale inc</c:v>
                </c:pt>
                <c:pt idx="13152">
                  <c:v>autoworld</c:v>
                </c:pt>
                <c:pt idx="13153">
                  <c:v>heights financal corporation/ohawa</c:v>
                </c:pt>
                <c:pt idx="13154">
                  <c:v>ez motors llc</c:v>
                </c:pt>
                <c:pt idx="13155">
                  <c:v>ascent auto finance</c:v>
                </c:pt>
                <c:pt idx="13156">
                  <c:v>dealer consignor</c:v>
                </c:pt>
                <c:pt idx="13157">
                  <c:v>danns discount auto sales inc</c:v>
                </c:pt>
                <c:pt idx="13158">
                  <c:v>j d motors llc</c:v>
                </c:pt>
                <c:pt idx="13159">
                  <c:v>k g s</c:v>
                </c:pt>
                <c:pt idx="13160">
                  <c:v>golden key auto sales inc</c:v>
                </c:pt>
                <c:pt idx="13161">
                  <c:v>fusion auto group llc</c:v>
                </c:pt>
                <c:pt idx="13162">
                  <c:v>j &amp; m cars</c:v>
                </c:pt>
                <c:pt idx="13163">
                  <c:v>alecs auto llc</c:v>
                </c:pt>
                <c:pt idx="13164">
                  <c:v>intrigue motors</c:v>
                </c:pt>
                <c:pt idx="13165">
                  <c:v>herbies auto sales</c:v>
                </c:pt>
                <c:pt idx="13166">
                  <c:v>carz of texas</c:v>
                </c:pt>
                <c:pt idx="13167">
                  <c:v>lafontaine honda</c:v>
                </c:pt>
                <c:pt idx="13168">
                  <c:v>les freres valdivieso inc</c:v>
                </c:pt>
                <c:pt idx="13169">
                  <c:v>galena park motors inc</c:v>
                </c:pt>
                <c:pt idx="13170">
                  <c:v>chrissys auto sales llc</c:v>
                </c:pt>
                <c:pt idx="13171">
                  <c:v>keith's auto sales inc</c:v>
                </c:pt>
                <c:pt idx="13172">
                  <c:v>peoples auto credit inc</c:v>
                </c:pt>
                <c:pt idx="13173">
                  <c:v>motor city auto broker inc</c:v>
                </c:pt>
                <c:pt idx="13174">
                  <c:v>the home missioners of america</c:v>
                </c:pt>
                <c:pt idx="13175">
                  <c:v>the car depot</c:v>
                </c:pt>
                <c:pt idx="13176">
                  <c:v>mc auto enterprise  inc</c:v>
                </c:pt>
                <c:pt idx="13177">
                  <c:v>northtowne lincoln mercury inc</c:v>
                </c:pt>
                <c:pt idx="13178">
                  <c:v>siu credit union</c:v>
                </c:pt>
                <c:pt idx="13179">
                  <c:v>preferred credit corp</c:v>
                </c:pt>
                <c:pt idx="13180">
                  <c:v>pitstop finance llc</c:v>
                </c:pt>
                <c:pt idx="13181">
                  <c:v>sunshine auto sales inc</c:v>
                </c:pt>
                <c:pt idx="13182">
                  <c:v>liberty auto exchange inc</c:v>
                </c:pt>
                <c:pt idx="13183">
                  <c:v>phoenix automall inc</c:v>
                </c:pt>
                <c:pt idx="13184">
                  <c:v>shannon motors acceptance corp</c:v>
                </c:pt>
                <c:pt idx="13185">
                  <c:v>seafain auto sales</c:v>
                </c:pt>
                <c:pt idx="13186">
                  <c:v>titlebucks / loganville ga1</c:v>
                </c:pt>
                <c:pt idx="13187">
                  <c:v>ahfc/honda lease trust/hvt inc.</c:v>
                </c:pt>
                <c:pt idx="13188">
                  <c:v>good carma</c:v>
                </c:pt>
                <c:pt idx="13189">
                  <c:v>flowers employees credit league</c:v>
                </c:pt>
                <c:pt idx="13190">
                  <c:v>impact motors inc</c:v>
                </c:pt>
                <c:pt idx="13191">
                  <c:v>autopro'z</c:v>
                </c:pt>
                <c:pt idx="13192">
                  <c:v>allied solutions</c:v>
                </c:pt>
                <c:pt idx="13193">
                  <c:v>jay &amp; r wholesale exchange</c:v>
                </c:pt>
                <c:pt idx="13194">
                  <c:v>hermann ford  inc</c:v>
                </c:pt>
                <c:pt idx="13195">
                  <c:v>all starz auto center inc</c:v>
                </c:pt>
                <c:pt idx="13196">
                  <c:v>auto hut inc</c:v>
                </c:pt>
                <c:pt idx="13197">
                  <c:v>arms of indiana/tyndall federal credit union</c:v>
                </c:pt>
                <c:pt idx="13198">
                  <c:v>blues cars and trucks</c:v>
                </c:pt>
                <c:pt idx="13199">
                  <c:v>hatcher chevrolet buick gmc inc</c:v>
                </c:pt>
                <c:pt idx="13200">
                  <c:v>bryant motorsports auto sales  inc.</c:v>
                </c:pt>
                <c:pt idx="13201">
                  <c:v>so cal motors</c:v>
                </c:pt>
                <c:pt idx="13202">
                  <c:v>molloy's service center</c:v>
                </c:pt>
                <c:pt idx="13203">
                  <c:v>markars</c:v>
                </c:pt>
                <c:pt idx="13204">
                  <c:v>variety motor</c:v>
                </c:pt>
                <c:pt idx="13205">
                  <c:v>pioneer used auto &amp; rv sales inc</c:v>
                </c:pt>
                <c:pt idx="13206">
                  <c:v>titlemax/tyler tx1</c:v>
                </c:pt>
                <c:pt idx="13207">
                  <c:v>m &amp; a auto sales</c:v>
                </c:pt>
                <c:pt idx="13208">
                  <c:v>premier vehicle remarketing services</c:v>
                </c:pt>
                <c:pt idx="13209">
                  <c:v>freeway funding</c:v>
                </c:pt>
                <c:pt idx="13210">
                  <c:v>auto rammal inc</c:v>
                </c:pt>
                <c:pt idx="13211">
                  <c:v>elite motor mall</c:v>
                </c:pt>
                <c:pt idx="13212">
                  <c:v>dreier auto sales inc</c:v>
                </c:pt>
                <c:pt idx="13213">
                  <c:v>courtesy cars</c:v>
                </c:pt>
                <c:pt idx="13214">
                  <c:v>mauto cars</c:v>
                </c:pt>
                <c:pt idx="13215">
                  <c:v>onemain rem/eurosport auto</c:v>
                </c:pt>
                <c:pt idx="13216">
                  <c:v>wholesale automotive consulting llc</c:v>
                </c:pt>
                <c:pt idx="13217">
                  <c:v>texas car title and payday loan services inc</c:v>
                </c:pt>
                <c:pt idx="13218">
                  <c:v>payless car sales of newburgh</c:v>
                </c:pt>
                <c:pt idx="13219">
                  <c:v>pure auto sales inc</c:v>
                </c:pt>
                <c:pt idx="13220">
                  <c:v>onemain rem/gael auto sales</c:v>
                </c:pt>
                <c:pt idx="13221">
                  <c:v>taha motors llc</c:v>
                </c:pt>
                <c:pt idx="13222">
                  <c:v>remak auto sales</c:v>
                </c:pt>
                <c:pt idx="13223">
                  <c:v>silver ridge financial</c:v>
                </c:pt>
                <c:pt idx="13224">
                  <c:v>titlemax/dallas tx2</c:v>
                </c:pt>
                <c:pt idx="13225">
                  <c:v>momentum motors</c:v>
                </c:pt>
                <c:pt idx="13226">
                  <c:v>murray motors llc</c:v>
                </c:pt>
                <c:pt idx="13227">
                  <c:v>pauls quality used cars inc</c:v>
                </c:pt>
                <c:pt idx="13228">
                  <c:v>wagner cadillac</c:v>
                </c:pt>
                <c:pt idx="13229">
                  <c:v>mokena automotive inc</c:v>
                </c:pt>
                <c:pt idx="13230">
                  <c:v>arlington community federal community union</c:v>
                </c:pt>
                <c:pt idx="13231">
                  <c:v>fmi enterprises</c:v>
                </c:pt>
                <c:pt idx="13232">
                  <c:v>dana motor company</c:v>
                </c:pt>
                <c:pt idx="13233">
                  <c:v>hendrickcars.com hickory</c:v>
                </c:pt>
                <c:pt idx="13234">
                  <c:v>elco administrative services</c:v>
                </c:pt>
                <c:pt idx="13235">
                  <c:v>go auto exchange atlanta</c:v>
                </c:pt>
                <c:pt idx="13236">
                  <c:v>gstar auto sales</c:v>
                </c:pt>
                <c:pt idx="13237">
                  <c:v>dealer services of central florida inc</c:v>
                </c:pt>
                <c:pt idx="13238">
                  <c:v>car now acceptance co/richmond</c:v>
                </c:pt>
                <c:pt idx="13239">
                  <c:v>auto specialist of florida llc</c:v>
                </c:pt>
                <c:pt idx="13240">
                  <c:v>autonation dodge ram arapahoe</c:v>
                </c:pt>
                <c:pt idx="13241">
                  <c:v>cars connect group  llc</c:v>
                </c:pt>
                <c:pt idx="13242">
                  <c:v>elite motorsports inc</c:v>
                </c:pt>
                <c:pt idx="13243">
                  <c:v>century trucks &amp; vans</c:v>
                </c:pt>
                <c:pt idx="13244">
                  <c:v>cars galleria llc</c:v>
                </c:pt>
                <c:pt idx="13245">
                  <c:v>good deals on wheels llc</c:v>
                </c:pt>
                <c:pt idx="13246">
                  <c:v>car now acceptance co/greensboro</c:v>
                </c:pt>
                <c:pt idx="13247">
                  <c:v>foley motorsports</c:v>
                </c:pt>
                <c:pt idx="13248">
                  <c:v>cactus jacks autos</c:v>
                </c:pt>
                <c:pt idx="13249">
                  <c:v>coastal motors inc</c:v>
                </c:pt>
                <c:pt idx="13250">
                  <c:v>bill camerons used cars</c:v>
                </c:pt>
                <c:pt idx="13251">
                  <c:v>e z credit autos</c:v>
                </c:pt>
                <c:pt idx="13252">
                  <c:v>little motors</c:v>
                </c:pt>
                <c:pt idx="13253">
                  <c:v>weathers motors</c:v>
                </c:pt>
                <c:pt idx="13254">
                  <c:v>michelles auto sales llc</c:v>
                </c:pt>
                <c:pt idx="13255">
                  <c:v>motor world</c:v>
                </c:pt>
                <c:pt idx="13256">
                  <c:v>rapid remarketing</c:v>
                </c:pt>
                <c:pt idx="13257">
                  <c:v>us 1 automaxx  inc</c:v>
                </c:pt>
                <c:pt idx="13258">
                  <c:v>poor boyz</c:v>
                </c:pt>
                <c:pt idx="13259">
                  <c:v>cars for charity inc</c:v>
                </c:pt>
                <c:pt idx="13260">
                  <c:v>5 star auto</c:v>
                </c:pt>
                <c:pt idx="13261">
                  <c:v>auto ibrahim llc</c:v>
                </c:pt>
                <c:pt idx="13262">
                  <c:v>capital motor financial inc</c:v>
                </c:pt>
                <c:pt idx="13263">
                  <c:v>caa insurance co</c:v>
                </c:pt>
                <c:pt idx="13264">
                  <c:v>cuvelier used cars ltd</c:v>
                </c:pt>
                <c:pt idx="13265">
                  <c:v>fiat of minneapolis</c:v>
                </c:pt>
                <c:pt idx="13266">
                  <c:v>sfim auto sales &amp; services</c:v>
                </c:pt>
                <c:pt idx="13267">
                  <c:v>titlebucks/covington ga1</c:v>
                </c:pt>
                <c:pt idx="13268">
                  <c:v>titlemax/el paso tx14</c:v>
                </c:pt>
                <c:pt idx="13269">
                  <c:v>norfolk fire dept fcu</c:v>
                </c:pt>
                <c:pt idx="13270">
                  <c:v>nissan of st. augustine  inc</c:v>
                </c:pt>
                <c:pt idx="13271">
                  <c:v>major world chevrolet llc</c:v>
                </c:pt>
                <c:pt idx="13272">
                  <c:v>nice cars llc</c:v>
                </c:pt>
                <c:pt idx="13273">
                  <c:v>remarketing by ge/taylor auto sales</c:v>
                </c:pt>
                <c:pt idx="13274">
                  <c:v>murcot auto inc</c:v>
                </c:pt>
                <c:pt idx="13275">
                  <c:v>meridian motor cars llc</c:v>
                </c:pt>
                <c:pt idx="13276">
                  <c:v>team e-z auto  inc.</c:v>
                </c:pt>
                <c:pt idx="13277">
                  <c:v>thrifty motors inc</c:v>
                </c:pt>
                <c:pt idx="13278">
                  <c:v>racine hyundai</c:v>
                </c:pt>
                <c:pt idx="13279">
                  <c:v>storm motors miami llc</c:v>
                </c:pt>
                <c:pt idx="13280">
                  <c:v>primeritus remarketing/green tree servici</c:v>
                </c:pt>
                <c:pt idx="13281">
                  <c:v>kv motorsports</c:v>
                </c:pt>
                <c:pt idx="13282">
                  <c:v>thornhill finance</c:v>
                </c:pt>
                <c:pt idx="13283">
                  <c:v>titlemax/san antonio tx17</c:v>
                </c:pt>
                <c:pt idx="13284">
                  <c:v>tom lynch auto sales</c:v>
                </c:pt>
                <c:pt idx="13285">
                  <c:v>old hickory credit union</c:v>
                </c:pt>
                <c:pt idx="13286">
                  <c:v>club auto prestige inc</c:v>
                </c:pt>
                <c:pt idx="13287">
                  <c:v>infinity funding service inc</c:v>
                </c:pt>
                <c:pt idx="13288">
                  <c:v>ecarhouse</c:v>
                </c:pt>
                <c:pt idx="13289">
                  <c:v>galaxy auto sales</c:v>
                </c:pt>
                <c:pt idx="13290">
                  <c:v>edies cars</c:v>
                </c:pt>
                <c:pt idx="13291">
                  <c:v>dealers first financial llc</c:v>
                </c:pt>
                <c:pt idx="13292">
                  <c:v>blanco auto sales</c:v>
                </c:pt>
                <c:pt idx="13293">
                  <c:v>integrity 1st automotive llc</c:v>
                </c:pt>
                <c:pt idx="13294">
                  <c:v>auto credit</c:v>
                </c:pt>
                <c:pt idx="13295">
                  <c:v>five county credit union</c:v>
                </c:pt>
                <c:pt idx="13296">
                  <c:v>buy smart motors llc</c:v>
                </c:pt>
                <c:pt idx="13297">
                  <c:v>fiserv/capital communications fcu</c:v>
                </c:pt>
                <c:pt idx="13298">
                  <c:v>er auto sales and leasing  llc</c:v>
                </c:pt>
                <c:pt idx="13299">
                  <c:v>budget used car sales</c:v>
                </c:pt>
                <c:pt idx="13300">
                  <c:v>auto world sales and leasing</c:v>
                </c:pt>
                <c:pt idx="13301">
                  <c:v>jj &amp; l automotive inc</c:v>
                </c:pt>
                <c:pt idx="13302">
                  <c:v>jersey auto</c:v>
                </c:pt>
                <c:pt idx="13303">
                  <c:v>atlantic coast remarketing inc/gmc</c:v>
                </c:pt>
                <c:pt idx="13304">
                  <c:v>all about auto sales inc</c:v>
                </c:pt>
                <c:pt idx="13305">
                  <c:v>cal tex imports/leasing</c:v>
                </c:pt>
                <c:pt idx="13306">
                  <c:v>budget autos inc</c:v>
                </c:pt>
                <c:pt idx="13307">
                  <c:v>advantis credit union</c:v>
                </c:pt>
                <c:pt idx="13308">
                  <c:v>d &amp; b auto sales llc</c:v>
                </c:pt>
                <c:pt idx="13309">
                  <c:v>eau claire auto exchange</c:v>
                </c:pt>
                <c:pt idx="13310">
                  <c:v>conroe auto credit</c:v>
                </c:pt>
                <c:pt idx="13311">
                  <c:v>journey rides llc</c:v>
                </c:pt>
                <c:pt idx="13312">
                  <c:v>b&amp;k auto sales</c:v>
                </c:pt>
                <c:pt idx="13313">
                  <c:v>mcdonald automotive group mazda</c:v>
                </c:pt>
                <c:pt idx="13314">
                  <c:v>safe auto sales inc</c:v>
                </c:pt>
                <c:pt idx="13315">
                  <c:v>kkr auto</c:v>
                </c:pt>
                <c:pt idx="13316">
                  <c:v>remarketing by ge/flag credit union</c:v>
                </c:pt>
                <c:pt idx="13317">
                  <c:v>reyes auto sales llc</c:v>
                </c:pt>
                <c:pt idx="13318">
                  <c:v>santa monica motor cars</c:v>
                </c:pt>
                <c:pt idx="13319">
                  <c:v>jefferson county sheriff</c:v>
                </c:pt>
                <c:pt idx="13320">
                  <c:v>chavinda auto sales</c:v>
                </c:pt>
                <c:pt idx="13321">
                  <c:v>cpm motors inc</c:v>
                </c:pt>
                <c:pt idx="13322">
                  <c:v>riehlman shaffer &amp; shaffer</c:v>
                </c:pt>
                <c:pt idx="13323">
                  <c:v>quality finance company</c:v>
                </c:pt>
                <c:pt idx="13324">
                  <c:v>titlemax/cincinnati oh3</c:v>
                </c:pt>
                <c:pt idx="13325">
                  <c:v>will county governmental league</c:v>
                </c:pt>
                <c:pt idx="13326">
                  <c:v>titlemax/marion sc1</c:v>
                </c:pt>
                <c:pt idx="13327">
                  <c:v>real motorcars inc</c:v>
                </c:pt>
                <c:pt idx="13328">
                  <c:v>toy-hon usa</c:v>
                </c:pt>
                <c:pt idx="13329">
                  <c:v>minister of finance</c:v>
                </c:pt>
                <c:pt idx="13330">
                  <c:v>pawn pro athens inc</c:v>
                </c:pt>
                <c:pt idx="13331">
                  <c:v>repo remarketing/safe credit union</c:v>
                </c:pt>
                <c:pt idx="13332">
                  <c:v>tork ltd</c:v>
                </c:pt>
                <c:pt idx="13333">
                  <c:v>tulare county fcu</c:v>
                </c:pt>
                <c:pt idx="13334">
                  <c:v>servco auto leeward</c:v>
                </c:pt>
                <c:pt idx="13335">
                  <c:v>motors east inc.</c:v>
                </c:pt>
                <c:pt idx="13336">
                  <c:v>loe's auto sales</c:v>
                </c:pt>
                <c:pt idx="13337">
                  <c:v>roches garage</c:v>
                </c:pt>
                <c:pt idx="13338">
                  <c:v>val ward cadillac inc</c:v>
                </c:pt>
                <c:pt idx="13339">
                  <c:v>simple auto sales llc</c:v>
                </c:pt>
                <c:pt idx="13340">
                  <c:v>mccarty auto sales</c:v>
                </c:pt>
                <c:pt idx="13341">
                  <c:v>titlemax/albuquerque nm6</c:v>
                </c:pt>
                <c:pt idx="13342">
                  <c:v>families first inc</c:v>
                </c:pt>
                <c:pt idx="13343">
                  <c:v>bush truck sales</c:v>
                </c:pt>
                <c:pt idx="13344">
                  <c:v>crown mitsubishi</c:v>
                </c:pt>
                <c:pt idx="13345">
                  <c:v>big brother big sister foundation inc</c:v>
                </c:pt>
                <c:pt idx="13346">
                  <c:v>alden credit union</c:v>
                </c:pt>
                <c:pt idx="13347">
                  <c:v>iv seasons financial llc</c:v>
                </c:pt>
                <c:pt idx="13348">
                  <c:v>competition motors llc</c:v>
                </c:pt>
                <c:pt idx="13349">
                  <c:v>azusa star</c:v>
                </c:pt>
                <c:pt idx="13350">
                  <c:v>3 d automotive  llc</c:v>
                </c:pt>
                <c:pt idx="13351">
                  <c:v>bargain wheels llc</c:v>
                </c:pt>
                <c:pt idx="13352">
                  <c:v>atlantic finance and credit llc</c:v>
                </c:pt>
                <c:pt idx="13353">
                  <c:v>dealz on wheelz auto sales llc</c:v>
                </c:pt>
                <c:pt idx="13354">
                  <c:v>creative finance inc</c:v>
                </c:pt>
                <c:pt idx="13355">
                  <c:v>action imports llc</c:v>
                </c:pt>
                <c:pt idx="13356">
                  <c:v>affordable auto detln &amp; sls</c:v>
                </c:pt>
                <c:pt idx="13357">
                  <c:v>city of greenacres</c:v>
                </c:pt>
                <c:pt idx="13358">
                  <c:v>jaro auto sales</c:v>
                </c:pt>
                <c:pt idx="13359">
                  <c:v>greencash4cars.com</c:v>
                </c:pt>
                <c:pt idx="13360">
                  <c:v>hudson heritage fcu</c:v>
                </c:pt>
                <c:pt idx="13361">
                  <c:v>empire financial</c:v>
                </c:pt>
                <c:pt idx="13362">
                  <c:v>hawkins chevrolet inc</c:v>
                </c:pt>
                <c:pt idx="13363">
                  <c:v>instaloan/union city ga1</c:v>
                </c:pt>
                <c:pt idx="13364">
                  <c:v>car now acceptance co/marietta</c:v>
                </c:pt>
                <c:pt idx="13365">
                  <c:v>nari enterprises</c:v>
                </c:pt>
                <c:pt idx="13366">
                  <c:v>mira auto sales</c:v>
                </c:pt>
                <c:pt idx="13367">
                  <c:v>klean motors llc</c:v>
                </c:pt>
                <c:pt idx="13368">
                  <c:v>us acceptance</c:v>
                </c:pt>
                <c:pt idx="13369">
                  <c:v>wayne's fine cars</c:v>
                </c:pt>
                <c:pt idx="13370">
                  <c:v>shellaway auto sales llc</c:v>
                </c:pt>
                <c:pt idx="13371">
                  <c:v>titlebucks/riverdale ga1</c:v>
                </c:pt>
                <c:pt idx="13372">
                  <c:v>titlemax/el paso tx2</c:v>
                </c:pt>
                <c:pt idx="13373">
                  <c:v>dixie cars div dixie auto lsng inc</c:v>
                </c:pt>
                <c:pt idx="13374">
                  <c:v>car now acceptance-renig</c:v>
                </c:pt>
                <c:pt idx="13375">
                  <c:v>a &amp; j motors inc</c:v>
                </c:pt>
                <c:pt idx="13376">
                  <c:v>9044 6097 quebec inc</c:v>
                </c:pt>
                <c:pt idx="13377">
                  <c:v>easy money</c:v>
                </c:pt>
                <c:pt idx="13378">
                  <c:v>autonation honda tucson auto mall</c:v>
                </c:pt>
                <c:pt idx="13379">
                  <c:v>belle grove motors</c:v>
                </c:pt>
                <c:pt idx="13380">
                  <c:v>poughkeepsie nissan inc</c:v>
                </c:pt>
                <c:pt idx="13381">
                  <c:v>stadium auto california</c:v>
                </c:pt>
                <c:pt idx="13382">
                  <c:v>sierra classics &amp; imports llc</c:v>
                </c:pt>
                <c:pt idx="13383">
                  <c:v>westlake auto</c:v>
                </c:pt>
                <c:pt idx="13384">
                  <c:v>w a sales</c:v>
                </c:pt>
                <c:pt idx="13385">
                  <c:v>titlemax/hamilton oh1</c:v>
                </c:pt>
                <c:pt idx="13386">
                  <c:v>milton upchurch auto sales</c:v>
                </c:pt>
                <c:pt idx="13387">
                  <c:v>wheels of chicago inc</c:v>
                </c:pt>
                <c:pt idx="13388">
                  <c:v>thrift investments corporation</c:v>
                </c:pt>
                <c:pt idx="13389">
                  <c:v>mission financial services corp/phoenix</c:v>
                </c:pt>
                <c:pt idx="13390">
                  <c:v>kr auto sales</c:v>
                </c:pt>
                <c:pt idx="13391">
                  <c:v>one world motors</c:v>
                </c:pt>
                <c:pt idx="13392">
                  <c:v>p b auto sales</c:v>
                </c:pt>
                <c:pt idx="13393">
                  <c:v>wright cycles &amp; power sports llc</c:v>
                </c:pt>
                <c:pt idx="13394">
                  <c:v>nava motors corp</c:v>
                </c:pt>
                <c:pt idx="13395">
                  <c:v>professional financial services/birmingham</c:v>
                </c:pt>
                <c:pt idx="13396">
                  <c:v>volkswagen of van nuys</c:v>
                </c:pt>
                <c:pt idx="13397">
                  <c:v>titlebucks/conyers ga2</c:v>
                </c:pt>
                <c:pt idx="13398">
                  <c:v>s/j auto</c:v>
                </c:pt>
                <c:pt idx="13399">
                  <c:v>splish splash auto sales inc</c:v>
                </c:pt>
                <c:pt idx="13400">
                  <c:v>monarch auto body</c:v>
                </c:pt>
                <c:pt idx="13401">
                  <c:v>utah first fcu</c:v>
                </c:pt>
                <c:pt idx="13402">
                  <c:v>my community fcu</c:v>
                </c:pt>
                <c:pt idx="13403">
                  <c:v>three some auto sales</c:v>
                </c:pt>
                <c:pt idx="13404">
                  <c:v>lenco credit union</c:v>
                </c:pt>
                <c:pt idx="13405">
                  <c:v>miracle motors inc</c:v>
                </c:pt>
                <c:pt idx="13406">
                  <c:v>twin willows auto sales inc</c:v>
                </c:pt>
                <c:pt idx="13407">
                  <c:v>priority one bank</c:v>
                </c:pt>
                <c:pt idx="13408">
                  <c:v>deals on wheels llc</c:v>
                </c:pt>
                <c:pt idx="13409">
                  <c:v>k &amp; c car sale inc</c:v>
                </c:pt>
                <c:pt idx="13410">
                  <c:v>jo-co plourde autos inc</c:v>
                </c:pt>
                <c:pt idx="13411">
                  <c:v>cleveland springs auto sales</c:v>
                </c:pt>
                <c:pt idx="13412">
                  <c:v>clay cooley isuzu</c:v>
                </c:pt>
                <c:pt idx="13413">
                  <c:v>9219 6484 quebec inc</c:v>
                </c:pt>
                <c:pt idx="13414">
                  <c:v>car credit nation inc.</c:v>
                </c:pt>
                <c:pt idx="13415">
                  <c:v>express auto credit</c:v>
                </c:pt>
                <c:pt idx="13416">
                  <c:v>auto clinic auto service inc</c:v>
                </c:pt>
                <c:pt idx="13417">
                  <c:v>bubba hill auto plaza inc</c:v>
                </c:pt>
                <c:pt idx="13418">
                  <c:v>browns auto sales</c:v>
                </c:pt>
                <c:pt idx="13419">
                  <c:v>divinerstyles automotives llc</c:v>
                </c:pt>
                <c:pt idx="13420">
                  <c:v>cecil atkission ford inc</c:v>
                </c:pt>
                <c:pt idx="13421">
                  <c:v>aastro autos of south florida inc</c:v>
                </c:pt>
                <c:pt idx="13422">
                  <c:v>casalegnos auto sales</c:v>
                </c:pt>
                <c:pt idx="13423">
                  <c:v>fonseca auto sales</c:v>
                </c:pt>
                <c:pt idx="13424">
                  <c:v>9128 8654 quebec inc</c:v>
                </c:pt>
                <c:pt idx="13425">
                  <c:v>c &amp; r magic auto brokers llc</c:v>
                </c:pt>
                <c:pt idx="13426">
                  <c:v>belton ss corporation</c:v>
                </c:pt>
                <c:pt idx="13427">
                  <c:v>drive now acceptance</c:v>
                </c:pt>
                <c:pt idx="13428">
                  <c:v>car now acceptance co</c:v>
                </c:pt>
                <c:pt idx="13429">
                  <c:v>european auto house</c:v>
                </c:pt>
                <c:pt idx="13430">
                  <c:v>dealer direct</c:v>
                </c:pt>
                <c:pt idx="13431">
                  <c:v>jim russ pre-owned outlet</c:v>
                </c:pt>
                <c:pt idx="13432">
                  <c:v>bab's motors inc</c:v>
                </c:pt>
                <c:pt idx="13433">
                  <c:v>coastal credit llc / marietta / marietta</c:v>
                </c:pt>
                <c:pt idx="13434">
                  <c:v>florida avenue cars inc</c:v>
                </c:pt>
                <c:pt idx="13435">
                  <c:v>easy credit auto sales</c:v>
                </c:pt>
                <c:pt idx="13436">
                  <c:v>titlemax/conyers ga1</c:v>
                </c:pt>
                <c:pt idx="13437">
                  <c:v>makenzy auto sales inc</c:v>
                </c:pt>
                <c:pt idx="13438">
                  <c:v>a&amp;a financial</c:v>
                </c:pt>
                <c:pt idx="13439">
                  <c:v>donnie auto sales llc</c:v>
                </c:pt>
                <c:pt idx="13440">
                  <c:v>car mart</c:v>
                </c:pt>
                <c:pt idx="13441">
                  <c:v>accion new mexico</c:v>
                </c:pt>
                <c:pt idx="13442">
                  <c:v>international auto sales &amp; service inc</c:v>
                </c:pt>
                <c:pt idx="13443">
                  <c:v>auto use</c:v>
                </c:pt>
                <c:pt idx="13444">
                  <c:v>titlemax/tysons corner va1</c:v>
                </c:pt>
                <c:pt idx="13445">
                  <c:v>sheik auto</c:v>
                </c:pt>
                <c:pt idx="13446">
                  <c:v>key &amp; v auto sales</c:v>
                </c:pt>
                <c:pt idx="13447">
                  <c:v>vesta group inc</c:v>
                </c:pt>
                <c:pt idx="13448">
                  <c:v>terry putrus</c:v>
                </c:pt>
                <c:pt idx="13449">
                  <c:v>wilson's auto mall inc</c:v>
                </c:pt>
                <c:pt idx="13450">
                  <c:v>m/m auto sales</c:v>
                </c:pt>
                <c:pt idx="13451">
                  <c:v>titlemax/arlington va1</c:v>
                </c:pt>
                <c:pt idx="13452">
                  <c:v>one stop money centers</c:v>
                </c:pt>
                <c:pt idx="13453">
                  <c:v>lucky's auto sales</c:v>
                </c:pt>
                <c:pt idx="13454">
                  <c:v>premium auto group</c:v>
                </c:pt>
                <c:pt idx="13455">
                  <c:v>scotland motors inc</c:v>
                </c:pt>
                <c:pt idx="13456">
                  <c:v>wayne auto world inc</c:v>
                </c:pt>
                <c:pt idx="13457">
                  <c:v>one star auto sales inc</c:v>
                </c:pt>
                <c:pt idx="13458">
                  <c:v>auburn way autos</c:v>
                </c:pt>
                <c:pt idx="13459">
                  <c:v>gary glass auto sales</c:v>
                </c:pt>
                <c:pt idx="13460">
                  <c:v>american electric power</c:v>
                </c:pt>
                <c:pt idx="13461">
                  <c:v>auto integrity  llc</c:v>
                </c:pt>
                <c:pt idx="13462">
                  <c:v>headman auto group inc</c:v>
                </c:pt>
                <c:pt idx="13463">
                  <c:v>charitable auto resources scrap program</c:v>
                </c:pt>
                <c:pt idx="13464">
                  <c:v>centerdale motor sales</c:v>
                </c:pt>
                <c:pt idx="13465">
                  <c:v>auto club sales and service</c:v>
                </c:pt>
                <c:pt idx="13466">
                  <c:v>instant credit auto sales llc</c:v>
                </c:pt>
                <c:pt idx="13467">
                  <c:v>auto city llc</c:v>
                </c:pt>
                <c:pt idx="13468">
                  <c:v>nu-way autos</c:v>
                </c:pt>
                <c:pt idx="13469">
                  <c:v>titlemax/desoto tx1</c:v>
                </c:pt>
                <c:pt idx="13470">
                  <c:v>nortrax inc</c:v>
                </c:pt>
                <c:pt idx="13471">
                  <c:v>mml auto sales llc</c:v>
                </c:pt>
                <c:pt idx="13472">
                  <c:v>gordie boucher lincoln</c:v>
                </c:pt>
                <c:pt idx="13473">
                  <c:v>austin's auto sales llc</c:v>
                </c:pt>
                <c:pt idx="13474">
                  <c:v>a &amp; k auto sales</c:v>
                </c:pt>
                <c:pt idx="13475">
                  <c:v>business brigade</c:v>
                </c:pt>
                <c:pt idx="13476">
                  <c:v>principio auto group inc</c:v>
                </c:pt>
                <c:pt idx="13477">
                  <c:v>rite choice enterprise llc</c:v>
                </c:pt>
                <c:pt idx="13478">
                  <c:v>matteson motors</c:v>
                </c:pt>
                <c:pt idx="13479">
                  <c:v>titlemax/marion va1</c:v>
                </c:pt>
                <c:pt idx="13480">
                  <c:v>superior autos int</c:v>
                </c:pt>
                <c:pt idx="13481">
                  <c:v>london auto sales inc</c:v>
                </c:pt>
                <c:pt idx="13482">
                  <c:v>security auto loans</c:v>
                </c:pt>
                <c:pt idx="13483">
                  <c:v>regency finance co</c:v>
                </c:pt>
                <c:pt idx="13484">
                  <c:v>lh mellon financial inc dba/title loans</c:v>
                </c:pt>
                <c:pt idx="13485">
                  <c:v>titlemax/dallas tx1</c:v>
                </c:pt>
                <c:pt idx="13486">
                  <c:v>repo remarketing/the loan service center</c:v>
                </c:pt>
                <c:pt idx="13487">
                  <c:v>sunshine auto mart of lakeland</c:v>
                </c:pt>
                <c:pt idx="13488">
                  <c:v>tuckers used cars inc</c:v>
                </c:pt>
                <c:pt idx="13489">
                  <c:v>sun raye financial</c:v>
                </c:pt>
                <c:pt idx="13490">
                  <c:v>reliant auto broker</c:v>
                </c:pt>
                <c:pt idx="13491">
                  <c:v>tom dolans reno mazda kia</c:v>
                </c:pt>
                <c:pt idx="13492">
                  <c:v>vision fine cars ltd</c:v>
                </c:pt>
                <c:pt idx="13493">
                  <c:v>s&amp;d auto sales</c:v>
                </c:pt>
                <c:pt idx="13494">
                  <c:v>premium car outlet</c:v>
                </c:pt>
                <c:pt idx="13495">
                  <c:v>m &amp; t motors</c:v>
                </c:pt>
                <c:pt idx="13496">
                  <c:v>lannys autos</c:v>
                </c:pt>
                <c:pt idx="13497">
                  <c:v>unlimited cars &amp; trucks inc</c:v>
                </c:pt>
                <c:pt idx="13498">
                  <c:v>l and m auto inc</c:v>
                </c:pt>
                <c:pt idx="13499">
                  <c:v>lendmark financial services/hiram</c:v>
                </c:pt>
                <c:pt idx="13500">
                  <c:v>remarketing by ge/ic federal credit union</c:v>
                </c:pt>
                <c:pt idx="13501">
                  <c:v>niko motors</c:v>
                </c:pt>
                <c:pt idx="13502">
                  <c:v>parker auto credit</c:v>
                </c:pt>
                <c:pt idx="13503">
                  <c:v>wil-j inc auto sales</c:v>
                </c:pt>
                <c:pt idx="13504">
                  <c:v>main street motorsports</c:v>
                </c:pt>
                <c:pt idx="13505">
                  <c:v>glendale auto source</c:v>
                </c:pt>
                <c:pt idx="13506">
                  <c:v>i squared auto llc</c:v>
                </c:pt>
                <c:pt idx="13507">
                  <c:v>fim auto group llc</c:v>
                </c:pt>
                <c:pt idx="13508">
                  <c:v>car credit inc</c:v>
                </c:pt>
                <c:pt idx="13509">
                  <c:v>eddies auto sales</c:v>
                </c:pt>
                <c:pt idx="13510">
                  <c:v>gallegos auto sales inc</c:v>
                </c:pt>
                <c:pt idx="13511">
                  <c:v>gtl norcross llc</c:v>
                </c:pt>
                <c:pt idx="13512">
                  <c:v>jillran holdings inc</c:v>
                </c:pt>
                <c:pt idx="13513">
                  <c:v>johnny's auto motor</c:v>
                </c:pt>
                <c:pt idx="13514">
                  <c:v>5 star auto sales</c:v>
                </c:pt>
                <c:pt idx="13515">
                  <c:v>apperson enterprises llc</c:v>
                </c:pt>
                <c:pt idx="13516">
                  <c:v>cash 4 clunkers llc</c:v>
                </c:pt>
                <c:pt idx="13517">
                  <c:v>come n get it auto sales inc</c:v>
                </c:pt>
                <c:pt idx="13518">
                  <c:v>jkj auto sales llc</c:v>
                </c:pt>
                <c:pt idx="13519">
                  <c:v>colledona auto sales inc</c:v>
                </c:pt>
                <c:pt idx="13520">
                  <c:v>atlantic finance co</c:v>
                </c:pt>
                <c:pt idx="13521">
                  <c:v>the salvation army arc</c:v>
                </c:pt>
                <c:pt idx="13522">
                  <c:v>titlebucks/nashville tn1</c:v>
                </c:pt>
                <c:pt idx="13523">
                  <c:v>lendmark financial services / cartersville</c:v>
                </c:pt>
                <c:pt idx="13524">
                  <c:v>on call cash</c:v>
                </c:pt>
                <c:pt idx="13525">
                  <c:v>majestic repossession &amp; transportation corp</c:v>
                </c:pt>
                <c:pt idx="13526">
                  <c:v>diamond motors inc</c:v>
                </c:pt>
                <c:pt idx="13527">
                  <c:v>auto plaza mirabel</c:v>
                </c:pt>
                <c:pt idx="13528">
                  <c:v>galante auto sales llc</c:v>
                </c:pt>
                <c:pt idx="13529">
                  <c:v>garceaus auto sales inc</c:v>
                </c:pt>
                <c:pt idx="13530">
                  <c:v>credit acceptance corp/richmond</c:v>
                </c:pt>
                <c:pt idx="13531">
                  <c:v>fiat of gaithersburg</c:v>
                </c:pt>
                <c:pt idx="13532">
                  <c:v>duran auto sales</c:v>
                </c:pt>
                <c:pt idx="13533">
                  <c:v>homeland auto services</c:v>
                </c:pt>
                <c:pt idx="13534">
                  <c:v>riverland chrysler dodge jeep inc</c:v>
                </c:pt>
                <c:pt idx="13535">
                  <c:v>unlimited auto finance group</c:v>
                </c:pt>
                <c:pt idx="13536">
                  <c:v>titlemax/acworth ga2</c:v>
                </c:pt>
                <c:pt idx="13537">
                  <c:v>robinson family auto sales inc</c:v>
                </c:pt>
                <c:pt idx="13538">
                  <c:v>top finance company</c:v>
                </c:pt>
                <c:pt idx="13539">
                  <c:v>truck &amp; car sales</c:v>
                </c:pt>
                <c:pt idx="13540">
                  <c:v>samson motorcars</c:v>
                </c:pt>
                <c:pt idx="13541">
                  <c:v>shogun auto center</c:v>
                </c:pt>
                <c:pt idx="13542">
                  <c:v>startech</c:v>
                </c:pt>
                <c:pt idx="13543">
                  <c:v>the rod shop of central fl</c:v>
                </c:pt>
                <c:pt idx="13544">
                  <c:v>palomino auto llc</c:v>
                </c:pt>
                <c:pt idx="13545">
                  <c:v>woodcrest vehicle remarketing</c:v>
                </c:pt>
                <c:pt idx="13546">
                  <c:v>paul blancos good car company</c:v>
                </c:pt>
                <c:pt idx="13547">
                  <c:v>tamayo and sons auto sales</c:v>
                </c:pt>
                <c:pt idx="13548">
                  <c:v>onemain rem/southern auto credit</c:v>
                </c:pt>
                <c:pt idx="13549">
                  <c:v>markville chevrolet inc</c:v>
                </c:pt>
                <c:pt idx="13550">
                  <c:v>kim auto sales llc</c:v>
                </c:pt>
                <c:pt idx="13551">
                  <c:v>ustoyota</c:v>
                </c:pt>
                <c:pt idx="13552">
                  <c:v>the fifth gear llc</c:v>
                </c:pt>
                <c:pt idx="13553">
                  <c:v>russell smith auto</c:v>
                </c:pt>
                <c:pt idx="13554">
                  <c:v>miranda auto finance corp</c:v>
                </c:pt>
                <c:pt idx="13555">
                  <c:v>republic finance llc/baton rouge</c:v>
                </c:pt>
                <c:pt idx="13556">
                  <c:v>congers bp inc</c:v>
                </c:pt>
                <c:pt idx="13557">
                  <c:v>cincinnati healthcare associates</c:v>
                </c:pt>
                <c:pt idx="13558">
                  <c:v>california auto sales</c:v>
                </c:pt>
                <c:pt idx="13559">
                  <c:v>jbi autos</c:v>
                </c:pt>
                <c:pt idx="13560">
                  <c:v>abilene federal credit union</c:v>
                </c:pt>
                <c:pt idx="13561">
                  <c:v>carlos ricardo landeau</c:v>
                </c:pt>
                <c:pt idx="13562">
                  <c:v>auto nation llc</c:v>
                </c:pt>
                <c:pt idx="13563">
                  <c:v>central bank of st louis</c:v>
                </c:pt>
                <c:pt idx="13564">
                  <c:v>coral springs pre-owned auto sales</c:v>
                </c:pt>
                <c:pt idx="13565">
                  <c:v>i &amp; m shoman auto inc</c:v>
                </c:pt>
                <c:pt idx="13566">
                  <c:v>atlas cars</c:v>
                </c:pt>
                <c:pt idx="13567">
                  <c:v>american recovery service inc</c:v>
                </c:pt>
                <c:pt idx="13568">
                  <c:v>broadspire  a crawford company</c:v>
                </c:pt>
                <c:pt idx="13569">
                  <c:v>granville autos llc</c:v>
                </c:pt>
                <c:pt idx="13570">
                  <c:v>auction direct llc</c:v>
                </c:pt>
                <c:pt idx="13571">
                  <c:v>gravity autos roswell</c:v>
                </c:pt>
                <c:pt idx="13572">
                  <c:v>best auto sales</c:v>
                </c:pt>
                <c:pt idx="13573">
                  <c:v>eddie anderson motors llc</c:v>
                </c:pt>
                <c:pt idx="13574">
                  <c:v>affinity truck &amp; auto sales</c:v>
                </c:pt>
                <c:pt idx="13575">
                  <c:v>easy car financial inc</c:v>
                </c:pt>
                <c:pt idx="13576">
                  <c:v>alberta wholesale motors</c:v>
                </c:pt>
                <c:pt idx="13577">
                  <c:v>south 4 used cars llc</c:v>
                </c:pt>
                <c:pt idx="13578">
                  <c:v>nj auto group llc</c:v>
                </c:pt>
                <c:pt idx="13579">
                  <c:v>korner kars</c:v>
                </c:pt>
                <c:pt idx="13580">
                  <c:v>title max/semmes1-al1</c:v>
                </c:pt>
                <c:pt idx="13581">
                  <c:v>mini of las vegas</c:v>
                </c:pt>
                <c:pt idx="13582">
                  <c:v>sports and imports llc</c:v>
                </c:pt>
                <c:pt idx="13583">
                  <c:v>butler toyota &amp; scion</c:v>
                </c:pt>
                <c:pt idx="13584">
                  <c:v>golden state llc</c:v>
                </c:pt>
                <c:pt idx="13585">
                  <c:v>freeland chevrolet superstore</c:v>
                </c:pt>
                <c:pt idx="13586">
                  <c:v>infiniti of columbus llc</c:v>
                </c:pt>
                <c:pt idx="13587">
                  <c:v>jakes auto mall llc</c:v>
                </c:pt>
                <c:pt idx="13588">
                  <c:v>titlemax/niles il1</c:v>
                </c:pt>
                <c:pt idx="13589">
                  <c:v>mainstreet financial group</c:v>
                </c:pt>
                <c:pt idx="13590">
                  <c:v>south lake minnetonka police dept</c:v>
                </c:pt>
                <c:pt idx="13591">
                  <c:v>worldwide investments</c:v>
                </c:pt>
                <c:pt idx="13592">
                  <c:v>reliable credit association/salem</c:v>
                </c:pt>
                <c:pt idx="13593">
                  <c:v>pfs financial services/kissimmee</c:v>
                </c:pt>
                <c:pt idx="13594">
                  <c:v>new car alternatives of florida inc</c:v>
                </c:pt>
                <c:pt idx="13595">
                  <c:v>primeritus remarketing/safeway motors sales of l</c:v>
                </c:pt>
                <c:pt idx="13596">
                  <c:v>preston hometown auto</c:v>
                </c:pt>
                <c:pt idx="13597">
                  <c:v>peoples financial</c:v>
                </c:pt>
                <c:pt idx="13598">
                  <c:v>sunrise wholesale</c:v>
                </c:pt>
                <c:pt idx="13599">
                  <c:v>love auto group inc</c:v>
                </c:pt>
                <c:pt idx="13600">
                  <c:v>sorola auto sales inc</c:v>
                </c:pt>
                <c:pt idx="13601">
                  <c:v>st. george auto gallery</c:v>
                </c:pt>
                <c:pt idx="13602">
                  <c:v>skyy motors used car dealership corporation</c:v>
                </c:pt>
                <c:pt idx="13603">
                  <c:v>wolff enterprises llc</c:v>
                </c:pt>
                <c:pt idx="13604">
                  <c:v>d patrick inc</c:v>
                </c:pt>
                <c:pt idx="13605">
                  <c:v>illinois title loans/automotive remarketing</c:v>
                </c:pt>
                <c:pt idx="13606">
                  <c:v>edinburg motors inc</c:v>
                </c:pt>
                <c:pt idx="13607">
                  <c:v>express auto sales inc</c:v>
                </c:pt>
                <c:pt idx="13608">
                  <c:v>four seasons motor company llc</c:v>
                </c:pt>
                <c:pt idx="13609">
                  <c:v>adobe auto sales inc</c:v>
                </c:pt>
                <c:pt idx="13610">
                  <c:v>dep fleet services</c:v>
                </c:pt>
                <c:pt idx="13611">
                  <c:v>j &amp; c auto sales</c:v>
                </c:pt>
                <c:pt idx="13612">
                  <c:v>cartrust</c:v>
                </c:pt>
                <c:pt idx="13613">
                  <c:v>absolute auto sales</c:v>
                </c:pt>
                <c:pt idx="13614">
                  <c:v>eagle loan company</c:v>
                </c:pt>
                <c:pt idx="13615">
                  <c:v>gestion m f m international inc</c:v>
                </c:pt>
                <c:pt idx="13616">
                  <c:v>capitol area movers co llc</c:v>
                </c:pt>
                <c:pt idx="13617">
                  <c:v>community service credit union</c:v>
                </c:pt>
                <c:pt idx="13618">
                  <c:v>jim butner auto &amp; rv inc</c:v>
                </c:pt>
                <c:pt idx="13619">
                  <c:v>greater kinston credit union</c:v>
                </c:pt>
                <c:pt idx="13620">
                  <c:v>bill chapman auto sales lp</c:v>
                </c:pt>
                <c:pt idx="13621">
                  <c:v>carafello's auto sales  llc</c:v>
                </c:pt>
                <c:pt idx="13622">
                  <c:v>dyson motors</c:v>
                </c:pt>
                <c:pt idx="13623">
                  <c:v>duncan hyundai</c:v>
                </c:pt>
                <c:pt idx="13624">
                  <c:v>henderson automotive llc</c:v>
                </c:pt>
                <c:pt idx="13625">
                  <c:v>friendly auto group  inc.</c:v>
                </c:pt>
                <c:pt idx="13626">
                  <c:v>instaloan/st pete fl1</c:v>
                </c:pt>
                <c:pt idx="13627">
                  <c:v>knights auto sale inc</c:v>
                </c:pt>
                <c:pt idx="13628">
                  <c:v>florida titles</c:v>
                </c:pt>
                <c:pt idx="13629">
                  <c:v>dynamic auto group</c:v>
                </c:pt>
                <c:pt idx="13630">
                  <c:v>coastal credit corp/augusta</c:v>
                </c:pt>
                <c:pt idx="13631">
                  <c:v>donofrio motors inc</c:v>
                </c:pt>
                <c:pt idx="13632">
                  <c:v>donate a car canada</c:v>
                </c:pt>
                <c:pt idx="13633">
                  <c:v>fifth austin funding llc</c:v>
                </c:pt>
                <c:pt idx="13634">
                  <c:v>bengal auto</c:v>
                </c:pt>
                <c:pt idx="13635">
                  <c:v>azelis fine cars</c:v>
                </c:pt>
                <c:pt idx="13636">
                  <c:v>quantum auto sales inc</c:v>
                </c:pt>
                <c:pt idx="13637">
                  <c:v>miami international autos llc</c:v>
                </c:pt>
                <c:pt idx="13638">
                  <c:v>straight up motors</c:v>
                </c:pt>
                <c:pt idx="13639">
                  <c:v>service one credit union</c:v>
                </c:pt>
                <c:pt idx="13640">
                  <c:v>pls loan store/milwaukee</c:v>
                </c:pt>
                <c:pt idx="13641">
                  <c:v>tye's used auto sales</c:v>
                </c:pt>
                <c:pt idx="13642">
                  <c:v>salem auto sports inc</c:v>
                </c:pt>
                <c:pt idx="13643">
                  <c:v>michael andrews &amp; associates llc</c:v>
                </c:pt>
                <c:pt idx="13644">
                  <c:v>tillage automotive</c:v>
                </c:pt>
                <c:pt idx="13645">
                  <c:v>malsia used car sales</c:v>
                </c:pt>
                <c:pt idx="13646">
                  <c:v>mutual of omaha bank</c:v>
                </c:pt>
                <c:pt idx="13647">
                  <c:v>silver motors</c:v>
                </c:pt>
                <c:pt idx="13648">
                  <c:v>new bedford credit union</c:v>
                </c:pt>
                <c:pt idx="13649">
                  <c:v>veracom ford</c:v>
                </c:pt>
                <c:pt idx="13650">
                  <c:v>lee &amp; mason financial services</c:v>
                </c:pt>
                <c:pt idx="13651">
                  <c:v>titlebucks / carrollton ga</c:v>
                </c:pt>
                <c:pt idx="13652">
                  <c:v>titlebucks/martin luther king ga</c:v>
                </c:pt>
                <c:pt idx="13653">
                  <c:v>republic finance llc/columbia</c:v>
                </c:pt>
                <c:pt idx="13654">
                  <c:v>titlebucks/newnan ga</c:v>
                </c:pt>
                <c:pt idx="13655">
                  <c:v>pierson ford linc merc inc</c:v>
                </c:pt>
                <c:pt idx="13656">
                  <c:v>ride solutions inc</c:v>
                </c:pt>
                <c:pt idx="13657">
                  <c:v>rts auto sales inc</c:v>
                </c:pt>
                <c:pt idx="13658">
                  <c:v>petes auto detailing auto sales llc</c:v>
                </c:pt>
                <c:pt idx="13659">
                  <c:v>rent a wreck</c:v>
                </c:pt>
                <c:pt idx="13660">
                  <c:v>laval auto plus d a</c:v>
                </c:pt>
                <c:pt idx="13661">
                  <c:v>specialty auto sales</c:v>
                </c:pt>
                <c:pt idx="13662">
                  <c:v>us trust motors</c:v>
                </c:pt>
                <c:pt idx="13663">
                  <c:v>people's credit inc</c:v>
                </c:pt>
                <c:pt idx="13664">
                  <c:v>t n m auto sales</c:v>
                </c:pt>
                <c:pt idx="13665">
                  <c:v>toyota of goldsboro</c:v>
                </c:pt>
                <c:pt idx="13666">
                  <c:v>wildfire credit union</c:v>
                </c:pt>
                <c:pt idx="13667">
                  <c:v>lendmark financial services/albany</c:v>
                </c:pt>
                <c:pt idx="13668">
                  <c:v>titlebucks / birmingham al1</c:v>
                </c:pt>
                <c:pt idx="13669">
                  <c:v>republic finance llc/hattiesburg</c:v>
                </c:pt>
                <c:pt idx="13670">
                  <c:v>mb financial bank</c:v>
                </c:pt>
                <c:pt idx="13671">
                  <c:v>mazda pointe aux trembles</c:v>
                </c:pt>
                <c:pt idx="13672">
                  <c:v>american car center</c:v>
                </c:pt>
                <c:pt idx="13673">
                  <c:v>dixie finance co</c:v>
                </c:pt>
                <c:pt idx="13674">
                  <c:v>citizens finance/aurora</c:v>
                </c:pt>
                <c:pt idx="13675">
                  <c:v>credit concept inc</c:v>
                </c:pt>
                <c:pt idx="13676">
                  <c:v>abel auto sale</c:v>
                </c:pt>
                <c:pt idx="13677">
                  <c:v>auto masters of franklin  llc</c:v>
                </c:pt>
                <c:pt idx="13678">
                  <c:v>jim lupient infiniti</c:v>
                </c:pt>
                <c:pt idx="13679">
                  <c:v>first america title lending of georgia llc</c:v>
                </c:pt>
                <c:pt idx="13680">
                  <c:v>a &amp; t auto sales llc</c:v>
                </c:pt>
                <c:pt idx="13681">
                  <c:v>auto autos</c:v>
                </c:pt>
                <c:pt idx="13682">
                  <c:v>autoworld of kansas city llc</c:v>
                </c:pt>
                <c:pt idx="13683">
                  <c:v>281 truck sales</c:v>
                </c:pt>
                <c:pt idx="13684">
                  <c:v>b &amp; c auto brokerage llc</c:v>
                </c:pt>
                <c:pt idx="13685">
                  <c:v>honest abe auto sales iii</c:v>
                </c:pt>
                <c:pt idx="13686">
                  <c:v>automart auctions</c:v>
                </c:pt>
                <c:pt idx="13687">
                  <c:v>honda auto center of bellevue</c:v>
                </c:pt>
                <c:pt idx="13688">
                  <c:v>drivers financial</c:v>
                </c:pt>
                <c:pt idx="13689">
                  <c:v>first mark credit union</c:v>
                </c:pt>
                <c:pt idx="13690">
                  <c:v>dbs financial/debois inc</c:v>
                </c:pt>
                <c:pt idx="13691">
                  <c:v>howorth auto group</c:v>
                </c:pt>
                <c:pt idx="13692">
                  <c:v>carbucks of carolina inc</c:v>
                </c:pt>
                <c:pt idx="13693">
                  <c:v>certified auto sales</c:v>
                </c:pt>
                <c:pt idx="13694">
                  <c:v>delton auto llc</c:v>
                </c:pt>
                <c:pt idx="13695">
                  <c:v>austin auto assistance ltd</c:v>
                </c:pt>
                <c:pt idx="13696">
                  <c:v>bmg auto group inc</c:v>
                </c:pt>
                <c:pt idx="13697">
                  <c:v>a&amp;a enterprise</c:v>
                </c:pt>
                <c:pt idx="13698">
                  <c:v>j d byrider of flint</c:v>
                </c:pt>
                <c:pt idx="13699">
                  <c:v>jack carrolls skagit hyundai</c:v>
                </c:pt>
                <c:pt idx="13700">
                  <c:v>borman autoplex</c:v>
                </c:pt>
                <c:pt idx="13701">
                  <c:v>hayward nissan</c:v>
                </c:pt>
                <c:pt idx="13702">
                  <c:v>gable auto &amp; truck center inc</c:v>
                </c:pt>
                <c:pt idx="13703">
                  <c:v>cheeseman's</c:v>
                </c:pt>
                <c:pt idx="13704">
                  <c:v>desert wholesale</c:v>
                </c:pt>
                <c:pt idx="13705">
                  <c:v>any all wheels sales llc</c:v>
                </c:pt>
                <c:pt idx="13706">
                  <c:v>earls transmission service inc</c:v>
                </c:pt>
                <c:pt idx="13707">
                  <c:v>catholic charities of the diocese albany</c:v>
                </c:pt>
                <c:pt idx="13708">
                  <c:v>drive and go auto sales inc</c:v>
                </c:pt>
                <c:pt idx="13709">
                  <c:v>gta motors</c:v>
                </c:pt>
                <c:pt idx="13710">
                  <c:v>cash auto traders inc.</c:v>
                </c:pt>
                <c:pt idx="13711">
                  <c:v>integrity cycles llc</c:v>
                </c:pt>
                <c:pt idx="13712">
                  <c:v>barrys chevrolet buick inc</c:v>
                </c:pt>
                <c:pt idx="13713">
                  <c:v>platinum motorcars</c:v>
                </c:pt>
                <c:pt idx="13714">
                  <c:v>titlemax/dallas tx11</c:v>
                </c:pt>
                <c:pt idx="13715">
                  <c:v>titlemax/fort worth tx9</c:v>
                </c:pt>
                <c:pt idx="13716">
                  <c:v>river's auto inc</c:v>
                </c:pt>
                <c:pt idx="13717">
                  <c:v>texas auto credit solutions</c:v>
                </c:pt>
                <c:pt idx="13718">
                  <c:v>shorecars llc</c:v>
                </c:pt>
                <c:pt idx="13719">
                  <c:v>unity church</c:v>
                </c:pt>
                <c:pt idx="13720">
                  <c:v>titlemax/skokie il1</c:v>
                </c:pt>
                <c:pt idx="13721">
                  <c:v>lendmark financial services/villa rica</c:v>
                </c:pt>
                <c:pt idx="13722">
                  <c:v>the car doctors</c:v>
                </c:pt>
                <c:pt idx="13723">
                  <c:v>global auto motors llc</c:v>
                </c:pt>
                <c:pt idx="13724">
                  <c:v>inland valley auto</c:v>
                </c:pt>
                <c:pt idx="13725">
                  <c:v>hamdan corp</c:v>
                </c:pt>
                <c:pt idx="13726">
                  <c:v>economy auto wholesale</c:v>
                </c:pt>
                <c:pt idx="13727">
                  <c:v>fremont auto sales inc</c:v>
                </c:pt>
                <c:pt idx="13728">
                  <c:v>central credit union</c:v>
                </c:pt>
                <c:pt idx="13729">
                  <c:v>frequency finance</c:v>
                </c:pt>
                <c:pt idx="13730">
                  <c:v>9076 8326 quebec inc</c:v>
                </c:pt>
                <c:pt idx="13731">
                  <c:v>hallmark motor sales</c:v>
                </c:pt>
                <c:pt idx="13732">
                  <c:v>4 below auto sales &amp; service llc</c:v>
                </c:pt>
                <c:pt idx="13733">
                  <c:v>loyal auto sales</c:v>
                </c:pt>
                <c:pt idx="13734">
                  <c:v>repo remarketing/valley oak credit union</c:v>
                </c:pt>
                <c:pt idx="13735">
                  <c:v>the maryland school for the blind</c:v>
                </c:pt>
                <c:pt idx="13736">
                  <c:v>mcbay auto</c:v>
                </c:pt>
                <c:pt idx="13737">
                  <c:v>national auto plaza</c:v>
                </c:pt>
                <c:pt idx="13738">
                  <c:v>madison avenue assoc for jefferson comm fcu</c:v>
                </c:pt>
                <c:pt idx="13739">
                  <c:v>wynn auto sales</c:v>
                </c:pt>
                <c:pt idx="13740">
                  <c:v>platinum automotive</c:v>
                </c:pt>
                <c:pt idx="13741">
                  <c:v>titlemax/tempe az2</c:v>
                </c:pt>
                <c:pt idx="13742">
                  <c:v>titlemax/newnan ga1</c:v>
                </c:pt>
                <c:pt idx="13743">
                  <c:v>simba auto sales inc</c:v>
                </c:pt>
                <c:pt idx="13744">
                  <c:v>sfm funding</c:v>
                </c:pt>
                <c:pt idx="13745">
                  <c:v>titlemax / phoenix - az44</c:v>
                </c:pt>
                <c:pt idx="13746">
                  <c:v>lgb's sales auto  truck  &amp; motorcycle</c:v>
                </c:pt>
                <c:pt idx="13747">
                  <c:v>sham auto wholesale</c:v>
                </c:pt>
                <c:pt idx="13748">
                  <c:v>top choice auto sales</c:v>
                </c:pt>
                <c:pt idx="13749">
                  <c:v>titlemax/fairfax va2</c:v>
                </c:pt>
                <c:pt idx="13750">
                  <c:v>titlemax/kennesaw ga1</c:v>
                </c:pt>
                <c:pt idx="13751">
                  <c:v>trend auto sales</c:v>
                </c:pt>
                <c:pt idx="13752">
                  <c:v>north hills auto mart inc</c:v>
                </c:pt>
                <c:pt idx="13753">
                  <c:v>security credit corporation</c:v>
                </c:pt>
                <c:pt idx="13754">
                  <c:v>titlemax/mullins sc1</c:v>
                </c:pt>
                <c:pt idx="13755">
                  <c:v>universal motors of orlando inc</c:v>
                </c:pt>
                <c:pt idx="13756">
                  <c:v>roka auto sales inc</c:v>
                </c:pt>
                <c:pt idx="13757">
                  <c:v>mohawk auto sales inc</c:v>
                </c:pt>
                <c:pt idx="13758">
                  <c:v>third auto sales inc</c:v>
                </c:pt>
                <c:pt idx="13759">
                  <c:v>sonnen porsche audi vlksw</c:v>
                </c:pt>
                <c:pt idx="13760">
                  <c:v>tele auto inc preowned vehicle</c:v>
                </c:pt>
                <c:pt idx="13761">
                  <c:v>garage michel savary</c:v>
                </c:pt>
                <c:pt idx="13762">
                  <c:v>bates ford  inc.</c:v>
                </c:pt>
                <c:pt idx="13763">
                  <c:v>edj enterprises llc dba cnac</c:v>
                </c:pt>
                <c:pt idx="13764">
                  <c:v>c &amp; s capital corporation</c:v>
                </c:pt>
                <c:pt idx="13765">
                  <c:v>community loans of america</c:v>
                </c:pt>
                <c:pt idx="13766">
                  <c:v>jims used cars</c:v>
                </c:pt>
                <c:pt idx="13767">
                  <c:v>1st choice money center</c:v>
                </c:pt>
                <c:pt idx="13768">
                  <c:v>beltline re-marketing llc</c:v>
                </c:pt>
                <c:pt idx="13769">
                  <c:v>azza motors</c:v>
                </c:pt>
                <c:pt idx="13770">
                  <c:v>g &amp; s auto brokers of buckhead  inc</c:v>
                </c:pt>
                <c:pt idx="13771">
                  <c:v>empower credit union</c:v>
                </c:pt>
                <c:pt idx="13772">
                  <c:v>turcios car sales</c:v>
                </c:pt>
                <c:pt idx="13773">
                  <c:v>little europe auto</c:v>
                </c:pt>
                <c:pt idx="13774">
                  <c:v>phoenix remarketing llc</c:v>
                </c:pt>
                <c:pt idx="13775">
                  <c:v>your new ride auto sales &amp; service</c:v>
                </c:pt>
                <c:pt idx="13776">
                  <c:v>league motor sports llc</c:v>
                </c:pt>
                <c:pt idx="13777">
                  <c:v>affordable transportion co</c:v>
                </c:pt>
                <c:pt idx="13778">
                  <c:v>credit concepts inc</c:v>
                </c:pt>
                <c:pt idx="13779">
                  <c:v>city auto wholesalers</c:v>
                </c:pt>
                <c:pt idx="13780">
                  <c:v>bebe motors llc</c:v>
                </c:pt>
                <c:pt idx="13781">
                  <c:v>baierl toyota</c:v>
                </c:pt>
                <c:pt idx="13782">
                  <c:v>east providence auto sales inc</c:v>
                </c:pt>
                <c:pt idx="13783">
                  <c:v>eagle one auto sales</c:v>
                </c:pt>
                <c:pt idx="13784">
                  <c:v>gordie boucher nissan</c:v>
                </c:pt>
                <c:pt idx="13785">
                  <c:v>sunny hills auto sales inc</c:v>
                </c:pt>
                <c:pt idx="13786">
                  <c:v>titlemax/san antonio-tx18</c:v>
                </c:pt>
                <c:pt idx="13787">
                  <c:v>m y c motors inc</c:v>
                </c:pt>
                <c:pt idx="13788">
                  <c:v>national motors inc</c:v>
                </c:pt>
                <c:pt idx="13789">
                  <c:v>nw financial</c:v>
                </c:pt>
                <c:pt idx="13790">
                  <c:v>nestor's auto sales</c:v>
                </c:pt>
                <c:pt idx="13791">
                  <c:v>tmx finance of florida inc</c:v>
                </c:pt>
                <c:pt idx="13792">
                  <c:v>star pre owned of bethlehem llc</c:v>
                </c:pt>
                <c:pt idx="13793">
                  <c:v>mid western car sales</c:v>
                </c:pt>
                <c:pt idx="13794">
                  <c:v>nice auto</c:v>
                </c:pt>
                <c:pt idx="13795">
                  <c:v>walker valley auto inc</c:v>
                </c:pt>
                <c:pt idx="13796">
                  <c:v>metrocars miami</c:v>
                </c:pt>
                <c:pt idx="13797">
                  <c:v>metro west auto</c:v>
                </c:pt>
                <c:pt idx="13798">
                  <c:v>rockline auto sales inc</c:v>
                </c:pt>
                <c:pt idx="13799">
                  <c:v>repo remarketing / financial plus credit union</c:v>
                </c:pt>
                <c:pt idx="13800">
                  <c:v>red sail automotive</c:v>
                </c:pt>
                <c:pt idx="13801">
                  <c:v>sarah impex inc</c:v>
                </c:pt>
                <c:pt idx="13802">
                  <c:v>lazy d auto sales</c:v>
                </c:pt>
                <c:pt idx="13803">
                  <c:v>brothers auto sales llc</c:v>
                </c:pt>
                <c:pt idx="13804">
                  <c:v>american lending solutions</c:v>
                </c:pt>
                <c:pt idx="13805">
                  <c:v>bobs motors</c:v>
                </c:pt>
                <c:pt idx="13806">
                  <c:v>animal protective association of missouri</c:v>
                </c:pt>
                <c:pt idx="13807">
                  <c:v>335 corp</c:v>
                </c:pt>
                <c:pt idx="13808">
                  <c:v>d &amp; b cars llc</c:v>
                </c:pt>
                <c:pt idx="13809">
                  <c:v>first quality auto sales inc</c:v>
                </c:pt>
                <c:pt idx="13810">
                  <c:v>flag motors ltd</c:v>
                </c:pt>
                <c:pt idx="13811">
                  <c:v>bond auto sales inc</c:v>
                </c:pt>
                <c:pt idx="13812">
                  <c:v>balaban automotive</c:v>
                </c:pt>
                <c:pt idx="13813">
                  <c:v>eddie mercer automotive</c:v>
                </c:pt>
                <c:pt idx="13814">
                  <c:v>home credit corp inc/goldsboro</c:v>
                </c:pt>
                <c:pt idx="13815">
                  <c:v>garage manas auto inc</c:v>
                </c:pt>
                <c:pt idx="13816">
                  <c:v>car credit center corp</c:v>
                </c:pt>
                <c:pt idx="13817">
                  <c:v>brilliance honda of crystal lake</c:v>
                </c:pt>
                <c:pt idx="13818">
                  <c:v>garrys auto sales</c:v>
                </c:pt>
                <c:pt idx="13819">
                  <c:v>glenns auto exchange</c:v>
                </c:pt>
                <c:pt idx="13820">
                  <c:v>armed forces bank</c:v>
                </c:pt>
                <c:pt idx="13821">
                  <c:v>all 4 u motors llc</c:v>
                </c:pt>
                <c:pt idx="13822">
                  <c:v>auto center</c:v>
                </c:pt>
                <c:pt idx="13823">
                  <c:v>jz exports llc</c:v>
                </c:pt>
                <c:pt idx="13824">
                  <c:v>floyd auto trading llc</c:v>
                </c:pt>
                <c:pt idx="13825">
                  <c:v>bk's auto broker llc</c:v>
                </c:pt>
                <c:pt idx="13826">
                  <c:v>autonation nissan las vegas</c:v>
                </c:pt>
                <c:pt idx="13827">
                  <c:v>harrison motors</c:v>
                </c:pt>
                <c:pt idx="13828">
                  <c:v>chicago auto acceptance corp</c:v>
                </c:pt>
                <c:pt idx="13829">
                  <c:v>l&amp;c auto sales &amp; service llc</c:v>
                </c:pt>
                <c:pt idx="13830">
                  <c:v>instaloan/jonesboro ga1</c:v>
                </c:pt>
                <c:pt idx="13831">
                  <c:v>titlemax / nashville - tn11</c:v>
                </c:pt>
                <c:pt idx="13832">
                  <c:v>koehne chevrolet buick gmc oconto inc</c:v>
                </c:pt>
                <c:pt idx="13833">
                  <c:v>volunteers of america</c:v>
                </c:pt>
                <c:pt idx="13834">
                  <c:v>carz on credit llc</c:v>
                </c:pt>
                <c:pt idx="13835">
                  <c:v>car depot motors inc</c:v>
                </c:pt>
                <c:pt idx="13836">
                  <c:v>frost auto sales llc</c:v>
                </c:pt>
                <c:pt idx="13837">
                  <c:v>central city tires</c:v>
                </c:pt>
                <c:pt idx="13838">
                  <c:v>instaloan/lovejoy ga1</c:v>
                </c:pt>
                <c:pt idx="13839">
                  <c:v>brewery credit union</c:v>
                </c:pt>
                <c:pt idx="13840">
                  <c:v>b and m auto group</c:v>
                </c:pt>
                <c:pt idx="13841">
                  <c:v>community acceptance corporation</c:v>
                </c:pt>
                <c:pt idx="13842">
                  <c:v>24-7 auto sales llc</c:v>
                </c:pt>
                <c:pt idx="13843">
                  <c:v>gwinnett auto sales</c:v>
                </c:pt>
                <c:pt idx="13844">
                  <c:v>hub cap city auto sales</c:v>
                </c:pt>
                <c:pt idx="13845">
                  <c:v>my federal credit union</c:v>
                </c:pt>
                <c:pt idx="13846">
                  <c:v>us postal inspection service/miami</c:v>
                </c:pt>
                <c:pt idx="13847">
                  <c:v>v &amp; l auto sales</c:v>
                </c:pt>
                <c:pt idx="13848">
                  <c:v>onemain rem/autotrade motors inc</c:v>
                </c:pt>
                <c:pt idx="13849">
                  <c:v>logans used cars</c:v>
                </c:pt>
                <c:pt idx="13850">
                  <c:v>value kia</c:v>
                </c:pt>
                <c:pt idx="13851">
                  <c:v>perimeter auto sales</c:v>
                </c:pt>
                <c:pt idx="13852">
                  <c:v>toyota direct</c:v>
                </c:pt>
                <c:pt idx="13853">
                  <c:v>money train title loans</c:v>
                </c:pt>
                <c:pt idx="13854">
                  <c:v>motor car credit inc/dba cnac</c:v>
                </c:pt>
                <c:pt idx="13855">
                  <c:v>super wheels cars &amp; trucks</c:v>
                </c:pt>
                <c:pt idx="13856">
                  <c:v>titlemax/houston tx50</c:v>
                </c:pt>
                <c:pt idx="13857">
                  <c:v>hawker automotive  inc.</c:v>
                </c:pt>
                <c:pt idx="13858">
                  <c:v>columbia motors inc</c:v>
                </c:pt>
                <c:pt idx="13859">
                  <c:v>go go auto sales llc</c:v>
                </c:pt>
                <c:pt idx="13860">
                  <c:v>e-z terms auto finance llc</c:v>
                </c:pt>
                <c:pt idx="13861">
                  <c:v>a &amp; m finance</c:v>
                </c:pt>
                <c:pt idx="13862">
                  <c:v>g &amp; l auto sales</c:v>
                </c:pt>
                <c:pt idx="13863">
                  <c:v>c &amp; c auto imports &amp; repairs</c:v>
                </c:pt>
                <c:pt idx="13864">
                  <c:v>e/v auto</c:v>
                </c:pt>
                <c:pt idx="13865">
                  <c:v>dye enterprises</c:v>
                </c:pt>
                <c:pt idx="13866">
                  <c:v>cash-n-go</c:v>
                </c:pt>
                <c:pt idx="13867">
                  <c:v>euro wheels</c:v>
                </c:pt>
                <c:pt idx="13868">
                  <c:v>excel auto sales</c:v>
                </c:pt>
                <c:pt idx="13869">
                  <c:v>budget auto sales inc</c:v>
                </c:pt>
                <c:pt idx="13870">
                  <c:v>all technology recovery</c:v>
                </c:pt>
                <c:pt idx="13871">
                  <c:v>fred beans ford l/m mitsubishi isuzu</c:v>
                </c:pt>
                <c:pt idx="13872">
                  <c:v>crossroads motors</c:v>
                </c:pt>
                <c:pt idx="13873">
                  <c:v>bell auto group inc</c:v>
                </c:pt>
                <c:pt idx="13874">
                  <c:v>american car systems group inc</c:v>
                </c:pt>
                <c:pt idx="13875">
                  <c:v>cal max fine cars</c:v>
                </c:pt>
                <c:pt idx="13876">
                  <c:v>tower auto sales</c:v>
                </c:pt>
                <c:pt idx="13877">
                  <c:v>united lending group inc</c:v>
                </c:pt>
                <c:pt idx="13878">
                  <c:v>tennessee valley fcu</c:v>
                </c:pt>
                <c:pt idx="13879">
                  <c:v>nours auto sales inc</c:v>
                </c:pt>
                <c:pt idx="13880">
                  <c:v>sochi car sales</c:v>
                </c:pt>
                <c:pt idx="13881">
                  <c:v>overland motors</c:v>
                </c:pt>
                <c:pt idx="13882">
                  <c:v>zaz motors import/export</c:v>
                </c:pt>
                <c:pt idx="13883">
                  <c:v>edge auto imports</c:v>
                </c:pt>
                <c:pt idx="13884">
                  <c:v>e z loan inc</c:v>
                </c:pt>
                <c:pt idx="13885">
                  <c:v>barbour auto sales tr tanios barbour ttee</c:v>
                </c:pt>
                <c:pt idx="13886">
                  <c:v>d/m auto</c:v>
                </c:pt>
                <c:pt idx="13887">
                  <c:v>din auto sales inc</c:v>
                </c:pt>
                <c:pt idx="13888">
                  <c:v>others first</c:v>
                </c:pt>
                <c:pt idx="13889">
                  <c:v>valley auto wholesalers</c:v>
                </c:pt>
                <c:pt idx="13890">
                  <c:v>lloyd's plan inc</c:v>
                </c:pt>
                <c:pt idx="13891">
                  <c:v>loftus auto city inc</c:v>
                </c:pt>
                <c:pt idx="13892">
                  <c:v>us auto title loan</c:v>
                </c:pt>
                <c:pt idx="13893">
                  <c:v>ridgewood auto brokers</c:v>
                </c:pt>
                <c:pt idx="13894">
                  <c:v>lendmark financial services/elizabeth city</c:v>
                </c:pt>
                <c:pt idx="13895">
                  <c:v>stepping stone auto sales</c:v>
                </c:pt>
                <c:pt idx="13896">
                  <c:v>republic finance llc/gramercy</c:v>
                </c:pt>
                <c:pt idx="13897">
                  <c:v>lendmark financial services/hickory</c:v>
                </c:pt>
                <c:pt idx="13898">
                  <c:v>manheim indianapolis</c:v>
                </c:pt>
                <c:pt idx="13899">
                  <c:v>waypoint acceptance</c:v>
                </c:pt>
                <c:pt idx="13900">
                  <c:v>totalnation auto brokers inc</c:v>
                </c:pt>
                <c:pt idx="13901">
                  <c:v>mnm auto</c:v>
                </c:pt>
                <c:pt idx="13902">
                  <c:v>titlemax/lake city sc1</c:v>
                </c:pt>
                <c:pt idx="13903">
                  <c:v>pearl street auto</c:v>
                </c:pt>
                <c:pt idx="13904">
                  <c:v>three brothers auto inc</c:v>
                </c:pt>
                <c:pt idx="13905">
                  <c:v>lbi inc</c:v>
                </c:pt>
                <c:pt idx="13906">
                  <c:v>village financial services llc</c:v>
                </c:pt>
                <c:pt idx="13907">
                  <c:v>hamburg automotive group llc</c:v>
                </c:pt>
                <c:pt idx="13908">
                  <c:v>auto credit of south dakota</c:v>
                </c:pt>
                <c:pt idx="13909">
                  <c:v>a&amp;s1 imports llc</c:v>
                </c:pt>
                <c:pt idx="13910">
                  <c:v>car now acceptance co/burlington</c:v>
                </c:pt>
                <c:pt idx="13911">
                  <c:v>alvand motor inc</c:v>
                </c:pt>
                <c:pt idx="13912">
                  <c:v>chris goodnow auto sales llc</c:v>
                </c:pt>
                <c:pt idx="13913">
                  <c:v>highland park motors inc</c:v>
                </c:pt>
                <c:pt idx="13914">
                  <c:v>g auto sales</c:v>
                </c:pt>
                <c:pt idx="13915">
                  <c:v>301 legacy auto llc</c:v>
                </c:pt>
                <c:pt idx="13916">
                  <c:v>buckaroo auto sales</c:v>
                </c:pt>
                <c:pt idx="13917">
                  <c:v>affordable one stop llc</c:v>
                </c:pt>
                <c:pt idx="13918">
                  <c:v>adobe auto sale</c:v>
                </c:pt>
                <c:pt idx="13919">
                  <c:v>asset motors llc</c:v>
                </c:pt>
                <c:pt idx="13920">
                  <c:v>eagle auto center</c:v>
                </c:pt>
                <c:pt idx="13921">
                  <c:v>haburon investments  llc</c:v>
                </c:pt>
                <c:pt idx="13922">
                  <c:v>jml motors inc</c:v>
                </c:pt>
                <c:pt idx="13923">
                  <c:v>gs auto sales</c:v>
                </c:pt>
                <c:pt idx="13924">
                  <c:v>affordable imports llc</c:v>
                </c:pt>
                <c:pt idx="13925">
                  <c:v>bay rock auto sales llc</c:v>
                </c:pt>
                <c:pt idx="13926">
                  <c:v>especially swedish auto sales inc</c:v>
                </c:pt>
                <c:pt idx="13927">
                  <c:v>ariana motors inc</c:v>
                </c:pt>
                <c:pt idx="13928">
                  <c:v>gulf coast motors</c:v>
                </c:pt>
                <c:pt idx="13929">
                  <c:v>autonation honda east las vegas</c:v>
                </c:pt>
                <c:pt idx="13930">
                  <c:v>grand auto sales</c:v>
                </c:pt>
                <c:pt idx="13931">
                  <c:v>credit union of denver</c:v>
                </c:pt>
                <c:pt idx="13932">
                  <c:v>3 dads auto</c:v>
                </c:pt>
                <c:pt idx="13933">
                  <c:v>millenium &amp; associates inc</c:v>
                </c:pt>
                <c:pt idx="13934">
                  <c:v>la silla auto sales</c:v>
                </c:pt>
                <c:pt idx="13935">
                  <c:v>winn volkswagen</c:v>
                </c:pt>
                <c:pt idx="13936">
                  <c:v>peak motors inc</c:v>
                </c:pt>
                <c:pt idx="13937">
                  <c:v>sal auto</c:v>
                </c:pt>
                <c:pt idx="13938">
                  <c:v>titlemax/san antonio-tx1</c:v>
                </c:pt>
                <c:pt idx="13939">
                  <c:v>speedy automotive inc.</c:v>
                </c:pt>
                <c:pt idx="13940">
                  <c:v>regional finance corp/hoover</c:v>
                </c:pt>
                <c:pt idx="13941">
                  <c:v>orange county auto wholesale</c:v>
                </c:pt>
                <c:pt idx="13942">
                  <c:v>the car shoppe corp</c:v>
                </c:pt>
                <c:pt idx="13943">
                  <c:v>sc telco fcu</c:v>
                </c:pt>
                <c:pt idx="13944">
                  <c:v>financial freedom wholesalers llc</c:v>
                </c:pt>
                <c:pt idx="13945">
                  <c:v>coronado auto repair and sales</c:v>
                </c:pt>
                <c:pt idx="13946">
                  <c:v>citizens financial services</c:v>
                </c:pt>
                <c:pt idx="13947">
                  <c:v>cnac</c:v>
                </c:pt>
                <c:pt idx="13948">
                  <c:v>bowman's auto sales</c:v>
                </c:pt>
                <c:pt idx="13949">
                  <c:v>obrien hyundai</c:v>
                </c:pt>
                <c:pt idx="13950">
                  <c:v>let'em ride autos incorporated</c:v>
                </c:pt>
                <c:pt idx="13951">
                  <c:v>titlemax/el paso tx4</c:v>
                </c:pt>
                <c:pt idx="13952">
                  <c:v>sharefax credit union</c:v>
                </c:pt>
                <c:pt idx="13953">
                  <c:v>seminole title</c:v>
                </c:pt>
                <c:pt idx="13954">
                  <c:v>new dawn auto mall inc</c:v>
                </c:pt>
                <c:pt idx="13955">
                  <c:v>unique used cars</c:v>
                </c:pt>
                <c:pt idx="13956">
                  <c:v>slr auto llc</c:v>
                </c:pt>
                <c:pt idx="13957">
                  <c:v>titlemax/sunnydale tx1</c:v>
                </c:pt>
                <c:pt idx="13958">
                  <c:v>titlebucks/pelham 1</c:v>
                </c:pt>
                <c:pt idx="13959">
                  <c:v>southwest volkswagen of weatherford</c:v>
                </c:pt>
                <c:pt idx="13960">
                  <c:v>titlemax/cincinnati oh2</c:v>
                </c:pt>
                <c:pt idx="13961">
                  <c:v>thomas auto sales inc</c:v>
                </c:pt>
                <c:pt idx="13962">
                  <c:v>woodys</c:v>
                </c:pt>
                <c:pt idx="13963">
                  <c:v>nino quality motors inc</c:v>
                </c:pt>
                <c:pt idx="13964">
                  <c:v>tryba auto sales</c:v>
                </c:pt>
                <c:pt idx="13965">
                  <c:v>tom wood ford inc</c:v>
                </c:pt>
                <c:pt idx="13966">
                  <c:v>9026401 canada corporation</c:v>
                </c:pt>
                <c:pt idx="13967">
                  <c:v>heights finance corporation/mckery</c:v>
                </c:pt>
                <c:pt idx="13968">
                  <c:v>ideal cars guaranteed auto loans inc</c:v>
                </c:pt>
                <c:pt idx="13969">
                  <c:v>all one motors llc</c:v>
                </c:pt>
                <c:pt idx="13970">
                  <c:v>citizen financial</c:v>
                </c:pt>
                <c:pt idx="13971">
                  <c:v>g j auto sales</c:v>
                </c:pt>
                <c:pt idx="13972">
                  <c:v>great american auto sales</c:v>
                </c:pt>
                <c:pt idx="13973">
                  <c:v>bahena car sales inc</c:v>
                </c:pt>
                <c:pt idx="13974">
                  <c:v>autohaus usa</c:v>
                </c:pt>
                <c:pt idx="13975">
                  <c:v>des auto sales</c:v>
                </c:pt>
                <c:pt idx="13976">
                  <c:v>e &amp; m garage</c:v>
                </c:pt>
                <c:pt idx="13977">
                  <c:v>antwerpen hyundai</c:v>
                </c:pt>
                <c:pt idx="13978">
                  <c:v>america's car-mart</c:v>
                </c:pt>
                <c:pt idx="13979">
                  <c:v>fast wheels inc</c:v>
                </c:pt>
                <c:pt idx="13980">
                  <c:v>ana car sale</c:v>
                </c:pt>
                <c:pt idx="13981">
                  <c:v>auto image idaho falls auto sales llc</c:v>
                </c:pt>
                <c:pt idx="13982">
                  <c:v>inpuse auto sales</c:v>
                </c:pt>
                <c:pt idx="13983">
                  <c:v>car zone motors llc</c:v>
                </c:pt>
                <c:pt idx="13984">
                  <c:v>joe rizza buick inc</c:v>
                </c:pt>
                <c:pt idx="13985">
                  <c:v>atm auto sales inc</c:v>
                </c:pt>
                <c:pt idx="13986">
                  <c:v>auto express credit inc</c:v>
                </c:pt>
                <c:pt idx="13987">
                  <c:v>4jg stars auto sales llc</c:v>
                </c:pt>
                <c:pt idx="13988">
                  <c:v>heights finance corporation / greenfield</c:v>
                </c:pt>
                <c:pt idx="13989">
                  <c:v>corefirst bank &amp; trust</c:v>
                </c:pt>
                <c:pt idx="13990">
                  <c:v>titlebucks/nashville tn3</c:v>
                </c:pt>
                <c:pt idx="13991">
                  <c:v>roberts auto services llc</c:v>
                </c:pt>
                <c:pt idx="13992">
                  <c:v>titlemax/kingstree sc1</c:v>
                </c:pt>
                <c:pt idx="13993">
                  <c:v>xpress auto service</c:v>
                </c:pt>
                <c:pt idx="13994">
                  <c:v>southwest florida motors llc</c:v>
                </c:pt>
                <c:pt idx="13995">
                  <c:v>titlemax/college park ga1</c:v>
                </c:pt>
                <c:pt idx="13996">
                  <c:v>perception motorsport inc</c:v>
                </c:pt>
                <c:pt idx="13997">
                  <c:v>chanti auto sales</c:v>
                </c:pt>
                <c:pt idx="13998">
                  <c:v>arapahoe hyundai llc</c:v>
                </c:pt>
                <c:pt idx="13999">
                  <c:v>clz for less</c:v>
                </c:pt>
                <c:pt idx="14000">
                  <c:v>dependable car's</c:v>
                </c:pt>
                <c:pt idx="14001">
                  <c:v>f t motors</c:v>
                </c:pt>
                <c:pt idx="14002">
                  <c:v>makarios auto sales llc</c:v>
                </c:pt>
                <c:pt idx="14003">
                  <c:v>upgrade auto sales inc</c:v>
                </c:pt>
                <c:pt idx="14004">
                  <c:v>titlemax/mobile al 1</c:v>
                </c:pt>
                <c:pt idx="14005">
                  <c:v>titlemax/phoenix az21</c:v>
                </c:pt>
                <c:pt idx="14006">
                  <c:v>titlemax/albuquerque nm7</c:v>
                </c:pt>
                <c:pt idx="14007">
                  <c:v>titlebucks/college park ga1</c:v>
                </c:pt>
                <c:pt idx="14008">
                  <c:v>posetive auto sales inc</c:v>
                </c:pt>
                <c:pt idx="14009">
                  <c:v>lap of luxury motors inc</c:v>
                </c:pt>
                <c:pt idx="14010">
                  <c:v>troop 161 family account inc</c:v>
                </c:pt>
                <c:pt idx="14011">
                  <c:v>mid ohio auto sales llc</c:v>
                </c:pt>
                <c:pt idx="14012">
                  <c:v>titlebucks of lebanon</c:v>
                </c:pt>
                <c:pt idx="14013">
                  <c:v>sugg motor car co</c:v>
                </c:pt>
                <c:pt idx="14014">
                  <c:v>titlemax/rio rancho</c:v>
                </c:pt>
                <c:pt idx="14015">
                  <c:v>titlemax/salt lake city ut2</c:v>
                </c:pt>
                <c:pt idx="14016">
                  <c:v>marvelous motors</c:v>
                </c:pt>
                <c:pt idx="14017">
                  <c:v>mendocino auto sales/repair center inc</c:v>
                </c:pt>
                <c:pt idx="14018">
                  <c:v>titlemax/tucson az8</c:v>
                </c:pt>
                <c:pt idx="14019">
                  <c:v>mott enterprises llc</c:v>
                </c:pt>
                <c:pt idx="14020">
                  <c:v>simon chevrolet-buick  ltd.</c:v>
                </c:pt>
                <c:pt idx="14021">
                  <c:v>titlemax/crystal city mo1</c:v>
                </c:pt>
                <c:pt idx="14022">
                  <c:v>premier auto imports llc</c:v>
                </c:pt>
                <c:pt idx="14023">
                  <c:v>wyatt johnson auto credit</c:v>
                </c:pt>
                <c:pt idx="14024">
                  <c:v>titlemax/los lunes nm1</c:v>
                </c:pt>
                <c:pt idx="14025">
                  <c:v>newport auto sports</c:v>
                </c:pt>
                <c:pt idx="14026">
                  <c:v>anthony auto care inc</c:v>
                </c:pt>
                <c:pt idx="14027">
                  <c:v>cowles nissan</c:v>
                </c:pt>
                <c:pt idx="14028">
                  <c:v>esquivel auto depot</c:v>
                </c:pt>
                <c:pt idx="14029">
                  <c:v>a plus auto sales &amp; detailing llc</c:v>
                </c:pt>
                <c:pt idx="14030">
                  <c:v>global auto leasing llc</c:v>
                </c:pt>
                <c:pt idx="14031">
                  <c:v>god is good (gig) motors</c:v>
                </c:pt>
                <c:pt idx="14032">
                  <c:v>1st capital finance</c:v>
                </c:pt>
                <c:pt idx="14033">
                  <c:v>buyers choice</c:v>
                </c:pt>
                <c:pt idx="14034">
                  <c:v>carxchange llc</c:v>
                </c:pt>
                <c:pt idx="14035">
                  <c:v>instaloan/newnan ga1</c:v>
                </c:pt>
                <c:pt idx="14036">
                  <c:v>hamzah auto sales</c:v>
                </c:pt>
                <c:pt idx="14037">
                  <c:v>dekalb auto sales</c:v>
                </c:pt>
                <c:pt idx="14038">
                  <c:v>autogate of nashville llc</c:v>
                </c:pt>
                <c:pt idx="14039">
                  <c:v>baja auto sales</c:v>
                </c:pt>
                <c:pt idx="14040">
                  <c:v>a k r auto sales</c:v>
                </c:pt>
                <c:pt idx="14041">
                  <c:v>complete auto sales llc</c:v>
                </c:pt>
                <c:pt idx="14042">
                  <c:v>a&amp;r service center inc</c:v>
                </c:pt>
                <c:pt idx="14043">
                  <c:v>hub hyundai west</c:v>
                </c:pt>
                <c:pt idx="14044">
                  <c:v>best used tires and auto sales inc</c:v>
                </c:pt>
                <c:pt idx="14045">
                  <c:v>chris cars</c:v>
                </c:pt>
                <c:pt idx="14046">
                  <c:v>primeritus remarketing/otg holding llc</c:v>
                </c:pt>
                <c:pt idx="14047">
                  <c:v>titlemax/titlebuck inventory</c:v>
                </c:pt>
                <c:pt idx="14048">
                  <c:v>titlemax/atlanta ga3</c:v>
                </c:pt>
                <c:pt idx="14049">
                  <c:v>whitmoyer buick chevrolet inc</c:v>
                </c:pt>
                <c:pt idx="14050">
                  <c:v>instaloan/riverdale ga1</c:v>
                </c:pt>
                <c:pt idx="14051">
                  <c:v>rowe's garage</c:v>
                </c:pt>
                <c:pt idx="14052">
                  <c:v>v p auto sales</c:v>
                </c:pt>
                <c:pt idx="14053">
                  <c:v>m j m auto sales</c:v>
                </c:pt>
                <c:pt idx="14054">
                  <c:v>mega motorwerks incorporated</c:v>
                </c:pt>
                <c:pt idx="14055">
                  <c:v>titlemax/tooele ut1</c:v>
                </c:pt>
                <c:pt idx="14056">
                  <c:v>titlemaxcookeville tn1</c:v>
                </c:pt>
                <c:pt idx="14057">
                  <c:v>peak autosports llc</c:v>
                </c:pt>
                <c:pt idx="14058">
                  <c:v>vandivort motor cars</c:v>
                </c:pt>
                <c:pt idx="14059">
                  <c:v>noor auto sales  inc.</c:v>
                </c:pt>
                <c:pt idx="14060">
                  <c:v>titlemax/salt lake city ut3</c:v>
                </c:pt>
                <c:pt idx="14061">
                  <c:v>titlemax/alexandria va4</c:v>
                </c:pt>
                <c:pt idx="14062">
                  <c:v>anthony motor cars llc</c:v>
                </c:pt>
                <c:pt idx="14063">
                  <c:v>citizens finance/loves park</c:v>
                </c:pt>
                <c:pt idx="14064">
                  <c:v>frontline service-oaa employee</c:v>
                </c:pt>
                <c:pt idx="14065">
                  <c:v>owings auto llc</c:v>
                </c:pt>
                <c:pt idx="14066">
                  <c:v>the car shop of sf llc</c:v>
                </c:pt>
                <c:pt idx="14067">
                  <c:v>instant auto sales</c:v>
                </c:pt>
                <c:pt idx="14068">
                  <c:v>heights finance corporation/racine</c:v>
                </c:pt>
                <c:pt idx="14069">
                  <c:v>titlemax/georgetown 1</c:v>
                </c:pt>
                <c:pt idx="14070">
                  <c:v>titlemax/ogden ut1</c:v>
                </c:pt>
                <c:pt idx="14071">
                  <c:v>titlemax/manning sc1</c:v>
                </c:pt>
                <c:pt idx="14072">
                  <c:v>national kidney foundation</c:v>
                </c:pt>
                <c:pt idx="14073">
                  <c:v>plaza toyota</c:v>
                </c:pt>
                <c:pt idx="14074">
                  <c:v>northland auto brokers &amp; leasing</c:v>
                </c:pt>
                <c:pt idx="14075">
                  <c:v>m&amp;m certified serv corp</c:v>
                </c:pt>
                <c:pt idx="14076">
                  <c:v>win win auto sales inc</c:v>
                </c:pt>
                <c:pt idx="14077">
                  <c:v>showcase automotives</c:v>
                </c:pt>
                <c:pt idx="14078">
                  <c:v>titlemax/albuquerque nm8</c:v>
                </c:pt>
                <c:pt idx="14079">
                  <c:v>smog king</c:v>
                </c:pt>
                <c:pt idx="14080">
                  <c:v>omh auto sales inc</c:v>
                </c:pt>
                <c:pt idx="14081">
                  <c:v>titlemax of conway</c:v>
                </c:pt>
                <c:pt idx="14082">
                  <c:v>autonation ford mobile</c:v>
                </c:pt>
                <c:pt idx="14083">
                  <c:v>barstow auto sales</c:v>
                </c:pt>
                <c:pt idx="14084">
                  <c:v>car donation headquarters auction llc</c:v>
                </c:pt>
                <c:pt idx="14085">
                  <c:v>big state discount</c:v>
                </c:pt>
                <c:pt idx="14086">
                  <c:v>critchlow car care center</c:v>
                </c:pt>
                <c:pt idx="14087">
                  <c:v>best choice auto</c:v>
                </c:pt>
                <c:pt idx="14088">
                  <c:v>carline auto sales</c:v>
                </c:pt>
                <c:pt idx="14089">
                  <c:v>antwerpen auto world llc</c:v>
                </c:pt>
                <c:pt idx="14090">
                  <c:v>galaxy autoplex</c:v>
                </c:pt>
                <c:pt idx="14091">
                  <c:v>don herring irving mitsubishi</c:v>
                </c:pt>
                <c:pt idx="14092">
                  <c:v>ace auto group inc.</c:v>
                </c:pt>
                <c:pt idx="14093">
                  <c:v>best deal motors</c:v>
                </c:pt>
                <c:pt idx="14094">
                  <c:v>cobalt financial inc</c:v>
                </c:pt>
                <c:pt idx="14095">
                  <c:v>calidad auto sales corp</c:v>
                </c:pt>
                <c:pt idx="14096">
                  <c:v>car now acceptance co/joliet</c:v>
                </c:pt>
                <c:pt idx="14097">
                  <c:v>gillman chrysler jeep dodge</c:v>
                </c:pt>
                <c:pt idx="14098">
                  <c:v>cars cars cars</c:v>
                </c:pt>
                <c:pt idx="14099">
                  <c:v>acadian credit plan inc</c:v>
                </c:pt>
                <c:pt idx="14100">
                  <c:v>della mitsubishi</c:v>
                </c:pt>
                <c:pt idx="14101">
                  <c:v>republic finance llc/gonzales</c:v>
                </c:pt>
                <c:pt idx="14102">
                  <c:v>american credit acceptance llc</c:v>
                </c:pt>
                <c:pt idx="14103">
                  <c:v>the car store  inc.</c:v>
                </c:pt>
                <c:pt idx="14104">
                  <c:v>titlemax/murray ut1</c:v>
                </c:pt>
                <c:pt idx="14105">
                  <c:v>sunny side auto llc</c:v>
                </c:pt>
                <c:pt idx="14106">
                  <c:v>new york auto sales inc</c:v>
                </c:pt>
                <c:pt idx="14107">
                  <c:v>mid city motors</c:v>
                </c:pt>
                <c:pt idx="14108">
                  <c:v>reina international auto west</c:v>
                </c:pt>
                <c:pt idx="14109">
                  <c:v>titlemax/austin tx19</c:v>
                </c:pt>
                <c:pt idx="14110">
                  <c:v>auto deall</c:v>
                </c:pt>
                <c:pt idx="14111">
                  <c:v>jbrooks motors</c:v>
                </c:pt>
                <c:pt idx="14112">
                  <c:v>heiser chevrolet cadillac of west bend inc</c:v>
                </c:pt>
                <c:pt idx="14113">
                  <c:v>elite auto trade</c:v>
                </c:pt>
                <c:pt idx="14114">
                  <c:v>easter seals of wisconsin</c:v>
                </c:pt>
                <c:pt idx="14115">
                  <c:v>regional finance corp/conway</c:v>
                </c:pt>
                <c:pt idx="14116">
                  <c:v>napletons elgin kia</c:v>
                </c:pt>
                <c:pt idx="14117">
                  <c:v>rayz auto center</c:v>
                </c:pt>
                <c:pt idx="14118">
                  <c:v>village of bolingbrook</c:v>
                </c:pt>
                <c:pt idx="14119">
                  <c:v>renn kirby mitsubishi</c:v>
                </c:pt>
                <c:pt idx="14120">
                  <c:v>chicago car city inc</c:v>
                </c:pt>
                <c:pt idx="14121">
                  <c:v>preston ford inc</c:v>
                </c:pt>
                <c:pt idx="14122">
                  <c:v>touchstone financial / bountiful / davis</c:v>
                </c:pt>
                <c:pt idx="14123">
                  <c:v>sindibad auto sale llc</c:v>
                </c:pt>
                <c:pt idx="14124">
                  <c:v>republic finance llc/pearl</c:v>
                </c:pt>
                <c:pt idx="14125">
                  <c:v>alberta truck &amp; auto liquidators</c:v>
                </c:pt>
                <c:pt idx="14126">
                  <c:v>bell auto sales</c:v>
                </c:pt>
                <c:pt idx="14127">
                  <c:v>district 24c lions charity</c:v>
                </c:pt>
                <c:pt idx="14128">
                  <c:v>american red cross/lehigh valley</c:v>
                </c:pt>
                <c:pt idx="14129">
                  <c:v>bcaa/company cars</c:v>
                </c:pt>
                <c:pt idx="14130">
                  <c:v>beaverton honda</c:v>
                </c:pt>
                <c:pt idx="14131">
                  <c:v>(blank)</c:v>
                </c:pt>
                <c:pt idx="14132">
                  <c:v>kfl llc</c:v>
                </c:pt>
              </c:strCache>
            </c:strRef>
          </c:cat>
          <c:val>
            <c:numRef>
              <c:f>'Pivot results'!$C$399:$C$14532</c:f>
              <c:numCache>
                <c:formatCode>General</c:formatCode>
                <c:ptCount val="14133"/>
                <c:pt idx="0">
                  <c:v>19010</c:v>
                </c:pt>
                <c:pt idx="1">
                  <c:v>19592</c:v>
                </c:pt>
                <c:pt idx="2">
                  <c:v>18164</c:v>
                </c:pt>
                <c:pt idx="3">
                  <c:v>9905</c:v>
                </c:pt>
                <c:pt idx="4">
                  <c:v>12484</c:v>
                </c:pt>
                <c:pt idx="5">
                  <c:v>5978</c:v>
                </c:pt>
                <c:pt idx="6">
                  <c:v>5626</c:v>
                </c:pt>
                <c:pt idx="7">
                  <c:v>6816</c:v>
                </c:pt>
                <c:pt idx="8">
                  <c:v>15135</c:v>
                </c:pt>
                <c:pt idx="9">
                  <c:v>6934</c:v>
                </c:pt>
                <c:pt idx="10">
                  <c:v>3859</c:v>
                </c:pt>
                <c:pt idx="11">
                  <c:v>4836</c:v>
                </c:pt>
                <c:pt idx="12">
                  <c:v>4620</c:v>
                </c:pt>
                <c:pt idx="13">
                  <c:v>6619</c:v>
                </c:pt>
                <c:pt idx="14">
                  <c:v>6033</c:v>
                </c:pt>
                <c:pt idx="15">
                  <c:v>5511</c:v>
                </c:pt>
                <c:pt idx="16">
                  <c:v>6152</c:v>
                </c:pt>
                <c:pt idx="17">
                  <c:v>8704</c:v>
                </c:pt>
                <c:pt idx="18">
                  <c:v>4228</c:v>
                </c:pt>
                <c:pt idx="19">
                  <c:v>6629</c:v>
                </c:pt>
                <c:pt idx="20">
                  <c:v>4221</c:v>
                </c:pt>
                <c:pt idx="21">
                  <c:v>4449</c:v>
                </c:pt>
                <c:pt idx="22">
                  <c:v>4303</c:v>
                </c:pt>
                <c:pt idx="23">
                  <c:v>2775</c:v>
                </c:pt>
                <c:pt idx="24">
                  <c:v>2805</c:v>
                </c:pt>
                <c:pt idx="25">
                  <c:v>2531</c:v>
                </c:pt>
                <c:pt idx="26">
                  <c:v>5210</c:v>
                </c:pt>
                <c:pt idx="27">
                  <c:v>3789</c:v>
                </c:pt>
                <c:pt idx="28">
                  <c:v>2754</c:v>
                </c:pt>
                <c:pt idx="29">
                  <c:v>4371</c:v>
                </c:pt>
                <c:pt idx="30">
                  <c:v>4171</c:v>
                </c:pt>
                <c:pt idx="31">
                  <c:v>2615</c:v>
                </c:pt>
                <c:pt idx="32">
                  <c:v>2162</c:v>
                </c:pt>
                <c:pt idx="33">
                  <c:v>3208</c:v>
                </c:pt>
                <c:pt idx="34">
                  <c:v>1954</c:v>
                </c:pt>
                <c:pt idx="35">
                  <c:v>3452</c:v>
                </c:pt>
                <c:pt idx="36">
                  <c:v>2004</c:v>
                </c:pt>
                <c:pt idx="37">
                  <c:v>1997</c:v>
                </c:pt>
                <c:pt idx="38">
                  <c:v>2508</c:v>
                </c:pt>
                <c:pt idx="39">
                  <c:v>1823</c:v>
                </c:pt>
                <c:pt idx="40">
                  <c:v>3861</c:v>
                </c:pt>
                <c:pt idx="41">
                  <c:v>2947</c:v>
                </c:pt>
                <c:pt idx="42">
                  <c:v>2000</c:v>
                </c:pt>
                <c:pt idx="43">
                  <c:v>1803</c:v>
                </c:pt>
                <c:pt idx="44">
                  <c:v>2127</c:v>
                </c:pt>
                <c:pt idx="45">
                  <c:v>717</c:v>
                </c:pt>
                <c:pt idx="46">
                  <c:v>1365</c:v>
                </c:pt>
                <c:pt idx="47">
                  <c:v>2113</c:v>
                </c:pt>
                <c:pt idx="48">
                  <c:v>1162</c:v>
                </c:pt>
                <c:pt idx="49">
                  <c:v>977</c:v>
                </c:pt>
                <c:pt idx="50">
                  <c:v>1266</c:v>
                </c:pt>
                <c:pt idx="51">
                  <c:v>1543</c:v>
                </c:pt>
                <c:pt idx="52">
                  <c:v>479</c:v>
                </c:pt>
                <c:pt idx="53">
                  <c:v>958</c:v>
                </c:pt>
                <c:pt idx="54">
                  <c:v>1349</c:v>
                </c:pt>
                <c:pt idx="55">
                  <c:v>742</c:v>
                </c:pt>
                <c:pt idx="56">
                  <c:v>933</c:v>
                </c:pt>
                <c:pt idx="57">
                  <c:v>1802</c:v>
                </c:pt>
                <c:pt idx="58">
                  <c:v>1094</c:v>
                </c:pt>
                <c:pt idx="59">
                  <c:v>993</c:v>
                </c:pt>
                <c:pt idx="60">
                  <c:v>4690</c:v>
                </c:pt>
                <c:pt idx="61">
                  <c:v>1547</c:v>
                </c:pt>
                <c:pt idx="62">
                  <c:v>1081</c:v>
                </c:pt>
                <c:pt idx="63">
                  <c:v>1106</c:v>
                </c:pt>
                <c:pt idx="64">
                  <c:v>1314</c:v>
                </c:pt>
                <c:pt idx="65">
                  <c:v>1882</c:v>
                </c:pt>
                <c:pt idx="66">
                  <c:v>1261</c:v>
                </c:pt>
                <c:pt idx="67">
                  <c:v>1770</c:v>
                </c:pt>
                <c:pt idx="68">
                  <c:v>260</c:v>
                </c:pt>
                <c:pt idx="69">
                  <c:v>753</c:v>
                </c:pt>
                <c:pt idx="70">
                  <c:v>4747</c:v>
                </c:pt>
                <c:pt idx="71">
                  <c:v>673</c:v>
                </c:pt>
                <c:pt idx="72">
                  <c:v>774</c:v>
                </c:pt>
                <c:pt idx="73">
                  <c:v>694</c:v>
                </c:pt>
                <c:pt idx="74">
                  <c:v>956</c:v>
                </c:pt>
                <c:pt idx="75">
                  <c:v>439</c:v>
                </c:pt>
                <c:pt idx="76">
                  <c:v>756</c:v>
                </c:pt>
                <c:pt idx="77">
                  <c:v>498</c:v>
                </c:pt>
                <c:pt idx="78">
                  <c:v>736</c:v>
                </c:pt>
                <c:pt idx="79">
                  <c:v>793</c:v>
                </c:pt>
                <c:pt idx="80">
                  <c:v>656</c:v>
                </c:pt>
                <c:pt idx="81">
                  <c:v>556</c:v>
                </c:pt>
                <c:pt idx="82">
                  <c:v>742</c:v>
                </c:pt>
                <c:pt idx="83">
                  <c:v>524</c:v>
                </c:pt>
                <c:pt idx="84">
                  <c:v>264</c:v>
                </c:pt>
                <c:pt idx="85">
                  <c:v>696</c:v>
                </c:pt>
                <c:pt idx="86">
                  <c:v>629</c:v>
                </c:pt>
                <c:pt idx="87">
                  <c:v>643</c:v>
                </c:pt>
                <c:pt idx="88">
                  <c:v>654</c:v>
                </c:pt>
                <c:pt idx="89">
                  <c:v>446</c:v>
                </c:pt>
                <c:pt idx="90">
                  <c:v>1231</c:v>
                </c:pt>
                <c:pt idx="91">
                  <c:v>572</c:v>
                </c:pt>
                <c:pt idx="92">
                  <c:v>1138</c:v>
                </c:pt>
                <c:pt idx="93">
                  <c:v>237</c:v>
                </c:pt>
                <c:pt idx="94">
                  <c:v>407</c:v>
                </c:pt>
                <c:pt idx="95">
                  <c:v>220</c:v>
                </c:pt>
                <c:pt idx="96">
                  <c:v>641</c:v>
                </c:pt>
                <c:pt idx="97">
                  <c:v>634</c:v>
                </c:pt>
                <c:pt idx="98">
                  <c:v>499</c:v>
                </c:pt>
                <c:pt idx="99">
                  <c:v>576</c:v>
                </c:pt>
                <c:pt idx="100">
                  <c:v>529</c:v>
                </c:pt>
                <c:pt idx="101">
                  <c:v>1235</c:v>
                </c:pt>
                <c:pt idx="102">
                  <c:v>842</c:v>
                </c:pt>
                <c:pt idx="103">
                  <c:v>514</c:v>
                </c:pt>
                <c:pt idx="104">
                  <c:v>884</c:v>
                </c:pt>
                <c:pt idx="105">
                  <c:v>400</c:v>
                </c:pt>
                <c:pt idx="106">
                  <c:v>163</c:v>
                </c:pt>
                <c:pt idx="107">
                  <c:v>547</c:v>
                </c:pt>
                <c:pt idx="108">
                  <c:v>866</c:v>
                </c:pt>
                <c:pt idx="109">
                  <c:v>388</c:v>
                </c:pt>
                <c:pt idx="110">
                  <c:v>389</c:v>
                </c:pt>
                <c:pt idx="111">
                  <c:v>565</c:v>
                </c:pt>
                <c:pt idx="112">
                  <c:v>1569</c:v>
                </c:pt>
                <c:pt idx="113">
                  <c:v>458</c:v>
                </c:pt>
                <c:pt idx="114">
                  <c:v>265</c:v>
                </c:pt>
                <c:pt idx="115">
                  <c:v>300</c:v>
                </c:pt>
                <c:pt idx="116">
                  <c:v>282</c:v>
                </c:pt>
                <c:pt idx="117">
                  <c:v>323</c:v>
                </c:pt>
                <c:pt idx="118">
                  <c:v>251</c:v>
                </c:pt>
                <c:pt idx="119">
                  <c:v>335</c:v>
                </c:pt>
                <c:pt idx="120">
                  <c:v>292</c:v>
                </c:pt>
                <c:pt idx="121">
                  <c:v>503</c:v>
                </c:pt>
                <c:pt idx="122">
                  <c:v>292</c:v>
                </c:pt>
                <c:pt idx="123">
                  <c:v>384</c:v>
                </c:pt>
                <c:pt idx="124">
                  <c:v>618</c:v>
                </c:pt>
                <c:pt idx="125">
                  <c:v>649</c:v>
                </c:pt>
                <c:pt idx="126">
                  <c:v>343</c:v>
                </c:pt>
                <c:pt idx="127">
                  <c:v>413</c:v>
                </c:pt>
                <c:pt idx="128">
                  <c:v>363</c:v>
                </c:pt>
                <c:pt idx="129">
                  <c:v>284</c:v>
                </c:pt>
                <c:pt idx="130">
                  <c:v>372</c:v>
                </c:pt>
                <c:pt idx="131">
                  <c:v>222</c:v>
                </c:pt>
                <c:pt idx="132">
                  <c:v>264</c:v>
                </c:pt>
                <c:pt idx="133">
                  <c:v>268</c:v>
                </c:pt>
                <c:pt idx="134">
                  <c:v>276</c:v>
                </c:pt>
                <c:pt idx="135">
                  <c:v>355</c:v>
                </c:pt>
                <c:pt idx="136">
                  <c:v>300</c:v>
                </c:pt>
                <c:pt idx="137">
                  <c:v>233</c:v>
                </c:pt>
                <c:pt idx="138">
                  <c:v>245</c:v>
                </c:pt>
                <c:pt idx="139">
                  <c:v>511</c:v>
                </c:pt>
                <c:pt idx="140">
                  <c:v>359</c:v>
                </c:pt>
                <c:pt idx="141">
                  <c:v>288</c:v>
                </c:pt>
                <c:pt idx="142">
                  <c:v>216</c:v>
                </c:pt>
                <c:pt idx="143">
                  <c:v>373</c:v>
                </c:pt>
                <c:pt idx="144">
                  <c:v>320</c:v>
                </c:pt>
                <c:pt idx="145">
                  <c:v>341</c:v>
                </c:pt>
                <c:pt idx="146">
                  <c:v>413</c:v>
                </c:pt>
                <c:pt idx="147">
                  <c:v>395</c:v>
                </c:pt>
                <c:pt idx="148">
                  <c:v>444</c:v>
                </c:pt>
                <c:pt idx="149">
                  <c:v>658</c:v>
                </c:pt>
                <c:pt idx="150">
                  <c:v>248</c:v>
                </c:pt>
                <c:pt idx="151">
                  <c:v>279</c:v>
                </c:pt>
                <c:pt idx="152">
                  <c:v>341</c:v>
                </c:pt>
                <c:pt idx="153">
                  <c:v>665</c:v>
                </c:pt>
                <c:pt idx="154">
                  <c:v>214</c:v>
                </c:pt>
                <c:pt idx="155">
                  <c:v>448</c:v>
                </c:pt>
                <c:pt idx="156">
                  <c:v>326</c:v>
                </c:pt>
                <c:pt idx="157">
                  <c:v>277</c:v>
                </c:pt>
                <c:pt idx="158">
                  <c:v>195</c:v>
                </c:pt>
                <c:pt idx="159">
                  <c:v>197</c:v>
                </c:pt>
                <c:pt idx="160">
                  <c:v>403</c:v>
                </c:pt>
                <c:pt idx="161">
                  <c:v>266</c:v>
                </c:pt>
                <c:pt idx="162">
                  <c:v>253</c:v>
                </c:pt>
                <c:pt idx="163">
                  <c:v>224</c:v>
                </c:pt>
                <c:pt idx="164">
                  <c:v>325</c:v>
                </c:pt>
                <c:pt idx="165">
                  <c:v>1834</c:v>
                </c:pt>
                <c:pt idx="166">
                  <c:v>405</c:v>
                </c:pt>
                <c:pt idx="167">
                  <c:v>200</c:v>
                </c:pt>
                <c:pt idx="168">
                  <c:v>306</c:v>
                </c:pt>
                <c:pt idx="169">
                  <c:v>238</c:v>
                </c:pt>
                <c:pt idx="170">
                  <c:v>239</c:v>
                </c:pt>
                <c:pt idx="171">
                  <c:v>395</c:v>
                </c:pt>
                <c:pt idx="172">
                  <c:v>141</c:v>
                </c:pt>
                <c:pt idx="173">
                  <c:v>337</c:v>
                </c:pt>
                <c:pt idx="174">
                  <c:v>483</c:v>
                </c:pt>
                <c:pt idx="175">
                  <c:v>299</c:v>
                </c:pt>
                <c:pt idx="176">
                  <c:v>387</c:v>
                </c:pt>
                <c:pt idx="177">
                  <c:v>1022</c:v>
                </c:pt>
                <c:pt idx="178">
                  <c:v>141</c:v>
                </c:pt>
                <c:pt idx="179">
                  <c:v>201</c:v>
                </c:pt>
                <c:pt idx="180">
                  <c:v>304</c:v>
                </c:pt>
                <c:pt idx="181">
                  <c:v>436</c:v>
                </c:pt>
                <c:pt idx="182">
                  <c:v>274</c:v>
                </c:pt>
                <c:pt idx="183">
                  <c:v>249</c:v>
                </c:pt>
                <c:pt idx="184">
                  <c:v>344</c:v>
                </c:pt>
                <c:pt idx="185">
                  <c:v>355</c:v>
                </c:pt>
                <c:pt idx="186">
                  <c:v>364</c:v>
                </c:pt>
                <c:pt idx="187">
                  <c:v>287</c:v>
                </c:pt>
                <c:pt idx="188">
                  <c:v>247</c:v>
                </c:pt>
                <c:pt idx="189">
                  <c:v>192</c:v>
                </c:pt>
                <c:pt idx="190">
                  <c:v>321</c:v>
                </c:pt>
                <c:pt idx="191">
                  <c:v>283</c:v>
                </c:pt>
                <c:pt idx="192">
                  <c:v>327</c:v>
                </c:pt>
                <c:pt idx="193">
                  <c:v>363</c:v>
                </c:pt>
                <c:pt idx="194">
                  <c:v>318</c:v>
                </c:pt>
                <c:pt idx="195">
                  <c:v>188</c:v>
                </c:pt>
                <c:pt idx="196">
                  <c:v>278</c:v>
                </c:pt>
                <c:pt idx="197">
                  <c:v>258</c:v>
                </c:pt>
                <c:pt idx="198">
                  <c:v>432</c:v>
                </c:pt>
                <c:pt idx="199">
                  <c:v>534</c:v>
                </c:pt>
                <c:pt idx="200">
                  <c:v>381</c:v>
                </c:pt>
                <c:pt idx="201">
                  <c:v>548</c:v>
                </c:pt>
                <c:pt idx="202">
                  <c:v>230</c:v>
                </c:pt>
                <c:pt idx="203">
                  <c:v>440</c:v>
                </c:pt>
                <c:pt idx="204">
                  <c:v>376</c:v>
                </c:pt>
                <c:pt idx="205">
                  <c:v>199</c:v>
                </c:pt>
                <c:pt idx="206">
                  <c:v>250</c:v>
                </c:pt>
                <c:pt idx="207">
                  <c:v>481</c:v>
                </c:pt>
                <c:pt idx="208">
                  <c:v>337</c:v>
                </c:pt>
                <c:pt idx="209">
                  <c:v>382</c:v>
                </c:pt>
                <c:pt idx="210">
                  <c:v>205</c:v>
                </c:pt>
                <c:pt idx="211">
                  <c:v>168</c:v>
                </c:pt>
                <c:pt idx="212">
                  <c:v>176</c:v>
                </c:pt>
                <c:pt idx="213">
                  <c:v>140</c:v>
                </c:pt>
                <c:pt idx="214">
                  <c:v>357</c:v>
                </c:pt>
                <c:pt idx="215">
                  <c:v>357</c:v>
                </c:pt>
                <c:pt idx="216">
                  <c:v>364</c:v>
                </c:pt>
                <c:pt idx="217">
                  <c:v>128</c:v>
                </c:pt>
                <c:pt idx="218">
                  <c:v>300</c:v>
                </c:pt>
                <c:pt idx="219">
                  <c:v>330</c:v>
                </c:pt>
                <c:pt idx="220">
                  <c:v>293</c:v>
                </c:pt>
                <c:pt idx="221">
                  <c:v>172</c:v>
                </c:pt>
                <c:pt idx="222">
                  <c:v>536</c:v>
                </c:pt>
                <c:pt idx="223">
                  <c:v>203</c:v>
                </c:pt>
                <c:pt idx="224">
                  <c:v>539</c:v>
                </c:pt>
                <c:pt idx="225">
                  <c:v>183</c:v>
                </c:pt>
                <c:pt idx="226">
                  <c:v>104</c:v>
                </c:pt>
                <c:pt idx="227">
                  <c:v>744</c:v>
                </c:pt>
                <c:pt idx="228">
                  <c:v>370</c:v>
                </c:pt>
                <c:pt idx="229">
                  <c:v>352</c:v>
                </c:pt>
                <c:pt idx="230">
                  <c:v>191</c:v>
                </c:pt>
                <c:pt idx="231">
                  <c:v>247</c:v>
                </c:pt>
                <c:pt idx="232">
                  <c:v>981</c:v>
                </c:pt>
                <c:pt idx="233">
                  <c:v>271</c:v>
                </c:pt>
                <c:pt idx="234">
                  <c:v>262</c:v>
                </c:pt>
                <c:pt idx="235">
                  <c:v>46</c:v>
                </c:pt>
                <c:pt idx="236">
                  <c:v>168</c:v>
                </c:pt>
                <c:pt idx="237">
                  <c:v>230</c:v>
                </c:pt>
                <c:pt idx="238">
                  <c:v>132</c:v>
                </c:pt>
                <c:pt idx="239">
                  <c:v>142</c:v>
                </c:pt>
                <c:pt idx="240">
                  <c:v>236</c:v>
                </c:pt>
                <c:pt idx="241">
                  <c:v>255</c:v>
                </c:pt>
                <c:pt idx="242">
                  <c:v>234</c:v>
                </c:pt>
                <c:pt idx="243">
                  <c:v>193</c:v>
                </c:pt>
                <c:pt idx="244">
                  <c:v>142</c:v>
                </c:pt>
                <c:pt idx="245">
                  <c:v>153</c:v>
                </c:pt>
                <c:pt idx="246">
                  <c:v>167</c:v>
                </c:pt>
                <c:pt idx="247">
                  <c:v>125</c:v>
                </c:pt>
                <c:pt idx="248">
                  <c:v>153</c:v>
                </c:pt>
                <c:pt idx="249">
                  <c:v>175</c:v>
                </c:pt>
                <c:pt idx="250">
                  <c:v>148</c:v>
                </c:pt>
                <c:pt idx="251">
                  <c:v>193</c:v>
                </c:pt>
                <c:pt idx="252">
                  <c:v>147</c:v>
                </c:pt>
                <c:pt idx="253">
                  <c:v>325</c:v>
                </c:pt>
                <c:pt idx="254">
                  <c:v>112</c:v>
                </c:pt>
                <c:pt idx="255">
                  <c:v>190</c:v>
                </c:pt>
                <c:pt idx="256">
                  <c:v>305</c:v>
                </c:pt>
                <c:pt idx="257">
                  <c:v>348</c:v>
                </c:pt>
                <c:pt idx="258">
                  <c:v>194</c:v>
                </c:pt>
                <c:pt idx="259">
                  <c:v>118</c:v>
                </c:pt>
                <c:pt idx="260">
                  <c:v>177</c:v>
                </c:pt>
                <c:pt idx="261">
                  <c:v>126</c:v>
                </c:pt>
                <c:pt idx="262">
                  <c:v>383</c:v>
                </c:pt>
                <c:pt idx="263">
                  <c:v>230</c:v>
                </c:pt>
                <c:pt idx="264">
                  <c:v>86</c:v>
                </c:pt>
                <c:pt idx="265">
                  <c:v>183</c:v>
                </c:pt>
                <c:pt idx="266">
                  <c:v>197</c:v>
                </c:pt>
                <c:pt idx="267">
                  <c:v>130</c:v>
                </c:pt>
                <c:pt idx="268">
                  <c:v>213</c:v>
                </c:pt>
                <c:pt idx="269">
                  <c:v>302</c:v>
                </c:pt>
                <c:pt idx="270">
                  <c:v>151</c:v>
                </c:pt>
                <c:pt idx="271">
                  <c:v>221</c:v>
                </c:pt>
                <c:pt idx="272">
                  <c:v>189</c:v>
                </c:pt>
                <c:pt idx="273">
                  <c:v>107</c:v>
                </c:pt>
                <c:pt idx="274">
                  <c:v>125</c:v>
                </c:pt>
                <c:pt idx="275">
                  <c:v>281</c:v>
                </c:pt>
                <c:pt idx="276">
                  <c:v>99</c:v>
                </c:pt>
                <c:pt idx="277">
                  <c:v>187</c:v>
                </c:pt>
                <c:pt idx="278">
                  <c:v>97</c:v>
                </c:pt>
                <c:pt idx="279">
                  <c:v>141</c:v>
                </c:pt>
                <c:pt idx="280">
                  <c:v>123</c:v>
                </c:pt>
                <c:pt idx="281">
                  <c:v>187</c:v>
                </c:pt>
                <c:pt idx="282">
                  <c:v>142</c:v>
                </c:pt>
                <c:pt idx="283">
                  <c:v>173</c:v>
                </c:pt>
                <c:pt idx="284">
                  <c:v>199</c:v>
                </c:pt>
                <c:pt idx="285">
                  <c:v>135</c:v>
                </c:pt>
                <c:pt idx="286">
                  <c:v>191</c:v>
                </c:pt>
                <c:pt idx="287">
                  <c:v>172</c:v>
                </c:pt>
                <c:pt idx="288">
                  <c:v>199</c:v>
                </c:pt>
                <c:pt idx="289">
                  <c:v>67</c:v>
                </c:pt>
                <c:pt idx="290">
                  <c:v>193</c:v>
                </c:pt>
                <c:pt idx="291">
                  <c:v>91</c:v>
                </c:pt>
                <c:pt idx="292">
                  <c:v>374</c:v>
                </c:pt>
                <c:pt idx="293">
                  <c:v>310</c:v>
                </c:pt>
                <c:pt idx="294">
                  <c:v>211</c:v>
                </c:pt>
                <c:pt idx="295">
                  <c:v>140</c:v>
                </c:pt>
                <c:pt idx="296">
                  <c:v>211</c:v>
                </c:pt>
                <c:pt idx="297">
                  <c:v>107</c:v>
                </c:pt>
                <c:pt idx="298">
                  <c:v>224</c:v>
                </c:pt>
                <c:pt idx="299">
                  <c:v>200</c:v>
                </c:pt>
                <c:pt idx="300">
                  <c:v>145</c:v>
                </c:pt>
                <c:pt idx="301">
                  <c:v>229</c:v>
                </c:pt>
                <c:pt idx="302">
                  <c:v>133</c:v>
                </c:pt>
                <c:pt idx="303">
                  <c:v>83</c:v>
                </c:pt>
                <c:pt idx="304">
                  <c:v>89</c:v>
                </c:pt>
                <c:pt idx="305">
                  <c:v>171</c:v>
                </c:pt>
                <c:pt idx="306">
                  <c:v>229</c:v>
                </c:pt>
                <c:pt idx="307">
                  <c:v>132</c:v>
                </c:pt>
                <c:pt idx="308">
                  <c:v>146</c:v>
                </c:pt>
                <c:pt idx="309">
                  <c:v>145</c:v>
                </c:pt>
                <c:pt idx="310">
                  <c:v>63</c:v>
                </c:pt>
                <c:pt idx="311">
                  <c:v>108</c:v>
                </c:pt>
                <c:pt idx="312">
                  <c:v>213</c:v>
                </c:pt>
                <c:pt idx="313">
                  <c:v>118</c:v>
                </c:pt>
                <c:pt idx="314">
                  <c:v>86</c:v>
                </c:pt>
                <c:pt idx="315">
                  <c:v>115</c:v>
                </c:pt>
                <c:pt idx="316">
                  <c:v>144</c:v>
                </c:pt>
                <c:pt idx="317">
                  <c:v>210</c:v>
                </c:pt>
                <c:pt idx="318">
                  <c:v>192</c:v>
                </c:pt>
                <c:pt idx="319">
                  <c:v>73</c:v>
                </c:pt>
                <c:pt idx="320">
                  <c:v>221</c:v>
                </c:pt>
                <c:pt idx="321">
                  <c:v>104</c:v>
                </c:pt>
                <c:pt idx="322">
                  <c:v>218</c:v>
                </c:pt>
                <c:pt idx="323">
                  <c:v>240</c:v>
                </c:pt>
                <c:pt idx="324">
                  <c:v>207</c:v>
                </c:pt>
                <c:pt idx="325">
                  <c:v>127</c:v>
                </c:pt>
                <c:pt idx="326">
                  <c:v>36</c:v>
                </c:pt>
                <c:pt idx="327">
                  <c:v>193</c:v>
                </c:pt>
                <c:pt idx="328">
                  <c:v>100</c:v>
                </c:pt>
                <c:pt idx="329">
                  <c:v>146</c:v>
                </c:pt>
                <c:pt idx="330">
                  <c:v>159</c:v>
                </c:pt>
                <c:pt idx="331">
                  <c:v>124</c:v>
                </c:pt>
                <c:pt idx="332">
                  <c:v>138</c:v>
                </c:pt>
                <c:pt idx="333">
                  <c:v>107</c:v>
                </c:pt>
                <c:pt idx="334">
                  <c:v>117</c:v>
                </c:pt>
                <c:pt idx="335">
                  <c:v>156</c:v>
                </c:pt>
                <c:pt idx="336">
                  <c:v>211</c:v>
                </c:pt>
                <c:pt idx="337">
                  <c:v>66</c:v>
                </c:pt>
                <c:pt idx="338">
                  <c:v>145</c:v>
                </c:pt>
                <c:pt idx="339">
                  <c:v>77</c:v>
                </c:pt>
                <c:pt idx="340">
                  <c:v>184</c:v>
                </c:pt>
                <c:pt idx="341">
                  <c:v>342</c:v>
                </c:pt>
                <c:pt idx="342">
                  <c:v>110</c:v>
                </c:pt>
                <c:pt idx="343">
                  <c:v>131</c:v>
                </c:pt>
                <c:pt idx="344">
                  <c:v>138</c:v>
                </c:pt>
                <c:pt idx="345">
                  <c:v>253</c:v>
                </c:pt>
                <c:pt idx="346">
                  <c:v>116</c:v>
                </c:pt>
                <c:pt idx="347">
                  <c:v>168</c:v>
                </c:pt>
                <c:pt idx="348">
                  <c:v>290</c:v>
                </c:pt>
                <c:pt idx="349">
                  <c:v>96</c:v>
                </c:pt>
                <c:pt idx="350">
                  <c:v>60</c:v>
                </c:pt>
                <c:pt idx="351">
                  <c:v>162</c:v>
                </c:pt>
                <c:pt idx="352">
                  <c:v>130</c:v>
                </c:pt>
                <c:pt idx="353">
                  <c:v>381</c:v>
                </c:pt>
                <c:pt idx="354">
                  <c:v>130</c:v>
                </c:pt>
                <c:pt idx="355">
                  <c:v>207</c:v>
                </c:pt>
                <c:pt idx="356">
                  <c:v>122</c:v>
                </c:pt>
                <c:pt idx="357">
                  <c:v>253</c:v>
                </c:pt>
                <c:pt idx="358">
                  <c:v>225</c:v>
                </c:pt>
                <c:pt idx="359">
                  <c:v>147</c:v>
                </c:pt>
                <c:pt idx="360">
                  <c:v>90</c:v>
                </c:pt>
                <c:pt idx="361">
                  <c:v>107</c:v>
                </c:pt>
                <c:pt idx="362">
                  <c:v>547</c:v>
                </c:pt>
                <c:pt idx="363">
                  <c:v>370</c:v>
                </c:pt>
                <c:pt idx="364">
                  <c:v>95</c:v>
                </c:pt>
                <c:pt idx="365">
                  <c:v>282</c:v>
                </c:pt>
                <c:pt idx="366">
                  <c:v>143</c:v>
                </c:pt>
                <c:pt idx="367">
                  <c:v>72</c:v>
                </c:pt>
                <c:pt idx="368">
                  <c:v>94</c:v>
                </c:pt>
                <c:pt idx="369">
                  <c:v>242</c:v>
                </c:pt>
                <c:pt idx="370">
                  <c:v>166</c:v>
                </c:pt>
                <c:pt idx="371">
                  <c:v>206</c:v>
                </c:pt>
                <c:pt idx="372">
                  <c:v>185</c:v>
                </c:pt>
                <c:pt idx="373">
                  <c:v>215</c:v>
                </c:pt>
                <c:pt idx="374">
                  <c:v>71</c:v>
                </c:pt>
                <c:pt idx="375">
                  <c:v>177</c:v>
                </c:pt>
                <c:pt idx="376">
                  <c:v>144</c:v>
                </c:pt>
                <c:pt idx="377">
                  <c:v>150</c:v>
                </c:pt>
                <c:pt idx="378">
                  <c:v>168</c:v>
                </c:pt>
                <c:pt idx="379">
                  <c:v>69</c:v>
                </c:pt>
                <c:pt idx="380">
                  <c:v>95</c:v>
                </c:pt>
                <c:pt idx="381">
                  <c:v>82</c:v>
                </c:pt>
                <c:pt idx="382">
                  <c:v>96</c:v>
                </c:pt>
                <c:pt idx="383">
                  <c:v>448</c:v>
                </c:pt>
                <c:pt idx="384">
                  <c:v>98</c:v>
                </c:pt>
                <c:pt idx="385">
                  <c:v>121</c:v>
                </c:pt>
                <c:pt idx="386">
                  <c:v>221</c:v>
                </c:pt>
                <c:pt idx="387">
                  <c:v>101</c:v>
                </c:pt>
                <c:pt idx="388">
                  <c:v>74</c:v>
                </c:pt>
                <c:pt idx="389">
                  <c:v>82</c:v>
                </c:pt>
                <c:pt idx="390">
                  <c:v>121</c:v>
                </c:pt>
                <c:pt idx="391">
                  <c:v>54</c:v>
                </c:pt>
                <c:pt idx="392">
                  <c:v>130</c:v>
                </c:pt>
                <c:pt idx="393">
                  <c:v>174</c:v>
                </c:pt>
                <c:pt idx="394">
                  <c:v>81</c:v>
                </c:pt>
                <c:pt idx="395">
                  <c:v>108</c:v>
                </c:pt>
                <c:pt idx="396">
                  <c:v>162</c:v>
                </c:pt>
                <c:pt idx="397">
                  <c:v>79</c:v>
                </c:pt>
                <c:pt idx="398">
                  <c:v>100</c:v>
                </c:pt>
                <c:pt idx="399">
                  <c:v>192</c:v>
                </c:pt>
                <c:pt idx="400">
                  <c:v>88</c:v>
                </c:pt>
                <c:pt idx="401">
                  <c:v>124</c:v>
                </c:pt>
                <c:pt idx="402">
                  <c:v>120</c:v>
                </c:pt>
                <c:pt idx="403">
                  <c:v>214</c:v>
                </c:pt>
                <c:pt idx="404">
                  <c:v>86</c:v>
                </c:pt>
                <c:pt idx="405">
                  <c:v>74</c:v>
                </c:pt>
                <c:pt idx="406">
                  <c:v>101</c:v>
                </c:pt>
                <c:pt idx="407">
                  <c:v>146</c:v>
                </c:pt>
                <c:pt idx="408">
                  <c:v>71</c:v>
                </c:pt>
                <c:pt idx="409">
                  <c:v>98</c:v>
                </c:pt>
                <c:pt idx="410">
                  <c:v>136</c:v>
                </c:pt>
                <c:pt idx="411">
                  <c:v>138</c:v>
                </c:pt>
                <c:pt idx="412">
                  <c:v>131</c:v>
                </c:pt>
                <c:pt idx="413">
                  <c:v>72</c:v>
                </c:pt>
                <c:pt idx="414">
                  <c:v>234</c:v>
                </c:pt>
                <c:pt idx="415">
                  <c:v>121</c:v>
                </c:pt>
                <c:pt idx="416">
                  <c:v>74</c:v>
                </c:pt>
                <c:pt idx="417">
                  <c:v>104</c:v>
                </c:pt>
                <c:pt idx="418">
                  <c:v>94</c:v>
                </c:pt>
                <c:pt idx="419">
                  <c:v>128</c:v>
                </c:pt>
                <c:pt idx="420">
                  <c:v>112</c:v>
                </c:pt>
                <c:pt idx="421">
                  <c:v>268</c:v>
                </c:pt>
                <c:pt idx="422">
                  <c:v>137</c:v>
                </c:pt>
                <c:pt idx="423">
                  <c:v>58</c:v>
                </c:pt>
                <c:pt idx="424">
                  <c:v>230</c:v>
                </c:pt>
                <c:pt idx="425">
                  <c:v>45</c:v>
                </c:pt>
                <c:pt idx="426">
                  <c:v>67</c:v>
                </c:pt>
                <c:pt idx="427">
                  <c:v>69</c:v>
                </c:pt>
                <c:pt idx="428">
                  <c:v>58</c:v>
                </c:pt>
                <c:pt idx="429">
                  <c:v>416</c:v>
                </c:pt>
                <c:pt idx="430">
                  <c:v>86</c:v>
                </c:pt>
                <c:pt idx="431">
                  <c:v>153</c:v>
                </c:pt>
                <c:pt idx="432">
                  <c:v>78</c:v>
                </c:pt>
                <c:pt idx="433">
                  <c:v>95</c:v>
                </c:pt>
                <c:pt idx="434">
                  <c:v>103</c:v>
                </c:pt>
                <c:pt idx="435">
                  <c:v>249</c:v>
                </c:pt>
                <c:pt idx="436">
                  <c:v>278</c:v>
                </c:pt>
                <c:pt idx="437">
                  <c:v>102</c:v>
                </c:pt>
                <c:pt idx="438">
                  <c:v>116</c:v>
                </c:pt>
                <c:pt idx="439">
                  <c:v>70</c:v>
                </c:pt>
                <c:pt idx="440">
                  <c:v>69</c:v>
                </c:pt>
                <c:pt idx="441">
                  <c:v>113</c:v>
                </c:pt>
                <c:pt idx="442">
                  <c:v>67</c:v>
                </c:pt>
                <c:pt idx="443">
                  <c:v>66</c:v>
                </c:pt>
                <c:pt idx="444">
                  <c:v>152</c:v>
                </c:pt>
                <c:pt idx="445">
                  <c:v>170</c:v>
                </c:pt>
                <c:pt idx="446">
                  <c:v>195</c:v>
                </c:pt>
                <c:pt idx="447">
                  <c:v>140</c:v>
                </c:pt>
                <c:pt idx="448">
                  <c:v>26</c:v>
                </c:pt>
                <c:pt idx="449">
                  <c:v>101</c:v>
                </c:pt>
                <c:pt idx="450">
                  <c:v>83</c:v>
                </c:pt>
                <c:pt idx="451">
                  <c:v>94</c:v>
                </c:pt>
                <c:pt idx="452">
                  <c:v>78</c:v>
                </c:pt>
                <c:pt idx="453">
                  <c:v>106</c:v>
                </c:pt>
                <c:pt idx="454">
                  <c:v>82</c:v>
                </c:pt>
                <c:pt idx="455">
                  <c:v>62</c:v>
                </c:pt>
                <c:pt idx="456">
                  <c:v>125</c:v>
                </c:pt>
                <c:pt idx="457">
                  <c:v>197</c:v>
                </c:pt>
                <c:pt idx="458">
                  <c:v>106</c:v>
                </c:pt>
                <c:pt idx="459">
                  <c:v>94</c:v>
                </c:pt>
                <c:pt idx="460">
                  <c:v>126</c:v>
                </c:pt>
                <c:pt idx="461">
                  <c:v>169</c:v>
                </c:pt>
                <c:pt idx="462">
                  <c:v>164</c:v>
                </c:pt>
                <c:pt idx="463">
                  <c:v>98</c:v>
                </c:pt>
                <c:pt idx="464">
                  <c:v>154</c:v>
                </c:pt>
                <c:pt idx="465">
                  <c:v>84</c:v>
                </c:pt>
                <c:pt idx="466">
                  <c:v>109</c:v>
                </c:pt>
                <c:pt idx="467">
                  <c:v>85</c:v>
                </c:pt>
                <c:pt idx="468">
                  <c:v>239</c:v>
                </c:pt>
                <c:pt idx="469">
                  <c:v>85</c:v>
                </c:pt>
                <c:pt idx="470">
                  <c:v>121</c:v>
                </c:pt>
                <c:pt idx="471">
                  <c:v>140</c:v>
                </c:pt>
                <c:pt idx="472">
                  <c:v>105</c:v>
                </c:pt>
                <c:pt idx="473">
                  <c:v>150</c:v>
                </c:pt>
                <c:pt idx="474">
                  <c:v>67</c:v>
                </c:pt>
                <c:pt idx="475">
                  <c:v>146</c:v>
                </c:pt>
                <c:pt idx="476">
                  <c:v>80</c:v>
                </c:pt>
                <c:pt idx="477">
                  <c:v>114</c:v>
                </c:pt>
                <c:pt idx="478">
                  <c:v>148</c:v>
                </c:pt>
                <c:pt idx="479">
                  <c:v>138</c:v>
                </c:pt>
                <c:pt idx="480">
                  <c:v>253</c:v>
                </c:pt>
                <c:pt idx="481">
                  <c:v>108</c:v>
                </c:pt>
                <c:pt idx="482">
                  <c:v>120</c:v>
                </c:pt>
                <c:pt idx="483">
                  <c:v>45</c:v>
                </c:pt>
                <c:pt idx="484">
                  <c:v>142</c:v>
                </c:pt>
                <c:pt idx="485">
                  <c:v>160</c:v>
                </c:pt>
                <c:pt idx="486">
                  <c:v>87</c:v>
                </c:pt>
                <c:pt idx="487">
                  <c:v>111</c:v>
                </c:pt>
                <c:pt idx="488">
                  <c:v>191</c:v>
                </c:pt>
                <c:pt idx="489">
                  <c:v>138</c:v>
                </c:pt>
                <c:pt idx="490">
                  <c:v>137</c:v>
                </c:pt>
                <c:pt idx="491">
                  <c:v>80</c:v>
                </c:pt>
                <c:pt idx="492">
                  <c:v>125</c:v>
                </c:pt>
                <c:pt idx="493">
                  <c:v>99</c:v>
                </c:pt>
                <c:pt idx="494">
                  <c:v>229</c:v>
                </c:pt>
                <c:pt idx="495">
                  <c:v>50</c:v>
                </c:pt>
                <c:pt idx="496">
                  <c:v>9</c:v>
                </c:pt>
                <c:pt idx="497">
                  <c:v>79</c:v>
                </c:pt>
                <c:pt idx="498">
                  <c:v>56</c:v>
                </c:pt>
                <c:pt idx="499">
                  <c:v>135</c:v>
                </c:pt>
                <c:pt idx="500">
                  <c:v>122</c:v>
                </c:pt>
                <c:pt idx="501">
                  <c:v>111</c:v>
                </c:pt>
                <c:pt idx="502">
                  <c:v>98</c:v>
                </c:pt>
                <c:pt idx="503">
                  <c:v>78</c:v>
                </c:pt>
                <c:pt idx="504">
                  <c:v>121</c:v>
                </c:pt>
                <c:pt idx="505">
                  <c:v>136</c:v>
                </c:pt>
                <c:pt idx="506">
                  <c:v>288</c:v>
                </c:pt>
                <c:pt idx="507">
                  <c:v>118</c:v>
                </c:pt>
                <c:pt idx="508">
                  <c:v>117</c:v>
                </c:pt>
                <c:pt idx="509">
                  <c:v>127</c:v>
                </c:pt>
                <c:pt idx="510">
                  <c:v>52</c:v>
                </c:pt>
                <c:pt idx="511">
                  <c:v>73</c:v>
                </c:pt>
                <c:pt idx="512">
                  <c:v>99</c:v>
                </c:pt>
                <c:pt idx="513">
                  <c:v>101</c:v>
                </c:pt>
                <c:pt idx="514">
                  <c:v>238</c:v>
                </c:pt>
                <c:pt idx="515">
                  <c:v>80</c:v>
                </c:pt>
                <c:pt idx="516">
                  <c:v>103</c:v>
                </c:pt>
                <c:pt idx="517">
                  <c:v>94</c:v>
                </c:pt>
                <c:pt idx="518">
                  <c:v>83</c:v>
                </c:pt>
                <c:pt idx="519">
                  <c:v>46</c:v>
                </c:pt>
                <c:pt idx="520">
                  <c:v>66</c:v>
                </c:pt>
                <c:pt idx="521">
                  <c:v>148</c:v>
                </c:pt>
                <c:pt idx="522">
                  <c:v>134</c:v>
                </c:pt>
                <c:pt idx="523">
                  <c:v>100</c:v>
                </c:pt>
                <c:pt idx="524">
                  <c:v>65</c:v>
                </c:pt>
                <c:pt idx="525">
                  <c:v>98</c:v>
                </c:pt>
                <c:pt idx="526">
                  <c:v>163</c:v>
                </c:pt>
                <c:pt idx="527">
                  <c:v>88</c:v>
                </c:pt>
                <c:pt idx="528">
                  <c:v>70</c:v>
                </c:pt>
                <c:pt idx="529">
                  <c:v>96</c:v>
                </c:pt>
                <c:pt idx="530">
                  <c:v>20</c:v>
                </c:pt>
                <c:pt idx="531">
                  <c:v>126</c:v>
                </c:pt>
                <c:pt idx="532">
                  <c:v>134</c:v>
                </c:pt>
                <c:pt idx="533">
                  <c:v>62</c:v>
                </c:pt>
                <c:pt idx="534">
                  <c:v>57</c:v>
                </c:pt>
                <c:pt idx="535">
                  <c:v>94</c:v>
                </c:pt>
                <c:pt idx="536">
                  <c:v>62</c:v>
                </c:pt>
                <c:pt idx="537">
                  <c:v>246</c:v>
                </c:pt>
                <c:pt idx="538">
                  <c:v>107</c:v>
                </c:pt>
                <c:pt idx="539">
                  <c:v>89</c:v>
                </c:pt>
                <c:pt idx="540">
                  <c:v>48</c:v>
                </c:pt>
                <c:pt idx="541">
                  <c:v>87</c:v>
                </c:pt>
                <c:pt idx="542">
                  <c:v>115</c:v>
                </c:pt>
                <c:pt idx="543">
                  <c:v>135</c:v>
                </c:pt>
                <c:pt idx="544">
                  <c:v>58</c:v>
                </c:pt>
                <c:pt idx="545">
                  <c:v>71</c:v>
                </c:pt>
                <c:pt idx="546">
                  <c:v>60</c:v>
                </c:pt>
                <c:pt idx="547">
                  <c:v>206</c:v>
                </c:pt>
                <c:pt idx="548">
                  <c:v>165</c:v>
                </c:pt>
                <c:pt idx="549">
                  <c:v>196</c:v>
                </c:pt>
                <c:pt idx="550">
                  <c:v>97</c:v>
                </c:pt>
                <c:pt idx="551">
                  <c:v>45</c:v>
                </c:pt>
                <c:pt idx="552">
                  <c:v>260</c:v>
                </c:pt>
                <c:pt idx="553">
                  <c:v>38</c:v>
                </c:pt>
                <c:pt idx="554">
                  <c:v>154</c:v>
                </c:pt>
                <c:pt idx="555">
                  <c:v>46</c:v>
                </c:pt>
                <c:pt idx="556">
                  <c:v>105</c:v>
                </c:pt>
                <c:pt idx="557">
                  <c:v>100</c:v>
                </c:pt>
                <c:pt idx="558">
                  <c:v>172</c:v>
                </c:pt>
                <c:pt idx="559">
                  <c:v>34</c:v>
                </c:pt>
                <c:pt idx="560">
                  <c:v>59</c:v>
                </c:pt>
                <c:pt idx="561">
                  <c:v>217</c:v>
                </c:pt>
                <c:pt idx="562">
                  <c:v>95</c:v>
                </c:pt>
                <c:pt idx="563">
                  <c:v>22</c:v>
                </c:pt>
                <c:pt idx="564">
                  <c:v>219</c:v>
                </c:pt>
                <c:pt idx="565">
                  <c:v>53</c:v>
                </c:pt>
                <c:pt idx="566">
                  <c:v>69</c:v>
                </c:pt>
                <c:pt idx="567">
                  <c:v>193</c:v>
                </c:pt>
                <c:pt idx="568">
                  <c:v>208</c:v>
                </c:pt>
                <c:pt idx="569">
                  <c:v>64</c:v>
                </c:pt>
                <c:pt idx="570">
                  <c:v>25</c:v>
                </c:pt>
                <c:pt idx="571">
                  <c:v>141</c:v>
                </c:pt>
                <c:pt idx="572">
                  <c:v>165</c:v>
                </c:pt>
                <c:pt idx="573">
                  <c:v>63</c:v>
                </c:pt>
                <c:pt idx="574">
                  <c:v>66</c:v>
                </c:pt>
                <c:pt idx="575">
                  <c:v>215</c:v>
                </c:pt>
                <c:pt idx="576">
                  <c:v>56</c:v>
                </c:pt>
                <c:pt idx="577">
                  <c:v>108</c:v>
                </c:pt>
                <c:pt idx="578">
                  <c:v>106</c:v>
                </c:pt>
                <c:pt idx="579">
                  <c:v>51</c:v>
                </c:pt>
                <c:pt idx="580">
                  <c:v>725</c:v>
                </c:pt>
                <c:pt idx="581">
                  <c:v>65</c:v>
                </c:pt>
                <c:pt idx="582">
                  <c:v>78</c:v>
                </c:pt>
                <c:pt idx="583">
                  <c:v>57</c:v>
                </c:pt>
                <c:pt idx="584">
                  <c:v>46</c:v>
                </c:pt>
                <c:pt idx="585">
                  <c:v>49</c:v>
                </c:pt>
                <c:pt idx="586">
                  <c:v>73</c:v>
                </c:pt>
                <c:pt idx="587">
                  <c:v>96</c:v>
                </c:pt>
                <c:pt idx="588">
                  <c:v>76</c:v>
                </c:pt>
                <c:pt idx="589">
                  <c:v>76</c:v>
                </c:pt>
                <c:pt idx="590">
                  <c:v>101</c:v>
                </c:pt>
                <c:pt idx="591">
                  <c:v>123</c:v>
                </c:pt>
                <c:pt idx="592">
                  <c:v>33</c:v>
                </c:pt>
                <c:pt idx="593">
                  <c:v>71</c:v>
                </c:pt>
                <c:pt idx="594">
                  <c:v>147</c:v>
                </c:pt>
                <c:pt idx="595">
                  <c:v>67</c:v>
                </c:pt>
                <c:pt idx="596">
                  <c:v>48</c:v>
                </c:pt>
                <c:pt idx="597">
                  <c:v>31</c:v>
                </c:pt>
                <c:pt idx="598">
                  <c:v>80</c:v>
                </c:pt>
                <c:pt idx="599">
                  <c:v>86</c:v>
                </c:pt>
                <c:pt idx="600">
                  <c:v>99</c:v>
                </c:pt>
                <c:pt idx="601">
                  <c:v>120</c:v>
                </c:pt>
                <c:pt idx="602">
                  <c:v>51</c:v>
                </c:pt>
                <c:pt idx="603">
                  <c:v>123</c:v>
                </c:pt>
                <c:pt idx="604">
                  <c:v>140</c:v>
                </c:pt>
                <c:pt idx="605">
                  <c:v>137</c:v>
                </c:pt>
                <c:pt idx="606">
                  <c:v>126</c:v>
                </c:pt>
                <c:pt idx="607">
                  <c:v>80</c:v>
                </c:pt>
                <c:pt idx="608">
                  <c:v>40</c:v>
                </c:pt>
                <c:pt idx="609">
                  <c:v>85</c:v>
                </c:pt>
                <c:pt idx="610">
                  <c:v>58</c:v>
                </c:pt>
                <c:pt idx="611">
                  <c:v>132</c:v>
                </c:pt>
                <c:pt idx="612">
                  <c:v>114</c:v>
                </c:pt>
                <c:pt idx="613">
                  <c:v>116</c:v>
                </c:pt>
                <c:pt idx="614">
                  <c:v>107</c:v>
                </c:pt>
                <c:pt idx="615">
                  <c:v>65</c:v>
                </c:pt>
                <c:pt idx="616">
                  <c:v>118</c:v>
                </c:pt>
                <c:pt idx="617">
                  <c:v>112</c:v>
                </c:pt>
                <c:pt idx="618">
                  <c:v>48</c:v>
                </c:pt>
                <c:pt idx="619">
                  <c:v>188</c:v>
                </c:pt>
                <c:pt idx="620">
                  <c:v>69</c:v>
                </c:pt>
                <c:pt idx="621">
                  <c:v>53</c:v>
                </c:pt>
                <c:pt idx="622">
                  <c:v>107</c:v>
                </c:pt>
                <c:pt idx="623">
                  <c:v>41</c:v>
                </c:pt>
                <c:pt idx="624">
                  <c:v>92</c:v>
                </c:pt>
                <c:pt idx="625">
                  <c:v>116</c:v>
                </c:pt>
                <c:pt idx="626">
                  <c:v>51</c:v>
                </c:pt>
                <c:pt idx="627">
                  <c:v>60</c:v>
                </c:pt>
                <c:pt idx="628">
                  <c:v>44</c:v>
                </c:pt>
                <c:pt idx="629">
                  <c:v>44</c:v>
                </c:pt>
                <c:pt idx="630">
                  <c:v>337</c:v>
                </c:pt>
                <c:pt idx="631">
                  <c:v>156</c:v>
                </c:pt>
                <c:pt idx="632">
                  <c:v>99</c:v>
                </c:pt>
                <c:pt idx="633">
                  <c:v>74</c:v>
                </c:pt>
                <c:pt idx="634">
                  <c:v>60</c:v>
                </c:pt>
                <c:pt idx="635">
                  <c:v>57</c:v>
                </c:pt>
                <c:pt idx="636">
                  <c:v>43</c:v>
                </c:pt>
                <c:pt idx="637">
                  <c:v>73</c:v>
                </c:pt>
                <c:pt idx="638">
                  <c:v>122</c:v>
                </c:pt>
                <c:pt idx="639">
                  <c:v>105</c:v>
                </c:pt>
                <c:pt idx="640">
                  <c:v>137</c:v>
                </c:pt>
                <c:pt idx="641">
                  <c:v>54</c:v>
                </c:pt>
                <c:pt idx="642">
                  <c:v>55</c:v>
                </c:pt>
                <c:pt idx="643">
                  <c:v>89</c:v>
                </c:pt>
                <c:pt idx="644">
                  <c:v>31</c:v>
                </c:pt>
                <c:pt idx="645">
                  <c:v>80</c:v>
                </c:pt>
                <c:pt idx="646">
                  <c:v>131</c:v>
                </c:pt>
                <c:pt idx="647">
                  <c:v>35</c:v>
                </c:pt>
                <c:pt idx="648">
                  <c:v>66</c:v>
                </c:pt>
                <c:pt idx="649">
                  <c:v>170</c:v>
                </c:pt>
                <c:pt idx="650">
                  <c:v>64</c:v>
                </c:pt>
                <c:pt idx="651">
                  <c:v>33</c:v>
                </c:pt>
                <c:pt idx="652">
                  <c:v>201</c:v>
                </c:pt>
                <c:pt idx="653">
                  <c:v>171</c:v>
                </c:pt>
                <c:pt idx="654">
                  <c:v>210</c:v>
                </c:pt>
                <c:pt idx="655">
                  <c:v>158</c:v>
                </c:pt>
                <c:pt idx="656">
                  <c:v>114</c:v>
                </c:pt>
                <c:pt idx="657">
                  <c:v>51</c:v>
                </c:pt>
                <c:pt idx="658">
                  <c:v>30</c:v>
                </c:pt>
                <c:pt idx="659">
                  <c:v>173</c:v>
                </c:pt>
                <c:pt idx="660">
                  <c:v>92</c:v>
                </c:pt>
                <c:pt idx="661">
                  <c:v>60</c:v>
                </c:pt>
                <c:pt idx="662">
                  <c:v>336</c:v>
                </c:pt>
                <c:pt idx="663">
                  <c:v>87</c:v>
                </c:pt>
                <c:pt idx="664">
                  <c:v>40</c:v>
                </c:pt>
                <c:pt idx="665">
                  <c:v>38</c:v>
                </c:pt>
                <c:pt idx="666">
                  <c:v>272</c:v>
                </c:pt>
                <c:pt idx="667">
                  <c:v>51</c:v>
                </c:pt>
                <c:pt idx="668">
                  <c:v>53</c:v>
                </c:pt>
                <c:pt idx="669">
                  <c:v>276</c:v>
                </c:pt>
                <c:pt idx="670">
                  <c:v>41</c:v>
                </c:pt>
                <c:pt idx="671">
                  <c:v>177</c:v>
                </c:pt>
                <c:pt idx="672">
                  <c:v>48</c:v>
                </c:pt>
                <c:pt idx="673">
                  <c:v>42</c:v>
                </c:pt>
                <c:pt idx="674">
                  <c:v>92</c:v>
                </c:pt>
                <c:pt idx="675">
                  <c:v>44</c:v>
                </c:pt>
                <c:pt idx="676">
                  <c:v>90</c:v>
                </c:pt>
                <c:pt idx="677">
                  <c:v>59</c:v>
                </c:pt>
                <c:pt idx="678">
                  <c:v>45</c:v>
                </c:pt>
                <c:pt idx="679">
                  <c:v>85</c:v>
                </c:pt>
                <c:pt idx="680">
                  <c:v>35</c:v>
                </c:pt>
                <c:pt idx="681">
                  <c:v>36</c:v>
                </c:pt>
                <c:pt idx="682">
                  <c:v>40</c:v>
                </c:pt>
                <c:pt idx="683">
                  <c:v>93</c:v>
                </c:pt>
                <c:pt idx="684">
                  <c:v>79</c:v>
                </c:pt>
                <c:pt idx="685">
                  <c:v>75</c:v>
                </c:pt>
                <c:pt idx="686">
                  <c:v>97</c:v>
                </c:pt>
                <c:pt idx="687">
                  <c:v>48</c:v>
                </c:pt>
                <c:pt idx="688">
                  <c:v>95</c:v>
                </c:pt>
                <c:pt idx="689">
                  <c:v>61</c:v>
                </c:pt>
                <c:pt idx="690">
                  <c:v>48</c:v>
                </c:pt>
                <c:pt idx="691">
                  <c:v>83</c:v>
                </c:pt>
                <c:pt idx="692">
                  <c:v>48</c:v>
                </c:pt>
                <c:pt idx="693">
                  <c:v>97</c:v>
                </c:pt>
                <c:pt idx="694">
                  <c:v>27</c:v>
                </c:pt>
                <c:pt idx="695">
                  <c:v>42</c:v>
                </c:pt>
                <c:pt idx="696">
                  <c:v>61</c:v>
                </c:pt>
                <c:pt idx="697">
                  <c:v>140</c:v>
                </c:pt>
                <c:pt idx="698">
                  <c:v>46</c:v>
                </c:pt>
                <c:pt idx="699">
                  <c:v>31</c:v>
                </c:pt>
                <c:pt idx="700">
                  <c:v>49</c:v>
                </c:pt>
                <c:pt idx="701">
                  <c:v>79</c:v>
                </c:pt>
                <c:pt idx="702">
                  <c:v>83</c:v>
                </c:pt>
                <c:pt idx="703">
                  <c:v>24</c:v>
                </c:pt>
                <c:pt idx="704">
                  <c:v>130</c:v>
                </c:pt>
                <c:pt idx="705">
                  <c:v>76</c:v>
                </c:pt>
                <c:pt idx="706">
                  <c:v>148</c:v>
                </c:pt>
                <c:pt idx="707">
                  <c:v>264</c:v>
                </c:pt>
                <c:pt idx="708">
                  <c:v>52</c:v>
                </c:pt>
                <c:pt idx="709">
                  <c:v>83</c:v>
                </c:pt>
                <c:pt idx="710">
                  <c:v>110</c:v>
                </c:pt>
                <c:pt idx="711">
                  <c:v>49</c:v>
                </c:pt>
                <c:pt idx="712">
                  <c:v>135</c:v>
                </c:pt>
                <c:pt idx="713">
                  <c:v>54</c:v>
                </c:pt>
                <c:pt idx="714">
                  <c:v>57</c:v>
                </c:pt>
                <c:pt idx="715">
                  <c:v>145</c:v>
                </c:pt>
                <c:pt idx="716">
                  <c:v>54</c:v>
                </c:pt>
                <c:pt idx="717">
                  <c:v>95</c:v>
                </c:pt>
                <c:pt idx="718">
                  <c:v>131</c:v>
                </c:pt>
                <c:pt idx="719">
                  <c:v>97</c:v>
                </c:pt>
                <c:pt idx="720">
                  <c:v>43</c:v>
                </c:pt>
                <c:pt idx="721">
                  <c:v>107</c:v>
                </c:pt>
                <c:pt idx="722">
                  <c:v>38</c:v>
                </c:pt>
                <c:pt idx="723">
                  <c:v>56</c:v>
                </c:pt>
                <c:pt idx="724">
                  <c:v>23</c:v>
                </c:pt>
                <c:pt idx="725">
                  <c:v>36</c:v>
                </c:pt>
                <c:pt idx="726">
                  <c:v>51</c:v>
                </c:pt>
                <c:pt idx="727">
                  <c:v>76</c:v>
                </c:pt>
                <c:pt idx="728">
                  <c:v>155</c:v>
                </c:pt>
                <c:pt idx="729">
                  <c:v>47</c:v>
                </c:pt>
                <c:pt idx="730">
                  <c:v>57</c:v>
                </c:pt>
                <c:pt idx="731">
                  <c:v>73</c:v>
                </c:pt>
                <c:pt idx="732">
                  <c:v>77</c:v>
                </c:pt>
                <c:pt idx="733">
                  <c:v>110</c:v>
                </c:pt>
                <c:pt idx="734">
                  <c:v>146</c:v>
                </c:pt>
                <c:pt idx="735">
                  <c:v>28</c:v>
                </c:pt>
                <c:pt idx="736">
                  <c:v>79</c:v>
                </c:pt>
                <c:pt idx="737">
                  <c:v>61</c:v>
                </c:pt>
                <c:pt idx="738">
                  <c:v>88</c:v>
                </c:pt>
                <c:pt idx="739">
                  <c:v>28</c:v>
                </c:pt>
                <c:pt idx="740">
                  <c:v>17</c:v>
                </c:pt>
                <c:pt idx="741">
                  <c:v>85</c:v>
                </c:pt>
                <c:pt idx="742">
                  <c:v>71</c:v>
                </c:pt>
                <c:pt idx="743">
                  <c:v>44</c:v>
                </c:pt>
                <c:pt idx="744">
                  <c:v>94</c:v>
                </c:pt>
                <c:pt idx="745">
                  <c:v>62</c:v>
                </c:pt>
                <c:pt idx="746">
                  <c:v>55</c:v>
                </c:pt>
                <c:pt idx="747">
                  <c:v>120</c:v>
                </c:pt>
                <c:pt idx="748">
                  <c:v>85</c:v>
                </c:pt>
                <c:pt idx="749">
                  <c:v>59</c:v>
                </c:pt>
                <c:pt idx="750">
                  <c:v>131</c:v>
                </c:pt>
                <c:pt idx="751">
                  <c:v>73</c:v>
                </c:pt>
                <c:pt idx="752">
                  <c:v>139</c:v>
                </c:pt>
                <c:pt idx="753">
                  <c:v>56</c:v>
                </c:pt>
                <c:pt idx="754">
                  <c:v>226</c:v>
                </c:pt>
                <c:pt idx="755">
                  <c:v>29</c:v>
                </c:pt>
                <c:pt idx="756">
                  <c:v>143</c:v>
                </c:pt>
                <c:pt idx="757">
                  <c:v>46</c:v>
                </c:pt>
                <c:pt idx="758">
                  <c:v>126</c:v>
                </c:pt>
                <c:pt idx="759">
                  <c:v>120</c:v>
                </c:pt>
                <c:pt idx="760">
                  <c:v>42</c:v>
                </c:pt>
                <c:pt idx="761">
                  <c:v>45</c:v>
                </c:pt>
                <c:pt idx="762">
                  <c:v>183</c:v>
                </c:pt>
                <c:pt idx="763">
                  <c:v>22</c:v>
                </c:pt>
                <c:pt idx="764">
                  <c:v>121</c:v>
                </c:pt>
                <c:pt idx="765">
                  <c:v>51</c:v>
                </c:pt>
                <c:pt idx="766">
                  <c:v>60</c:v>
                </c:pt>
                <c:pt idx="767">
                  <c:v>93</c:v>
                </c:pt>
                <c:pt idx="768">
                  <c:v>40</c:v>
                </c:pt>
                <c:pt idx="769">
                  <c:v>55</c:v>
                </c:pt>
                <c:pt idx="770">
                  <c:v>37</c:v>
                </c:pt>
                <c:pt idx="771">
                  <c:v>69</c:v>
                </c:pt>
                <c:pt idx="772">
                  <c:v>73</c:v>
                </c:pt>
                <c:pt idx="773">
                  <c:v>92</c:v>
                </c:pt>
                <c:pt idx="774">
                  <c:v>184</c:v>
                </c:pt>
                <c:pt idx="775">
                  <c:v>50</c:v>
                </c:pt>
                <c:pt idx="776">
                  <c:v>52</c:v>
                </c:pt>
                <c:pt idx="777">
                  <c:v>57</c:v>
                </c:pt>
                <c:pt idx="778">
                  <c:v>56</c:v>
                </c:pt>
                <c:pt idx="779">
                  <c:v>53</c:v>
                </c:pt>
                <c:pt idx="780">
                  <c:v>75</c:v>
                </c:pt>
                <c:pt idx="781">
                  <c:v>33</c:v>
                </c:pt>
                <c:pt idx="782">
                  <c:v>139</c:v>
                </c:pt>
                <c:pt idx="783">
                  <c:v>66</c:v>
                </c:pt>
                <c:pt idx="784">
                  <c:v>27</c:v>
                </c:pt>
                <c:pt idx="785">
                  <c:v>25</c:v>
                </c:pt>
                <c:pt idx="786">
                  <c:v>156</c:v>
                </c:pt>
                <c:pt idx="787">
                  <c:v>45</c:v>
                </c:pt>
                <c:pt idx="788">
                  <c:v>92</c:v>
                </c:pt>
                <c:pt idx="789">
                  <c:v>50</c:v>
                </c:pt>
                <c:pt idx="790">
                  <c:v>88</c:v>
                </c:pt>
                <c:pt idx="791">
                  <c:v>52</c:v>
                </c:pt>
                <c:pt idx="792">
                  <c:v>142</c:v>
                </c:pt>
                <c:pt idx="793">
                  <c:v>239</c:v>
                </c:pt>
                <c:pt idx="794">
                  <c:v>54</c:v>
                </c:pt>
                <c:pt idx="795">
                  <c:v>112</c:v>
                </c:pt>
                <c:pt idx="796">
                  <c:v>46</c:v>
                </c:pt>
                <c:pt idx="797">
                  <c:v>96</c:v>
                </c:pt>
                <c:pt idx="798">
                  <c:v>192</c:v>
                </c:pt>
                <c:pt idx="799">
                  <c:v>47</c:v>
                </c:pt>
                <c:pt idx="800">
                  <c:v>75</c:v>
                </c:pt>
                <c:pt idx="801">
                  <c:v>36</c:v>
                </c:pt>
                <c:pt idx="802">
                  <c:v>71</c:v>
                </c:pt>
                <c:pt idx="803">
                  <c:v>53</c:v>
                </c:pt>
                <c:pt idx="804">
                  <c:v>61</c:v>
                </c:pt>
                <c:pt idx="805">
                  <c:v>82</c:v>
                </c:pt>
                <c:pt idx="806">
                  <c:v>39</c:v>
                </c:pt>
                <c:pt idx="807">
                  <c:v>83</c:v>
                </c:pt>
                <c:pt idx="808">
                  <c:v>59</c:v>
                </c:pt>
                <c:pt idx="809">
                  <c:v>106</c:v>
                </c:pt>
                <c:pt idx="810">
                  <c:v>76</c:v>
                </c:pt>
                <c:pt idx="811">
                  <c:v>44</c:v>
                </c:pt>
                <c:pt idx="812">
                  <c:v>7</c:v>
                </c:pt>
                <c:pt idx="813">
                  <c:v>31</c:v>
                </c:pt>
                <c:pt idx="814">
                  <c:v>72</c:v>
                </c:pt>
                <c:pt idx="815">
                  <c:v>108</c:v>
                </c:pt>
                <c:pt idx="816">
                  <c:v>34</c:v>
                </c:pt>
                <c:pt idx="817">
                  <c:v>216</c:v>
                </c:pt>
                <c:pt idx="818">
                  <c:v>68</c:v>
                </c:pt>
                <c:pt idx="819">
                  <c:v>123</c:v>
                </c:pt>
                <c:pt idx="820">
                  <c:v>66</c:v>
                </c:pt>
                <c:pt idx="821">
                  <c:v>126</c:v>
                </c:pt>
                <c:pt idx="822">
                  <c:v>36</c:v>
                </c:pt>
                <c:pt idx="823">
                  <c:v>138</c:v>
                </c:pt>
                <c:pt idx="824">
                  <c:v>48</c:v>
                </c:pt>
                <c:pt idx="825">
                  <c:v>32</c:v>
                </c:pt>
                <c:pt idx="826">
                  <c:v>106</c:v>
                </c:pt>
                <c:pt idx="827">
                  <c:v>73</c:v>
                </c:pt>
                <c:pt idx="828">
                  <c:v>71</c:v>
                </c:pt>
                <c:pt idx="829">
                  <c:v>45</c:v>
                </c:pt>
                <c:pt idx="830">
                  <c:v>63</c:v>
                </c:pt>
                <c:pt idx="831">
                  <c:v>39</c:v>
                </c:pt>
                <c:pt idx="832">
                  <c:v>81</c:v>
                </c:pt>
                <c:pt idx="833">
                  <c:v>62</c:v>
                </c:pt>
                <c:pt idx="834">
                  <c:v>76</c:v>
                </c:pt>
                <c:pt idx="835">
                  <c:v>57</c:v>
                </c:pt>
                <c:pt idx="836">
                  <c:v>141</c:v>
                </c:pt>
                <c:pt idx="837">
                  <c:v>63</c:v>
                </c:pt>
                <c:pt idx="838">
                  <c:v>67</c:v>
                </c:pt>
                <c:pt idx="839">
                  <c:v>89</c:v>
                </c:pt>
                <c:pt idx="840">
                  <c:v>83</c:v>
                </c:pt>
                <c:pt idx="841">
                  <c:v>47</c:v>
                </c:pt>
                <c:pt idx="842">
                  <c:v>46</c:v>
                </c:pt>
                <c:pt idx="843">
                  <c:v>58</c:v>
                </c:pt>
                <c:pt idx="844">
                  <c:v>73</c:v>
                </c:pt>
                <c:pt idx="845">
                  <c:v>67</c:v>
                </c:pt>
                <c:pt idx="846">
                  <c:v>49</c:v>
                </c:pt>
                <c:pt idx="847">
                  <c:v>123</c:v>
                </c:pt>
                <c:pt idx="848">
                  <c:v>107</c:v>
                </c:pt>
                <c:pt idx="849">
                  <c:v>62</c:v>
                </c:pt>
                <c:pt idx="850">
                  <c:v>120</c:v>
                </c:pt>
                <c:pt idx="851">
                  <c:v>39</c:v>
                </c:pt>
                <c:pt idx="852">
                  <c:v>52</c:v>
                </c:pt>
                <c:pt idx="853">
                  <c:v>58</c:v>
                </c:pt>
                <c:pt idx="854">
                  <c:v>43</c:v>
                </c:pt>
                <c:pt idx="855">
                  <c:v>63</c:v>
                </c:pt>
                <c:pt idx="856">
                  <c:v>112</c:v>
                </c:pt>
                <c:pt idx="857">
                  <c:v>75</c:v>
                </c:pt>
                <c:pt idx="858">
                  <c:v>87</c:v>
                </c:pt>
                <c:pt idx="859">
                  <c:v>130</c:v>
                </c:pt>
                <c:pt idx="860">
                  <c:v>54</c:v>
                </c:pt>
                <c:pt idx="861">
                  <c:v>309</c:v>
                </c:pt>
                <c:pt idx="862">
                  <c:v>111</c:v>
                </c:pt>
                <c:pt idx="863">
                  <c:v>52</c:v>
                </c:pt>
                <c:pt idx="864">
                  <c:v>106</c:v>
                </c:pt>
                <c:pt idx="865">
                  <c:v>55</c:v>
                </c:pt>
                <c:pt idx="866">
                  <c:v>57</c:v>
                </c:pt>
                <c:pt idx="867">
                  <c:v>73</c:v>
                </c:pt>
                <c:pt idx="868">
                  <c:v>106</c:v>
                </c:pt>
                <c:pt idx="869">
                  <c:v>63</c:v>
                </c:pt>
                <c:pt idx="870">
                  <c:v>32</c:v>
                </c:pt>
                <c:pt idx="871">
                  <c:v>197</c:v>
                </c:pt>
                <c:pt idx="872">
                  <c:v>50</c:v>
                </c:pt>
                <c:pt idx="873">
                  <c:v>95</c:v>
                </c:pt>
                <c:pt idx="874">
                  <c:v>48</c:v>
                </c:pt>
                <c:pt idx="875">
                  <c:v>52</c:v>
                </c:pt>
                <c:pt idx="876">
                  <c:v>46</c:v>
                </c:pt>
                <c:pt idx="877">
                  <c:v>82</c:v>
                </c:pt>
                <c:pt idx="878">
                  <c:v>41</c:v>
                </c:pt>
                <c:pt idx="879">
                  <c:v>21</c:v>
                </c:pt>
                <c:pt idx="880">
                  <c:v>127</c:v>
                </c:pt>
                <c:pt idx="881">
                  <c:v>40</c:v>
                </c:pt>
                <c:pt idx="882">
                  <c:v>28</c:v>
                </c:pt>
                <c:pt idx="883">
                  <c:v>114</c:v>
                </c:pt>
                <c:pt idx="884">
                  <c:v>23</c:v>
                </c:pt>
                <c:pt idx="885">
                  <c:v>54</c:v>
                </c:pt>
                <c:pt idx="886">
                  <c:v>130</c:v>
                </c:pt>
                <c:pt idx="887">
                  <c:v>856</c:v>
                </c:pt>
                <c:pt idx="888">
                  <c:v>35</c:v>
                </c:pt>
                <c:pt idx="889">
                  <c:v>101</c:v>
                </c:pt>
                <c:pt idx="890">
                  <c:v>51</c:v>
                </c:pt>
                <c:pt idx="891">
                  <c:v>22</c:v>
                </c:pt>
                <c:pt idx="892">
                  <c:v>128</c:v>
                </c:pt>
                <c:pt idx="893">
                  <c:v>41</c:v>
                </c:pt>
                <c:pt idx="894">
                  <c:v>53</c:v>
                </c:pt>
                <c:pt idx="895">
                  <c:v>47</c:v>
                </c:pt>
                <c:pt idx="896">
                  <c:v>48</c:v>
                </c:pt>
                <c:pt idx="897">
                  <c:v>36</c:v>
                </c:pt>
                <c:pt idx="898">
                  <c:v>134</c:v>
                </c:pt>
                <c:pt idx="899">
                  <c:v>21</c:v>
                </c:pt>
                <c:pt idx="900">
                  <c:v>243</c:v>
                </c:pt>
                <c:pt idx="901">
                  <c:v>63</c:v>
                </c:pt>
                <c:pt idx="902">
                  <c:v>44</c:v>
                </c:pt>
                <c:pt idx="903">
                  <c:v>35</c:v>
                </c:pt>
                <c:pt idx="904">
                  <c:v>153</c:v>
                </c:pt>
                <c:pt idx="905">
                  <c:v>121</c:v>
                </c:pt>
                <c:pt idx="906">
                  <c:v>50</c:v>
                </c:pt>
                <c:pt idx="907">
                  <c:v>35</c:v>
                </c:pt>
                <c:pt idx="908">
                  <c:v>51</c:v>
                </c:pt>
                <c:pt idx="909">
                  <c:v>771</c:v>
                </c:pt>
                <c:pt idx="910">
                  <c:v>47</c:v>
                </c:pt>
                <c:pt idx="911">
                  <c:v>70</c:v>
                </c:pt>
                <c:pt idx="912">
                  <c:v>32</c:v>
                </c:pt>
                <c:pt idx="913">
                  <c:v>53</c:v>
                </c:pt>
                <c:pt idx="914">
                  <c:v>80</c:v>
                </c:pt>
                <c:pt idx="915">
                  <c:v>52</c:v>
                </c:pt>
                <c:pt idx="916">
                  <c:v>126</c:v>
                </c:pt>
                <c:pt idx="917">
                  <c:v>44</c:v>
                </c:pt>
                <c:pt idx="918">
                  <c:v>35</c:v>
                </c:pt>
                <c:pt idx="919">
                  <c:v>73</c:v>
                </c:pt>
                <c:pt idx="920">
                  <c:v>180</c:v>
                </c:pt>
                <c:pt idx="921">
                  <c:v>53</c:v>
                </c:pt>
                <c:pt idx="922">
                  <c:v>64</c:v>
                </c:pt>
                <c:pt idx="923">
                  <c:v>57</c:v>
                </c:pt>
                <c:pt idx="924">
                  <c:v>37</c:v>
                </c:pt>
                <c:pt idx="925">
                  <c:v>49</c:v>
                </c:pt>
                <c:pt idx="926">
                  <c:v>114</c:v>
                </c:pt>
                <c:pt idx="927">
                  <c:v>69</c:v>
                </c:pt>
                <c:pt idx="928">
                  <c:v>37</c:v>
                </c:pt>
                <c:pt idx="929">
                  <c:v>44</c:v>
                </c:pt>
                <c:pt idx="930">
                  <c:v>33</c:v>
                </c:pt>
                <c:pt idx="931">
                  <c:v>37</c:v>
                </c:pt>
                <c:pt idx="932">
                  <c:v>34</c:v>
                </c:pt>
                <c:pt idx="933">
                  <c:v>44</c:v>
                </c:pt>
                <c:pt idx="934">
                  <c:v>37</c:v>
                </c:pt>
                <c:pt idx="935">
                  <c:v>75</c:v>
                </c:pt>
                <c:pt idx="936">
                  <c:v>68</c:v>
                </c:pt>
                <c:pt idx="937">
                  <c:v>42</c:v>
                </c:pt>
                <c:pt idx="938">
                  <c:v>149</c:v>
                </c:pt>
                <c:pt idx="939">
                  <c:v>83</c:v>
                </c:pt>
                <c:pt idx="940">
                  <c:v>148</c:v>
                </c:pt>
                <c:pt idx="941">
                  <c:v>83</c:v>
                </c:pt>
                <c:pt idx="942">
                  <c:v>37</c:v>
                </c:pt>
                <c:pt idx="943">
                  <c:v>41</c:v>
                </c:pt>
                <c:pt idx="944">
                  <c:v>49</c:v>
                </c:pt>
                <c:pt idx="945">
                  <c:v>83</c:v>
                </c:pt>
                <c:pt idx="946">
                  <c:v>61</c:v>
                </c:pt>
                <c:pt idx="947">
                  <c:v>121</c:v>
                </c:pt>
                <c:pt idx="948">
                  <c:v>27</c:v>
                </c:pt>
                <c:pt idx="949">
                  <c:v>16</c:v>
                </c:pt>
                <c:pt idx="950">
                  <c:v>30</c:v>
                </c:pt>
                <c:pt idx="951">
                  <c:v>26</c:v>
                </c:pt>
                <c:pt idx="952">
                  <c:v>29</c:v>
                </c:pt>
                <c:pt idx="953">
                  <c:v>63</c:v>
                </c:pt>
                <c:pt idx="954">
                  <c:v>50</c:v>
                </c:pt>
                <c:pt idx="955">
                  <c:v>39</c:v>
                </c:pt>
                <c:pt idx="956">
                  <c:v>18</c:v>
                </c:pt>
                <c:pt idx="957">
                  <c:v>37</c:v>
                </c:pt>
                <c:pt idx="958">
                  <c:v>70</c:v>
                </c:pt>
                <c:pt idx="959">
                  <c:v>87</c:v>
                </c:pt>
                <c:pt idx="960">
                  <c:v>34</c:v>
                </c:pt>
                <c:pt idx="961">
                  <c:v>55</c:v>
                </c:pt>
                <c:pt idx="962">
                  <c:v>21</c:v>
                </c:pt>
                <c:pt idx="963">
                  <c:v>27</c:v>
                </c:pt>
                <c:pt idx="964">
                  <c:v>69</c:v>
                </c:pt>
                <c:pt idx="965">
                  <c:v>70</c:v>
                </c:pt>
                <c:pt idx="966">
                  <c:v>40</c:v>
                </c:pt>
                <c:pt idx="967">
                  <c:v>68</c:v>
                </c:pt>
                <c:pt idx="968">
                  <c:v>46</c:v>
                </c:pt>
                <c:pt idx="969">
                  <c:v>45</c:v>
                </c:pt>
                <c:pt idx="970">
                  <c:v>75</c:v>
                </c:pt>
                <c:pt idx="971">
                  <c:v>31</c:v>
                </c:pt>
                <c:pt idx="972">
                  <c:v>36</c:v>
                </c:pt>
                <c:pt idx="973">
                  <c:v>107</c:v>
                </c:pt>
                <c:pt idx="974">
                  <c:v>97</c:v>
                </c:pt>
                <c:pt idx="975">
                  <c:v>30</c:v>
                </c:pt>
                <c:pt idx="976">
                  <c:v>68</c:v>
                </c:pt>
                <c:pt idx="977">
                  <c:v>44</c:v>
                </c:pt>
                <c:pt idx="978">
                  <c:v>55</c:v>
                </c:pt>
                <c:pt idx="979">
                  <c:v>23</c:v>
                </c:pt>
                <c:pt idx="980">
                  <c:v>71</c:v>
                </c:pt>
                <c:pt idx="981">
                  <c:v>54</c:v>
                </c:pt>
                <c:pt idx="982">
                  <c:v>59</c:v>
                </c:pt>
                <c:pt idx="983">
                  <c:v>108</c:v>
                </c:pt>
                <c:pt idx="984">
                  <c:v>50</c:v>
                </c:pt>
                <c:pt idx="985">
                  <c:v>31</c:v>
                </c:pt>
                <c:pt idx="986">
                  <c:v>127</c:v>
                </c:pt>
                <c:pt idx="987">
                  <c:v>34</c:v>
                </c:pt>
                <c:pt idx="988">
                  <c:v>20</c:v>
                </c:pt>
                <c:pt idx="989">
                  <c:v>32</c:v>
                </c:pt>
                <c:pt idx="990">
                  <c:v>263</c:v>
                </c:pt>
                <c:pt idx="991">
                  <c:v>84</c:v>
                </c:pt>
                <c:pt idx="992">
                  <c:v>39</c:v>
                </c:pt>
                <c:pt idx="993">
                  <c:v>87</c:v>
                </c:pt>
                <c:pt idx="994">
                  <c:v>90</c:v>
                </c:pt>
                <c:pt idx="995">
                  <c:v>218</c:v>
                </c:pt>
                <c:pt idx="996">
                  <c:v>68</c:v>
                </c:pt>
                <c:pt idx="997">
                  <c:v>81</c:v>
                </c:pt>
                <c:pt idx="998">
                  <c:v>26</c:v>
                </c:pt>
                <c:pt idx="999">
                  <c:v>67</c:v>
                </c:pt>
                <c:pt idx="1000">
                  <c:v>28</c:v>
                </c:pt>
                <c:pt idx="1001">
                  <c:v>39</c:v>
                </c:pt>
                <c:pt idx="1002">
                  <c:v>43</c:v>
                </c:pt>
                <c:pt idx="1003">
                  <c:v>210</c:v>
                </c:pt>
                <c:pt idx="1004">
                  <c:v>61</c:v>
                </c:pt>
                <c:pt idx="1005">
                  <c:v>33</c:v>
                </c:pt>
                <c:pt idx="1006">
                  <c:v>60</c:v>
                </c:pt>
                <c:pt idx="1007">
                  <c:v>31</c:v>
                </c:pt>
                <c:pt idx="1008">
                  <c:v>71</c:v>
                </c:pt>
                <c:pt idx="1009">
                  <c:v>52</c:v>
                </c:pt>
                <c:pt idx="1010">
                  <c:v>72</c:v>
                </c:pt>
                <c:pt idx="1011">
                  <c:v>32</c:v>
                </c:pt>
                <c:pt idx="1012">
                  <c:v>44</c:v>
                </c:pt>
                <c:pt idx="1013">
                  <c:v>44</c:v>
                </c:pt>
                <c:pt idx="1014">
                  <c:v>35</c:v>
                </c:pt>
                <c:pt idx="1015">
                  <c:v>109</c:v>
                </c:pt>
                <c:pt idx="1016">
                  <c:v>56</c:v>
                </c:pt>
                <c:pt idx="1017">
                  <c:v>34</c:v>
                </c:pt>
                <c:pt idx="1018">
                  <c:v>84</c:v>
                </c:pt>
                <c:pt idx="1019">
                  <c:v>67</c:v>
                </c:pt>
                <c:pt idx="1020">
                  <c:v>33</c:v>
                </c:pt>
                <c:pt idx="1021">
                  <c:v>48</c:v>
                </c:pt>
                <c:pt idx="1022">
                  <c:v>136</c:v>
                </c:pt>
                <c:pt idx="1023">
                  <c:v>55</c:v>
                </c:pt>
                <c:pt idx="1024">
                  <c:v>67</c:v>
                </c:pt>
                <c:pt idx="1025">
                  <c:v>81</c:v>
                </c:pt>
                <c:pt idx="1026">
                  <c:v>37</c:v>
                </c:pt>
                <c:pt idx="1027">
                  <c:v>54</c:v>
                </c:pt>
                <c:pt idx="1028">
                  <c:v>56</c:v>
                </c:pt>
                <c:pt idx="1029">
                  <c:v>178</c:v>
                </c:pt>
                <c:pt idx="1030">
                  <c:v>183</c:v>
                </c:pt>
                <c:pt idx="1031">
                  <c:v>85</c:v>
                </c:pt>
                <c:pt idx="1032">
                  <c:v>63</c:v>
                </c:pt>
                <c:pt idx="1033">
                  <c:v>23</c:v>
                </c:pt>
                <c:pt idx="1034">
                  <c:v>34</c:v>
                </c:pt>
                <c:pt idx="1035">
                  <c:v>81</c:v>
                </c:pt>
                <c:pt idx="1036">
                  <c:v>190</c:v>
                </c:pt>
                <c:pt idx="1037">
                  <c:v>51</c:v>
                </c:pt>
                <c:pt idx="1038">
                  <c:v>69</c:v>
                </c:pt>
                <c:pt idx="1039">
                  <c:v>74</c:v>
                </c:pt>
                <c:pt idx="1040">
                  <c:v>37</c:v>
                </c:pt>
                <c:pt idx="1041">
                  <c:v>38</c:v>
                </c:pt>
                <c:pt idx="1042">
                  <c:v>87</c:v>
                </c:pt>
                <c:pt idx="1043">
                  <c:v>37</c:v>
                </c:pt>
                <c:pt idx="1044">
                  <c:v>121</c:v>
                </c:pt>
                <c:pt idx="1045">
                  <c:v>39</c:v>
                </c:pt>
                <c:pt idx="1046">
                  <c:v>45</c:v>
                </c:pt>
                <c:pt idx="1047">
                  <c:v>131</c:v>
                </c:pt>
                <c:pt idx="1048">
                  <c:v>52</c:v>
                </c:pt>
                <c:pt idx="1049">
                  <c:v>59</c:v>
                </c:pt>
                <c:pt idx="1050">
                  <c:v>37</c:v>
                </c:pt>
                <c:pt idx="1051">
                  <c:v>483</c:v>
                </c:pt>
                <c:pt idx="1052">
                  <c:v>27</c:v>
                </c:pt>
                <c:pt idx="1053">
                  <c:v>58</c:v>
                </c:pt>
                <c:pt idx="1054">
                  <c:v>91</c:v>
                </c:pt>
                <c:pt idx="1055">
                  <c:v>142</c:v>
                </c:pt>
                <c:pt idx="1056">
                  <c:v>40</c:v>
                </c:pt>
                <c:pt idx="1057">
                  <c:v>55</c:v>
                </c:pt>
                <c:pt idx="1058">
                  <c:v>66</c:v>
                </c:pt>
                <c:pt idx="1059">
                  <c:v>104</c:v>
                </c:pt>
                <c:pt idx="1060">
                  <c:v>37</c:v>
                </c:pt>
                <c:pt idx="1061">
                  <c:v>55</c:v>
                </c:pt>
                <c:pt idx="1062">
                  <c:v>38</c:v>
                </c:pt>
                <c:pt idx="1063">
                  <c:v>29</c:v>
                </c:pt>
                <c:pt idx="1064">
                  <c:v>65</c:v>
                </c:pt>
                <c:pt idx="1065">
                  <c:v>46</c:v>
                </c:pt>
                <c:pt idx="1066">
                  <c:v>82</c:v>
                </c:pt>
                <c:pt idx="1067">
                  <c:v>90</c:v>
                </c:pt>
                <c:pt idx="1068">
                  <c:v>183</c:v>
                </c:pt>
                <c:pt idx="1069">
                  <c:v>19</c:v>
                </c:pt>
                <c:pt idx="1070">
                  <c:v>35</c:v>
                </c:pt>
                <c:pt idx="1071">
                  <c:v>30</c:v>
                </c:pt>
                <c:pt idx="1072">
                  <c:v>38</c:v>
                </c:pt>
                <c:pt idx="1073">
                  <c:v>47</c:v>
                </c:pt>
                <c:pt idx="1074">
                  <c:v>38</c:v>
                </c:pt>
                <c:pt idx="1075">
                  <c:v>92</c:v>
                </c:pt>
                <c:pt idx="1076">
                  <c:v>52</c:v>
                </c:pt>
                <c:pt idx="1077">
                  <c:v>38</c:v>
                </c:pt>
                <c:pt idx="1078">
                  <c:v>51</c:v>
                </c:pt>
                <c:pt idx="1079">
                  <c:v>58</c:v>
                </c:pt>
                <c:pt idx="1080">
                  <c:v>31</c:v>
                </c:pt>
                <c:pt idx="1081">
                  <c:v>39</c:v>
                </c:pt>
                <c:pt idx="1082">
                  <c:v>42</c:v>
                </c:pt>
                <c:pt idx="1083">
                  <c:v>70</c:v>
                </c:pt>
                <c:pt idx="1084">
                  <c:v>126</c:v>
                </c:pt>
                <c:pt idx="1085">
                  <c:v>122</c:v>
                </c:pt>
                <c:pt idx="1086">
                  <c:v>45</c:v>
                </c:pt>
                <c:pt idx="1087">
                  <c:v>35</c:v>
                </c:pt>
                <c:pt idx="1088">
                  <c:v>76</c:v>
                </c:pt>
                <c:pt idx="1089">
                  <c:v>83</c:v>
                </c:pt>
                <c:pt idx="1090">
                  <c:v>111</c:v>
                </c:pt>
                <c:pt idx="1091">
                  <c:v>38</c:v>
                </c:pt>
                <c:pt idx="1092">
                  <c:v>41</c:v>
                </c:pt>
                <c:pt idx="1093">
                  <c:v>219</c:v>
                </c:pt>
                <c:pt idx="1094">
                  <c:v>25</c:v>
                </c:pt>
                <c:pt idx="1095">
                  <c:v>72</c:v>
                </c:pt>
                <c:pt idx="1096">
                  <c:v>195</c:v>
                </c:pt>
                <c:pt idx="1097">
                  <c:v>83</c:v>
                </c:pt>
                <c:pt idx="1098">
                  <c:v>145</c:v>
                </c:pt>
                <c:pt idx="1099">
                  <c:v>51</c:v>
                </c:pt>
                <c:pt idx="1100">
                  <c:v>31</c:v>
                </c:pt>
                <c:pt idx="1101">
                  <c:v>45</c:v>
                </c:pt>
                <c:pt idx="1102">
                  <c:v>38</c:v>
                </c:pt>
                <c:pt idx="1103">
                  <c:v>29</c:v>
                </c:pt>
                <c:pt idx="1104">
                  <c:v>36</c:v>
                </c:pt>
                <c:pt idx="1105">
                  <c:v>41</c:v>
                </c:pt>
                <c:pt idx="1106">
                  <c:v>24</c:v>
                </c:pt>
                <c:pt idx="1107">
                  <c:v>54</c:v>
                </c:pt>
                <c:pt idx="1108">
                  <c:v>44</c:v>
                </c:pt>
                <c:pt idx="1109">
                  <c:v>63</c:v>
                </c:pt>
                <c:pt idx="1110">
                  <c:v>63</c:v>
                </c:pt>
                <c:pt idx="1111">
                  <c:v>28</c:v>
                </c:pt>
                <c:pt idx="1112">
                  <c:v>27</c:v>
                </c:pt>
                <c:pt idx="1113">
                  <c:v>34</c:v>
                </c:pt>
                <c:pt idx="1114">
                  <c:v>66</c:v>
                </c:pt>
                <c:pt idx="1115">
                  <c:v>134</c:v>
                </c:pt>
                <c:pt idx="1116">
                  <c:v>27</c:v>
                </c:pt>
                <c:pt idx="1117">
                  <c:v>50</c:v>
                </c:pt>
                <c:pt idx="1118">
                  <c:v>58</c:v>
                </c:pt>
                <c:pt idx="1119">
                  <c:v>28</c:v>
                </c:pt>
                <c:pt idx="1120">
                  <c:v>37</c:v>
                </c:pt>
                <c:pt idx="1121">
                  <c:v>36</c:v>
                </c:pt>
                <c:pt idx="1122">
                  <c:v>94</c:v>
                </c:pt>
                <c:pt idx="1123">
                  <c:v>101</c:v>
                </c:pt>
                <c:pt idx="1124">
                  <c:v>106</c:v>
                </c:pt>
                <c:pt idx="1125">
                  <c:v>42</c:v>
                </c:pt>
                <c:pt idx="1126">
                  <c:v>114</c:v>
                </c:pt>
                <c:pt idx="1127">
                  <c:v>18</c:v>
                </c:pt>
                <c:pt idx="1128">
                  <c:v>68</c:v>
                </c:pt>
                <c:pt idx="1129">
                  <c:v>47</c:v>
                </c:pt>
                <c:pt idx="1130">
                  <c:v>70</c:v>
                </c:pt>
                <c:pt idx="1131">
                  <c:v>61</c:v>
                </c:pt>
                <c:pt idx="1132">
                  <c:v>42</c:v>
                </c:pt>
                <c:pt idx="1133">
                  <c:v>48</c:v>
                </c:pt>
                <c:pt idx="1134">
                  <c:v>39</c:v>
                </c:pt>
                <c:pt idx="1135">
                  <c:v>34</c:v>
                </c:pt>
                <c:pt idx="1136">
                  <c:v>29</c:v>
                </c:pt>
                <c:pt idx="1137">
                  <c:v>73</c:v>
                </c:pt>
                <c:pt idx="1138">
                  <c:v>57</c:v>
                </c:pt>
                <c:pt idx="1139">
                  <c:v>57</c:v>
                </c:pt>
                <c:pt idx="1140">
                  <c:v>31</c:v>
                </c:pt>
                <c:pt idx="1141">
                  <c:v>45</c:v>
                </c:pt>
                <c:pt idx="1142">
                  <c:v>33</c:v>
                </c:pt>
                <c:pt idx="1143">
                  <c:v>109</c:v>
                </c:pt>
                <c:pt idx="1144">
                  <c:v>45</c:v>
                </c:pt>
                <c:pt idx="1145">
                  <c:v>48</c:v>
                </c:pt>
                <c:pt idx="1146">
                  <c:v>61</c:v>
                </c:pt>
                <c:pt idx="1147">
                  <c:v>21</c:v>
                </c:pt>
                <c:pt idx="1148">
                  <c:v>45</c:v>
                </c:pt>
                <c:pt idx="1149">
                  <c:v>32</c:v>
                </c:pt>
                <c:pt idx="1150">
                  <c:v>35</c:v>
                </c:pt>
                <c:pt idx="1151">
                  <c:v>37</c:v>
                </c:pt>
                <c:pt idx="1152">
                  <c:v>23</c:v>
                </c:pt>
                <c:pt idx="1153">
                  <c:v>47</c:v>
                </c:pt>
                <c:pt idx="1154">
                  <c:v>133</c:v>
                </c:pt>
                <c:pt idx="1155">
                  <c:v>87</c:v>
                </c:pt>
                <c:pt idx="1156">
                  <c:v>20</c:v>
                </c:pt>
                <c:pt idx="1157">
                  <c:v>30</c:v>
                </c:pt>
                <c:pt idx="1158">
                  <c:v>20</c:v>
                </c:pt>
                <c:pt idx="1159">
                  <c:v>84</c:v>
                </c:pt>
                <c:pt idx="1160">
                  <c:v>35</c:v>
                </c:pt>
                <c:pt idx="1161">
                  <c:v>59</c:v>
                </c:pt>
                <c:pt idx="1162">
                  <c:v>43</c:v>
                </c:pt>
                <c:pt idx="1163">
                  <c:v>38</c:v>
                </c:pt>
                <c:pt idx="1164">
                  <c:v>83</c:v>
                </c:pt>
                <c:pt idx="1165">
                  <c:v>76</c:v>
                </c:pt>
                <c:pt idx="1166">
                  <c:v>37</c:v>
                </c:pt>
                <c:pt idx="1167">
                  <c:v>11</c:v>
                </c:pt>
                <c:pt idx="1168">
                  <c:v>39</c:v>
                </c:pt>
                <c:pt idx="1169">
                  <c:v>28</c:v>
                </c:pt>
                <c:pt idx="1170">
                  <c:v>106</c:v>
                </c:pt>
                <c:pt idx="1171">
                  <c:v>45</c:v>
                </c:pt>
                <c:pt idx="1172">
                  <c:v>60</c:v>
                </c:pt>
                <c:pt idx="1173">
                  <c:v>87</c:v>
                </c:pt>
                <c:pt idx="1174">
                  <c:v>42</c:v>
                </c:pt>
                <c:pt idx="1175">
                  <c:v>50</c:v>
                </c:pt>
                <c:pt idx="1176">
                  <c:v>54</c:v>
                </c:pt>
                <c:pt idx="1177">
                  <c:v>14</c:v>
                </c:pt>
                <c:pt idx="1178">
                  <c:v>38</c:v>
                </c:pt>
                <c:pt idx="1179">
                  <c:v>155</c:v>
                </c:pt>
                <c:pt idx="1180">
                  <c:v>36</c:v>
                </c:pt>
                <c:pt idx="1181">
                  <c:v>22</c:v>
                </c:pt>
                <c:pt idx="1182">
                  <c:v>28</c:v>
                </c:pt>
                <c:pt idx="1183">
                  <c:v>57</c:v>
                </c:pt>
                <c:pt idx="1184">
                  <c:v>130</c:v>
                </c:pt>
                <c:pt idx="1185">
                  <c:v>74</c:v>
                </c:pt>
                <c:pt idx="1186">
                  <c:v>29</c:v>
                </c:pt>
                <c:pt idx="1187">
                  <c:v>60</c:v>
                </c:pt>
                <c:pt idx="1188">
                  <c:v>48</c:v>
                </c:pt>
                <c:pt idx="1189">
                  <c:v>30</c:v>
                </c:pt>
                <c:pt idx="1190">
                  <c:v>108</c:v>
                </c:pt>
                <c:pt idx="1191">
                  <c:v>23</c:v>
                </c:pt>
                <c:pt idx="1192">
                  <c:v>37</c:v>
                </c:pt>
                <c:pt idx="1193">
                  <c:v>16</c:v>
                </c:pt>
                <c:pt idx="1194">
                  <c:v>53</c:v>
                </c:pt>
                <c:pt idx="1195">
                  <c:v>21</c:v>
                </c:pt>
                <c:pt idx="1196">
                  <c:v>27</c:v>
                </c:pt>
                <c:pt idx="1197">
                  <c:v>113</c:v>
                </c:pt>
                <c:pt idx="1198">
                  <c:v>92</c:v>
                </c:pt>
                <c:pt idx="1199">
                  <c:v>98</c:v>
                </c:pt>
                <c:pt idx="1200">
                  <c:v>67</c:v>
                </c:pt>
                <c:pt idx="1201">
                  <c:v>52</c:v>
                </c:pt>
                <c:pt idx="1202">
                  <c:v>34</c:v>
                </c:pt>
                <c:pt idx="1203">
                  <c:v>67</c:v>
                </c:pt>
                <c:pt idx="1204">
                  <c:v>81</c:v>
                </c:pt>
                <c:pt idx="1205">
                  <c:v>60</c:v>
                </c:pt>
                <c:pt idx="1206">
                  <c:v>38</c:v>
                </c:pt>
                <c:pt idx="1207">
                  <c:v>39</c:v>
                </c:pt>
                <c:pt idx="1208">
                  <c:v>55</c:v>
                </c:pt>
                <c:pt idx="1209">
                  <c:v>43</c:v>
                </c:pt>
                <c:pt idx="1210">
                  <c:v>19</c:v>
                </c:pt>
                <c:pt idx="1211">
                  <c:v>33</c:v>
                </c:pt>
                <c:pt idx="1212">
                  <c:v>30</c:v>
                </c:pt>
                <c:pt idx="1213">
                  <c:v>27</c:v>
                </c:pt>
                <c:pt idx="1214">
                  <c:v>48</c:v>
                </c:pt>
                <c:pt idx="1215">
                  <c:v>42</c:v>
                </c:pt>
                <c:pt idx="1216">
                  <c:v>31</c:v>
                </c:pt>
                <c:pt idx="1217">
                  <c:v>10</c:v>
                </c:pt>
                <c:pt idx="1218">
                  <c:v>104</c:v>
                </c:pt>
                <c:pt idx="1219">
                  <c:v>53</c:v>
                </c:pt>
                <c:pt idx="1220">
                  <c:v>42</c:v>
                </c:pt>
                <c:pt idx="1221">
                  <c:v>98</c:v>
                </c:pt>
                <c:pt idx="1222">
                  <c:v>39</c:v>
                </c:pt>
                <c:pt idx="1223">
                  <c:v>33</c:v>
                </c:pt>
                <c:pt idx="1224">
                  <c:v>36</c:v>
                </c:pt>
                <c:pt idx="1225">
                  <c:v>60</c:v>
                </c:pt>
                <c:pt idx="1226">
                  <c:v>29</c:v>
                </c:pt>
                <c:pt idx="1227">
                  <c:v>136</c:v>
                </c:pt>
                <c:pt idx="1228">
                  <c:v>66</c:v>
                </c:pt>
                <c:pt idx="1229">
                  <c:v>84</c:v>
                </c:pt>
                <c:pt idx="1230">
                  <c:v>31</c:v>
                </c:pt>
                <c:pt idx="1231">
                  <c:v>66</c:v>
                </c:pt>
                <c:pt idx="1232">
                  <c:v>33</c:v>
                </c:pt>
                <c:pt idx="1233">
                  <c:v>32</c:v>
                </c:pt>
                <c:pt idx="1234">
                  <c:v>69</c:v>
                </c:pt>
                <c:pt idx="1235">
                  <c:v>69</c:v>
                </c:pt>
                <c:pt idx="1236">
                  <c:v>60</c:v>
                </c:pt>
                <c:pt idx="1237">
                  <c:v>58</c:v>
                </c:pt>
                <c:pt idx="1238">
                  <c:v>32</c:v>
                </c:pt>
                <c:pt idx="1239">
                  <c:v>33</c:v>
                </c:pt>
                <c:pt idx="1240">
                  <c:v>80</c:v>
                </c:pt>
                <c:pt idx="1241">
                  <c:v>124</c:v>
                </c:pt>
                <c:pt idx="1242">
                  <c:v>41</c:v>
                </c:pt>
                <c:pt idx="1243">
                  <c:v>26</c:v>
                </c:pt>
                <c:pt idx="1244">
                  <c:v>85</c:v>
                </c:pt>
                <c:pt idx="1245">
                  <c:v>17</c:v>
                </c:pt>
                <c:pt idx="1246">
                  <c:v>137</c:v>
                </c:pt>
                <c:pt idx="1247">
                  <c:v>40</c:v>
                </c:pt>
                <c:pt idx="1248">
                  <c:v>413</c:v>
                </c:pt>
                <c:pt idx="1249">
                  <c:v>175</c:v>
                </c:pt>
                <c:pt idx="1250">
                  <c:v>14</c:v>
                </c:pt>
                <c:pt idx="1251">
                  <c:v>75</c:v>
                </c:pt>
                <c:pt idx="1252">
                  <c:v>29</c:v>
                </c:pt>
                <c:pt idx="1253">
                  <c:v>38</c:v>
                </c:pt>
                <c:pt idx="1254">
                  <c:v>29</c:v>
                </c:pt>
                <c:pt idx="1255">
                  <c:v>13</c:v>
                </c:pt>
                <c:pt idx="1256">
                  <c:v>53</c:v>
                </c:pt>
                <c:pt idx="1257">
                  <c:v>21</c:v>
                </c:pt>
                <c:pt idx="1258">
                  <c:v>54</c:v>
                </c:pt>
                <c:pt idx="1259">
                  <c:v>26</c:v>
                </c:pt>
                <c:pt idx="1260">
                  <c:v>60</c:v>
                </c:pt>
                <c:pt idx="1261">
                  <c:v>74</c:v>
                </c:pt>
                <c:pt idx="1262">
                  <c:v>9</c:v>
                </c:pt>
                <c:pt idx="1263">
                  <c:v>12</c:v>
                </c:pt>
                <c:pt idx="1264">
                  <c:v>79</c:v>
                </c:pt>
                <c:pt idx="1265">
                  <c:v>171</c:v>
                </c:pt>
                <c:pt idx="1266">
                  <c:v>114</c:v>
                </c:pt>
                <c:pt idx="1267">
                  <c:v>39</c:v>
                </c:pt>
                <c:pt idx="1268">
                  <c:v>59</c:v>
                </c:pt>
                <c:pt idx="1269">
                  <c:v>68</c:v>
                </c:pt>
                <c:pt idx="1270">
                  <c:v>43</c:v>
                </c:pt>
                <c:pt idx="1271">
                  <c:v>20</c:v>
                </c:pt>
                <c:pt idx="1272">
                  <c:v>38</c:v>
                </c:pt>
                <c:pt idx="1273">
                  <c:v>32</c:v>
                </c:pt>
                <c:pt idx="1274">
                  <c:v>85</c:v>
                </c:pt>
                <c:pt idx="1275">
                  <c:v>39</c:v>
                </c:pt>
                <c:pt idx="1276">
                  <c:v>39</c:v>
                </c:pt>
                <c:pt idx="1277">
                  <c:v>27</c:v>
                </c:pt>
                <c:pt idx="1278">
                  <c:v>39</c:v>
                </c:pt>
                <c:pt idx="1279">
                  <c:v>28</c:v>
                </c:pt>
                <c:pt idx="1280">
                  <c:v>32</c:v>
                </c:pt>
                <c:pt idx="1281">
                  <c:v>47</c:v>
                </c:pt>
                <c:pt idx="1282">
                  <c:v>49</c:v>
                </c:pt>
                <c:pt idx="1283">
                  <c:v>29</c:v>
                </c:pt>
                <c:pt idx="1284">
                  <c:v>27</c:v>
                </c:pt>
                <c:pt idx="1285">
                  <c:v>50</c:v>
                </c:pt>
                <c:pt idx="1286">
                  <c:v>104</c:v>
                </c:pt>
                <c:pt idx="1287">
                  <c:v>58</c:v>
                </c:pt>
                <c:pt idx="1288">
                  <c:v>42</c:v>
                </c:pt>
                <c:pt idx="1289">
                  <c:v>73</c:v>
                </c:pt>
                <c:pt idx="1290">
                  <c:v>59</c:v>
                </c:pt>
                <c:pt idx="1291">
                  <c:v>28</c:v>
                </c:pt>
                <c:pt idx="1292">
                  <c:v>42</c:v>
                </c:pt>
                <c:pt idx="1293">
                  <c:v>34</c:v>
                </c:pt>
                <c:pt idx="1294">
                  <c:v>41</c:v>
                </c:pt>
                <c:pt idx="1295">
                  <c:v>35</c:v>
                </c:pt>
                <c:pt idx="1296">
                  <c:v>105</c:v>
                </c:pt>
                <c:pt idx="1297">
                  <c:v>64</c:v>
                </c:pt>
                <c:pt idx="1298">
                  <c:v>27</c:v>
                </c:pt>
                <c:pt idx="1299">
                  <c:v>33</c:v>
                </c:pt>
                <c:pt idx="1300">
                  <c:v>74</c:v>
                </c:pt>
                <c:pt idx="1301">
                  <c:v>35</c:v>
                </c:pt>
                <c:pt idx="1302">
                  <c:v>23</c:v>
                </c:pt>
                <c:pt idx="1303">
                  <c:v>44</c:v>
                </c:pt>
                <c:pt idx="1304">
                  <c:v>19</c:v>
                </c:pt>
                <c:pt idx="1305">
                  <c:v>23</c:v>
                </c:pt>
                <c:pt idx="1306">
                  <c:v>68</c:v>
                </c:pt>
                <c:pt idx="1307">
                  <c:v>33</c:v>
                </c:pt>
                <c:pt idx="1308">
                  <c:v>24</c:v>
                </c:pt>
                <c:pt idx="1309">
                  <c:v>43</c:v>
                </c:pt>
                <c:pt idx="1310">
                  <c:v>59</c:v>
                </c:pt>
                <c:pt idx="1311">
                  <c:v>34</c:v>
                </c:pt>
                <c:pt idx="1312">
                  <c:v>49</c:v>
                </c:pt>
                <c:pt idx="1313">
                  <c:v>74</c:v>
                </c:pt>
                <c:pt idx="1314">
                  <c:v>52</c:v>
                </c:pt>
                <c:pt idx="1315">
                  <c:v>19</c:v>
                </c:pt>
                <c:pt idx="1316">
                  <c:v>31</c:v>
                </c:pt>
                <c:pt idx="1317">
                  <c:v>29</c:v>
                </c:pt>
                <c:pt idx="1318">
                  <c:v>21</c:v>
                </c:pt>
                <c:pt idx="1319">
                  <c:v>44</c:v>
                </c:pt>
                <c:pt idx="1320">
                  <c:v>59</c:v>
                </c:pt>
                <c:pt idx="1321">
                  <c:v>35</c:v>
                </c:pt>
                <c:pt idx="1322">
                  <c:v>57</c:v>
                </c:pt>
                <c:pt idx="1323">
                  <c:v>109</c:v>
                </c:pt>
                <c:pt idx="1324">
                  <c:v>20</c:v>
                </c:pt>
                <c:pt idx="1325">
                  <c:v>53</c:v>
                </c:pt>
                <c:pt idx="1326">
                  <c:v>27</c:v>
                </c:pt>
                <c:pt idx="1327">
                  <c:v>31</c:v>
                </c:pt>
                <c:pt idx="1328">
                  <c:v>17</c:v>
                </c:pt>
                <c:pt idx="1329">
                  <c:v>26</c:v>
                </c:pt>
                <c:pt idx="1330">
                  <c:v>25</c:v>
                </c:pt>
                <c:pt idx="1331">
                  <c:v>20</c:v>
                </c:pt>
                <c:pt idx="1332">
                  <c:v>29</c:v>
                </c:pt>
                <c:pt idx="1333">
                  <c:v>73</c:v>
                </c:pt>
                <c:pt idx="1334">
                  <c:v>66</c:v>
                </c:pt>
                <c:pt idx="1335">
                  <c:v>41</c:v>
                </c:pt>
                <c:pt idx="1336">
                  <c:v>54</c:v>
                </c:pt>
                <c:pt idx="1337">
                  <c:v>9</c:v>
                </c:pt>
                <c:pt idx="1338">
                  <c:v>54</c:v>
                </c:pt>
                <c:pt idx="1339">
                  <c:v>75</c:v>
                </c:pt>
                <c:pt idx="1340">
                  <c:v>66</c:v>
                </c:pt>
                <c:pt idx="1341">
                  <c:v>57</c:v>
                </c:pt>
                <c:pt idx="1342">
                  <c:v>28</c:v>
                </c:pt>
                <c:pt idx="1343">
                  <c:v>30</c:v>
                </c:pt>
                <c:pt idx="1344">
                  <c:v>24</c:v>
                </c:pt>
                <c:pt idx="1345">
                  <c:v>18</c:v>
                </c:pt>
                <c:pt idx="1346">
                  <c:v>118</c:v>
                </c:pt>
                <c:pt idx="1347">
                  <c:v>20</c:v>
                </c:pt>
                <c:pt idx="1348">
                  <c:v>39</c:v>
                </c:pt>
                <c:pt idx="1349">
                  <c:v>63</c:v>
                </c:pt>
                <c:pt idx="1350">
                  <c:v>29</c:v>
                </c:pt>
                <c:pt idx="1351">
                  <c:v>20</c:v>
                </c:pt>
                <c:pt idx="1352">
                  <c:v>54</c:v>
                </c:pt>
                <c:pt idx="1353">
                  <c:v>27</c:v>
                </c:pt>
                <c:pt idx="1354">
                  <c:v>30</c:v>
                </c:pt>
                <c:pt idx="1355">
                  <c:v>52</c:v>
                </c:pt>
                <c:pt idx="1356">
                  <c:v>45</c:v>
                </c:pt>
                <c:pt idx="1357">
                  <c:v>57</c:v>
                </c:pt>
                <c:pt idx="1358">
                  <c:v>24</c:v>
                </c:pt>
                <c:pt idx="1359">
                  <c:v>35</c:v>
                </c:pt>
                <c:pt idx="1360">
                  <c:v>68</c:v>
                </c:pt>
                <c:pt idx="1361">
                  <c:v>10</c:v>
                </c:pt>
                <c:pt idx="1362">
                  <c:v>60</c:v>
                </c:pt>
                <c:pt idx="1363">
                  <c:v>161</c:v>
                </c:pt>
                <c:pt idx="1364">
                  <c:v>117</c:v>
                </c:pt>
                <c:pt idx="1365">
                  <c:v>46</c:v>
                </c:pt>
                <c:pt idx="1366">
                  <c:v>43</c:v>
                </c:pt>
                <c:pt idx="1367">
                  <c:v>47</c:v>
                </c:pt>
                <c:pt idx="1368">
                  <c:v>28</c:v>
                </c:pt>
                <c:pt idx="1369">
                  <c:v>41</c:v>
                </c:pt>
                <c:pt idx="1370">
                  <c:v>69</c:v>
                </c:pt>
                <c:pt idx="1371">
                  <c:v>20</c:v>
                </c:pt>
                <c:pt idx="1372">
                  <c:v>96</c:v>
                </c:pt>
                <c:pt idx="1373">
                  <c:v>24</c:v>
                </c:pt>
                <c:pt idx="1374">
                  <c:v>22</c:v>
                </c:pt>
                <c:pt idx="1375">
                  <c:v>35</c:v>
                </c:pt>
                <c:pt idx="1376">
                  <c:v>39</c:v>
                </c:pt>
                <c:pt idx="1377">
                  <c:v>27</c:v>
                </c:pt>
                <c:pt idx="1378">
                  <c:v>23</c:v>
                </c:pt>
                <c:pt idx="1379">
                  <c:v>30</c:v>
                </c:pt>
                <c:pt idx="1380">
                  <c:v>33</c:v>
                </c:pt>
                <c:pt idx="1381">
                  <c:v>106</c:v>
                </c:pt>
                <c:pt idx="1382">
                  <c:v>36</c:v>
                </c:pt>
                <c:pt idx="1383">
                  <c:v>21</c:v>
                </c:pt>
                <c:pt idx="1384">
                  <c:v>73</c:v>
                </c:pt>
                <c:pt idx="1385">
                  <c:v>45</c:v>
                </c:pt>
                <c:pt idx="1386">
                  <c:v>21</c:v>
                </c:pt>
                <c:pt idx="1387">
                  <c:v>22</c:v>
                </c:pt>
                <c:pt idx="1388">
                  <c:v>11</c:v>
                </c:pt>
                <c:pt idx="1389">
                  <c:v>46</c:v>
                </c:pt>
                <c:pt idx="1390">
                  <c:v>47</c:v>
                </c:pt>
                <c:pt idx="1391">
                  <c:v>22</c:v>
                </c:pt>
                <c:pt idx="1392">
                  <c:v>11</c:v>
                </c:pt>
                <c:pt idx="1393">
                  <c:v>28</c:v>
                </c:pt>
                <c:pt idx="1394">
                  <c:v>30</c:v>
                </c:pt>
                <c:pt idx="1395">
                  <c:v>22</c:v>
                </c:pt>
                <c:pt idx="1396">
                  <c:v>38</c:v>
                </c:pt>
                <c:pt idx="1397">
                  <c:v>22</c:v>
                </c:pt>
                <c:pt idx="1398">
                  <c:v>15</c:v>
                </c:pt>
                <c:pt idx="1399">
                  <c:v>64</c:v>
                </c:pt>
                <c:pt idx="1400">
                  <c:v>87</c:v>
                </c:pt>
                <c:pt idx="1401">
                  <c:v>27</c:v>
                </c:pt>
                <c:pt idx="1402">
                  <c:v>77</c:v>
                </c:pt>
                <c:pt idx="1403">
                  <c:v>22</c:v>
                </c:pt>
                <c:pt idx="1404">
                  <c:v>58</c:v>
                </c:pt>
                <c:pt idx="1405">
                  <c:v>34</c:v>
                </c:pt>
                <c:pt idx="1406">
                  <c:v>55</c:v>
                </c:pt>
                <c:pt idx="1407">
                  <c:v>34</c:v>
                </c:pt>
                <c:pt idx="1408">
                  <c:v>23</c:v>
                </c:pt>
                <c:pt idx="1409">
                  <c:v>50</c:v>
                </c:pt>
                <c:pt idx="1410">
                  <c:v>27</c:v>
                </c:pt>
                <c:pt idx="1411">
                  <c:v>43</c:v>
                </c:pt>
                <c:pt idx="1412">
                  <c:v>46</c:v>
                </c:pt>
                <c:pt idx="1413">
                  <c:v>92</c:v>
                </c:pt>
                <c:pt idx="1414">
                  <c:v>28</c:v>
                </c:pt>
                <c:pt idx="1415">
                  <c:v>25</c:v>
                </c:pt>
                <c:pt idx="1416">
                  <c:v>21</c:v>
                </c:pt>
                <c:pt idx="1417">
                  <c:v>87</c:v>
                </c:pt>
                <c:pt idx="1418">
                  <c:v>25</c:v>
                </c:pt>
                <c:pt idx="1419">
                  <c:v>42</c:v>
                </c:pt>
                <c:pt idx="1420">
                  <c:v>70</c:v>
                </c:pt>
                <c:pt idx="1421">
                  <c:v>40</c:v>
                </c:pt>
                <c:pt idx="1422">
                  <c:v>46</c:v>
                </c:pt>
                <c:pt idx="1423">
                  <c:v>10</c:v>
                </c:pt>
                <c:pt idx="1424">
                  <c:v>22</c:v>
                </c:pt>
                <c:pt idx="1425">
                  <c:v>86</c:v>
                </c:pt>
                <c:pt idx="1426">
                  <c:v>34</c:v>
                </c:pt>
                <c:pt idx="1427">
                  <c:v>30</c:v>
                </c:pt>
                <c:pt idx="1428">
                  <c:v>48</c:v>
                </c:pt>
                <c:pt idx="1429">
                  <c:v>21</c:v>
                </c:pt>
                <c:pt idx="1430">
                  <c:v>20</c:v>
                </c:pt>
                <c:pt idx="1431">
                  <c:v>33</c:v>
                </c:pt>
                <c:pt idx="1432">
                  <c:v>64</c:v>
                </c:pt>
                <c:pt idx="1433">
                  <c:v>26</c:v>
                </c:pt>
                <c:pt idx="1434">
                  <c:v>120</c:v>
                </c:pt>
                <c:pt idx="1435">
                  <c:v>40</c:v>
                </c:pt>
                <c:pt idx="1436">
                  <c:v>14</c:v>
                </c:pt>
                <c:pt idx="1437">
                  <c:v>129</c:v>
                </c:pt>
                <c:pt idx="1438">
                  <c:v>46</c:v>
                </c:pt>
                <c:pt idx="1439">
                  <c:v>27</c:v>
                </c:pt>
                <c:pt idx="1440">
                  <c:v>25</c:v>
                </c:pt>
                <c:pt idx="1441">
                  <c:v>21</c:v>
                </c:pt>
                <c:pt idx="1442">
                  <c:v>43</c:v>
                </c:pt>
                <c:pt idx="1443">
                  <c:v>101</c:v>
                </c:pt>
                <c:pt idx="1444">
                  <c:v>14</c:v>
                </c:pt>
                <c:pt idx="1445">
                  <c:v>23</c:v>
                </c:pt>
                <c:pt idx="1446">
                  <c:v>113</c:v>
                </c:pt>
                <c:pt idx="1447">
                  <c:v>103</c:v>
                </c:pt>
                <c:pt idx="1448">
                  <c:v>38</c:v>
                </c:pt>
                <c:pt idx="1449">
                  <c:v>64</c:v>
                </c:pt>
                <c:pt idx="1450">
                  <c:v>28</c:v>
                </c:pt>
                <c:pt idx="1451">
                  <c:v>34</c:v>
                </c:pt>
                <c:pt idx="1452">
                  <c:v>64</c:v>
                </c:pt>
                <c:pt idx="1453">
                  <c:v>34</c:v>
                </c:pt>
                <c:pt idx="1454">
                  <c:v>39</c:v>
                </c:pt>
                <c:pt idx="1455">
                  <c:v>29</c:v>
                </c:pt>
                <c:pt idx="1456">
                  <c:v>29</c:v>
                </c:pt>
                <c:pt idx="1457">
                  <c:v>26</c:v>
                </c:pt>
                <c:pt idx="1458">
                  <c:v>24</c:v>
                </c:pt>
                <c:pt idx="1459">
                  <c:v>114</c:v>
                </c:pt>
                <c:pt idx="1460">
                  <c:v>97</c:v>
                </c:pt>
                <c:pt idx="1461">
                  <c:v>88</c:v>
                </c:pt>
                <c:pt idx="1462">
                  <c:v>31</c:v>
                </c:pt>
                <c:pt idx="1463">
                  <c:v>98</c:v>
                </c:pt>
                <c:pt idx="1464">
                  <c:v>26</c:v>
                </c:pt>
                <c:pt idx="1465">
                  <c:v>73</c:v>
                </c:pt>
                <c:pt idx="1466">
                  <c:v>20</c:v>
                </c:pt>
                <c:pt idx="1467">
                  <c:v>29</c:v>
                </c:pt>
                <c:pt idx="1468">
                  <c:v>60</c:v>
                </c:pt>
                <c:pt idx="1469">
                  <c:v>63</c:v>
                </c:pt>
                <c:pt idx="1470">
                  <c:v>89</c:v>
                </c:pt>
                <c:pt idx="1471">
                  <c:v>34</c:v>
                </c:pt>
                <c:pt idx="1472">
                  <c:v>40</c:v>
                </c:pt>
                <c:pt idx="1473">
                  <c:v>18</c:v>
                </c:pt>
                <c:pt idx="1474">
                  <c:v>21</c:v>
                </c:pt>
                <c:pt idx="1475">
                  <c:v>31</c:v>
                </c:pt>
                <c:pt idx="1476">
                  <c:v>26</c:v>
                </c:pt>
                <c:pt idx="1477">
                  <c:v>37</c:v>
                </c:pt>
                <c:pt idx="1478">
                  <c:v>46</c:v>
                </c:pt>
                <c:pt idx="1479">
                  <c:v>45</c:v>
                </c:pt>
                <c:pt idx="1480">
                  <c:v>25</c:v>
                </c:pt>
                <c:pt idx="1481">
                  <c:v>47</c:v>
                </c:pt>
                <c:pt idx="1482">
                  <c:v>105</c:v>
                </c:pt>
                <c:pt idx="1483">
                  <c:v>74</c:v>
                </c:pt>
                <c:pt idx="1484">
                  <c:v>32</c:v>
                </c:pt>
                <c:pt idx="1485">
                  <c:v>27</c:v>
                </c:pt>
                <c:pt idx="1486">
                  <c:v>14</c:v>
                </c:pt>
                <c:pt idx="1487">
                  <c:v>58</c:v>
                </c:pt>
                <c:pt idx="1488">
                  <c:v>68</c:v>
                </c:pt>
                <c:pt idx="1489">
                  <c:v>110</c:v>
                </c:pt>
                <c:pt idx="1490">
                  <c:v>21</c:v>
                </c:pt>
                <c:pt idx="1491">
                  <c:v>21</c:v>
                </c:pt>
                <c:pt idx="1492">
                  <c:v>26</c:v>
                </c:pt>
                <c:pt idx="1493">
                  <c:v>21</c:v>
                </c:pt>
                <c:pt idx="1494">
                  <c:v>27</c:v>
                </c:pt>
                <c:pt idx="1495">
                  <c:v>134</c:v>
                </c:pt>
                <c:pt idx="1496">
                  <c:v>39</c:v>
                </c:pt>
                <c:pt idx="1497">
                  <c:v>89</c:v>
                </c:pt>
                <c:pt idx="1498">
                  <c:v>29</c:v>
                </c:pt>
                <c:pt idx="1499">
                  <c:v>35</c:v>
                </c:pt>
                <c:pt idx="1500">
                  <c:v>30</c:v>
                </c:pt>
                <c:pt idx="1501">
                  <c:v>34</c:v>
                </c:pt>
                <c:pt idx="1502">
                  <c:v>30</c:v>
                </c:pt>
                <c:pt idx="1503">
                  <c:v>36</c:v>
                </c:pt>
                <c:pt idx="1504">
                  <c:v>38</c:v>
                </c:pt>
                <c:pt idx="1505">
                  <c:v>36</c:v>
                </c:pt>
                <c:pt idx="1506">
                  <c:v>51</c:v>
                </c:pt>
                <c:pt idx="1507">
                  <c:v>86</c:v>
                </c:pt>
                <c:pt idx="1508">
                  <c:v>24</c:v>
                </c:pt>
                <c:pt idx="1509">
                  <c:v>11</c:v>
                </c:pt>
                <c:pt idx="1510">
                  <c:v>11</c:v>
                </c:pt>
                <c:pt idx="1511">
                  <c:v>101</c:v>
                </c:pt>
                <c:pt idx="1512">
                  <c:v>25</c:v>
                </c:pt>
                <c:pt idx="1513">
                  <c:v>30</c:v>
                </c:pt>
                <c:pt idx="1514">
                  <c:v>18</c:v>
                </c:pt>
                <c:pt idx="1515">
                  <c:v>45</c:v>
                </c:pt>
                <c:pt idx="1516">
                  <c:v>29</c:v>
                </c:pt>
                <c:pt idx="1517">
                  <c:v>71</c:v>
                </c:pt>
                <c:pt idx="1518">
                  <c:v>22</c:v>
                </c:pt>
                <c:pt idx="1519">
                  <c:v>16</c:v>
                </c:pt>
                <c:pt idx="1520">
                  <c:v>54</c:v>
                </c:pt>
                <c:pt idx="1521">
                  <c:v>25</c:v>
                </c:pt>
                <c:pt idx="1522">
                  <c:v>18</c:v>
                </c:pt>
                <c:pt idx="1523">
                  <c:v>12</c:v>
                </c:pt>
                <c:pt idx="1524">
                  <c:v>22</c:v>
                </c:pt>
                <c:pt idx="1525">
                  <c:v>11</c:v>
                </c:pt>
                <c:pt idx="1526">
                  <c:v>30</c:v>
                </c:pt>
                <c:pt idx="1527">
                  <c:v>22</c:v>
                </c:pt>
                <c:pt idx="1528">
                  <c:v>96</c:v>
                </c:pt>
                <c:pt idx="1529">
                  <c:v>25</c:v>
                </c:pt>
                <c:pt idx="1530">
                  <c:v>19</c:v>
                </c:pt>
                <c:pt idx="1531">
                  <c:v>20</c:v>
                </c:pt>
                <c:pt idx="1532">
                  <c:v>6</c:v>
                </c:pt>
                <c:pt idx="1533">
                  <c:v>34</c:v>
                </c:pt>
                <c:pt idx="1534">
                  <c:v>22</c:v>
                </c:pt>
                <c:pt idx="1535">
                  <c:v>67</c:v>
                </c:pt>
                <c:pt idx="1536">
                  <c:v>65</c:v>
                </c:pt>
                <c:pt idx="1537">
                  <c:v>16</c:v>
                </c:pt>
                <c:pt idx="1538">
                  <c:v>73</c:v>
                </c:pt>
                <c:pt idx="1539">
                  <c:v>12</c:v>
                </c:pt>
                <c:pt idx="1540">
                  <c:v>17</c:v>
                </c:pt>
                <c:pt idx="1541">
                  <c:v>24</c:v>
                </c:pt>
                <c:pt idx="1542">
                  <c:v>29</c:v>
                </c:pt>
                <c:pt idx="1543">
                  <c:v>18</c:v>
                </c:pt>
                <c:pt idx="1544">
                  <c:v>25</c:v>
                </c:pt>
                <c:pt idx="1545">
                  <c:v>33</c:v>
                </c:pt>
                <c:pt idx="1546">
                  <c:v>31</c:v>
                </c:pt>
                <c:pt idx="1547">
                  <c:v>12</c:v>
                </c:pt>
                <c:pt idx="1548">
                  <c:v>26</c:v>
                </c:pt>
                <c:pt idx="1549">
                  <c:v>19</c:v>
                </c:pt>
                <c:pt idx="1550">
                  <c:v>23</c:v>
                </c:pt>
                <c:pt idx="1551">
                  <c:v>13</c:v>
                </c:pt>
                <c:pt idx="1552">
                  <c:v>51</c:v>
                </c:pt>
                <c:pt idx="1553">
                  <c:v>25</c:v>
                </c:pt>
                <c:pt idx="1554">
                  <c:v>58</c:v>
                </c:pt>
                <c:pt idx="1555">
                  <c:v>22</c:v>
                </c:pt>
                <c:pt idx="1556">
                  <c:v>9</c:v>
                </c:pt>
                <c:pt idx="1557">
                  <c:v>13</c:v>
                </c:pt>
                <c:pt idx="1558">
                  <c:v>16</c:v>
                </c:pt>
                <c:pt idx="1559">
                  <c:v>26</c:v>
                </c:pt>
                <c:pt idx="1560">
                  <c:v>19</c:v>
                </c:pt>
                <c:pt idx="1561">
                  <c:v>191</c:v>
                </c:pt>
                <c:pt idx="1562">
                  <c:v>33</c:v>
                </c:pt>
                <c:pt idx="1563">
                  <c:v>7</c:v>
                </c:pt>
                <c:pt idx="1564">
                  <c:v>37</c:v>
                </c:pt>
                <c:pt idx="1565">
                  <c:v>47</c:v>
                </c:pt>
                <c:pt idx="1566">
                  <c:v>35</c:v>
                </c:pt>
                <c:pt idx="1567">
                  <c:v>25</c:v>
                </c:pt>
                <c:pt idx="1568">
                  <c:v>32</c:v>
                </c:pt>
                <c:pt idx="1569">
                  <c:v>20</c:v>
                </c:pt>
                <c:pt idx="1570">
                  <c:v>40</c:v>
                </c:pt>
                <c:pt idx="1571">
                  <c:v>21</c:v>
                </c:pt>
                <c:pt idx="1572">
                  <c:v>15</c:v>
                </c:pt>
                <c:pt idx="1573">
                  <c:v>33</c:v>
                </c:pt>
                <c:pt idx="1574">
                  <c:v>17</c:v>
                </c:pt>
                <c:pt idx="1575">
                  <c:v>26</c:v>
                </c:pt>
                <c:pt idx="1576">
                  <c:v>15</c:v>
                </c:pt>
                <c:pt idx="1577">
                  <c:v>25</c:v>
                </c:pt>
                <c:pt idx="1578">
                  <c:v>27</c:v>
                </c:pt>
                <c:pt idx="1579">
                  <c:v>17</c:v>
                </c:pt>
                <c:pt idx="1580">
                  <c:v>22</c:v>
                </c:pt>
                <c:pt idx="1581">
                  <c:v>40</c:v>
                </c:pt>
                <c:pt idx="1582">
                  <c:v>17</c:v>
                </c:pt>
                <c:pt idx="1583">
                  <c:v>25</c:v>
                </c:pt>
                <c:pt idx="1584">
                  <c:v>25</c:v>
                </c:pt>
                <c:pt idx="1585">
                  <c:v>12</c:v>
                </c:pt>
                <c:pt idx="1586">
                  <c:v>75</c:v>
                </c:pt>
                <c:pt idx="1587">
                  <c:v>121</c:v>
                </c:pt>
                <c:pt idx="1588">
                  <c:v>19</c:v>
                </c:pt>
                <c:pt idx="1589">
                  <c:v>50</c:v>
                </c:pt>
                <c:pt idx="1590">
                  <c:v>94</c:v>
                </c:pt>
                <c:pt idx="1591">
                  <c:v>87</c:v>
                </c:pt>
                <c:pt idx="1592">
                  <c:v>41</c:v>
                </c:pt>
                <c:pt idx="1593">
                  <c:v>64</c:v>
                </c:pt>
                <c:pt idx="1594">
                  <c:v>8</c:v>
                </c:pt>
                <c:pt idx="1595">
                  <c:v>23</c:v>
                </c:pt>
                <c:pt idx="1596">
                  <c:v>21</c:v>
                </c:pt>
                <c:pt idx="1597">
                  <c:v>59</c:v>
                </c:pt>
                <c:pt idx="1598">
                  <c:v>79</c:v>
                </c:pt>
                <c:pt idx="1599">
                  <c:v>33</c:v>
                </c:pt>
                <c:pt idx="1600">
                  <c:v>29</c:v>
                </c:pt>
                <c:pt idx="1601">
                  <c:v>36</c:v>
                </c:pt>
                <c:pt idx="1602">
                  <c:v>129</c:v>
                </c:pt>
                <c:pt idx="1603">
                  <c:v>18</c:v>
                </c:pt>
                <c:pt idx="1604">
                  <c:v>32</c:v>
                </c:pt>
                <c:pt idx="1605">
                  <c:v>37</c:v>
                </c:pt>
                <c:pt idx="1606">
                  <c:v>27</c:v>
                </c:pt>
                <c:pt idx="1607">
                  <c:v>14</c:v>
                </c:pt>
                <c:pt idx="1608">
                  <c:v>28</c:v>
                </c:pt>
                <c:pt idx="1609">
                  <c:v>14</c:v>
                </c:pt>
                <c:pt idx="1610">
                  <c:v>23</c:v>
                </c:pt>
                <c:pt idx="1611">
                  <c:v>32</c:v>
                </c:pt>
                <c:pt idx="1612">
                  <c:v>71</c:v>
                </c:pt>
                <c:pt idx="1613">
                  <c:v>8</c:v>
                </c:pt>
                <c:pt idx="1614">
                  <c:v>78</c:v>
                </c:pt>
                <c:pt idx="1615">
                  <c:v>21</c:v>
                </c:pt>
                <c:pt idx="1616">
                  <c:v>39</c:v>
                </c:pt>
                <c:pt idx="1617">
                  <c:v>31</c:v>
                </c:pt>
                <c:pt idx="1618">
                  <c:v>13</c:v>
                </c:pt>
                <c:pt idx="1619">
                  <c:v>22</c:v>
                </c:pt>
                <c:pt idx="1620">
                  <c:v>32</c:v>
                </c:pt>
                <c:pt idx="1621">
                  <c:v>45</c:v>
                </c:pt>
                <c:pt idx="1622">
                  <c:v>84</c:v>
                </c:pt>
                <c:pt idx="1623">
                  <c:v>24</c:v>
                </c:pt>
                <c:pt idx="1624">
                  <c:v>71</c:v>
                </c:pt>
                <c:pt idx="1625">
                  <c:v>36</c:v>
                </c:pt>
                <c:pt idx="1626">
                  <c:v>57</c:v>
                </c:pt>
                <c:pt idx="1627">
                  <c:v>55</c:v>
                </c:pt>
                <c:pt idx="1628">
                  <c:v>55</c:v>
                </c:pt>
                <c:pt idx="1629">
                  <c:v>49</c:v>
                </c:pt>
                <c:pt idx="1630">
                  <c:v>29</c:v>
                </c:pt>
                <c:pt idx="1631">
                  <c:v>20</c:v>
                </c:pt>
                <c:pt idx="1632">
                  <c:v>16</c:v>
                </c:pt>
                <c:pt idx="1633">
                  <c:v>228</c:v>
                </c:pt>
                <c:pt idx="1634">
                  <c:v>19</c:v>
                </c:pt>
                <c:pt idx="1635">
                  <c:v>27</c:v>
                </c:pt>
                <c:pt idx="1636">
                  <c:v>42</c:v>
                </c:pt>
                <c:pt idx="1637">
                  <c:v>53</c:v>
                </c:pt>
                <c:pt idx="1638">
                  <c:v>42</c:v>
                </c:pt>
                <c:pt idx="1639">
                  <c:v>7</c:v>
                </c:pt>
                <c:pt idx="1640">
                  <c:v>39</c:v>
                </c:pt>
                <c:pt idx="1641">
                  <c:v>44</c:v>
                </c:pt>
                <c:pt idx="1642">
                  <c:v>55</c:v>
                </c:pt>
                <c:pt idx="1643">
                  <c:v>9</c:v>
                </c:pt>
                <c:pt idx="1644">
                  <c:v>60</c:v>
                </c:pt>
                <c:pt idx="1645">
                  <c:v>54</c:v>
                </c:pt>
                <c:pt idx="1646">
                  <c:v>255</c:v>
                </c:pt>
                <c:pt idx="1647">
                  <c:v>52</c:v>
                </c:pt>
                <c:pt idx="1648">
                  <c:v>57</c:v>
                </c:pt>
                <c:pt idx="1649">
                  <c:v>15</c:v>
                </c:pt>
                <c:pt idx="1650">
                  <c:v>19</c:v>
                </c:pt>
                <c:pt idx="1651">
                  <c:v>51</c:v>
                </c:pt>
                <c:pt idx="1652">
                  <c:v>41</c:v>
                </c:pt>
                <c:pt idx="1653">
                  <c:v>34</c:v>
                </c:pt>
                <c:pt idx="1654">
                  <c:v>37</c:v>
                </c:pt>
                <c:pt idx="1655">
                  <c:v>8</c:v>
                </c:pt>
                <c:pt idx="1656">
                  <c:v>32</c:v>
                </c:pt>
                <c:pt idx="1657">
                  <c:v>22</c:v>
                </c:pt>
                <c:pt idx="1658">
                  <c:v>32</c:v>
                </c:pt>
                <c:pt idx="1659">
                  <c:v>39</c:v>
                </c:pt>
                <c:pt idx="1660">
                  <c:v>41</c:v>
                </c:pt>
                <c:pt idx="1661">
                  <c:v>33</c:v>
                </c:pt>
                <c:pt idx="1662">
                  <c:v>40</c:v>
                </c:pt>
                <c:pt idx="1663">
                  <c:v>33</c:v>
                </c:pt>
                <c:pt idx="1664">
                  <c:v>10</c:v>
                </c:pt>
                <c:pt idx="1665">
                  <c:v>34</c:v>
                </c:pt>
                <c:pt idx="1666">
                  <c:v>30</c:v>
                </c:pt>
                <c:pt idx="1667">
                  <c:v>27</c:v>
                </c:pt>
                <c:pt idx="1668">
                  <c:v>9</c:v>
                </c:pt>
                <c:pt idx="1669">
                  <c:v>58</c:v>
                </c:pt>
                <c:pt idx="1670">
                  <c:v>14</c:v>
                </c:pt>
                <c:pt idx="1671">
                  <c:v>22</c:v>
                </c:pt>
                <c:pt idx="1672">
                  <c:v>32</c:v>
                </c:pt>
                <c:pt idx="1673">
                  <c:v>23</c:v>
                </c:pt>
                <c:pt idx="1674">
                  <c:v>33</c:v>
                </c:pt>
                <c:pt idx="1675">
                  <c:v>18</c:v>
                </c:pt>
                <c:pt idx="1676">
                  <c:v>19</c:v>
                </c:pt>
                <c:pt idx="1677">
                  <c:v>18</c:v>
                </c:pt>
                <c:pt idx="1678">
                  <c:v>49</c:v>
                </c:pt>
                <c:pt idx="1679">
                  <c:v>111</c:v>
                </c:pt>
                <c:pt idx="1680">
                  <c:v>34</c:v>
                </c:pt>
                <c:pt idx="1681">
                  <c:v>23</c:v>
                </c:pt>
                <c:pt idx="1682">
                  <c:v>19</c:v>
                </c:pt>
                <c:pt idx="1683">
                  <c:v>39</c:v>
                </c:pt>
                <c:pt idx="1684">
                  <c:v>34</c:v>
                </c:pt>
                <c:pt idx="1685">
                  <c:v>110</c:v>
                </c:pt>
                <c:pt idx="1686">
                  <c:v>19</c:v>
                </c:pt>
                <c:pt idx="1687">
                  <c:v>16</c:v>
                </c:pt>
                <c:pt idx="1688">
                  <c:v>43</c:v>
                </c:pt>
                <c:pt idx="1689">
                  <c:v>40</c:v>
                </c:pt>
                <c:pt idx="1690">
                  <c:v>37</c:v>
                </c:pt>
                <c:pt idx="1691">
                  <c:v>21</c:v>
                </c:pt>
                <c:pt idx="1692">
                  <c:v>29</c:v>
                </c:pt>
                <c:pt idx="1693">
                  <c:v>20</c:v>
                </c:pt>
                <c:pt idx="1694">
                  <c:v>17</c:v>
                </c:pt>
                <c:pt idx="1695">
                  <c:v>41</c:v>
                </c:pt>
                <c:pt idx="1696">
                  <c:v>74</c:v>
                </c:pt>
                <c:pt idx="1697">
                  <c:v>21</c:v>
                </c:pt>
                <c:pt idx="1698">
                  <c:v>63</c:v>
                </c:pt>
                <c:pt idx="1699">
                  <c:v>17</c:v>
                </c:pt>
                <c:pt idx="1700">
                  <c:v>18</c:v>
                </c:pt>
                <c:pt idx="1701">
                  <c:v>16</c:v>
                </c:pt>
                <c:pt idx="1702">
                  <c:v>11</c:v>
                </c:pt>
                <c:pt idx="1703">
                  <c:v>29</c:v>
                </c:pt>
                <c:pt idx="1704">
                  <c:v>41</c:v>
                </c:pt>
                <c:pt idx="1705">
                  <c:v>37</c:v>
                </c:pt>
                <c:pt idx="1706">
                  <c:v>20</c:v>
                </c:pt>
                <c:pt idx="1707">
                  <c:v>24</c:v>
                </c:pt>
                <c:pt idx="1708">
                  <c:v>21</c:v>
                </c:pt>
                <c:pt idx="1709">
                  <c:v>55</c:v>
                </c:pt>
                <c:pt idx="1710">
                  <c:v>95</c:v>
                </c:pt>
                <c:pt idx="1711">
                  <c:v>20</c:v>
                </c:pt>
                <c:pt idx="1712">
                  <c:v>51</c:v>
                </c:pt>
                <c:pt idx="1713">
                  <c:v>21</c:v>
                </c:pt>
                <c:pt idx="1714">
                  <c:v>34</c:v>
                </c:pt>
                <c:pt idx="1715">
                  <c:v>98</c:v>
                </c:pt>
                <c:pt idx="1716">
                  <c:v>57</c:v>
                </c:pt>
                <c:pt idx="1717">
                  <c:v>16</c:v>
                </c:pt>
                <c:pt idx="1718">
                  <c:v>74</c:v>
                </c:pt>
                <c:pt idx="1719">
                  <c:v>16</c:v>
                </c:pt>
                <c:pt idx="1720">
                  <c:v>23</c:v>
                </c:pt>
                <c:pt idx="1721">
                  <c:v>28</c:v>
                </c:pt>
                <c:pt idx="1722">
                  <c:v>15</c:v>
                </c:pt>
                <c:pt idx="1723">
                  <c:v>22</c:v>
                </c:pt>
                <c:pt idx="1724">
                  <c:v>36</c:v>
                </c:pt>
                <c:pt idx="1725">
                  <c:v>28</c:v>
                </c:pt>
                <c:pt idx="1726">
                  <c:v>24</c:v>
                </c:pt>
                <c:pt idx="1727">
                  <c:v>12</c:v>
                </c:pt>
                <c:pt idx="1728">
                  <c:v>33</c:v>
                </c:pt>
                <c:pt idx="1729">
                  <c:v>21</c:v>
                </c:pt>
                <c:pt idx="1730">
                  <c:v>12</c:v>
                </c:pt>
                <c:pt idx="1731">
                  <c:v>26</c:v>
                </c:pt>
                <c:pt idx="1732">
                  <c:v>15</c:v>
                </c:pt>
                <c:pt idx="1733">
                  <c:v>42</c:v>
                </c:pt>
                <c:pt idx="1734">
                  <c:v>30</c:v>
                </c:pt>
                <c:pt idx="1735">
                  <c:v>13</c:v>
                </c:pt>
                <c:pt idx="1736">
                  <c:v>20</c:v>
                </c:pt>
                <c:pt idx="1737">
                  <c:v>14</c:v>
                </c:pt>
                <c:pt idx="1738">
                  <c:v>28</c:v>
                </c:pt>
                <c:pt idx="1739">
                  <c:v>25</c:v>
                </c:pt>
                <c:pt idx="1740">
                  <c:v>23</c:v>
                </c:pt>
                <c:pt idx="1741">
                  <c:v>9</c:v>
                </c:pt>
                <c:pt idx="1742">
                  <c:v>30</c:v>
                </c:pt>
                <c:pt idx="1743">
                  <c:v>22</c:v>
                </c:pt>
                <c:pt idx="1744">
                  <c:v>72</c:v>
                </c:pt>
                <c:pt idx="1745">
                  <c:v>70</c:v>
                </c:pt>
                <c:pt idx="1746">
                  <c:v>24</c:v>
                </c:pt>
                <c:pt idx="1747">
                  <c:v>47</c:v>
                </c:pt>
                <c:pt idx="1748">
                  <c:v>22</c:v>
                </c:pt>
                <c:pt idx="1749">
                  <c:v>13</c:v>
                </c:pt>
                <c:pt idx="1750">
                  <c:v>75</c:v>
                </c:pt>
                <c:pt idx="1751">
                  <c:v>62</c:v>
                </c:pt>
                <c:pt idx="1752">
                  <c:v>13</c:v>
                </c:pt>
                <c:pt idx="1753">
                  <c:v>42</c:v>
                </c:pt>
                <c:pt idx="1754">
                  <c:v>34</c:v>
                </c:pt>
                <c:pt idx="1755">
                  <c:v>53</c:v>
                </c:pt>
                <c:pt idx="1756">
                  <c:v>60</c:v>
                </c:pt>
                <c:pt idx="1757">
                  <c:v>25</c:v>
                </c:pt>
                <c:pt idx="1758">
                  <c:v>66</c:v>
                </c:pt>
                <c:pt idx="1759">
                  <c:v>21</c:v>
                </c:pt>
                <c:pt idx="1760">
                  <c:v>20</c:v>
                </c:pt>
                <c:pt idx="1761">
                  <c:v>159</c:v>
                </c:pt>
                <c:pt idx="1762">
                  <c:v>111</c:v>
                </c:pt>
                <c:pt idx="1763">
                  <c:v>28</c:v>
                </c:pt>
                <c:pt idx="1764">
                  <c:v>32</c:v>
                </c:pt>
                <c:pt idx="1765">
                  <c:v>9</c:v>
                </c:pt>
                <c:pt idx="1766">
                  <c:v>55</c:v>
                </c:pt>
                <c:pt idx="1767">
                  <c:v>18</c:v>
                </c:pt>
                <c:pt idx="1768">
                  <c:v>28</c:v>
                </c:pt>
                <c:pt idx="1769">
                  <c:v>38</c:v>
                </c:pt>
                <c:pt idx="1770">
                  <c:v>76</c:v>
                </c:pt>
                <c:pt idx="1771">
                  <c:v>16</c:v>
                </c:pt>
                <c:pt idx="1772">
                  <c:v>57</c:v>
                </c:pt>
                <c:pt idx="1773">
                  <c:v>39</c:v>
                </c:pt>
                <c:pt idx="1774">
                  <c:v>19</c:v>
                </c:pt>
                <c:pt idx="1775">
                  <c:v>15</c:v>
                </c:pt>
                <c:pt idx="1776">
                  <c:v>46</c:v>
                </c:pt>
                <c:pt idx="1777">
                  <c:v>34</c:v>
                </c:pt>
                <c:pt idx="1778">
                  <c:v>126</c:v>
                </c:pt>
                <c:pt idx="1779">
                  <c:v>14</c:v>
                </c:pt>
                <c:pt idx="1780">
                  <c:v>21</c:v>
                </c:pt>
                <c:pt idx="1781">
                  <c:v>13</c:v>
                </c:pt>
                <c:pt idx="1782">
                  <c:v>15</c:v>
                </c:pt>
                <c:pt idx="1783">
                  <c:v>24</c:v>
                </c:pt>
                <c:pt idx="1784">
                  <c:v>17</c:v>
                </c:pt>
                <c:pt idx="1785">
                  <c:v>41</c:v>
                </c:pt>
                <c:pt idx="1786">
                  <c:v>15</c:v>
                </c:pt>
                <c:pt idx="1787">
                  <c:v>18</c:v>
                </c:pt>
                <c:pt idx="1788">
                  <c:v>24</c:v>
                </c:pt>
                <c:pt idx="1789">
                  <c:v>27</c:v>
                </c:pt>
                <c:pt idx="1790">
                  <c:v>27</c:v>
                </c:pt>
                <c:pt idx="1791">
                  <c:v>29</c:v>
                </c:pt>
                <c:pt idx="1792">
                  <c:v>24</c:v>
                </c:pt>
                <c:pt idx="1793">
                  <c:v>17</c:v>
                </c:pt>
                <c:pt idx="1794">
                  <c:v>22</c:v>
                </c:pt>
                <c:pt idx="1795">
                  <c:v>15</c:v>
                </c:pt>
                <c:pt idx="1796">
                  <c:v>5</c:v>
                </c:pt>
                <c:pt idx="1797">
                  <c:v>18</c:v>
                </c:pt>
                <c:pt idx="1798">
                  <c:v>15</c:v>
                </c:pt>
                <c:pt idx="1799">
                  <c:v>16</c:v>
                </c:pt>
                <c:pt idx="1800">
                  <c:v>18</c:v>
                </c:pt>
                <c:pt idx="1801">
                  <c:v>67</c:v>
                </c:pt>
                <c:pt idx="1802">
                  <c:v>24</c:v>
                </c:pt>
                <c:pt idx="1803">
                  <c:v>19</c:v>
                </c:pt>
                <c:pt idx="1804">
                  <c:v>25</c:v>
                </c:pt>
                <c:pt idx="1805">
                  <c:v>29</c:v>
                </c:pt>
                <c:pt idx="1806">
                  <c:v>17</c:v>
                </c:pt>
                <c:pt idx="1807">
                  <c:v>31</c:v>
                </c:pt>
                <c:pt idx="1808">
                  <c:v>36</c:v>
                </c:pt>
                <c:pt idx="1809">
                  <c:v>21</c:v>
                </c:pt>
                <c:pt idx="1810">
                  <c:v>18</c:v>
                </c:pt>
                <c:pt idx="1811">
                  <c:v>48</c:v>
                </c:pt>
                <c:pt idx="1812">
                  <c:v>96</c:v>
                </c:pt>
                <c:pt idx="1813">
                  <c:v>18</c:v>
                </c:pt>
                <c:pt idx="1814">
                  <c:v>18</c:v>
                </c:pt>
                <c:pt idx="1815">
                  <c:v>62</c:v>
                </c:pt>
                <c:pt idx="1816">
                  <c:v>51</c:v>
                </c:pt>
                <c:pt idx="1817">
                  <c:v>54</c:v>
                </c:pt>
                <c:pt idx="1818">
                  <c:v>68</c:v>
                </c:pt>
                <c:pt idx="1819">
                  <c:v>44</c:v>
                </c:pt>
                <c:pt idx="1820">
                  <c:v>23</c:v>
                </c:pt>
                <c:pt idx="1821">
                  <c:v>80</c:v>
                </c:pt>
                <c:pt idx="1822">
                  <c:v>30</c:v>
                </c:pt>
                <c:pt idx="1823">
                  <c:v>13</c:v>
                </c:pt>
                <c:pt idx="1824">
                  <c:v>16</c:v>
                </c:pt>
                <c:pt idx="1825">
                  <c:v>15</c:v>
                </c:pt>
                <c:pt idx="1826">
                  <c:v>44</c:v>
                </c:pt>
                <c:pt idx="1827">
                  <c:v>47</c:v>
                </c:pt>
                <c:pt idx="1828">
                  <c:v>17</c:v>
                </c:pt>
                <c:pt idx="1829">
                  <c:v>27</c:v>
                </c:pt>
                <c:pt idx="1830">
                  <c:v>20</c:v>
                </c:pt>
                <c:pt idx="1831">
                  <c:v>10</c:v>
                </c:pt>
                <c:pt idx="1832">
                  <c:v>25</c:v>
                </c:pt>
                <c:pt idx="1833">
                  <c:v>52</c:v>
                </c:pt>
                <c:pt idx="1834">
                  <c:v>27</c:v>
                </c:pt>
                <c:pt idx="1835">
                  <c:v>19</c:v>
                </c:pt>
                <c:pt idx="1836">
                  <c:v>7</c:v>
                </c:pt>
                <c:pt idx="1837">
                  <c:v>27</c:v>
                </c:pt>
                <c:pt idx="1838">
                  <c:v>54</c:v>
                </c:pt>
                <c:pt idx="1839">
                  <c:v>10</c:v>
                </c:pt>
                <c:pt idx="1840">
                  <c:v>53</c:v>
                </c:pt>
                <c:pt idx="1841">
                  <c:v>24</c:v>
                </c:pt>
                <c:pt idx="1842">
                  <c:v>34</c:v>
                </c:pt>
                <c:pt idx="1843">
                  <c:v>25</c:v>
                </c:pt>
                <c:pt idx="1844">
                  <c:v>49</c:v>
                </c:pt>
                <c:pt idx="1845">
                  <c:v>18</c:v>
                </c:pt>
                <c:pt idx="1846">
                  <c:v>66</c:v>
                </c:pt>
                <c:pt idx="1847">
                  <c:v>13</c:v>
                </c:pt>
                <c:pt idx="1848">
                  <c:v>82</c:v>
                </c:pt>
                <c:pt idx="1849">
                  <c:v>14</c:v>
                </c:pt>
                <c:pt idx="1850">
                  <c:v>27</c:v>
                </c:pt>
                <c:pt idx="1851">
                  <c:v>15</c:v>
                </c:pt>
                <c:pt idx="1852">
                  <c:v>29</c:v>
                </c:pt>
                <c:pt idx="1853">
                  <c:v>7</c:v>
                </c:pt>
                <c:pt idx="1854">
                  <c:v>94</c:v>
                </c:pt>
                <c:pt idx="1855">
                  <c:v>49</c:v>
                </c:pt>
                <c:pt idx="1856">
                  <c:v>25</c:v>
                </c:pt>
                <c:pt idx="1857">
                  <c:v>50</c:v>
                </c:pt>
                <c:pt idx="1858">
                  <c:v>17</c:v>
                </c:pt>
                <c:pt idx="1859">
                  <c:v>17</c:v>
                </c:pt>
                <c:pt idx="1860">
                  <c:v>54</c:v>
                </c:pt>
                <c:pt idx="1861">
                  <c:v>38</c:v>
                </c:pt>
                <c:pt idx="1862">
                  <c:v>14</c:v>
                </c:pt>
                <c:pt idx="1863">
                  <c:v>16</c:v>
                </c:pt>
                <c:pt idx="1864">
                  <c:v>17</c:v>
                </c:pt>
                <c:pt idx="1865">
                  <c:v>17</c:v>
                </c:pt>
                <c:pt idx="1866">
                  <c:v>69</c:v>
                </c:pt>
                <c:pt idx="1867">
                  <c:v>12</c:v>
                </c:pt>
                <c:pt idx="1868">
                  <c:v>74</c:v>
                </c:pt>
                <c:pt idx="1869">
                  <c:v>84</c:v>
                </c:pt>
                <c:pt idx="1870">
                  <c:v>40</c:v>
                </c:pt>
                <c:pt idx="1871">
                  <c:v>28</c:v>
                </c:pt>
                <c:pt idx="1872">
                  <c:v>73</c:v>
                </c:pt>
                <c:pt idx="1873">
                  <c:v>18</c:v>
                </c:pt>
                <c:pt idx="1874">
                  <c:v>38</c:v>
                </c:pt>
                <c:pt idx="1875">
                  <c:v>33</c:v>
                </c:pt>
                <c:pt idx="1876">
                  <c:v>44</c:v>
                </c:pt>
                <c:pt idx="1877">
                  <c:v>9</c:v>
                </c:pt>
                <c:pt idx="1878">
                  <c:v>17</c:v>
                </c:pt>
                <c:pt idx="1879">
                  <c:v>66</c:v>
                </c:pt>
                <c:pt idx="1880">
                  <c:v>14</c:v>
                </c:pt>
                <c:pt idx="1881">
                  <c:v>16</c:v>
                </c:pt>
                <c:pt idx="1882">
                  <c:v>20</c:v>
                </c:pt>
                <c:pt idx="1883">
                  <c:v>18</c:v>
                </c:pt>
                <c:pt idx="1884">
                  <c:v>21</c:v>
                </c:pt>
                <c:pt idx="1885">
                  <c:v>74</c:v>
                </c:pt>
                <c:pt idx="1886">
                  <c:v>20</c:v>
                </c:pt>
                <c:pt idx="1887">
                  <c:v>37</c:v>
                </c:pt>
                <c:pt idx="1888">
                  <c:v>16</c:v>
                </c:pt>
                <c:pt idx="1889">
                  <c:v>24</c:v>
                </c:pt>
                <c:pt idx="1890">
                  <c:v>94</c:v>
                </c:pt>
                <c:pt idx="1891">
                  <c:v>44</c:v>
                </c:pt>
                <c:pt idx="1892">
                  <c:v>12</c:v>
                </c:pt>
                <c:pt idx="1893">
                  <c:v>36</c:v>
                </c:pt>
                <c:pt idx="1894">
                  <c:v>45</c:v>
                </c:pt>
                <c:pt idx="1895">
                  <c:v>21</c:v>
                </c:pt>
                <c:pt idx="1896">
                  <c:v>50</c:v>
                </c:pt>
                <c:pt idx="1897">
                  <c:v>19</c:v>
                </c:pt>
                <c:pt idx="1898">
                  <c:v>20</c:v>
                </c:pt>
                <c:pt idx="1899">
                  <c:v>43</c:v>
                </c:pt>
                <c:pt idx="1900">
                  <c:v>26</c:v>
                </c:pt>
                <c:pt idx="1901">
                  <c:v>17</c:v>
                </c:pt>
                <c:pt idx="1902">
                  <c:v>14</c:v>
                </c:pt>
                <c:pt idx="1903">
                  <c:v>13</c:v>
                </c:pt>
                <c:pt idx="1904">
                  <c:v>30</c:v>
                </c:pt>
                <c:pt idx="1905">
                  <c:v>52</c:v>
                </c:pt>
                <c:pt idx="1906">
                  <c:v>19</c:v>
                </c:pt>
                <c:pt idx="1907">
                  <c:v>35</c:v>
                </c:pt>
                <c:pt idx="1908">
                  <c:v>10</c:v>
                </c:pt>
                <c:pt idx="1909">
                  <c:v>24</c:v>
                </c:pt>
                <c:pt idx="1910">
                  <c:v>10</c:v>
                </c:pt>
                <c:pt idx="1911">
                  <c:v>31</c:v>
                </c:pt>
                <c:pt idx="1912">
                  <c:v>20</c:v>
                </c:pt>
                <c:pt idx="1913">
                  <c:v>32</c:v>
                </c:pt>
                <c:pt idx="1914">
                  <c:v>14</c:v>
                </c:pt>
                <c:pt idx="1915">
                  <c:v>72</c:v>
                </c:pt>
                <c:pt idx="1916">
                  <c:v>30</c:v>
                </c:pt>
                <c:pt idx="1917">
                  <c:v>84</c:v>
                </c:pt>
                <c:pt idx="1918">
                  <c:v>11</c:v>
                </c:pt>
                <c:pt idx="1919">
                  <c:v>31</c:v>
                </c:pt>
                <c:pt idx="1920">
                  <c:v>14</c:v>
                </c:pt>
                <c:pt idx="1921">
                  <c:v>51</c:v>
                </c:pt>
                <c:pt idx="1922">
                  <c:v>19</c:v>
                </c:pt>
                <c:pt idx="1923">
                  <c:v>44</c:v>
                </c:pt>
                <c:pt idx="1924">
                  <c:v>21</c:v>
                </c:pt>
                <c:pt idx="1925">
                  <c:v>40</c:v>
                </c:pt>
                <c:pt idx="1926">
                  <c:v>9</c:v>
                </c:pt>
                <c:pt idx="1927">
                  <c:v>13</c:v>
                </c:pt>
                <c:pt idx="1928">
                  <c:v>88</c:v>
                </c:pt>
                <c:pt idx="1929">
                  <c:v>46</c:v>
                </c:pt>
                <c:pt idx="1930">
                  <c:v>21</c:v>
                </c:pt>
                <c:pt idx="1931">
                  <c:v>14</c:v>
                </c:pt>
                <c:pt idx="1932">
                  <c:v>31</c:v>
                </c:pt>
                <c:pt idx="1933">
                  <c:v>22</c:v>
                </c:pt>
                <c:pt idx="1934">
                  <c:v>39</c:v>
                </c:pt>
                <c:pt idx="1935">
                  <c:v>18</c:v>
                </c:pt>
                <c:pt idx="1936">
                  <c:v>25</c:v>
                </c:pt>
                <c:pt idx="1937">
                  <c:v>36</c:v>
                </c:pt>
                <c:pt idx="1938">
                  <c:v>12</c:v>
                </c:pt>
                <c:pt idx="1939">
                  <c:v>4</c:v>
                </c:pt>
                <c:pt idx="1940">
                  <c:v>22</c:v>
                </c:pt>
                <c:pt idx="1941">
                  <c:v>42</c:v>
                </c:pt>
                <c:pt idx="1942">
                  <c:v>45</c:v>
                </c:pt>
                <c:pt idx="1943">
                  <c:v>24</c:v>
                </c:pt>
                <c:pt idx="1944">
                  <c:v>13</c:v>
                </c:pt>
                <c:pt idx="1945">
                  <c:v>22</c:v>
                </c:pt>
                <c:pt idx="1946">
                  <c:v>41</c:v>
                </c:pt>
                <c:pt idx="1947">
                  <c:v>6</c:v>
                </c:pt>
                <c:pt idx="1948">
                  <c:v>21</c:v>
                </c:pt>
                <c:pt idx="1949">
                  <c:v>92</c:v>
                </c:pt>
                <c:pt idx="1950">
                  <c:v>87</c:v>
                </c:pt>
                <c:pt idx="1951">
                  <c:v>13</c:v>
                </c:pt>
                <c:pt idx="1952">
                  <c:v>14</c:v>
                </c:pt>
                <c:pt idx="1953">
                  <c:v>62</c:v>
                </c:pt>
                <c:pt idx="1954">
                  <c:v>26</c:v>
                </c:pt>
                <c:pt idx="1955">
                  <c:v>12</c:v>
                </c:pt>
                <c:pt idx="1956">
                  <c:v>16</c:v>
                </c:pt>
                <c:pt idx="1957">
                  <c:v>16</c:v>
                </c:pt>
                <c:pt idx="1958">
                  <c:v>16</c:v>
                </c:pt>
                <c:pt idx="1959">
                  <c:v>12</c:v>
                </c:pt>
                <c:pt idx="1960">
                  <c:v>23</c:v>
                </c:pt>
                <c:pt idx="1961">
                  <c:v>20</c:v>
                </c:pt>
                <c:pt idx="1962">
                  <c:v>21</c:v>
                </c:pt>
                <c:pt idx="1963">
                  <c:v>12</c:v>
                </c:pt>
                <c:pt idx="1964">
                  <c:v>44</c:v>
                </c:pt>
                <c:pt idx="1965">
                  <c:v>38</c:v>
                </c:pt>
                <c:pt idx="1966">
                  <c:v>49</c:v>
                </c:pt>
                <c:pt idx="1967">
                  <c:v>4</c:v>
                </c:pt>
                <c:pt idx="1968">
                  <c:v>28</c:v>
                </c:pt>
                <c:pt idx="1969">
                  <c:v>8</c:v>
                </c:pt>
                <c:pt idx="1970">
                  <c:v>17</c:v>
                </c:pt>
                <c:pt idx="1971">
                  <c:v>61</c:v>
                </c:pt>
                <c:pt idx="1972">
                  <c:v>41</c:v>
                </c:pt>
                <c:pt idx="1973">
                  <c:v>93</c:v>
                </c:pt>
                <c:pt idx="1974">
                  <c:v>84</c:v>
                </c:pt>
                <c:pt idx="1975">
                  <c:v>36</c:v>
                </c:pt>
                <c:pt idx="1976">
                  <c:v>27</c:v>
                </c:pt>
                <c:pt idx="1977">
                  <c:v>18</c:v>
                </c:pt>
                <c:pt idx="1978">
                  <c:v>14</c:v>
                </c:pt>
                <c:pt idx="1979">
                  <c:v>21</c:v>
                </c:pt>
                <c:pt idx="1980">
                  <c:v>48</c:v>
                </c:pt>
                <c:pt idx="1981">
                  <c:v>24</c:v>
                </c:pt>
                <c:pt idx="1982">
                  <c:v>40</c:v>
                </c:pt>
                <c:pt idx="1983">
                  <c:v>55</c:v>
                </c:pt>
                <c:pt idx="1984">
                  <c:v>28</c:v>
                </c:pt>
                <c:pt idx="1985">
                  <c:v>22</c:v>
                </c:pt>
                <c:pt idx="1986">
                  <c:v>25</c:v>
                </c:pt>
                <c:pt idx="1987">
                  <c:v>17</c:v>
                </c:pt>
                <c:pt idx="1988">
                  <c:v>18</c:v>
                </c:pt>
                <c:pt idx="1989">
                  <c:v>51</c:v>
                </c:pt>
                <c:pt idx="1990">
                  <c:v>76</c:v>
                </c:pt>
                <c:pt idx="1991">
                  <c:v>30</c:v>
                </c:pt>
                <c:pt idx="1992">
                  <c:v>81</c:v>
                </c:pt>
                <c:pt idx="1993">
                  <c:v>20</c:v>
                </c:pt>
                <c:pt idx="1994">
                  <c:v>22</c:v>
                </c:pt>
                <c:pt idx="1995">
                  <c:v>18</c:v>
                </c:pt>
                <c:pt idx="1996">
                  <c:v>54</c:v>
                </c:pt>
                <c:pt idx="1997">
                  <c:v>24</c:v>
                </c:pt>
                <c:pt idx="1998">
                  <c:v>29</c:v>
                </c:pt>
                <c:pt idx="1999">
                  <c:v>14</c:v>
                </c:pt>
                <c:pt idx="2000">
                  <c:v>53</c:v>
                </c:pt>
                <c:pt idx="2001">
                  <c:v>30</c:v>
                </c:pt>
                <c:pt idx="2002">
                  <c:v>14</c:v>
                </c:pt>
                <c:pt idx="2003">
                  <c:v>29</c:v>
                </c:pt>
                <c:pt idx="2004">
                  <c:v>21</c:v>
                </c:pt>
                <c:pt idx="2005">
                  <c:v>13</c:v>
                </c:pt>
                <c:pt idx="2006">
                  <c:v>79</c:v>
                </c:pt>
                <c:pt idx="2007">
                  <c:v>28</c:v>
                </c:pt>
                <c:pt idx="2008">
                  <c:v>63</c:v>
                </c:pt>
                <c:pt idx="2009">
                  <c:v>53</c:v>
                </c:pt>
                <c:pt idx="2010">
                  <c:v>20</c:v>
                </c:pt>
                <c:pt idx="2011">
                  <c:v>68</c:v>
                </c:pt>
                <c:pt idx="2012">
                  <c:v>24</c:v>
                </c:pt>
                <c:pt idx="2013">
                  <c:v>8</c:v>
                </c:pt>
                <c:pt idx="2014">
                  <c:v>14</c:v>
                </c:pt>
                <c:pt idx="2015">
                  <c:v>20</c:v>
                </c:pt>
                <c:pt idx="2016">
                  <c:v>21</c:v>
                </c:pt>
                <c:pt idx="2017">
                  <c:v>24</c:v>
                </c:pt>
                <c:pt idx="2018">
                  <c:v>39</c:v>
                </c:pt>
                <c:pt idx="2019">
                  <c:v>17</c:v>
                </c:pt>
                <c:pt idx="2020">
                  <c:v>27</c:v>
                </c:pt>
                <c:pt idx="2021">
                  <c:v>16</c:v>
                </c:pt>
                <c:pt idx="2022">
                  <c:v>38</c:v>
                </c:pt>
                <c:pt idx="2023">
                  <c:v>2</c:v>
                </c:pt>
                <c:pt idx="2024">
                  <c:v>72</c:v>
                </c:pt>
                <c:pt idx="2025">
                  <c:v>29</c:v>
                </c:pt>
                <c:pt idx="2026">
                  <c:v>9</c:v>
                </c:pt>
                <c:pt idx="2027">
                  <c:v>101</c:v>
                </c:pt>
                <c:pt idx="2028">
                  <c:v>20</c:v>
                </c:pt>
                <c:pt idx="2029">
                  <c:v>35</c:v>
                </c:pt>
                <c:pt idx="2030">
                  <c:v>29</c:v>
                </c:pt>
                <c:pt idx="2031">
                  <c:v>8</c:v>
                </c:pt>
                <c:pt idx="2032">
                  <c:v>13</c:v>
                </c:pt>
                <c:pt idx="2033">
                  <c:v>18</c:v>
                </c:pt>
                <c:pt idx="2034">
                  <c:v>11</c:v>
                </c:pt>
                <c:pt idx="2035">
                  <c:v>154</c:v>
                </c:pt>
                <c:pt idx="2036">
                  <c:v>20</c:v>
                </c:pt>
                <c:pt idx="2037">
                  <c:v>15</c:v>
                </c:pt>
                <c:pt idx="2038">
                  <c:v>12</c:v>
                </c:pt>
                <c:pt idx="2039">
                  <c:v>81</c:v>
                </c:pt>
                <c:pt idx="2040">
                  <c:v>25</c:v>
                </c:pt>
                <c:pt idx="2041">
                  <c:v>32</c:v>
                </c:pt>
                <c:pt idx="2042">
                  <c:v>43</c:v>
                </c:pt>
                <c:pt idx="2043">
                  <c:v>13</c:v>
                </c:pt>
                <c:pt idx="2044">
                  <c:v>14</c:v>
                </c:pt>
                <c:pt idx="2045">
                  <c:v>14</c:v>
                </c:pt>
                <c:pt idx="2046">
                  <c:v>17</c:v>
                </c:pt>
                <c:pt idx="2047">
                  <c:v>11</c:v>
                </c:pt>
                <c:pt idx="2048">
                  <c:v>16</c:v>
                </c:pt>
                <c:pt idx="2049">
                  <c:v>19</c:v>
                </c:pt>
                <c:pt idx="2050">
                  <c:v>31</c:v>
                </c:pt>
                <c:pt idx="2051">
                  <c:v>11</c:v>
                </c:pt>
                <c:pt idx="2052">
                  <c:v>60</c:v>
                </c:pt>
                <c:pt idx="2053">
                  <c:v>21</c:v>
                </c:pt>
                <c:pt idx="2054">
                  <c:v>51</c:v>
                </c:pt>
                <c:pt idx="2055">
                  <c:v>16</c:v>
                </c:pt>
                <c:pt idx="2056">
                  <c:v>8</c:v>
                </c:pt>
                <c:pt idx="2057">
                  <c:v>18</c:v>
                </c:pt>
                <c:pt idx="2058">
                  <c:v>67</c:v>
                </c:pt>
                <c:pt idx="2059">
                  <c:v>19</c:v>
                </c:pt>
                <c:pt idx="2060">
                  <c:v>18</c:v>
                </c:pt>
                <c:pt idx="2061">
                  <c:v>45</c:v>
                </c:pt>
                <c:pt idx="2062">
                  <c:v>19</c:v>
                </c:pt>
                <c:pt idx="2063">
                  <c:v>18</c:v>
                </c:pt>
                <c:pt idx="2064">
                  <c:v>11</c:v>
                </c:pt>
                <c:pt idx="2065">
                  <c:v>22</c:v>
                </c:pt>
                <c:pt idx="2066">
                  <c:v>12</c:v>
                </c:pt>
                <c:pt idx="2067">
                  <c:v>13</c:v>
                </c:pt>
                <c:pt idx="2068">
                  <c:v>43</c:v>
                </c:pt>
                <c:pt idx="2069">
                  <c:v>20</c:v>
                </c:pt>
                <c:pt idx="2070">
                  <c:v>46</c:v>
                </c:pt>
                <c:pt idx="2071">
                  <c:v>17</c:v>
                </c:pt>
                <c:pt idx="2072">
                  <c:v>19</c:v>
                </c:pt>
                <c:pt idx="2073">
                  <c:v>19</c:v>
                </c:pt>
                <c:pt idx="2074">
                  <c:v>39</c:v>
                </c:pt>
                <c:pt idx="2075">
                  <c:v>21</c:v>
                </c:pt>
                <c:pt idx="2076">
                  <c:v>37</c:v>
                </c:pt>
                <c:pt idx="2077">
                  <c:v>28</c:v>
                </c:pt>
                <c:pt idx="2078">
                  <c:v>8</c:v>
                </c:pt>
                <c:pt idx="2079">
                  <c:v>8</c:v>
                </c:pt>
                <c:pt idx="2080">
                  <c:v>44</c:v>
                </c:pt>
                <c:pt idx="2081">
                  <c:v>21</c:v>
                </c:pt>
                <c:pt idx="2082">
                  <c:v>28</c:v>
                </c:pt>
                <c:pt idx="2083">
                  <c:v>77</c:v>
                </c:pt>
                <c:pt idx="2084">
                  <c:v>10</c:v>
                </c:pt>
                <c:pt idx="2085">
                  <c:v>12</c:v>
                </c:pt>
                <c:pt idx="2086">
                  <c:v>12</c:v>
                </c:pt>
                <c:pt idx="2087">
                  <c:v>88</c:v>
                </c:pt>
                <c:pt idx="2088">
                  <c:v>62</c:v>
                </c:pt>
                <c:pt idx="2089">
                  <c:v>18</c:v>
                </c:pt>
                <c:pt idx="2090">
                  <c:v>20</c:v>
                </c:pt>
                <c:pt idx="2091">
                  <c:v>72</c:v>
                </c:pt>
                <c:pt idx="2092">
                  <c:v>35</c:v>
                </c:pt>
                <c:pt idx="2093">
                  <c:v>39</c:v>
                </c:pt>
                <c:pt idx="2094">
                  <c:v>11</c:v>
                </c:pt>
                <c:pt idx="2095">
                  <c:v>15</c:v>
                </c:pt>
                <c:pt idx="2096">
                  <c:v>12</c:v>
                </c:pt>
                <c:pt idx="2097">
                  <c:v>13</c:v>
                </c:pt>
                <c:pt idx="2098">
                  <c:v>9</c:v>
                </c:pt>
                <c:pt idx="2099">
                  <c:v>34</c:v>
                </c:pt>
                <c:pt idx="2100">
                  <c:v>19</c:v>
                </c:pt>
                <c:pt idx="2101">
                  <c:v>12</c:v>
                </c:pt>
                <c:pt idx="2102">
                  <c:v>26</c:v>
                </c:pt>
                <c:pt idx="2103">
                  <c:v>19</c:v>
                </c:pt>
                <c:pt idx="2104">
                  <c:v>15</c:v>
                </c:pt>
                <c:pt idx="2105">
                  <c:v>36</c:v>
                </c:pt>
                <c:pt idx="2106">
                  <c:v>37</c:v>
                </c:pt>
                <c:pt idx="2107">
                  <c:v>25</c:v>
                </c:pt>
                <c:pt idx="2108">
                  <c:v>4</c:v>
                </c:pt>
                <c:pt idx="2109">
                  <c:v>16</c:v>
                </c:pt>
                <c:pt idx="2110">
                  <c:v>11</c:v>
                </c:pt>
                <c:pt idx="2111">
                  <c:v>12</c:v>
                </c:pt>
                <c:pt idx="2112">
                  <c:v>53</c:v>
                </c:pt>
                <c:pt idx="2113">
                  <c:v>44</c:v>
                </c:pt>
                <c:pt idx="2114">
                  <c:v>32</c:v>
                </c:pt>
                <c:pt idx="2115">
                  <c:v>18</c:v>
                </c:pt>
                <c:pt idx="2116">
                  <c:v>19</c:v>
                </c:pt>
                <c:pt idx="2117">
                  <c:v>18</c:v>
                </c:pt>
                <c:pt idx="2118">
                  <c:v>30</c:v>
                </c:pt>
                <c:pt idx="2119">
                  <c:v>33</c:v>
                </c:pt>
                <c:pt idx="2120">
                  <c:v>22</c:v>
                </c:pt>
                <c:pt idx="2121">
                  <c:v>28</c:v>
                </c:pt>
                <c:pt idx="2122">
                  <c:v>14</c:v>
                </c:pt>
                <c:pt idx="2123">
                  <c:v>14</c:v>
                </c:pt>
                <c:pt idx="2124">
                  <c:v>39</c:v>
                </c:pt>
                <c:pt idx="2125">
                  <c:v>40</c:v>
                </c:pt>
                <c:pt idx="2126">
                  <c:v>63</c:v>
                </c:pt>
                <c:pt idx="2127">
                  <c:v>11</c:v>
                </c:pt>
                <c:pt idx="2128">
                  <c:v>20</c:v>
                </c:pt>
                <c:pt idx="2129">
                  <c:v>73</c:v>
                </c:pt>
                <c:pt idx="2130">
                  <c:v>3</c:v>
                </c:pt>
                <c:pt idx="2131">
                  <c:v>28</c:v>
                </c:pt>
                <c:pt idx="2132">
                  <c:v>11</c:v>
                </c:pt>
                <c:pt idx="2133">
                  <c:v>241</c:v>
                </c:pt>
                <c:pt idx="2134">
                  <c:v>9</c:v>
                </c:pt>
                <c:pt idx="2135">
                  <c:v>27</c:v>
                </c:pt>
                <c:pt idx="2136">
                  <c:v>29</c:v>
                </c:pt>
                <c:pt idx="2137">
                  <c:v>34</c:v>
                </c:pt>
                <c:pt idx="2138">
                  <c:v>20</c:v>
                </c:pt>
                <c:pt idx="2139">
                  <c:v>12</c:v>
                </c:pt>
                <c:pt idx="2140">
                  <c:v>14</c:v>
                </c:pt>
                <c:pt idx="2141">
                  <c:v>12</c:v>
                </c:pt>
                <c:pt idx="2142">
                  <c:v>10</c:v>
                </c:pt>
                <c:pt idx="2143">
                  <c:v>13</c:v>
                </c:pt>
                <c:pt idx="2144">
                  <c:v>42</c:v>
                </c:pt>
                <c:pt idx="2145">
                  <c:v>16</c:v>
                </c:pt>
                <c:pt idx="2146">
                  <c:v>27</c:v>
                </c:pt>
                <c:pt idx="2147">
                  <c:v>32</c:v>
                </c:pt>
                <c:pt idx="2148">
                  <c:v>27</c:v>
                </c:pt>
                <c:pt idx="2149">
                  <c:v>17</c:v>
                </c:pt>
                <c:pt idx="2150">
                  <c:v>14</c:v>
                </c:pt>
                <c:pt idx="2151">
                  <c:v>31</c:v>
                </c:pt>
                <c:pt idx="2152">
                  <c:v>17</c:v>
                </c:pt>
                <c:pt idx="2153">
                  <c:v>64</c:v>
                </c:pt>
                <c:pt idx="2154">
                  <c:v>34</c:v>
                </c:pt>
                <c:pt idx="2155">
                  <c:v>16</c:v>
                </c:pt>
                <c:pt idx="2156">
                  <c:v>33</c:v>
                </c:pt>
                <c:pt idx="2157">
                  <c:v>43</c:v>
                </c:pt>
                <c:pt idx="2158">
                  <c:v>13</c:v>
                </c:pt>
                <c:pt idx="2159">
                  <c:v>9</c:v>
                </c:pt>
                <c:pt idx="2160">
                  <c:v>6</c:v>
                </c:pt>
                <c:pt idx="2161">
                  <c:v>16</c:v>
                </c:pt>
                <c:pt idx="2162">
                  <c:v>19</c:v>
                </c:pt>
                <c:pt idx="2163">
                  <c:v>20</c:v>
                </c:pt>
                <c:pt idx="2164">
                  <c:v>15</c:v>
                </c:pt>
                <c:pt idx="2165">
                  <c:v>39</c:v>
                </c:pt>
                <c:pt idx="2166">
                  <c:v>16</c:v>
                </c:pt>
                <c:pt idx="2167">
                  <c:v>12</c:v>
                </c:pt>
                <c:pt idx="2168">
                  <c:v>11</c:v>
                </c:pt>
                <c:pt idx="2169">
                  <c:v>14</c:v>
                </c:pt>
                <c:pt idx="2170">
                  <c:v>62</c:v>
                </c:pt>
                <c:pt idx="2171">
                  <c:v>10</c:v>
                </c:pt>
                <c:pt idx="2172">
                  <c:v>15</c:v>
                </c:pt>
                <c:pt idx="2173">
                  <c:v>7</c:v>
                </c:pt>
                <c:pt idx="2174">
                  <c:v>25</c:v>
                </c:pt>
                <c:pt idx="2175">
                  <c:v>10</c:v>
                </c:pt>
                <c:pt idx="2176">
                  <c:v>13</c:v>
                </c:pt>
                <c:pt idx="2177">
                  <c:v>26</c:v>
                </c:pt>
                <c:pt idx="2178">
                  <c:v>28</c:v>
                </c:pt>
                <c:pt idx="2179">
                  <c:v>24</c:v>
                </c:pt>
                <c:pt idx="2180">
                  <c:v>37</c:v>
                </c:pt>
                <c:pt idx="2181">
                  <c:v>10</c:v>
                </c:pt>
                <c:pt idx="2182">
                  <c:v>7</c:v>
                </c:pt>
                <c:pt idx="2183">
                  <c:v>39</c:v>
                </c:pt>
                <c:pt idx="2184">
                  <c:v>69</c:v>
                </c:pt>
                <c:pt idx="2185">
                  <c:v>16</c:v>
                </c:pt>
                <c:pt idx="2186">
                  <c:v>13</c:v>
                </c:pt>
                <c:pt idx="2187">
                  <c:v>18</c:v>
                </c:pt>
                <c:pt idx="2188">
                  <c:v>15</c:v>
                </c:pt>
                <c:pt idx="2189">
                  <c:v>14</c:v>
                </c:pt>
                <c:pt idx="2190">
                  <c:v>15</c:v>
                </c:pt>
                <c:pt idx="2191">
                  <c:v>30</c:v>
                </c:pt>
                <c:pt idx="2192">
                  <c:v>20</c:v>
                </c:pt>
                <c:pt idx="2193">
                  <c:v>42</c:v>
                </c:pt>
                <c:pt idx="2194">
                  <c:v>20</c:v>
                </c:pt>
                <c:pt idx="2195">
                  <c:v>20</c:v>
                </c:pt>
                <c:pt idx="2196">
                  <c:v>9</c:v>
                </c:pt>
                <c:pt idx="2197">
                  <c:v>68</c:v>
                </c:pt>
                <c:pt idx="2198">
                  <c:v>30</c:v>
                </c:pt>
                <c:pt idx="2199">
                  <c:v>16</c:v>
                </c:pt>
                <c:pt idx="2200">
                  <c:v>14</c:v>
                </c:pt>
                <c:pt idx="2201">
                  <c:v>8</c:v>
                </c:pt>
                <c:pt idx="2202">
                  <c:v>20</c:v>
                </c:pt>
                <c:pt idx="2203">
                  <c:v>55</c:v>
                </c:pt>
                <c:pt idx="2204">
                  <c:v>58</c:v>
                </c:pt>
                <c:pt idx="2205">
                  <c:v>21</c:v>
                </c:pt>
                <c:pt idx="2206">
                  <c:v>19</c:v>
                </c:pt>
                <c:pt idx="2207">
                  <c:v>34</c:v>
                </c:pt>
                <c:pt idx="2208">
                  <c:v>18</c:v>
                </c:pt>
                <c:pt idx="2209">
                  <c:v>63</c:v>
                </c:pt>
                <c:pt idx="2210">
                  <c:v>11</c:v>
                </c:pt>
                <c:pt idx="2211">
                  <c:v>18</c:v>
                </c:pt>
                <c:pt idx="2212">
                  <c:v>13</c:v>
                </c:pt>
                <c:pt idx="2213">
                  <c:v>24</c:v>
                </c:pt>
                <c:pt idx="2214">
                  <c:v>31</c:v>
                </c:pt>
                <c:pt idx="2215">
                  <c:v>22</c:v>
                </c:pt>
                <c:pt idx="2216">
                  <c:v>34</c:v>
                </c:pt>
                <c:pt idx="2217">
                  <c:v>22</c:v>
                </c:pt>
                <c:pt idx="2218">
                  <c:v>42</c:v>
                </c:pt>
                <c:pt idx="2219">
                  <c:v>20</c:v>
                </c:pt>
                <c:pt idx="2220">
                  <c:v>48</c:v>
                </c:pt>
                <c:pt idx="2221">
                  <c:v>9</c:v>
                </c:pt>
                <c:pt idx="2222">
                  <c:v>128</c:v>
                </c:pt>
                <c:pt idx="2223">
                  <c:v>12</c:v>
                </c:pt>
                <c:pt idx="2224">
                  <c:v>19</c:v>
                </c:pt>
                <c:pt idx="2225">
                  <c:v>79</c:v>
                </c:pt>
                <c:pt idx="2226">
                  <c:v>24</c:v>
                </c:pt>
                <c:pt idx="2227">
                  <c:v>7</c:v>
                </c:pt>
                <c:pt idx="2228">
                  <c:v>28</c:v>
                </c:pt>
                <c:pt idx="2229">
                  <c:v>99</c:v>
                </c:pt>
                <c:pt idx="2230">
                  <c:v>33</c:v>
                </c:pt>
                <c:pt idx="2231">
                  <c:v>13</c:v>
                </c:pt>
                <c:pt idx="2232">
                  <c:v>20</c:v>
                </c:pt>
                <c:pt idx="2233">
                  <c:v>15</c:v>
                </c:pt>
                <c:pt idx="2234">
                  <c:v>24</c:v>
                </c:pt>
                <c:pt idx="2235">
                  <c:v>20</c:v>
                </c:pt>
                <c:pt idx="2236">
                  <c:v>11</c:v>
                </c:pt>
                <c:pt idx="2237">
                  <c:v>16</c:v>
                </c:pt>
                <c:pt idx="2238">
                  <c:v>11</c:v>
                </c:pt>
                <c:pt idx="2239">
                  <c:v>39</c:v>
                </c:pt>
                <c:pt idx="2240">
                  <c:v>47</c:v>
                </c:pt>
                <c:pt idx="2241">
                  <c:v>14</c:v>
                </c:pt>
                <c:pt idx="2242">
                  <c:v>22</c:v>
                </c:pt>
                <c:pt idx="2243">
                  <c:v>29</c:v>
                </c:pt>
                <c:pt idx="2244">
                  <c:v>5</c:v>
                </c:pt>
                <c:pt idx="2245">
                  <c:v>9</c:v>
                </c:pt>
                <c:pt idx="2246">
                  <c:v>10</c:v>
                </c:pt>
                <c:pt idx="2247">
                  <c:v>10</c:v>
                </c:pt>
                <c:pt idx="2248">
                  <c:v>48</c:v>
                </c:pt>
                <c:pt idx="2249">
                  <c:v>15</c:v>
                </c:pt>
                <c:pt idx="2250">
                  <c:v>28</c:v>
                </c:pt>
                <c:pt idx="2251">
                  <c:v>27</c:v>
                </c:pt>
                <c:pt idx="2252">
                  <c:v>7</c:v>
                </c:pt>
                <c:pt idx="2253">
                  <c:v>68</c:v>
                </c:pt>
                <c:pt idx="2254">
                  <c:v>97</c:v>
                </c:pt>
                <c:pt idx="2255">
                  <c:v>53</c:v>
                </c:pt>
                <c:pt idx="2256">
                  <c:v>11</c:v>
                </c:pt>
                <c:pt idx="2257">
                  <c:v>13</c:v>
                </c:pt>
                <c:pt idx="2258">
                  <c:v>10</c:v>
                </c:pt>
                <c:pt idx="2259">
                  <c:v>39</c:v>
                </c:pt>
                <c:pt idx="2260">
                  <c:v>15</c:v>
                </c:pt>
                <c:pt idx="2261">
                  <c:v>16</c:v>
                </c:pt>
                <c:pt idx="2262">
                  <c:v>8</c:v>
                </c:pt>
                <c:pt idx="2263">
                  <c:v>16</c:v>
                </c:pt>
                <c:pt idx="2264">
                  <c:v>136</c:v>
                </c:pt>
                <c:pt idx="2265">
                  <c:v>31</c:v>
                </c:pt>
                <c:pt idx="2266">
                  <c:v>15</c:v>
                </c:pt>
                <c:pt idx="2267">
                  <c:v>12</c:v>
                </c:pt>
                <c:pt idx="2268">
                  <c:v>15</c:v>
                </c:pt>
                <c:pt idx="2269">
                  <c:v>9</c:v>
                </c:pt>
                <c:pt idx="2270">
                  <c:v>29</c:v>
                </c:pt>
                <c:pt idx="2271">
                  <c:v>18</c:v>
                </c:pt>
                <c:pt idx="2272">
                  <c:v>6</c:v>
                </c:pt>
                <c:pt idx="2273">
                  <c:v>9</c:v>
                </c:pt>
                <c:pt idx="2274">
                  <c:v>5</c:v>
                </c:pt>
                <c:pt idx="2275">
                  <c:v>39</c:v>
                </c:pt>
                <c:pt idx="2276">
                  <c:v>16</c:v>
                </c:pt>
                <c:pt idx="2277">
                  <c:v>37</c:v>
                </c:pt>
                <c:pt idx="2278">
                  <c:v>12</c:v>
                </c:pt>
                <c:pt idx="2279">
                  <c:v>17</c:v>
                </c:pt>
                <c:pt idx="2280">
                  <c:v>17</c:v>
                </c:pt>
                <c:pt idx="2281">
                  <c:v>29</c:v>
                </c:pt>
                <c:pt idx="2282">
                  <c:v>50</c:v>
                </c:pt>
                <c:pt idx="2283">
                  <c:v>17</c:v>
                </c:pt>
                <c:pt idx="2284">
                  <c:v>13</c:v>
                </c:pt>
                <c:pt idx="2285">
                  <c:v>21</c:v>
                </c:pt>
                <c:pt idx="2286">
                  <c:v>26</c:v>
                </c:pt>
                <c:pt idx="2287">
                  <c:v>26</c:v>
                </c:pt>
                <c:pt idx="2288">
                  <c:v>41</c:v>
                </c:pt>
                <c:pt idx="2289">
                  <c:v>8</c:v>
                </c:pt>
                <c:pt idx="2290">
                  <c:v>12</c:v>
                </c:pt>
                <c:pt idx="2291">
                  <c:v>76</c:v>
                </c:pt>
                <c:pt idx="2292">
                  <c:v>32</c:v>
                </c:pt>
                <c:pt idx="2293">
                  <c:v>34</c:v>
                </c:pt>
                <c:pt idx="2294">
                  <c:v>62</c:v>
                </c:pt>
                <c:pt idx="2295">
                  <c:v>30</c:v>
                </c:pt>
                <c:pt idx="2296">
                  <c:v>10</c:v>
                </c:pt>
                <c:pt idx="2297">
                  <c:v>22</c:v>
                </c:pt>
                <c:pt idx="2298">
                  <c:v>15</c:v>
                </c:pt>
                <c:pt idx="2299">
                  <c:v>36</c:v>
                </c:pt>
                <c:pt idx="2300">
                  <c:v>30</c:v>
                </c:pt>
                <c:pt idx="2301">
                  <c:v>68</c:v>
                </c:pt>
                <c:pt idx="2302">
                  <c:v>14</c:v>
                </c:pt>
                <c:pt idx="2303">
                  <c:v>19</c:v>
                </c:pt>
                <c:pt idx="2304">
                  <c:v>20</c:v>
                </c:pt>
                <c:pt idx="2305">
                  <c:v>11</c:v>
                </c:pt>
                <c:pt idx="2306">
                  <c:v>39</c:v>
                </c:pt>
                <c:pt idx="2307">
                  <c:v>19</c:v>
                </c:pt>
                <c:pt idx="2308">
                  <c:v>21</c:v>
                </c:pt>
                <c:pt idx="2309">
                  <c:v>12</c:v>
                </c:pt>
                <c:pt idx="2310">
                  <c:v>20</c:v>
                </c:pt>
                <c:pt idx="2311">
                  <c:v>11</c:v>
                </c:pt>
                <c:pt idx="2312">
                  <c:v>18</c:v>
                </c:pt>
                <c:pt idx="2313">
                  <c:v>66</c:v>
                </c:pt>
                <c:pt idx="2314">
                  <c:v>19</c:v>
                </c:pt>
                <c:pt idx="2315">
                  <c:v>18</c:v>
                </c:pt>
                <c:pt idx="2316">
                  <c:v>60</c:v>
                </c:pt>
                <c:pt idx="2317">
                  <c:v>8</c:v>
                </c:pt>
                <c:pt idx="2318">
                  <c:v>21</c:v>
                </c:pt>
                <c:pt idx="2319">
                  <c:v>9</c:v>
                </c:pt>
                <c:pt idx="2320">
                  <c:v>17</c:v>
                </c:pt>
                <c:pt idx="2321">
                  <c:v>61</c:v>
                </c:pt>
                <c:pt idx="2322">
                  <c:v>5</c:v>
                </c:pt>
                <c:pt idx="2323">
                  <c:v>48</c:v>
                </c:pt>
                <c:pt idx="2324">
                  <c:v>10</c:v>
                </c:pt>
                <c:pt idx="2325">
                  <c:v>14</c:v>
                </c:pt>
                <c:pt idx="2326">
                  <c:v>8</c:v>
                </c:pt>
                <c:pt idx="2327">
                  <c:v>15</c:v>
                </c:pt>
                <c:pt idx="2328">
                  <c:v>12</c:v>
                </c:pt>
                <c:pt idx="2329">
                  <c:v>46</c:v>
                </c:pt>
                <c:pt idx="2330">
                  <c:v>12</c:v>
                </c:pt>
                <c:pt idx="2331">
                  <c:v>46</c:v>
                </c:pt>
                <c:pt idx="2332">
                  <c:v>28</c:v>
                </c:pt>
                <c:pt idx="2333">
                  <c:v>14</c:v>
                </c:pt>
                <c:pt idx="2334">
                  <c:v>26</c:v>
                </c:pt>
                <c:pt idx="2335">
                  <c:v>25</c:v>
                </c:pt>
                <c:pt idx="2336">
                  <c:v>14</c:v>
                </c:pt>
                <c:pt idx="2337">
                  <c:v>23</c:v>
                </c:pt>
                <c:pt idx="2338">
                  <c:v>7</c:v>
                </c:pt>
                <c:pt idx="2339">
                  <c:v>19</c:v>
                </c:pt>
                <c:pt idx="2340">
                  <c:v>60</c:v>
                </c:pt>
                <c:pt idx="2341">
                  <c:v>17</c:v>
                </c:pt>
                <c:pt idx="2342">
                  <c:v>7</c:v>
                </c:pt>
                <c:pt idx="2343">
                  <c:v>24</c:v>
                </c:pt>
                <c:pt idx="2344">
                  <c:v>25</c:v>
                </c:pt>
                <c:pt idx="2345">
                  <c:v>8</c:v>
                </c:pt>
                <c:pt idx="2346">
                  <c:v>22</c:v>
                </c:pt>
                <c:pt idx="2347">
                  <c:v>10</c:v>
                </c:pt>
                <c:pt idx="2348">
                  <c:v>23</c:v>
                </c:pt>
                <c:pt idx="2349">
                  <c:v>55</c:v>
                </c:pt>
                <c:pt idx="2350">
                  <c:v>28</c:v>
                </c:pt>
                <c:pt idx="2351">
                  <c:v>10</c:v>
                </c:pt>
                <c:pt idx="2352">
                  <c:v>17</c:v>
                </c:pt>
                <c:pt idx="2353">
                  <c:v>4</c:v>
                </c:pt>
                <c:pt idx="2354">
                  <c:v>10</c:v>
                </c:pt>
                <c:pt idx="2355">
                  <c:v>19</c:v>
                </c:pt>
                <c:pt idx="2356">
                  <c:v>12</c:v>
                </c:pt>
                <c:pt idx="2357">
                  <c:v>8</c:v>
                </c:pt>
                <c:pt idx="2358">
                  <c:v>22</c:v>
                </c:pt>
                <c:pt idx="2359">
                  <c:v>58</c:v>
                </c:pt>
                <c:pt idx="2360">
                  <c:v>11</c:v>
                </c:pt>
                <c:pt idx="2361">
                  <c:v>107</c:v>
                </c:pt>
                <c:pt idx="2362">
                  <c:v>43</c:v>
                </c:pt>
                <c:pt idx="2363">
                  <c:v>42</c:v>
                </c:pt>
                <c:pt idx="2364">
                  <c:v>17</c:v>
                </c:pt>
                <c:pt idx="2365">
                  <c:v>14</c:v>
                </c:pt>
                <c:pt idx="2366">
                  <c:v>15</c:v>
                </c:pt>
                <c:pt idx="2367">
                  <c:v>10</c:v>
                </c:pt>
                <c:pt idx="2368">
                  <c:v>21</c:v>
                </c:pt>
                <c:pt idx="2369">
                  <c:v>12</c:v>
                </c:pt>
                <c:pt idx="2370">
                  <c:v>3</c:v>
                </c:pt>
                <c:pt idx="2371">
                  <c:v>50</c:v>
                </c:pt>
                <c:pt idx="2372">
                  <c:v>12</c:v>
                </c:pt>
                <c:pt idx="2373">
                  <c:v>17</c:v>
                </c:pt>
                <c:pt idx="2374">
                  <c:v>10</c:v>
                </c:pt>
                <c:pt idx="2375">
                  <c:v>10</c:v>
                </c:pt>
                <c:pt idx="2376">
                  <c:v>82</c:v>
                </c:pt>
                <c:pt idx="2377">
                  <c:v>12</c:v>
                </c:pt>
                <c:pt idx="2378">
                  <c:v>17</c:v>
                </c:pt>
                <c:pt idx="2379">
                  <c:v>15</c:v>
                </c:pt>
                <c:pt idx="2380">
                  <c:v>23</c:v>
                </c:pt>
                <c:pt idx="2381">
                  <c:v>60</c:v>
                </c:pt>
                <c:pt idx="2382">
                  <c:v>13</c:v>
                </c:pt>
                <c:pt idx="2383">
                  <c:v>33</c:v>
                </c:pt>
                <c:pt idx="2384">
                  <c:v>30</c:v>
                </c:pt>
                <c:pt idx="2385">
                  <c:v>9</c:v>
                </c:pt>
                <c:pt idx="2386">
                  <c:v>12</c:v>
                </c:pt>
                <c:pt idx="2387">
                  <c:v>15</c:v>
                </c:pt>
                <c:pt idx="2388">
                  <c:v>16</c:v>
                </c:pt>
                <c:pt idx="2389">
                  <c:v>22</c:v>
                </c:pt>
                <c:pt idx="2390">
                  <c:v>39</c:v>
                </c:pt>
                <c:pt idx="2391">
                  <c:v>26</c:v>
                </c:pt>
                <c:pt idx="2392">
                  <c:v>14</c:v>
                </c:pt>
                <c:pt idx="2393">
                  <c:v>23</c:v>
                </c:pt>
                <c:pt idx="2394">
                  <c:v>15</c:v>
                </c:pt>
                <c:pt idx="2395">
                  <c:v>45</c:v>
                </c:pt>
                <c:pt idx="2396">
                  <c:v>13</c:v>
                </c:pt>
                <c:pt idx="2397">
                  <c:v>43</c:v>
                </c:pt>
                <c:pt idx="2398">
                  <c:v>15</c:v>
                </c:pt>
                <c:pt idx="2399">
                  <c:v>10</c:v>
                </c:pt>
                <c:pt idx="2400">
                  <c:v>15</c:v>
                </c:pt>
                <c:pt idx="2401">
                  <c:v>31</c:v>
                </c:pt>
                <c:pt idx="2402">
                  <c:v>32</c:v>
                </c:pt>
                <c:pt idx="2403">
                  <c:v>12</c:v>
                </c:pt>
                <c:pt idx="2404">
                  <c:v>32</c:v>
                </c:pt>
                <c:pt idx="2405">
                  <c:v>37</c:v>
                </c:pt>
                <c:pt idx="2406">
                  <c:v>10</c:v>
                </c:pt>
                <c:pt idx="2407">
                  <c:v>27</c:v>
                </c:pt>
                <c:pt idx="2408">
                  <c:v>17</c:v>
                </c:pt>
                <c:pt idx="2409">
                  <c:v>13</c:v>
                </c:pt>
                <c:pt idx="2410">
                  <c:v>11</c:v>
                </c:pt>
                <c:pt idx="2411">
                  <c:v>18</c:v>
                </c:pt>
                <c:pt idx="2412">
                  <c:v>7</c:v>
                </c:pt>
                <c:pt idx="2413">
                  <c:v>20</c:v>
                </c:pt>
                <c:pt idx="2414">
                  <c:v>55</c:v>
                </c:pt>
                <c:pt idx="2415">
                  <c:v>25</c:v>
                </c:pt>
                <c:pt idx="2416">
                  <c:v>75</c:v>
                </c:pt>
                <c:pt idx="2417">
                  <c:v>3</c:v>
                </c:pt>
                <c:pt idx="2418">
                  <c:v>40</c:v>
                </c:pt>
                <c:pt idx="2419">
                  <c:v>8</c:v>
                </c:pt>
                <c:pt idx="2420">
                  <c:v>55</c:v>
                </c:pt>
                <c:pt idx="2421">
                  <c:v>27</c:v>
                </c:pt>
                <c:pt idx="2422">
                  <c:v>13</c:v>
                </c:pt>
                <c:pt idx="2423">
                  <c:v>28</c:v>
                </c:pt>
                <c:pt idx="2424">
                  <c:v>23</c:v>
                </c:pt>
                <c:pt idx="2425">
                  <c:v>13</c:v>
                </c:pt>
                <c:pt idx="2426">
                  <c:v>22</c:v>
                </c:pt>
                <c:pt idx="2427">
                  <c:v>16</c:v>
                </c:pt>
                <c:pt idx="2428">
                  <c:v>12</c:v>
                </c:pt>
                <c:pt idx="2429">
                  <c:v>28</c:v>
                </c:pt>
                <c:pt idx="2430">
                  <c:v>9</c:v>
                </c:pt>
                <c:pt idx="2431">
                  <c:v>11</c:v>
                </c:pt>
                <c:pt idx="2432">
                  <c:v>19</c:v>
                </c:pt>
                <c:pt idx="2433">
                  <c:v>8</c:v>
                </c:pt>
                <c:pt idx="2434">
                  <c:v>34</c:v>
                </c:pt>
                <c:pt idx="2435">
                  <c:v>15</c:v>
                </c:pt>
                <c:pt idx="2436">
                  <c:v>8</c:v>
                </c:pt>
                <c:pt idx="2437">
                  <c:v>9</c:v>
                </c:pt>
                <c:pt idx="2438">
                  <c:v>27</c:v>
                </c:pt>
                <c:pt idx="2439">
                  <c:v>22</c:v>
                </c:pt>
                <c:pt idx="2440">
                  <c:v>12</c:v>
                </c:pt>
                <c:pt idx="2441">
                  <c:v>14</c:v>
                </c:pt>
                <c:pt idx="2442">
                  <c:v>11</c:v>
                </c:pt>
                <c:pt idx="2443">
                  <c:v>18</c:v>
                </c:pt>
                <c:pt idx="2444">
                  <c:v>13</c:v>
                </c:pt>
                <c:pt idx="2445">
                  <c:v>19</c:v>
                </c:pt>
                <c:pt idx="2446">
                  <c:v>7</c:v>
                </c:pt>
                <c:pt idx="2447">
                  <c:v>11</c:v>
                </c:pt>
                <c:pt idx="2448">
                  <c:v>12</c:v>
                </c:pt>
                <c:pt idx="2449">
                  <c:v>43</c:v>
                </c:pt>
                <c:pt idx="2450">
                  <c:v>24</c:v>
                </c:pt>
                <c:pt idx="2451">
                  <c:v>40</c:v>
                </c:pt>
                <c:pt idx="2452">
                  <c:v>9</c:v>
                </c:pt>
                <c:pt idx="2453">
                  <c:v>12</c:v>
                </c:pt>
                <c:pt idx="2454">
                  <c:v>62</c:v>
                </c:pt>
                <c:pt idx="2455">
                  <c:v>12</c:v>
                </c:pt>
                <c:pt idx="2456">
                  <c:v>11</c:v>
                </c:pt>
                <c:pt idx="2457">
                  <c:v>30</c:v>
                </c:pt>
                <c:pt idx="2458">
                  <c:v>6</c:v>
                </c:pt>
                <c:pt idx="2459">
                  <c:v>37</c:v>
                </c:pt>
                <c:pt idx="2460">
                  <c:v>15</c:v>
                </c:pt>
                <c:pt idx="2461">
                  <c:v>29</c:v>
                </c:pt>
                <c:pt idx="2462">
                  <c:v>19</c:v>
                </c:pt>
                <c:pt idx="2463">
                  <c:v>48</c:v>
                </c:pt>
                <c:pt idx="2464">
                  <c:v>11</c:v>
                </c:pt>
                <c:pt idx="2465">
                  <c:v>8</c:v>
                </c:pt>
                <c:pt idx="2466">
                  <c:v>26</c:v>
                </c:pt>
                <c:pt idx="2467">
                  <c:v>40</c:v>
                </c:pt>
                <c:pt idx="2468">
                  <c:v>16</c:v>
                </c:pt>
                <c:pt idx="2469">
                  <c:v>31</c:v>
                </c:pt>
                <c:pt idx="2470">
                  <c:v>18</c:v>
                </c:pt>
                <c:pt idx="2471">
                  <c:v>8</c:v>
                </c:pt>
                <c:pt idx="2472">
                  <c:v>8</c:v>
                </c:pt>
                <c:pt idx="2473">
                  <c:v>17</c:v>
                </c:pt>
                <c:pt idx="2474">
                  <c:v>8</c:v>
                </c:pt>
                <c:pt idx="2475">
                  <c:v>11</c:v>
                </c:pt>
                <c:pt idx="2476">
                  <c:v>11</c:v>
                </c:pt>
                <c:pt idx="2477">
                  <c:v>21</c:v>
                </c:pt>
                <c:pt idx="2478">
                  <c:v>10</c:v>
                </c:pt>
                <c:pt idx="2479">
                  <c:v>9</c:v>
                </c:pt>
                <c:pt idx="2480">
                  <c:v>9</c:v>
                </c:pt>
                <c:pt idx="2481">
                  <c:v>27</c:v>
                </c:pt>
                <c:pt idx="2482">
                  <c:v>34</c:v>
                </c:pt>
                <c:pt idx="2483">
                  <c:v>12</c:v>
                </c:pt>
                <c:pt idx="2484">
                  <c:v>8</c:v>
                </c:pt>
                <c:pt idx="2485">
                  <c:v>6</c:v>
                </c:pt>
                <c:pt idx="2486">
                  <c:v>31</c:v>
                </c:pt>
                <c:pt idx="2487">
                  <c:v>9</c:v>
                </c:pt>
                <c:pt idx="2488">
                  <c:v>9</c:v>
                </c:pt>
                <c:pt idx="2489">
                  <c:v>7</c:v>
                </c:pt>
                <c:pt idx="2490">
                  <c:v>14</c:v>
                </c:pt>
                <c:pt idx="2491">
                  <c:v>11</c:v>
                </c:pt>
                <c:pt idx="2492">
                  <c:v>8</c:v>
                </c:pt>
                <c:pt idx="2493">
                  <c:v>12</c:v>
                </c:pt>
                <c:pt idx="2494">
                  <c:v>8</c:v>
                </c:pt>
                <c:pt idx="2495">
                  <c:v>13</c:v>
                </c:pt>
                <c:pt idx="2496">
                  <c:v>9</c:v>
                </c:pt>
                <c:pt idx="2497">
                  <c:v>9</c:v>
                </c:pt>
                <c:pt idx="2498">
                  <c:v>30</c:v>
                </c:pt>
                <c:pt idx="2499">
                  <c:v>11</c:v>
                </c:pt>
                <c:pt idx="2500">
                  <c:v>10</c:v>
                </c:pt>
                <c:pt idx="2501">
                  <c:v>5</c:v>
                </c:pt>
                <c:pt idx="2502">
                  <c:v>37</c:v>
                </c:pt>
                <c:pt idx="2503">
                  <c:v>24</c:v>
                </c:pt>
                <c:pt idx="2504">
                  <c:v>2</c:v>
                </c:pt>
                <c:pt idx="2505">
                  <c:v>3</c:v>
                </c:pt>
                <c:pt idx="2506">
                  <c:v>2</c:v>
                </c:pt>
                <c:pt idx="2507">
                  <c:v>10</c:v>
                </c:pt>
                <c:pt idx="2508">
                  <c:v>24</c:v>
                </c:pt>
                <c:pt idx="2509">
                  <c:v>15</c:v>
                </c:pt>
                <c:pt idx="2510">
                  <c:v>7</c:v>
                </c:pt>
                <c:pt idx="2511">
                  <c:v>5</c:v>
                </c:pt>
                <c:pt idx="2512">
                  <c:v>18</c:v>
                </c:pt>
                <c:pt idx="2513">
                  <c:v>8</c:v>
                </c:pt>
                <c:pt idx="2514">
                  <c:v>11</c:v>
                </c:pt>
                <c:pt idx="2515">
                  <c:v>37</c:v>
                </c:pt>
                <c:pt idx="2516">
                  <c:v>20</c:v>
                </c:pt>
                <c:pt idx="2517">
                  <c:v>18</c:v>
                </c:pt>
                <c:pt idx="2518">
                  <c:v>11</c:v>
                </c:pt>
                <c:pt idx="2519">
                  <c:v>12</c:v>
                </c:pt>
                <c:pt idx="2520">
                  <c:v>8</c:v>
                </c:pt>
                <c:pt idx="2521">
                  <c:v>13</c:v>
                </c:pt>
                <c:pt idx="2522">
                  <c:v>7</c:v>
                </c:pt>
                <c:pt idx="2523">
                  <c:v>23</c:v>
                </c:pt>
                <c:pt idx="2524">
                  <c:v>19</c:v>
                </c:pt>
                <c:pt idx="2525">
                  <c:v>28</c:v>
                </c:pt>
                <c:pt idx="2526">
                  <c:v>7</c:v>
                </c:pt>
                <c:pt idx="2527">
                  <c:v>33</c:v>
                </c:pt>
                <c:pt idx="2528">
                  <c:v>14</c:v>
                </c:pt>
                <c:pt idx="2529">
                  <c:v>8</c:v>
                </c:pt>
                <c:pt idx="2530">
                  <c:v>13</c:v>
                </c:pt>
                <c:pt idx="2531">
                  <c:v>10</c:v>
                </c:pt>
                <c:pt idx="2532">
                  <c:v>16</c:v>
                </c:pt>
                <c:pt idx="2533">
                  <c:v>12</c:v>
                </c:pt>
                <c:pt idx="2534">
                  <c:v>6</c:v>
                </c:pt>
                <c:pt idx="2535">
                  <c:v>19</c:v>
                </c:pt>
                <c:pt idx="2536">
                  <c:v>18</c:v>
                </c:pt>
                <c:pt idx="2537">
                  <c:v>11</c:v>
                </c:pt>
                <c:pt idx="2538">
                  <c:v>4</c:v>
                </c:pt>
                <c:pt idx="2539">
                  <c:v>31</c:v>
                </c:pt>
                <c:pt idx="2540">
                  <c:v>7</c:v>
                </c:pt>
                <c:pt idx="2541">
                  <c:v>9</c:v>
                </c:pt>
                <c:pt idx="2542">
                  <c:v>13</c:v>
                </c:pt>
                <c:pt idx="2543">
                  <c:v>34</c:v>
                </c:pt>
                <c:pt idx="2544">
                  <c:v>14</c:v>
                </c:pt>
                <c:pt idx="2545">
                  <c:v>9</c:v>
                </c:pt>
                <c:pt idx="2546">
                  <c:v>11</c:v>
                </c:pt>
                <c:pt idx="2547">
                  <c:v>9</c:v>
                </c:pt>
                <c:pt idx="2548">
                  <c:v>23</c:v>
                </c:pt>
                <c:pt idx="2549">
                  <c:v>9</c:v>
                </c:pt>
                <c:pt idx="2550">
                  <c:v>75</c:v>
                </c:pt>
                <c:pt idx="2551">
                  <c:v>8</c:v>
                </c:pt>
                <c:pt idx="2552">
                  <c:v>25</c:v>
                </c:pt>
                <c:pt idx="2553">
                  <c:v>13</c:v>
                </c:pt>
                <c:pt idx="2554">
                  <c:v>20</c:v>
                </c:pt>
                <c:pt idx="2555">
                  <c:v>62</c:v>
                </c:pt>
                <c:pt idx="2556">
                  <c:v>14</c:v>
                </c:pt>
                <c:pt idx="2557">
                  <c:v>28</c:v>
                </c:pt>
                <c:pt idx="2558">
                  <c:v>35</c:v>
                </c:pt>
                <c:pt idx="2559">
                  <c:v>9</c:v>
                </c:pt>
                <c:pt idx="2560">
                  <c:v>13</c:v>
                </c:pt>
                <c:pt idx="2561">
                  <c:v>15</c:v>
                </c:pt>
                <c:pt idx="2562">
                  <c:v>6</c:v>
                </c:pt>
                <c:pt idx="2563">
                  <c:v>7</c:v>
                </c:pt>
                <c:pt idx="2564">
                  <c:v>10</c:v>
                </c:pt>
                <c:pt idx="2565">
                  <c:v>26</c:v>
                </c:pt>
                <c:pt idx="2566">
                  <c:v>28</c:v>
                </c:pt>
                <c:pt idx="2567">
                  <c:v>12</c:v>
                </c:pt>
                <c:pt idx="2568">
                  <c:v>8</c:v>
                </c:pt>
                <c:pt idx="2569">
                  <c:v>9</c:v>
                </c:pt>
                <c:pt idx="2570">
                  <c:v>13</c:v>
                </c:pt>
                <c:pt idx="2571">
                  <c:v>5</c:v>
                </c:pt>
                <c:pt idx="2572">
                  <c:v>15</c:v>
                </c:pt>
                <c:pt idx="2573">
                  <c:v>34</c:v>
                </c:pt>
                <c:pt idx="2574">
                  <c:v>9</c:v>
                </c:pt>
                <c:pt idx="2575">
                  <c:v>12</c:v>
                </c:pt>
                <c:pt idx="2576">
                  <c:v>4</c:v>
                </c:pt>
                <c:pt idx="2577">
                  <c:v>13</c:v>
                </c:pt>
                <c:pt idx="2578">
                  <c:v>18</c:v>
                </c:pt>
                <c:pt idx="2579">
                  <c:v>14</c:v>
                </c:pt>
                <c:pt idx="2580">
                  <c:v>17</c:v>
                </c:pt>
                <c:pt idx="2581">
                  <c:v>34</c:v>
                </c:pt>
                <c:pt idx="2582">
                  <c:v>17</c:v>
                </c:pt>
                <c:pt idx="2583">
                  <c:v>4</c:v>
                </c:pt>
                <c:pt idx="2584">
                  <c:v>24</c:v>
                </c:pt>
                <c:pt idx="2585">
                  <c:v>28</c:v>
                </c:pt>
                <c:pt idx="2586">
                  <c:v>52</c:v>
                </c:pt>
                <c:pt idx="2587">
                  <c:v>9</c:v>
                </c:pt>
                <c:pt idx="2588">
                  <c:v>14</c:v>
                </c:pt>
                <c:pt idx="2589">
                  <c:v>12</c:v>
                </c:pt>
                <c:pt idx="2590">
                  <c:v>18</c:v>
                </c:pt>
                <c:pt idx="2591">
                  <c:v>8</c:v>
                </c:pt>
                <c:pt idx="2592">
                  <c:v>27</c:v>
                </c:pt>
                <c:pt idx="2593">
                  <c:v>10</c:v>
                </c:pt>
                <c:pt idx="2594">
                  <c:v>5</c:v>
                </c:pt>
                <c:pt idx="2595">
                  <c:v>29</c:v>
                </c:pt>
                <c:pt idx="2596">
                  <c:v>7</c:v>
                </c:pt>
                <c:pt idx="2597">
                  <c:v>64</c:v>
                </c:pt>
                <c:pt idx="2598">
                  <c:v>6</c:v>
                </c:pt>
                <c:pt idx="2599">
                  <c:v>9</c:v>
                </c:pt>
                <c:pt idx="2600">
                  <c:v>8</c:v>
                </c:pt>
                <c:pt idx="2601">
                  <c:v>65</c:v>
                </c:pt>
                <c:pt idx="2602">
                  <c:v>13</c:v>
                </c:pt>
                <c:pt idx="2603">
                  <c:v>7</c:v>
                </c:pt>
                <c:pt idx="2604">
                  <c:v>33</c:v>
                </c:pt>
                <c:pt idx="2605">
                  <c:v>32</c:v>
                </c:pt>
                <c:pt idx="2606">
                  <c:v>11</c:v>
                </c:pt>
                <c:pt idx="2607">
                  <c:v>12</c:v>
                </c:pt>
                <c:pt idx="2608">
                  <c:v>32</c:v>
                </c:pt>
                <c:pt idx="2609">
                  <c:v>32</c:v>
                </c:pt>
                <c:pt idx="2610">
                  <c:v>29</c:v>
                </c:pt>
                <c:pt idx="2611">
                  <c:v>11</c:v>
                </c:pt>
                <c:pt idx="2612">
                  <c:v>50</c:v>
                </c:pt>
                <c:pt idx="2613">
                  <c:v>79</c:v>
                </c:pt>
                <c:pt idx="2614">
                  <c:v>13</c:v>
                </c:pt>
                <c:pt idx="2615">
                  <c:v>24</c:v>
                </c:pt>
                <c:pt idx="2616">
                  <c:v>17</c:v>
                </c:pt>
                <c:pt idx="2617">
                  <c:v>11</c:v>
                </c:pt>
                <c:pt idx="2618">
                  <c:v>13</c:v>
                </c:pt>
                <c:pt idx="2619">
                  <c:v>7</c:v>
                </c:pt>
                <c:pt idx="2620">
                  <c:v>17</c:v>
                </c:pt>
                <c:pt idx="2621">
                  <c:v>4</c:v>
                </c:pt>
                <c:pt idx="2622">
                  <c:v>13</c:v>
                </c:pt>
                <c:pt idx="2623">
                  <c:v>13</c:v>
                </c:pt>
                <c:pt idx="2624">
                  <c:v>4</c:v>
                </c:pt>
                <c:pt idx="2625">
                  <c:v>11</c:v>
                </c:pt>
                <c:pt idx="2626">
                  <c:v>6</c:v>
                </c:pt>
                <c:pt idx="2627">
                  <c:v>15</c:v>
                </c:pt>
                <c:pt idx="2628">
                  <c:v>3</c:v>
                </c:pt>
                <c:pt idx="2629">
                  <c:v>13</c:v>
                </c:pt>
                <c:pt idx="2630">
                  <c:v>22</c:v>
                </c:pt>
                <c:pt idx="2631">
                  <c:v>16</c:v>
                </c:pt>
                <c:pt idx="2632">
                  <c:v>8</c:v>
                </c:pt>
                <c:pt idx="2633">
                  <c:v>8</c:v>
                </c:pt>
                <c:pt idx="2634">
                  <c:v>16</c:v>
                </c:pt>
                <c:pt idx="2635">
                  <c:v>14</c:v>
                </c:pt>
                <c:pt idx="2636">
                  <c:v>35</c:v>
                </c:pt>
                <c:pt idx="2637">
                  <c:v>7</c:v>
                </c:pt>
                <c:pt idx="2638">
                  <c:v>9</c:v>
                </c:pt>
                <c:pt idx="2639">
                  <c:v>77</c:v>
                </c:pt>
                <c:pt idx="2640">
                  <c:v>28</c:v>
                </c:pt>
                <c:pt idx="2641">
                  <c:v>17</c:v>
                </c:pt>
                <c:pt idx="2642">
                  <c:v>55</c:v>
                </c:pt>
                <c:pt idx="2643">
                  <c:v>26</c:v>
                </c:pt>
                <c:pt idx="2644">
                  <c:v>6</c:v>
                </c:pt>
                <c:pt idx="2645">
                  <c:v>6</c:v>
                </c:pt>
                <c:pt idx="2646">
                  <c:v>15</c:v>
                </c:pt>
                <c:pt idx="2647">
                  <c:v>9</c:v>
                </c:pt>
                <c:pt idx="2648">
                  <c:v>15</c:v>
                </c:pt>
                <c:pt idx="2649">
                  <c:v>8</c:v>
                </c:pt>
                <c:pt idx="2650">
                  <c:v>9</c:v>
                </c:pt>
                <c:pt idx="2651">
                  <c:v>8</c:v>
                </c:pt>
                <c:pt idx="2652">
                  <c:v>9</c:v>
                </c:pt>
                <c:pt idx="2653">
                  <c:v>39</c:v>
                </c:pt>
                <c:pt idx="2654">
                  <c:v>8</c:v>
                </c:pt>
                <c:pt idx="2655">
                  <c:v>11</c:v>
                </c:pt>
                <c:pt idx="2656">
                  <c:v>24</c:v>
                </c:pt>
                <c:pt idx="2657">
                  <c:v>9</c:v>
                </c:pt>
                <c:pt idx="2658">
                  <c:v>16</c:v>
                </c:pt>
                <c:pt idx="2659">
                  <c:v>14</c:v>
                </c:pt>
                <c:pt idx="2660">
                  <c:v>38</c:v>
                </c:pt>
                <c:pt idx="2661">
                  <c:v>15</c:v>
                </c:pt>
                <c:pt idx="2662">
                  <c:v>29</c:v>
                </c:pt>
                <c:pt idx="2663">
                  <c:v>2</c:v>
                </c:pt>
                <c:pt idx="2664">
                  <c:v>19</c:v>
                </c:pt>
                <c:pt idx="2665">
                  <c:v>10</c:v>
                </c:pt>
                <c:pt idx="2666">
                  <c:v>9</c:v>
                </c:pt>
                <c:pt idx="2667">
                  <c:v>6</c:v>
                </c:pt>
                <c:pt idx="2668">
                  <c:v>11</c:v>
                </c:pt>
                <c:pt idx="2669">
                  <c:v>17</c:v>
                </c:pt>
                <c:pt idx="2670">
                  <c:v>51</c:v>
                </c:pt>
                <c:pt idx="2671">
                  <c:v>14</c:v>
                </c:pt>
                <c:pt idx="2672">
                  <c:v>20</c:v>
                </c:pt>
                <c:pt idx="2673">
                  <c:v>10</c:v>
                </c:pt>
                <c:pt idx="2674">
                  <c:v>8</c:v>
                </c:pt>
                <c:pt idx="2675">
                  <c:v>8</c:v>
                </c:pt>
                <c:pt idx="2676">
                  <c:v>28</c:v>
                </c:pt>
                <c:pt idx="2677">
                  <c:v>16</c:v>
                </c:pt>
                <c:pt idx="2678">
                  <c:v>23</c:v>
                </c:pt>
                <c:pt idx="2679">
                  <c:v>15</c:v>
                </c:pt>
                <c:pt idx="2680">
                  <c:v>11</c:v>
                </c:pt>
                <c:pt idx="2681">
                  <c:v>9</c:v>
                </c:pt>
                <c:pt idx="2682">
                  <c:v>7</c:v>
                </c:pt>
                <c:pt idx="2683">
                  <c:v>9</c:v>
                </c:pt>
                <c:pt idx="2684">
                  <c:v>173</c:v>
                </c:pt>
                <c:pt idx="2685">
                  <c:v>15</c:v>
                </c:pt>
                <c:pt idx="2686">
                  <c:v>33</c:v>
                </c:pt>
                <c:pt idx="2687">
                  <c:v>28</c:v>
                </c:pt>
                <c:pt idx="2688">
                  <c:v>8</c:v>
                </c:pt>
                <c:pt idx="2689">
                  <c:v>9</c:v>
                </c:pt>
                <c:pt idx="2690">
                  <c:v>51</c:v>
                </c:pt>
                <c:pt idx="2691">
                  <c:v>10</c:v>
                </c:pt>
                <c:pt idx="2692">
                  <c:v>7</c:v>
                </c:pt>
                <c:pt idx="2693">
                  <c:v>22</c:v>
                </c:pt>
                <c:pt idx="2694">
                  <c:v>13</c:v>
                </c:pt>
                <c:pt idx="2695">
                  <c:v>30</c:v>
                </c:pt>
                <c:pt idx="2696">
                  <c:v>52</c:v>
                </c:pt>
                <c:pt idx="2697">
                  <c:v>18</c:v>
                </c:pt>
                <c:pt idx="2698">
                  <c:v>27</c:v>
                </c:pt>
                <c:pt idx="2699">
                  <c:v>15</c:v>
                </c:pt>
                <c:pt idx="2700">
                  <c:v>7</c:v>
                </c:pt>
                <c:pt idx="2701">
                  <c:v>10</c:v>
                </c:pt>
                <c:pt idx="2702">
                  <c:v>11</c:v>
                </c:pt>
                <c:pt idx="2703">
                  <c:v>47</c:v>
                </c:pt>
                <c:pt idx="2704">
                  <c:v>115</c:v>
                </c:pt>
                <c:pt idx="2705">
                  <c:v>7</c:v>
                </c:pt>
                <c:pt idx="2706">
                  <c:v>28</c:v>
                </c:pt>
                <c:pt idx="2707">
                  <c:v>12</c:v>
                </c:pt>
                <c:pt idx="2708">
                  <c:v>49</c:v>
                </c:pt>
                <c:pt idx="2709">
                  <c:v>6</c:v>
                </c:pt>
                <c:pt idx="2710">
                  <c:v>12</c:v>
                </c:pt>
                <c:pt idx="2711">
                  <c:v>22</c:v>
                </c:pt>
                <c:pt idx="2712">
                  <c:v>11</c:v>
                </c:pt>
                <c:pt idx="2713">
                  <c:v>9</c:v>
                </c:pt>
                <c:pt idx="2714">
                  <c:v>11</c:v>
                </c:pt>
                <c:pt idx="2715">
                  <c:v>21</c:v>
                </c:pt>
                <c:pt idx="2716">
                  <c:v>7</c:v>
                </c:pt>
                <c:pt idx="2717">
                  <c:v>11</c:v>
                </c:pt>
                <c:pt idx="2718">
                  <c:v>6</c:v>
                </c:pt>
                <c:pt idx="2719">
                  <c:v>13</c:v>
                </c:pt>
                <c:pt idx="2720">
                  <c:v>26</c:v>
                </c:pt>
                <c:pt idx="2721">
                  <c:v>6</c:v>
                </c:pt>
                <c:pt idx="2722">
                  <c:v>35</c:v>
                </c:pt>
                <c:pt idx="2723">
                  <c:v>20</c:v>
                </c:pt>
                <c:pt idx="2724">
                  <c:v>31</c:v>
                </c:pt>
                <c:pt idx="2725">
                  <c:v>9</c:v>
                </c:pt>
                <c:pt idx="2726">
                  <c:v>10</c:v>
                </c:pt>
                <c:pt idx="2727">
                  <c:v>16</c:v>
                </c:pt>
                <c:pt idx="2728">
                  <c:v>9</c:v>
                </c:pt>
                <c:pt idx="2729">
                  <c:v>9</c:v>
                </c:pt>
                <c:pt idx="2730">
                  <c:v>12</c:v>
                </c:pt>
                <c:pt idx="2731">
                  <c:v>23</c:v>
                </c:pt>
                <c:pt idx="2732">
                  <c:v>15</c:v>
                </c:pt>
                <c:pt idx="2733">
                  <c:v>6</c:v>
                </c:pt>
                <c:pt idx="2734">
                  <c:v>13</c:v>
                </c:pt>
                <c:pt idx="2735">
                  <c:v>16</c:v>
                </c:pt>
                <c:pt idx="2736">
                  <c:v>5</c:v>
                </c:pt>
                <c:pt idx="2737">
                  <c:v>15</c:v>
                </c:pt>
                <c:pt idx="2738">
                  <c:v>12</c:v>
                </c:pt>
                <c:pt idx="2739">
                  <c:v>36</c:v>
                </c:pt>
                <c:pt idx="2740">
                  <c:v>9</c:v>
                </c:pt>
                <c:pt idx="2741">
                  <c:v>9</c:v>
                </c:pt>
                <c:pt idx="2742">
                  <c:v>5</c:v>
                </c:pt>
                <c:pt idx="2743">
                  <c:v>12</c:v>
                </c:pt>
                <c:pt idx="2744">
                  <c:v>18</c:v>
                </c:pt>
                <c:pt idx="2745">
                  <c:v>21</c:v>
                </c:pt>
                <c:pt idx="2746">
                  <c:v>8</c:v>
                </c:pt>
                <c:pt idx="2747">
                  <c:v>7</c:v>
                </c:pt>
                <c:pt idx="2748">
                  <c:v>8</c:v>
                </c:pt>
                <c:pt idx="2749">
                  <c:v>14</c:v>
                </c:pt>
                <c:pt idx="2750">
                  <c:v>12</c:v>
                </c:pt>
                <c:pt idx="2751">
                  <c:v>24</c:v>
                </c:pt>
                <c:pt idx="2752">
                  <c:v>25</c:v>
                </c:pt>
                <c:pt idx="2753">
                  <c:v>10</c:v>
                </c:pt>
                <c:pt idx="2754">
                  <c:v>8</c:v>
                </c:pt>
                <c:pt idx="2755">
                  <c:v>24</c:v>
                </c:pt>
                <c:pt idx="2756">
                  <c:v>9</c:v>
                </c:pt>
                <c:pt idx="2757">
                  <c:v>8</c:v>
                </c:pt>
                <c:pt idx="2758">
                  <c:v>42</c:v>
                </c:pt>
                <c:pt idx="2759">
                  <c:v>13</c:v>
                </c:pt>
                <c:pt idx="2760">
                  <c:v>8</c:v>
                </c:pt>
                <c:pt idx="2761">
                  <c:v>10</c:v>
                </c:pt>
                <c:pt idx="2762">
                  <c:v>8</c:v>
                </c:pt>
                <c:pt idx="2763">
                  <c:v>5</c:v>
                </c:pt>
                <c:pt idx="2764">
                  <c:v>6</c:v>
                </c:pt>
                <c:pt idx="2765">
                  <c:v>10</c:v>
                </c:pt>
                <c:pt idx="2766">
                  <c:v>40</c:v>
                </c:pt>
                <c:pt idx="2767">
                  <c:v>6</c:v>
                </c:pt>
                <c:pt idx="2768">
                  <c:v>30</c:v>
                </c:pt>
                <c:pt idx="2769">
                  <c:v>9</c:v>
                </c:pt>
                <c:pt idx="2770">
                  <c:v>26</c:v>
                </c:pt>
                <c:pt idx="2771">
                  <c:v>11</c:v>
                </c:pt>
                <c:pt idx="2772">
                  <c:v>7</c:v>
                </c:pt>
                <c:pt idx="2773">
                  <c:v>18</c:v>
                </c:pt>
                <c:pt idx="2774">
                  <c:v>13</c:v>
                </c:pt>
                <c:pt idx="2775">
                  <c:v>12</c:v>
                </c:pt>
                <c:pt idx="2776">
                  <c:v>30</c:v>
                </c:pt>
                <c:pt idx="2777">
                  <c:v>6</c:v>
                </c:pt>
                <c:pt idx="2778">
                  <c:v>7</c:v>
                </c:pt>
                <c:pt idx="2779">
                  <c:v>12</c:v>
                </c:pt>
                <c:pt idx="2780">
                  <c:v>22</c:v>
                </c:pt>
                <c:pt idx="2781">
                  <c:v>11</c:v>
                </c:pt>
                <c:pt idx="2782">
                  <c:v>6</c:v>
                </c:pt>
                <c:pt idx="2783">
                  <c:v>10</c:v>
                </c:pt>
                <c:pt idx="2784">
                  <c:v>7</c:v>
                </c:pt>
                <c:pt idx="2785">
                  <c:v>5</c:v>
                </c:pt>
                <c:pt idx="2786">
                  <c:v>6</c:v>
                </c:pt>
                <c:pt idx="2787">
                  <c:v>10</c:v>
                </c:pt>
                <c:pt idx="2788">
                  <c:v>23</c:v>
                </c:pt>
                <c:pt idx="2789">
                  <c:v>21</c:v>
                </c:pt>
                <c:pt idx="2790">
                  <c:v>9</c:v>
                </c:pt>
                <c:pt idx="2791">
                  <c:v>24</c:v>
                </c:pt>
                <c:pt idx="2792">
                  <c:v>9</c:v>
                </c:pt>
                <c:pt idx="2793">
                  <c:v>11</c:v>
                </c:pt>
                <c:pt idx="2794">
                  <c:v>4</c:v>
                </c:pt>
                <c:pt idx="2795">
                  <c:v>22</c:v>
                </c:pt>
                <c:pt idx="2796">
                  <c:v>3</c:v>
                </c:pt>
                <c:pt idx="2797">
                  <c:v>6</c:v>
                </c:pt>
                <c:pt idx="2798">
                  <c:v>9</c:v>
                </c:pt>
                <c:pt idx="2799">
                  <c:v>19</c:v>
                </c:pt>
                <c:pt idx="2800">
                  <c:v>60</c:v>
                </c:pt>
                <c:pt idx="2801">
                  <c:v>5</c:v>
                </c:pt>
                <c:pt idx="2802">
                  <c:v>25</c:v>
                </c:pt>
                <c:pt idx="2803">
                  <c:v>8</c:v>
                </c:pt>
                <c:pt idx="2804">
                  <c:v>7</c:v>
                </c:pt>
                <c:pt idx="2805">
                  <c:v>50</c:v>
                </c:pt>
                <c:pt idx="2806">
                  <c:v>9</c:v>
                </c:pt>
                <c:pt idx="2807">
                  <c:v>11</c:v>
                </c:pt>
                <c:pt idx="2808">
                  <c:v>18</c:v>
                </c:pt>
                <c:pt idx="2809">
                  <c:v>9</c:v>
                </c:pt>
                <c:pt idx="2810">
                  <c:v>11</c:v>
                </c:pt>
                <c:pt idx="2811">
                  <c:v>4</c:v>
                </c:pt>
                <c:pt idx="2812">
                  <c:v>6</c:v>
                </c:pt>
                <c:pt idx="2813">
                  <c:v>47</c:v>
                </c:pt>
                <c:pt idx="2814">
                  <c:v>27</c:v>
                </c:pt>
                <c:pt idx="2815">
                  <c:v>9</c:v>
                </c:pt>
                <c:pt idx="2816">
                  <c:v>8</c:v>
                </c:pt>
                <c:pt idx="2817">
                  <c:v>7</c:v>
                </c:pt>
                <c:pt idx="2818">
                  <c:v>17</c:v>
                </c:pt>
                <c:pt idx="2819">
                  <c:v>17</c:v>
                </c:pt>
                <c:pt idx="2820">
                  <c:v>9</c:v>
                </c:pt>
                <c:pt idx="2821">
                  <c:v>39</c:v>
                </c:pt>
                <c:pt idx="2822">
                  <c:v>6</c:v>
                </c:pt>
                <c:pt idx="2823">
                  <c:v>19</c:v>
                </c:pt>
                <c:pt idx="2824">
                  <c:v>19</c:v>
                </c:pt>
                <c:pt idx="2825">
                  <c:v>20</c:v>
                </c:pt>
                <c:pt idx="2826">
                  <c:v>38</c:v>
                </c:pt>
                <c:pt idx="2827">
                  <c:v>1</c:v>
                </c:pt>
                <c:pt idx="2828">
                  <c:v>26</c:v>
                </c:pt>
                <c:pt idx="2829">
                  <c:v>30</c:v>
                </c:pt>
                <c:pt idx="2830">
                  <c:v>61</c:v>
                </c:pt>
                <c:pt idx="2831">
                  <c:v>19</c:v>
                </c:pt>
                <c:pt idx="2832">
                  <c:v>27</c:v>
                </c:pt>
                <c:pt idx="2833">
                  <c:v>24</c:v>
                </c:pt>
                <c:pt idx="2834">
                  <c:v>13</c:v>
                </c:pt>
                <c:pt idx="2835">
                  <c:v>20</c:v>
                </c:pt>
                <c:pt idx="2836">
                  <c:v>13</c:v>
                </c:pt>
                <c:pt idx="2837">
                  <c:v>6</c:v>
                </c:pt>
                <c:pt idx="2838">
                  <c:v>8</c:v>
                </c:pt>
                <c:pt idx="2839">
                  <c:v>20</c:v>
                </c:pt>
                <c:pt idx="2840">
                  <c:v>9</c:v>
                </c:pt>
                <c:pt idx="2841">
                  <c:v>11</c:v>
                </c:pt>
                <c:pt idx="2842">
                  <c:v>8</c:v>
                </c:pt>
                <c:pt idx="2843">
                  <c:v>29</c:v>
                </c:pt>
                <c:pt idx="2844">
                  <c:v>5</c:v>
                </c:pt>
                <c:pt idx="2845">
                  <c:v>23</c:v>
                </c:pt>
                <c:pt idx="2846">
                  <c:v>11</c:v>
                </c:pt>
                <c:pt idx="2847">
                  <c:v>9</c:v>
                </c:pt>
                <c:pt idx="2848">
                  <c:v>8</c:v>
                </c:pt>
                <c:pt idx="2849">
                  <c:v>8</c:v>
                </c:pt>
                <c:pt idx="2850">
                  <c:v>7</c:v>
                </c:pt>
                <c:pt idx="2851">
                  <c:v>19</c:v>
                </c:pt>
                <c:pt idx="2852">
                  <c:v>9</c:v>
                </c:pt>
                <c:pt idx="2853">
                  <c:v>13</c:v>
                </c:pt>
                <c:pt idx="2854">
                  <c:v>13</c:v>
                </c:pt>
                <c:pt idx="2855">
                  <c:v>8</c:v>
                </c:pt>
                <c:pt idx="2856">
                  <c:v>38</c:v>
                </c:pt>
                <c:pt idx="2857">
                  <c:v>7</c:v>
                </c:pt>
                <c:pt idx="2858">
                  <c:v>8</c:v>
                </c:pt>
                <c:pt idx="2859">
                  <c:v>34</c:v>
                </c:pt>
                <c:pt idx="2860">
                  <c:v>11</c:v>
                </c:pt>
                <c:pt idx="2861">
                  <c:v>23</c:v>
                </c:pt>
                <c:pt idx="2862">
                  <c:v>39</c:v>
                </c:pt>
                <c:pt idx="2863">
                  <c:v>8</c:v>
                </c:pt>
                <c:pt idx="2864">
                  <c:v>9</c:v>
                </c:pt>
                <c:pt idx="2865">
                  <c:v>19</c:v>
                </c:pt>
                <c:pt idx="2866">
                  <c:v>13</c:v>
                </c:pt>
                <c:pt idx="2867">
                  <c:v>11</c:v>
                </c:pt>
                <c:pt idx="2868">
                  <c:v>19</c:v>
                </c:pt>
                <c:pt idx="2869">
                  <c:v>7</c:v>
                </c:pt>
                <c:pt idx="2870">
                  <c:v>21</c:v>
                </c:pt>
                <c:pt idx="2871">
                  <c:v>12</c:v>
                </c:pt>
                <c:pt idx="2872">
                  <c:v>19</c:v>
                </c:pt>
                <c:pt idx="2873">
                  <c:v>13</c:v>
                </c:pt>
                <c:pt idx="2874">
                  <c:v>8</c:v>
                </c:pt>
                <c:pt idx="2875">
                  <c:v>16</c:v>
                </c:pt>
                <c:pt idx="2876">
                  <c:v>4</c:v>
                </c:pt>
                <c:pt idx="2877">
                  <c:v>2</c:v>
                </c:pt>
                <c:pt idx="2878">
                  <c:v>29</c:v>
                </c:pt>
                <c:pt idx="2879">
                  <c:v>6</c:v>
                </c:pt>
                <c:pt idx="2880">
                  <c:v>16</c:v>
                </c:pt>
                <c:pt idx="2881">
                  <c:v>10</c:v>
                </c:pt>
                <c:pt idx="2882">
                  <c:v>6</c:v>
                </c:pt>
                <c:pt idx="2883">
                  <c:v>7</c:v>
                </c:pt>
                <c:pt idx="2884">
                  <c:v>30</c:v>
                </c:pt>
                <c:pt idx="2885">
                  <c:v>4</c:v>
                </c:pt>
                <c:pt idx="2886">
                  <c:v>31</c:v>
                </c:pt>
                <c:pt idx="2887">
                  <c:v>12</c:v>
                </c:pt>
                <c:pt idx="2888">
                  <c:v>24</c:v>
                </c:pt>
                <c:pt idx="2889">
                  <c:v>21</c:v>
                </c:pt>
                <c:pt idx="2890">
                  <c:v>9</c:v>
                </c:pt>
                <c:pt idx="2891">
                  <c:v>16</c:v>
                </c:pt>
                <c:pt idx="2892">
                  <c:v>6</c:v>
                </c:pt>
                <c:pt idx="2893">
                  <c:v>7</c:v>
                </c:pt>
                <c:pt idx="2894">
                  <c:v>6</c:v>
                </c:pt>
                <c:pt idx="2895">
                  <c:v>29</c:v>
                </c:pt>
                <c:pt idx="2896">
                  <c:v>6</c:v>
                </c:pt>
                <c:pt idx="2897">
                  <c:v>9</c:v>
                </c:pt>
                <c:pt idx="2898">
                  <c:v>17</c:v>
                </c:pt>
                <c:pt idx="2899">
                  <c:v>35</c:v>
                </c:pt>
                <c:pt idx="2900">
                  <c:v>23</c:v>
                </c:pt>
                <c:pt idx="2901">
                  <c:v>13</c:v>
                </c:pt>
                <c:pt idx="2902">
                  <c:v>6</c:v>
                </c:pt>
                <c:pt idx="2903">
                  <c:v>8</c:v>
                </c:pt>
                <c:pt idx="2904">
                  <c:v>14</c:v>
                </c:pt>
                <c:pt idx="2905">
                  <c:v>9</c:v>
                </c:pt>
                <c:pt idx="2906">
                  <c:v>5</c:v>
                </c:pt>
                <c:pt idx="2907">
                  <c:v>31</c:v>
                </c:pt>
                <c:pt idx="2908">
                  <c:v>15</c:v>
                </c:pt>
                <c:pt idx="2909">
                  <c:v>10</c:v>
                </c:pt>
                <c:pt idx="2910">
                  <c:v>44</c:v>
                </c:pt>
                <c:pt idx="2911">
                  <c:v>9</c:v>
                </c:pt>
                <c:pt idx="2912">
                  <c:v>9</c:v>
                </c:pt>
                <c:pt idx="2913">
                  <c:v>14</c:v>
                </c:pt>
                <c:pt idx="2914">
                  <c:v>6</c:v>
                </c:pt>
                <c:pt idx="2915">
                  <c:v>32</c:v>
                </c:pt>
                <c:pt idx="2916">
                  <c:v>40</c:v>
                </c:pt>
                <c:pt idx="2917">
                  <c:v>11</c:v>
                </c:pt>
                <c:pt idx="2918">
                  <c:v>7</c:v>
                </c:pt>
                <c:pt idx="2919">
                  <c:v>12</c:v>
                </c:pt>
                <c:pt idx="2920">
                  <c:v>6</c:v>
                </c:pt>
                <c:pt idx="2921">
                  <c:v>16</c:v>
                </c:pt>
                <c:pt idx="2922">
                  <c:v>5</c:v>
                </c:pt>
                <c:pt idx="2923">
                  <c:v>44</c:v>
                </c:pt>
                <c:pt idx="2924">
                  <c:v>9</c:v>
                </c:pt>
                <c:pt idx="2925">
                  <c:v>12</c:v>
                </c:pt>
                <c:pt idx="2926">
                  <c:v>13</c:v>
                </c:pt>
                <c:pt idx="2927">
                  <c:v>31</c:v>
                </c:pt>
                <c:pt idx="2928">
                  <c:v>38</c:v>
                </c:pt>
                <c:pt idx="2929">
                  <c:v>2</c:v>
                </c:pt>
                <c:pt idx="2930">
                  <c:v>9</c:v>
                </c:pt>
                <c:pt idx="2931">
                  <c:v>24</c:v>
                </c:pt>
                <c:pt idx="2932">
                  <c:v>9</c:v>
                </c:pt>
                <c:pt idx="2933">
                  <c:v>23</c:v>
                </c:pt>
                <c:pt idx="2934">
                  <c:v>10</c:v>
                </c:pt>
                <c:pt idx="2935">
                  <c:v>26</c:v>
                </c:pt>
                <c:pt idx="2936">
                  <c:v>6</c:v>
                </c:pt>
                <c:pt idx="2937">
                  <c:v>6</c:v>
                </c:pt>
                <c:pt idx="2938">
                  <c:v>10</c:v>
                </c:pt>
                <c:pt idx="2939">
                  <c:v>10</c:v>
                </c:pt>
                <c:pt idx="2940">
                  <c:v>6</c:v>
                </c:pt>
                <c:pt idx="2941">
                  <c:v>22</c:v>
                </c:pt>
                <c:pt idx="2942">
                  <c:v>3</c:v>
                </c:pt>
                <c:pt idx="2943">
                  <c:v>7</c:v>
                </c:pt>
                <c:pt idx="2944">
                  <c:v>8</c:v>
                </c:pt>
                <c:pt idx="2945">
                  <c:v>27</c:v>
                </c:pt>
                <c:pt idx="2946">
                  <c:v>18</c:v>
                </c:pt>
                <c:pt idx="2947">
                  <c:v>8</c:v>
                </c:pt>
                <c:pt idx="2948">
                  <c:v>30</c:v>
                </c:pt>
                <c:pt idx="2949">
                  <c:v>10</c:v>
                </c:pt>
                <c:pt idx="2950">
                  <c:v>15</c:v>
                </c:pt>
                <c:pt idx="2951">
                  <c:v>7</c:v>
                </c:pt>
                <c:pt idx="2952">
                  <c:v>8</c:v>
                </c:pt>
                <c:pt idx="2953">
                  <c:v>23</c:v>
                </c:pt>
                <c:pt idx="2954">
                  <c:v>10</c:v>
                </c:pt>
                <c:pt idx="2955">
                  <c:v>9</c:v>
                </c:pt>
                <c:pt idx="2956">
                  <c:v>10</c:v>
                </c:pt>
                <c:pt idx="2957">
                  <c:v>22</c:v>
                </c:pt>
                <c:pt idx="2958">
                  <c:v>12</c:v>
                </c:pt>
                <c:pt idx="2959">
                  <c:v>10</c:v>
                </c:pt>
                <c:pt idx="2960">
                  <c:v>11</c:v>
                </c:pt>
                <c:pt idx="2961">
                  <c:v>8</c:v>
                </c:pt>
                <c:pt idx="2962">
                  <c:v>38</c:v>
                </c:pt>
                <c:pt idx="2963">
                  <c:v>13</c:v>
                </c:pt>
                <c:pt idx="2964">
                  <c:v>14</c:v>
                </c:pt>
                <c:pt idx="2965">
                  <c:v>24</c:v>
                </c:pt>
                <c:pt idx="2966">
                  <c:v>20</c:v>
                </c:pt>
                <c:pt idx="2967">
                  <c:v>11</c:v>
                </c:pt>
                <c:pt idx="2968">
                  <c:v>6</c:v>
                </c:pt>
                <c:pt idx="2969">
                  <c:v>16</c:v>
                </c:pt>
                <c:pt idx="2970">
                  <c:v>7</c:v>
                </c:pt>
                <c:pt idx="2971">
                  <c:v>19</c:v>
                </c:pt>
                <c:pt idx="2972">
                  <c:v>18</c:v>
                </c:pt>
                <c:pt idx="2973">
                  <c:v>6</c:v>
                </c:pt>
                <c:pt idx="2974">
                  <c:v>8</c:v>
                </c:pt>
                <c:pt idx="2975">
                  <c:v>15</c:v>
                </c:pt>
                <c:pt idx="2976">
                  <c:v>11</c:v>
                </c:pt>
                <c:pt idx="2977">
                  <c:v>7</c:v>
                </c:pt>
                <c:pt idx="2978">
                  <c:v>39</c:v>
                </c:pt>
                <c:pt idx="2979">
                  <c:v>27</c:v>
                </c:pt>
                <c:pt idx="2980">
                  <c:v>10</c:v>
                </c:pt>
                <c:pt idx="2981">
                  <c:v>9</c:v>
                </c:pt>
                <c:pt idx="2982">
                  <c:v>6</c:v>
                </c:pt>
                <c:pt idx="2983">
                  <c:v>13</c:v>
                </c:pt>
                <c:pt idx="2984">
                  <c:v>6</c:v>
                </c:pt>
                <c:pt idx="2985">
                  <c:v>10</c:v>
                </c:pt>
                <c:pt idx="2986">
                  <c:v>16</c:v>
                </c:pt>
                <c:pt idx="2987">
                  <c:v>6</c:v>
                </c:pt>
                <c:pt idx="2988">
                  <c:v>35</c:v>
                </c:pt>
                <c:pt idx="2989">
                  <c:v>28</c:v>
                </c:pt>
                <c:pt idx="2990">
                  <c:v>3</c:v>
                </c:pt>
                <c:pt idx="2991">
                  <c:v>15</c:v>
                </c:pt>
                <c:pt idx="2992">
                  <c:v>19</c:v>
                </c:pt>
                <c:pt idx="2993">
                  <c:v>19</c:v>
                </c:pt>
                <c:pt idx="2994">
                  <c:v>40</c:v>
                </c:pt>
                <c:pt idx="2995">
                  <c:v>11</c:v>
                </c:pt>
                <c:pt idx="2996">
                  <c:v>8</c:v>
                </c:pt>
                <c:pt idx="2997">
                  <c:v>56</c:v>
                </c:pt>
                <c:pt idx="2998">
                  <c:v>75</c:v>
                </c:pt>
                <c:pt idx="2999">
                  <c:v>9</c:v>
                </c:pt>
                <c:pt idx="3000">
                  <c:v>15</c:v>
                </c:pt>
                <c:pt idx="3001">
                  <c:v>22</c:v>
                </c:pt>
                <c:pt idx="3002">
                  <c:v>10</c:v>
                </c:pt>
                <c:pt idx="3003">
                  <c:v>18</c:v>
                </c:pt>
                <c:pt idx="3004">
                  <c:v>12</c:v>
                </c:pt>
                <c:pt idx="3005">
                  <c:v>20</c:v>
                </c:pt>
                <c:pt idx="3006">
                  <c:v>6</c:v>
                </c:pt>
                <c:pt idx="3007">
                  <c:v>9</c:v>
                </c:pt>
                <c:pt idx="3008">
                  <c:v>18</c:v>
                </c:pt>
                <c:pt idx="3009">
                  <c:v>7</c:v>
                </c:pt>
                <c:pt idx="3010">
                  <c:v>10</c:v>
                </c:pt>
                <c:pt idx="3011">
                  <c:v>12</c:v>
                </c:pt>
                <c:pt idx="3012">
                  <c:v>7</c:v>
                </c:pt>
                <c:pt idx="3013">
                  <c:v>7</c:v>
                </c:pt>
                <c:pt idx="3014">
                  <c:v>22</c:v>
                </c:pt>
                <c:pt idx="3015">
                  <c:v>18</c:v>
                </c:pt>
                <c:pt idx="3016">
                  <c:v>7</c:v>
                </c:pt>
                <c:pt idx="3017">
                  <c:v>26</c:v>
                </c:pt>
                <c:pt idx="3018">
                  <c:v>34</c:v>
                </c:pt>
                <c:pt idx="3019">
                  <c:v>14</c:v>
                </c:pt>
                <c:pt idx="3020">
                  <c:v>3</c:v>
                </c:pt>
                <c:pt idx="3021">
                  <c:v>18</c:v>
                </c:pt>
                <c:pt idx="3022">
                  <c:v>8</c:v>
                </c:pt>
                <c:pt idx="3023">
                  <c:v>11</c:v>
                </c:pt>
                <c:pt idx="3024">
                  <c:v>26</c:v>
                </c:pt>
                <c:pt idx="3025">
                  <c:v>3</c:v>
                </c:pt>
                <c:pt idx="3026">
                  <c:v>12</c:v>
                </c:pt>
                <c:pt idx="3027">
                  <c:v>30</c:v>
                </c:pt>
                <c:pt idx="3028">
                  <c:v>9</c:v>
                </c:pt>
                <c:pt idx="3029">
                  <c:v>15</c:v>
                </c:pt>
                <c:pt idx="3030">
                  <c:v>11</c:v>
                </c:pt>
                <c:pt idx="3031">
                  <c:v>19</c:v>
                </c:pt>
                <c:pt idx="3032">
                  <c:v>75</c:v>
                </c:pt>
                <c:pt idx="3033">
                  <c:v>34</c:v>
                </c:pt>
                <c:pt idx="3034">
                  <c:v>10</c:v>
                </c:pt>
                <c:pt idx="3035">
                  <c:v>6</c:v>
                </c:pt>
                <c:pt idx="3036">
                  <c:v>7</c:v>
                </c:pt>
                <c:pt idx="3037">
                  <c:v>17</c:v>
                </c:pt>
                <c:pt idx="3038">
                  <c:v>11</c:v>
                </c:pt>
                <c:pt idx="3039">
                  <c:v>9</c:v>
                </c:pt>
                <c:pt idx="3040">
                  <c:v>11</c:v>
                </c:pt>
                <c:pt idx="3041">
                  <c:v>9</c:v>
                </c:pt>
                <c:pt idx="3042">
                  <c:v>18</c:v>
                </c:pt>
                <c:pt idx="3043">
                  <c:v>7</c:v>
                </c:pt>
                <c:pt idx="3044">
                  <c:v>2</c:v>
                </c:pt>
                <c:pt idx="3045">
                  <c:v>21</c:v>
                </c:pt>
                <c:pt idx="3046">
                  <c:v>10</c:v>
                </c:pt>
                <c:pt idx="3047">
                  <c:v>7</c:v>
                </c:pt>
                <c:pt idx="3048">
                  <c:v>8</c:v>
                </c:pt>
                <c:pt idx="3049">
                  <c:v>24</c:v>
                </c:pt>
                <c:pt idx="3050">
                  <c:v>9</c:v>
                </c:pt>
                <c:pt idx="3051">
                  <c:v>11</c:v>
                </c:pt>
                <c:pt idx="3052">
                  <c:v>18</c:v>
                </c:pt>
                <c:pt idx="3053">
                  <c:v>4</c:v>
                </c:pt>
                <c:pt idx="3054">
                  <c:v>9</c:v>
                </c:pt>
                <c:pt idx="3055">
                  <c:v>9</c:v>
                </c:pt>
                <c:pt idx="3056">
                  <c:v>7</c:v>
                </c:pt>
                <c:pt idx="3057">
                  <c:v>6</c:v>
                </c:pt>
                <c:pt idx="3058">
                  <c:v>18</c:v>
                </c:pt>
                <c:pt idx="3059">
                  <c:v>5</c:v>
                </c:pt>
                <c:pt idx="3060">
                  <c:v>9</c:v>
                </c:pt>
                <c:pt idx="3061">
                  <c:v>11</c:v>
                </c:pt>
                <c:pt idx="3062">
                  <c:v>7</c:v>
                </c:pt>
                <c:pt idx="3063">
                  <c:v>14</c:v>
                </c:pt>
                <c:pt idx="3064">
                  <c:v>15</c:v>
                </c:pt>
                <c:pt idx="3065">
                  <c:v>7</c:v>
                </c:pt>
                <c:pt idx="3066">
                  <c:v>7</c:v>
                </c:pt>
                <c:pt idx="3067">
                  <c:v>44</c:v>
                </c:pt>
                <c:pt idx="3068">
                  <c:v>15</c:v>
                </c:pt>
                <c:pt idx="3069">
                  <c:v>12</c:v>
                </c:pt>
                <c:pt idx="3070">
                  <c:v>8</c:v>
                </c:pt>
                <c:pt idx="3071">
                  <c:v>10</c:v>
                </c:pt>
                <c:pt idx="3072">
                  <c:v>5</c:v>
                </c:pt>
                <c:pt idx="3073">
                  <c:v>18</c:v>
                </c:pt>
                <c:pt idx="3074">
                  <c:v>10</c:v>
                </c:pt>
                <c:pt idx="3075">
                  <c:v>19</c:v>
                </c:pt>
                <c:pt idx="3076">
                  <c:v>8</c:v>
                </c:pt>
                <c:pt idx="3077">
                  <c:v>11</c:v>
                </c:pt>
                <c:pt idx="3078">
                  <c:v>8</c:v>
                </c:pt>
                <c:pt idx="3079">
                  <c:v>6</c:v>
                </c:pt>
                <c:pt idx="3080">
                  <c:v>11</c:v>
                </c:pt>
                <c:pt idx="3081">
                  <c:v>11</c:v>
                </c:pt>
                <c:pt idx="3082">
                  <c:v>11</c:v>
                </c:pt>
                <c:pt idx="3083">
                  <c:v>11</c:v>
                </c:pt>
                <c:pt idx="3084">
                  <c:v>15</c:v>
                </c:pt>
                <c:pt idx="3085">
                  <c:v>14</c:v>
                </c:pt>
                <c:pt idx="3086">
                  <c:v>11</c:v>
                </c:pt>
                <c:pt idx="3087">
                  <c:v>18</c:v>
                </c:pt>
                <c:pt idx="3088">
                  <c:v>25</c:v>
                </c:pt>
                <c:pt idx="3089">
                  <c:v>14</c:v>
                </c:pt>
                <c:pt idx="3090">
                  <c:v>22</c:v>
                </c:pt>
                <c:pt idx="3091">
                  <c:v>18</c:v>
                </c:pt>
                <c:pt idx="3092">
                  <c:v>13</c:v>
                </c:pt>
                <c:pt idx="3093">
                  <c:v>21</c:v>
                </c:pt>
                <c:pt idx="3094">
                  <c:v>25</c:v>
                </c:pt>
                <c:pt idx="3095">
                  <c:v>14</c:v>
                </c:pt>
                <c:pt idx="3096">
                  <c:v>6</c:v>
                </c:pt>
                <c:pt idx="3097">
                  <c:v>12</c:v>
                </c:pt>
                <c:pt idx="3098">
                  <c:v>10</c:v>
                </c:pt>
                <c:pt idx="3099">
                  <c:v>17</c:v>
                </c:pt>
                <c:pt idx="3100">
                  <c:v>9</c:v>
                </c:pt>
                <c:pt idx="3101">
                  <c:v>8</c:v>
                </c:pt>
                <c:pt idx="3102">
                  <c:v>18</c:v>
                </c:pt>
                <c:pt idx="3103">
                  <c:v>8</c:v>
                </c:pt>
                <c:pt idx="3104">
                  <c:v>14</c:v>
                </c:pt>
                <c:pt idx="3105">
                  <c:v>19</c:v>
                </c:pt>
                <c:pt idx="3106">
                  <c:v>50</c:v>
                </c:pt>
                <c:pt idx="3107">
                  <c:v>50</c:v>
                </c:pt>
                <c:pt idx="3108">
                  <c:v>20</c:v>
                </c:pt>
                <c:pt idx="3109">
                  <c:v>11</c:v>
                </c:pt>
                <c:pt idx="3110">
                  <c:v>9</c:v>
                </c:pt>
                <c:pt idx="3111">
                  <c:v>42</c:v>
                </c:pt>
                <c:pt idx="3112">
                  <c:v>4</c:v>
                </c:pt>
                <c:pt idx="3113">
                  <c:v>7</c:v>
                </c:pt>
                <c:pt idx="3114">
                  <c:v>9</c:v>
                </c:pt>
                <c:pt idx="3115">
                  <c:v>10</c:v>
                </c:pt>
                <c:pt idx="3116">
                  <c:v>10</c:v>
                </c:pt>
                <c:pt idx="3117">
                  <c:v>10</c:v>
                </c:pt>
                <c:pt idx="3118">
                  <c:v>5</c:v>
                </c:pt>
                <c:pt idx="3119">
                  <c:v>10</c:v>
                </c:pt>
                <c:pt idx="3120">
                  <c:v>8</c:v>
                </c:pt>
                <c:pt idx="3121">
                  <c:v>10</c:v>
                </c:pt>
                <c:pt idx="3122">
                  <c:v>27</c:v>
                </c:pt>
                <c:pt idx="3123">
                  <c:v>13</c:v>
                </c:pt>
                <c:pt idx="3124">
                  <c:v>7</c:v>
                </c:pt>
                <c:pt idx="3125">
                  <c:v>8</c:v>
                </c:pt>
                <c:pt idx="3126">
                  <c:v>15</c:v>
                </c:pt>
                <c:pt idx="3127">
                  <c:v>6</c:v>
                </c:pt>
                <c:pt idx="3128">
                  <c:v>1</c:v>
                </c:pt>
                <c:pt idx="3129">
                  <c:v>6</c:v>
                </c:pt>
                <c:pt idx="3130">
                  <c:v>8</c:v>
                </c:pt>
                <c:pt idx="3131">
                  <c:v>19</c:v>
                </c:pt>
                <c:pt idx="3132">
                  <c:v>14</c:v>
                </c:pt>
                <c:pt idx="3133">
                  <c:v>11</c:v>
                </c:pt>
                <c:pt idx="3134">
                  <c:v>6</c:v>
                </c:pt>
                <c:pt idx="3135">
                  <c:v>1</c:v>
                </c:pt>
                <c:pt idx="3136">
                  <c:v>14</c:v>
                </c:pt>
                <c:pt idx="3137">
                  <c:v>10</c:v>
                </c:pt>
                <c:pt idx="3138">
                  <c:v>24</c:v>
                </c:pt>
                <c:pt idx="3139">
                  <c:v>8</c:v>
                </c:pt>
                <c:pt idx="3140">
                  <c:v>16</c:v>
                </c:pt>
                <c:pt idx="3141">
                  <c:v>14</c:v>
                </c:pt>
                <c:pt idx="3142">
                  <c:v>22</c:v>
                </c:pt>
                <c:pt idx="3143">
                  <c:v>18</c:v>
                </c:pt>
                <c:pt idx="3144">
                  <c:v>19</c:v>
                </c:pt>
                <c:pt idx="3145">
                  <c:v>53</c:v>
                </c:pt>
                <c:pt idx="3146">
                  <c:v>38</c:v>
                </c:pt>
                <c:pt idx="3147">
                  <c:v>7</c:v>
                </c:pt>
                <c:pt idx="3148">
                  <c:v>9</c:v>
                </c:pt>
                <c:pt idx="3149">
                  <c:v>79</c:v>
                </c:pt>
                <c:pt idx="3150">
                  <c:v>9</c:v>
                </c:pt>
                <c:pt idx="3151">
                  <c:v>6</c:v>
                </c:pt>
                <c:pt idx="3152">
                  <c:v>7</c:v>
                </c:pt>
                <c:pt idx="3153">
                  <c:v>12</c:v>
                </c:pt>
                <c:pt idx="3154">
                  <c:v>8</c:v>
                </c:pt>
                <c:pt idx="3155">
                  <c:v>19</c:v>
                </c:pt>
                <c:pt idx="3156">
                  <c:v>4</c:v>
                </c:pt>
                <c:pt idx="3157">
                  <c:v>13</c:v>
                </c:pt>
                <c:pt idx="3158">
                  <c:v>9</c:v>
                </c:pt>
                <c:pt idx="3159">
                  <c:v>10</c:v>
                </c:pt>
                <c:pt idx="3160">
                  <c:v>22</c:v>
                </c:pt>
                <c:pt idx="3161">
                  <c:v>15</c:v>
                </c:pt>
                <c:pt idx="3162">
                  <c:v>7</c:v>
                </c:pt>
                <c:pt idx="3163">
                  <c:v>5</c:v>
                </c:pt>
                <c:pt idx="3164">
                  <c:v>13</c:v>
                </c:pt>
                <c:pt idx="3165">
                  <c:v>17</c:v>
                </c:pt>
                <c:pt idx="3166">
                  <c:v>5</c:v>
                </c:pt>
                <c:pt idx="3167">
                  <c:v>12</c:v>
                </c:pt>
                <c:pt idx="3168">
                  <c:v>13</c:v>
                </c:pt>
                <c:pt idx="3169">
                  <c:v>6</c:v>
                </c:pt>
                <c:pt idx="3170">
                  <c:v>7</c:v>
                </c:pt>
                <c:pt idx="3171">
                  <c:v>18</c:v>
                </c:pt>
                <c:pt idx="3172">
                  <c:v>12</c:v>
                </c:pt>
                <c:pt idx="3173">
                  <c:v>21</c:v>
                </c:pt>
                <c:pt idx="3174">
                  <c:v>9</c:v>
                </c:pt>
                <c:pt idx="3175">
                  <c:v>12</c:v>
                </c:pt>
                <c:pt idx="3176">
                  <c:v>5</c:v>
                </c:pt>
                <c:pt idx="3177">
                  <c:v>7</c:v>
                </c:pt>
                <c:pt idx="3178">
                  <c:v>7</c:v>
                </c:pt>
                <c:pt idx="3179">
                  <c:v>36</c:v>
                </c:pt>
                <c:pt idx="3180">
                  <c:v>5</c:v>
                </c:pt>
                <c:pt idx="3181">
                  <c:v>3</c:v>
                </c:pt>
                <c:pt idx="3182">
                  <c:v>20</c:v>
                </c:pt>
                <c:pt idx="3183">
                  <c:v>29</c:v>
                </c:pt>
                <c:pt idx="3184">
                  <c:v>6</c:v>
                </c:pt>
                <c:pt idx="3185">
                  <c:v>16</c:v>
                </c:pt>
                <c:pt idx="3186">
                  <c:v>6</c:v>
                </c:pt>
                <c:pt idx="3187">
                  <c:v>9</c:v>
                </c:pt>
                <c:pt idx="3188">
                  <c:v>29</c:v>
                </c:pt>
                <c:pt idx="3189">
                  <c:v>3</c:v>
                </c:pt>
                <c:pt idx="3190">
                  <c:v>7</c:v>
                </c:pt>
                <c:pt idx="3191">
                  <c:v>5</c:v>
                </c:pt>
                <c:pt idx="3192">
                  <c:v>13</c:v>
                </c:pt>
                <c:pt idx="3193">
                  <c:v>6</c:v>
                </c:pt>
                <c:pt idx="3194">
                  <c:v>30</c:v>
                </c:pt>
                <c:pt idx="3195">
                  <c:v>10</c:v>
                </c:pt>
                <c:pt idx="3196">
                  <c:v>6</c:v>
                </c:pt>
                <c:pt idx="3197">
                  <c:v>48</c:v>
                </c:pt>
                <c:pt idx="3198">
                  <c:v>17</c:v>
                </c:pt>
                <c:pt idx="3199">
                  <c:v>17</c:v>
                </c:pt>
                <c:pt idx="3200">
                  <c:v>18</c:v>
                </c:pt>
                <c:pt idx="3201">
                  <c:v>31</c:v>
                </c:pt>
                <c:pt idx="3202">
                  <c:v>11</c:v>
                </c:pt>
                <c:pt idx="3203">
                  <c:v>3</c:v>
                </c:pt>
                <c:pt idx="3204">
                  <c:v>4</c:v>
                </c:pt>
                <c:pt idx="3205">
                  <c:v>3</c:v>
                </c:pt>
                <c:pt idx="3206">
                  <c:v>10</c:v>
                </c:pt>
                <c:pt idx="3207">
                  <c:v>16</c:v>
                </c:pt>
                <c:pt idx="3208">
                  <c:v>7</c:v>
                </c:pt>
                <c:pt idx="3209">
                  <c:v>11</c:v>
                </c:pt>
                <c:pt idx="3210">
                  <c:v>7</c:v>
                </c:pt>
                <c:pt idx="3211">
                  <c:v>33</c:v>
                </c:pt>
                <c:pt idx="3212">
                  <c:v>10</c:v>
                </c:pt>
                <c:pt idx="3213">
                  <c:v>5</c:v>
                </c:pt>
                <c:pt idx="3214">
                  <c:v>10</c:v>
                </c:pt>
                <c:pt idx="3215">
                  <c:v>13</c:v>
                </c:pt>
                <c:pt idx="3216">
                  <c:v>4</c:v>
                </c:pt>
                <c:pt idx="3217">
                  <c:v>10</c:v>
                </c:pt>
                <c:pt idx="3218">
                  <c:v>6</c:v>
                </c:pt>
                <c:pt idx="3219">
                  <c:v>32</c:v>
                </c:pt>
                <c:pt idx="3220">
                  <c:v>17</c:v>
                </c:pt>
                <c:pt idx="3221">
                  <c:v>7</c:v>
                </c:pt>
                <c:pt idx="3222">
                  <c:v>16</c:v>
                </c:pt>
                <c:pt idx="3223">
                  <c:v>11</c:v>
                </c:pt>
                <c:pt idx="3224">
                  <c:v>39</c:v>
                </c:pt>
                <c:pt idx="3225">
                  <c:v>7</c:v>
                </c:pt>
                <c:pt idx="3226">
                  <c:v>6</c:v>
                </c:pt>
                <c:pt idx="3227">
                  <c:v>4</c:v>
                </c:pt>
                <c:pt idx="3228">
                  <c:v>12</c:v>
                </c:pt>
                <c:pt idx="3229">
                  <c:v>5</c:v>
                </c:pt>
                <c:pt idx="3230">
                  <c:v>56</c:v>
                </c:pt>
                <c:pt idx="3231">
                  <c:v>11</c:v>
                </c:pt>
                <c:pt idx="3232">
                  <c:v>9</c:v>
                </c:pt>
                <c:pt idx="3233">
                  <c:v>18</c:v>
                </c:pt>
                <c:pt idx="3234">
                  <c:v>18</c:v>
                </c:pt>
                <c:pt idx="3235">
                  <c:v>27</c:v>
                </c:pt>
                <c:pt idx="3236">
                  <c:v>6</c:v>
                </c:pt>
                <c:pt idx="3237">
                  <c:v>3</c:v>
                </c:pt>
                <c:pt idx="3238">
                  <c:v>3</c:v>
                </c:pt>
                <c:pt idx="3239">
                  <c:v>12</c:v>
                </c:pt>
                <c:pt idx="3240">
                  <c:v>9</c:v>
                </c:pt>
                <c:pt idx="3241">
                  <c:v>8</c:v>
                </c:pt>
                <c:pt idx="3242">
                  <c:v>7</c:v>
                </c:pt>
                <c:pt idx="3243">
                  <c:v>6</c:v>
                </c:pt>
                <c:pt idx="3244">
                  <c:v>7</c:v>
                </c:pt>
                <c:pt idx="3245">
                  <c:v>10</c:v>
                </c:pt>
                <c:pt idx="3246">
                  <c:v>14</c:v>
                </c:pt>
                <c:pt idx="3247">
                  <c:v>8</c:v>
                </c:pt>
                <c:pt idx="3248">
                  <c:v>12</c:v>
                </c:pt>
                <c:pt idx="3249">
                  <c:v>85</c:v>
                </c:pt>
                <c:pt idx="3250">
                  <c:v>5</c:v>
                </c:pt>
                <c:pt idx="3251">
                  <c:v>50</c:v>
                </c:pt>
                <c:pt idx="3252">
                  <c:v>10</c:v>
                </c:pt>
                <c:pt idx="3253">
                  <c:v>19</c:v>
                </c:pt>
                <c:pt idx="3254">
                  <c:v>4</c:v>
                </c:pt>
                <c:pt idx="3255">
                  <c:v>7</c:v>
                </c:pt>
                <c:pt idx="3256">
                  <c:v>15</c:v>
                </c:pt>
                <c:pt idx="3257">
                  <c:v>8</c:v>
                </c:pt>
                <c:pt idx="3258">
                  <c:v>21</c:v>
                </c:pt>
                <c:pt idx="3259">
                  <c:v>6</c:v>
                </c:pt>
                <c:pt idx="3260">
                  <c:v>24</c:v>
                </c:pt>
                <c:pt idx="3261">
                  <c:v>4</c:v>
                </c:pt>
                <c:pt idx="3262">
                  <c:v>8</c:v>
                </c:pt>
                <c:pt idx="3263">
                  <c:v>16</c:v>
                </c:pt>
                <c:pt idx="3264">
                  <c:v>12</c:v>
                </c:pt>
                <c:pt idx="3265">
                  <c:v>11</c:v>
                </c:pt>
                <c:pt idx="3266">
                  <c:v>3</c:v>
                </c:pt>
                <c:pt idx="3267">
                  <c:v>29</c:v>
                </c:pt>
                <c:pt idx="3268">
                  <c:v>13</c:v>
                </c:pt>
                <c:pt idx="3269">
                  <c:v>15</c:v>
                </c:pt>
                <c:pt idx="3270">
                  <c:v>9</c:v>
                </c:pt>
                <c:pt idx="3271">
                  <c:v>36</c:v>
                </c:pt>
                <c:pt idx="3272">
                  <c:v>10</c:v>
                </c:pt>
                <c:pt idx="3273">
                  <c:v>13</c:v>
                </c:pt>
                <c:pt idx="3274">
                  <c:v>14</c:v>
                </c:pt>
                <c:pt idx="3275">
                  <c:v>10</c:v>
                </c:pt>
                <c:pt idx="3276">
                  <c:v>7</c:v>
                </c:pt>
                <c:pt idx="3277">
                  <c:v>25</c:v>
                </c:pt>
                <c:pt idx="3278">
                  <c:v>19</c:v>
                </c:pt>
                <c:pt idx="3279">
                  <c:v>9</c:v>
                </c:pt>
                <c:pt idx="3280">
                  <c:v>15</c:v>
                </c:pt>
                <c:pt idx="3281">
                  <c:v>7</c:v>
                </c:pt>
                <c:pt idx="3282">
                  <c:v>15</c:v>
                </c:pt>
                <c:pt idx="3283">
                  <c:v>8</c:v>
                </c:pt>
                <c:pt idx="3284">
                  <c:v>34</c:v>
                </c:pt>
                <c:pt idx="3285">
                  <c:v>60</c:v>
                </c:pt>
                <c:pt idx="3286">
                  <c:v>17</c:v>
                </c:pt>
                <c:pt idx="3287">
                  <c:v>6</c:v>
                </c:pt>
                <c:pt idx="3288">
                  <c:v>20</c:v>
                </c:pt>
                <c:pt idx="3289">
                  <c:v>7</c:v>
                </c:pt>
                <c:pt idx="3290">
                  <c:v>10</c:v>
                </c:pt>
                <c:pt idx="3291">
                  <c:v>21</c:v>
                </c:pt>
                <c:pt idx="3292">
                  <c:v>18</c:v>
                </c:pt>
                <c:pt idx="3293">
                  <c:v>10</c:v>
                </c:pt>
                <c:pt idx="3294">
                  <c:v>42</c:v>
                </c:pt>
                <c:pt idx="3295">
                  <c:v>13</c:v>
                </c:pt>
                <c:pt idx="3296">
                  <c:v>19</c:v>
                </c:pt>
                <c:pt idx="3297">
                  <c:v>13</c:v>
                </c:pt>
                <c:pt idx="3298">
                  <c:v>5</c:v>
                </c:pt>
                <c:pt idx="3299">
                  <c:v>5</c:v>
                </c:pt>
                <c:pt idx="3300">
                  <c:v>8</c:v>
                </c:pt>
                <c:pt idx="3301">
                  <c:v>6</c:v>
                </c:pt>
                <c:pt idx="3302">
                  <c:v>6</c:v>
                </c:pt>
                <c:pt idx="3303">
                  <c:v>22</c:v>
                </c:pt>
                <c:pt idx="3304">
                  <c:v>12</c:v>
                </c:pt>
                <c:pt idx="3305">
                  <c:v>6</c:v>
                </c:pt>
                <c:pt idx="3306">
                  <c:v>5</c:v>
                </c:pt>
                <c:pt idx="3307">
                  <c:v>3</c:v>
                </c:pt>
                <c:pt idx="3308">
                  <c:v>12</c:v>
                </c:pt>
                <c:pt idx="3309">
                  <c:v>4</c:v>
                </c:pt>
                <c:pt idx="3310">
                  <c:v>2</c:v>
                </c:pt>
                <c:pt idx="3311">
                  <c:v>11</c:v>
                </c:pt>
                <c:pt idx="3312">
                  <c:v>7</c:v>
                </c:pt>
                <c:pt idx="3313">
                  <c:v>25</c:v>
                </c:pt>
                <c:pt idx="3314">
                  <c:v>10</c:v>
                </c:pt>
                <c:pt idx="3315">
                  <c:v>25</c:v>
                </c:pt>
                <c:pt idx="3316">
                  <c:v>17</c:v>
                </c:pt>
                <c:pt idx="3317">
                  <c:v>9</c:v>
                </c:pt>
                <c:pt idx="3318">
                  <c:v>7</c:v>
                </c:pt>
                <c:pt idx="3319">
                  <c:v>13</c:v>
                </c:pt>
                <c:pt idx="3320">
                  <c:v>9</c:v>
                </c:pt>
                <c:pt idx="3321">
                  <c:v>7</c:v>
                </c:pt>
                <c:pt idx="3322">
                  <c:v>10</c:v>
                </c:pt>
                <c:pt idx="3323">
                  <c:v>11</c:v>
                </c:pt>
                <c:pt idx="3324">
                  <c:v>12</c:v>
                </c:pt>
                <c:pt idx="3325">
                  <c:v>23</c:v>
                </c:pt>
                <c:pt idx="3326">
                  <c:v>9</c:v>
                </c:pt>
                <c:pt idx="3327">
                  <c:v>8</c:v>
                </c:pt>
                <c:pt idx="3328">
                  <c:v>13</c:v>
                </c:pt>
                <c:pt idx="3329">
                  <c:v>15</c:v>
                </c:pt>
                <c:pt idx="3330">
                  <c:v>14</c:v>
                </c:pt>
                <c:pt idx="3331">
                  <c:v>25</c:v>
                </c:pt>
                <c:pt idx="3332">
                  <c:v>14</c:v>
                </c:pt>
                <c:pt idx="3333">
                  <c:v>17</c:v>
                </c:pt>
                <c:pt idx="3334">
                  <c:v>10</c:v>
                </c:pt>
                <c:pt idx="3335">
                  <c:v>2</c:v>
                </c:pt>
                <c:pt idx="3336">
                  <c:v>28</c:v>
                </c:pt>
                <c:pt idx="3337">
                  <c:v>16</c:v>
                </c:pt>
                <c:pt idx="3338">
                  <c:v>7</c:v>
                </c:pt>
                <c:pt idx="3339">
                  <c:v>8</c:v>
                </c:pt>
                <c:pt idx="3340">
                  <c:v>16</c:v>
                </c:pt>
                <c:pt idx="3341">
                  <c:v>6</c:v>
                </c:pt>
                <c:pt idx="3342">
                  <c:v>12</c:v>
                </c:pt>
                <c:pt idx="3343">
                  <c:v>6</c:v>
                </c:pt>
                <c:pt idx="3344">
                  <c:v>5</c:v>
                </c:pt>
                <c:pt idx="3345">
                  <c:v>5</c:v>
                </c:pt>
                <c:pt idx="3346">
                  <c:v>8</c:v>
                </c:pt>
                <c:pt idx="3347">
                  <c:v>11</c:v>
                </c:pt>
                <c:pt idx="3348">
                  <c:v>7</c:v>
                </c:pt>
                <c:pt idx="3349">
                  <c:v>8</c:v>
                </c:pt>
                <c:pt idx="3350">
                  <c:v>21</c:v>
                </c:pt>
                <c:pt idx="3351">
                  <c:v>11</c:v>
                </c:pt>
                <c:pt idx="3352">
                  <c:v>10</c:v>
                </c:pt>
                <c:pt idx="3353">
                  <c:v>18</c:v>
                </c:pt>
                <c:pt idx="3354">
                  <c:v>5</c:v>
                </c:pt>
                <c:pt idx="3355">
                  <c:v>33</c:v>
                </c:pt>
                <c:pt idx="3356">
                  <c:v>24</c:v>
                </c:pt>
                <c:pt idx="3357">
                  <c:v>33</c:v>
                </c:pt>
                <c:pt idx="3358">
                  <c:v>13</c:v>
                </c:pt>
                <c:pt idx="3359">
                  <c:v>9</c:v>
                </c:pt>
                <c:pt idx="3360">
                  <c:v>14</c:v>
                </c:pt>
                <c:pt idx="3361">
                  <c:v>21</c:v>
                </c:pt>
                <c:pt idx="3362">
                  <c:v>24</c:v>
                </c:pt>
                <c:pt idx="3363">
                  <c:v>7</c:v>
                </c:pt>
                <c:pt idx="3364">
                  <c:v>5</c:v>
                </c:pt>
                <c:pt idx="3365">
                  <c:v>6</c:v>
                </c:pt>
                <c:pt idx="3366">
                  <c:v>13</c:v>
                </c:pt>
                <c:pt idx="3367">
                  <c:v>7</c:v>
                </c:pt>
                <c:pt idx="3368">
                  <c:v>1</c:v>
                </c:pt>
                <c:pt idx="3369">
                  <c:v>11</c:v>
                </c:pt>
                <c:pt idx="3370">
                  <c:v>16</c:v>
                </c:pt>
                <c:pt idx="3371">
                  <c:v>9</c:v>
                </c:pt>
                <c:pt idx="3372">
                  <c:v>29</c:v>
                </c:pt>
                <c:pt idx="3373">
                  <c:v>4</c:v>
                </c:pt>
                <c:pt idx="3374">
                  <c:v>10</c:v>
                </c:pt>
                <c:pt idx="3375">
                  <c:v>15</c:v>
                </c:pt>
                <c:pt idx="3376">
                  <c:v>18</c:v>
                </c:pt>
                <c:pt idx="3377">
                  <c:v>10</c:v>
                </c:pt>
                <c:pt idx="3378">
                  <c:v>8</c:v>
                </c:pt>
                <c:pt idx="3379">
                  <c:v>7</c:v>
                </c:pt>
                <c:pt idx="3380">
                  <c:v>6</c:v>
                </c:pt>
                <c:pt idx="3381">
                  <c:v>9</c:v>
                </c:pt>
                <c:pt idx="3382">
                  <c:v>8</c:v>
                </c:pt>
                <c:pt idx="3383">
                  <c:v>9</c:v>
                </c:pt>
                <c:pt idx="3384">
                  <c:v>5</c:v>
                </c:pt>
                <c:pt idx="3385">
                  <c:v>6</c:v>
                </c:pt>
                <c:pt idx="3386">
                  <c:v>4</c:v>
                </c:pt>
                <c:pt idx="3387">
                  <c:v>14</c:v>
                </c:pt>
                <c:pt idx="3388">
                  <c:v>28</c:v>
                </c:pt>
                <c:pt idx="3389">
                  <c:v>21</c:v>
                </c:pt>
                <c:pt idx="3390">
                  <c:v>19</c:v>
                </c:pt>
                <c:pt idx="3391">
                  <c:v>7</c:v>
                </c:pt>
                <c:pt idx="3392">
                  <c:v>21</c:v>
                </c:pt>
                <c:pt idx="3393">
                  <c:v>42</c:v>
                </c:pt>
                <c:pt idx="3394">
                  <c:v>6</c:v>
                </c:pt>
                <c:pt idx="3395">
                  <c:v>11</c:v>
                </c:pt>
                <c:pt idx="3396">
                  <c:v>12</c:v>
                </c:pt>
                <c:pt idx="3397">
                  <c:v>4</c:v>
                </c:pt>
                <c:pt idx="3398">
                  <c:v>10</c:v>
                </c:pt>
                <c:pt idx="3399">
                  <c:v>5</c:v>
                </c:pt>
                <c:pt idx="3400">
                  <c:v>6</c:v>
                </c:pt>
                <c:pt idx="3401">
                  <c:v>5</c:v>
                </c:pt>
                <c:pt idx="3402">
                  <c:v>34</c:v>
                </c:pt>
                <c:pt idx="3403">
                  <c:v>13</c:v>
                </c:pt>
                <c:pt idx="3404">
                  <c:v>16</c:v>
                </c:pt>
                <c:pt idx="3405">
                  <c:v>24</c:v>
                </c:pt>
                <c:pt idx="3406">
                  <c:v>6</c:v>
                </c:pt>
                <c:pt idx="3407">
                  <c:v>7</c:v>
                </c:pt>
                <c:pt idx="3408">
                  <c:v>8</c:v>
                </c:pt>
                <c:pt idx="3409">
                  <c:v>6</c:v>
                </c:pt>
                <c:pt idx="3410">
                  <c:v>12</c:v>
                </c:pt>
                <c:pt idx="3411">
                  <c:v>9</c:v>
                </c:pt>
                <c:pt idx="3412">
                  <c:v>15</c:v>
                </c:pt>
                <c:pt idx="3413">
                  <c:v>3</c:v>
                </c:pt>
                <c:pt idx="3414">
                  <c:v>11</c:v>
                </c:pt>
                <c:pt idx="3415">
                  <c:v>9</c:v>
                </c:pt>
                <c:pt idx="3416">
                  <c:v>8</c:v>
                </c:pt>
                <c:pt idx="3417">
                  <c:v>12</c:v>
                </c:pt>
                <c:pt idx="3418">
                  <c:v>10</c:v>
                </c:pt>
                <c:pt idx="3419">
                  <c:v>1</c:v>
                </c:pt>
                <c:pt idx="3420">
                  <c:v>18</c:v>
                </c:pt>
                <c:pt idx="3421">
                  <c:v>6</c:v>
                </c:pt>
                <c:pt idx="3422">
                  <c:v>7</c:v>
                </c:pt>
                <c:pt idx="3423">
                  <c:v>14</c:v>
                </c:pt>
                <c:pt idx="3424">
                  <c:v>4</c:v>
                </c:pt>
                <c:pt idx="3425">
                  <c:v>17</c:v>
                </c:pt>
                <c:pt idx="3426">
                  <c:v>6</c:v>
                </c:pt>
                <c:pt idx="3427">
                  <c:v>9</c:v>
                </c:pt>
                <c:pt idx="3428">
                  <c:v>5</c:v>
                </c:pt>
                <c:pt idx="3429">
                  <c:v>1</c:v>
                </c:pt>
                <c:pt idx="3430">
                  <c:v>69</c:v>
                </c:pt>
                <c:pt idx="3431">
                  <c:v>8</c:v>
                </c:pt>
                <c:pt idx="3432">
                  <c:v>15</c:v>
                </c:pt>
                <c:pt idx="3433">
                  <c:v>9</c:v>
                </c:pt>
                <c:pt idx="3434">
                  <c:v>5</c:v>
                </c:pt>
                <c:pt idx="3435">
                  <c:v>10</c:v>
                </c:pt>
                <c:pt idx="3436">
                  <c:v>23</c:v>
                </c:pt>
                <c:pt idx="3437">
                  <c:v>6</c:v>
                </c:pt>
                <c:pt idx="3438">
                  <c:v>7</c:v>
                </c:pt>
                <c:pt idx="3439">
                  <c:v>10</c:v>
                </c:pt>
                <c:pt idx="3440">
                  <c:v>13</c:v>
                </c:pt>
                <c:pt idx="3441">
                  <c:v>27</c:v>
                </c:pt>
                <c:pt idx="3442">
                  <c:v>7</c:v>
                </c:pt>
                <c:pt idx="3443">
                  <c:v>12</c:v>
                </c:pt>
                <c:pt idx="3444">
                  <c:v>7</c:v>
                </c:pt>
                <c:pt idx="3445">
                  <c:v>5</c:v>
                </c:pt>
                <c:pt idx="3446">
                  <c:v>5</c:v>
                </c:pt>
                <c:pt idx="3447">
                  <c:v>3</c:v>
                </c:pt>
                <c:pt idx="3448">
                  <c:v>4</c:v>
                </c:pt>
                <c:pt idx="3449">
                  <c:v>8</c:v>
                </c:pt>
                <c:pt idx="3450">
                  <c:v>12</c:v>
                </c:pt>
                <c:pt idx="3451">
                  <c:v>3</c:v>
                </c:pt>
                <c:pt idx="3452">
                  <c:v>14</c:v>
                </c:pt>
                <c:pt idx="3453">
                  <c:v>46</c:v>
                </c:pt>
                <c:pt idx="3454">
                  <c:v>9</c:v>
                </c:pt>
                <c:pt idx="3455">
                  <c:v>7</c:v>
                </c:pt>
                <c:pt idx="3456">
                  <c:v>6</c:v>
                </c:pt>
                <c:pt idx="3457">
                  <c:v>8</c:v>
                </c:pt>
                <c:pt idx="3458">
                  <c:v>21</c:v>
                </c:pt>
                <c:pt idx="3459">
                  <c:v>11</c:v>
                </c:pt>
                <c:pt idx="3460">
                  <c:v>20</c:v>
                </c:pt>
                <c:pt idx="3461">
                  <c:v>6</c:v>
                </c:pt>
                <c:pt idx="3462">
                  <c:v>3</c:v>
                </c:pt>
                <c:pt idx="3463">
                  <c:v>16</c:v>
                </c:pt>
                <c:pt idx="3464">
                  <c:v>8</c:v>
                </c:pt>
                <c:pt idx="3465">
                  <c:v>17</c:v>
                </c:pt>
                <c:pt idx="3466">
                  <c:v>17</c:v>
                </c:pt>
                <c:pt idx="3467">
                  <c:v>6</c:v>
                </c:pt>
                <c:pt idx="3468">
                  <c:v>10</c:v>
                </c:pt>
                <c:pt idx="3469">
                  <c:v>12</c:v>
                </c:pt>
                <c:pt idx="3470">
                  <c:v>8</c:v>
                </c:pt>
                <c:pt idx="3471">
                  <c:v>11</c:v>
                </c:pt>
                <c:pt idx="3472">
                  <c:v>5</c:v>
                </c:pt>
                <c:pt idx="3473">
                  <c:v>5</c:v>
                </c:pt>
                <c:pt idx="3474">
                  <c:v>8</c:v>
                </c:pt>
                <c:pt idx="3475">
                  <c:v>8</c:v>
                </c:pt>
                <c:pt idx="3476">
                  <c:v>9</c:v>
                </c:pt>
                <c:pt idx="3477">
                  <c:v>9</c:v>
                </c:pt>
                <c:pt idx="3478">
                  <c:v>6</c:v>
                </c:pt>
                <c:pt idx="3479">
                  <c:v>13</c:v>
                </c:pt>
                <c:pt idx="3480">
                  <c:v>8</c:v>
                </c:pt>
                <c:pt idx="3481">
                  <c:v>14</c:v>
                </c:pt>
                <c:pt idx="3482">
                  <c:v>13</c:v>
                </c:pt>
                <c:pt idx="3483">
                  <c:v>37</c:v>
                </c:pt>
                <c:pt idx="3484">
                  <c:v>6</c:v>
                </c:pt>
                <c:pt idx="3485">
                  <c:v>4</c:v>
                </c:pt>
                <c:pt idx="3486">
                  <c:v>8</c:v>
                </c:pt>
                <c:pt idx="3487">
                  <c:v>13</c:v>
                </c:pt>
                <c:pt idx="3488">
                  <c:v>4</c:v>
                </c:pt>
                <c:pt idx="3489">
                  <c:v>5</c:v>
                </c:pt>
                <c:pt idx="3490">
                  <c:v>5</c:v>
                </c:pt>
                <c:pt idx="3491">
                  <c:v>34</c:v>
                </c:pt>
                <c:pt idx="3492">
                  <c:v>7</c:v>
                </c:pt>
                <c:pt idx="3493">
                  <c:v>4</c:v>
                </c:pt>
                <c:pt idx="3494">
                  <c:v>6</c:v>
                </c:pt>
                <c:pt idx="3495">
                  <c:v>10</c:v>
                </c:pt>
                <c:pt idx="3496">
                  <c:v>4</c:v>
                </c:pt>
                <c:pt idx="3497">
                  <c:v>9</c:v>
                </c:pt>
                <c:pt idx="3498">
                  <c:v>8</c:v>
                </c:pt>
                <c:pt idx="3499">
                  <c:v>18</c:v>
                </c:pt>
                <c:pt idx="3500">
                  <c:v>7</c:v>
                </c:pt>
                <c:pt idx="3501">
                  <c:v>8</c:v>
                </c:pt>
                <c:pt idx="3502">
                  <c:v>12</c:v>
                </c:pt>
                <c:pt idx="3503">
                  <c:v>11</c:v>
                </c:pt>
                <c:pt idx="3504">
                  <c:v>33</c:v>
                </c:pt>
                <c:pt idx="3505">
                  <c:v>3</c:v>
                </c:pt>
                <c:pt idx="3506">
                  <c:v>6</c:v>
                </c:pt>
                <c:pt idx="3507">
                  <c:v>8</c:v>
                </c:pt>
                <c:pt idx="3508">
                  <c:v>11</c:v>
                </c:pt>
                <c:pt idx="3509">
                  <c:v>11</c:v>
                </c:pt>
                <c:pt idx="3510">
                  <c:v>8</c:v>
                </c:pt>
                <c:pt idx="3511">
                  <c:v>5</c:v>
                </c:pt>
                <c:pt idx="3512">
                  <c:v>53</c:v>
                </c:pt>
                <c:pt idx="3513">
                  <c:v>10</c:v>
                </c:pt>
                <c:pt idx="3514">
                  <c:v>13</c:v>
                </c:pt>
                <c:pt idx="3515">
                  <c:v>2</c:v>
                </c:pt>
                <c:pt idx="3516">
                  <c:v>11</c:v>
                </c:pt>
                <c:pt idx="3517">
                  <c:v>4</c:v>
                </c:pt>
                <c:pt idx="3518">
                  <c:v>11</c:v>
                </c:pt>
                <c:pt idx="3519">
                  <c:v>24</c:v>
                </c:pt>
                <c:pt idx="3520">
                  <c:v>4</c:v>
                </c:pt>
                <c:pt idx="3521">
                  <c:v>14</c:v>
                </c:pt>
                <c:pt idx="3522">
                  <c:v>8</c:v>
                </c:pt>
                <c:pt idx="3523">
                  <c:v>9</c:v>
                </c:pt>
                <c:pt idx="3524">
                  <c:v>10</c:v>
                </c:pt>
                <c:pt idx="3525">
                  <c:v>25</c:v>
                </c:pt>
                <c:pt idx="3526">
                  <c:v>2</c:v>
                </c:pt>
                <c:pt idx="3527">
                  <c:v>6</c:v>
                </c:pt>
                <c:pt idx="3528">
                  <c:v>16</c:v>
                </c:pt>
                <c:pt idx="3529">
                  <c:v>8</c:v>
                </c:pt>
                <c:pt idx="3530">
                  <c:v>8</c:v>
                </c:pt>
                <c:pt idx="3531">
                  <c:v>3</c:v>
                </c:pt>
                <c:pt idx="3532">
                  <c:v>3</c:v>
                </c:pt>
                <c:pt idx="3533">
                  <c:v>8</c:v>
                </c:pt>
                <c:pt idx="3534">
                  <c:v>19</c:v>
                </c:pt>
                <c:pt idx="3535">
                  <c:v>7</c:v>
                </c:pt>
                <c:pt idx="3536">
                  <c:v>19</c:v>
                </c:pt>
                <c:pt idx="3537">
                  <c:v>19</c:v>
                </c:pt>
                <c:pt idx="3538">
                  <c:v>7</c:v>
                </c:pt>
                <c:pt idx="3539">
                  <c:v>20</c:v>
                </c:pt>
                <c:pt idx="3540">
                  <c:v>6</c:v>
                </c:pt>
                <c:pt idx="3541">
                  <c:v>13</c:v>
                </c:pt>
                <c:pt idx="3542">
                  <c:v>12</c:v>
                </c:pt>
                <c:pt idx="3543">
                  <c:v>6</c:v>
                </c:pt>
                <c:pt idx="3544">
                  <c:v>9</c:v>
                </c:pt>
                <c:pt idx="3545">
                  <c:v>12</c:v>
                </c:pt>
                <c:pt idx="3546">
                  <c:v>22</c:v>
                </c:pt>
                <c:pt idx="3547">
                  <c:v>7</c:v>
                </c:pt>
                <c:pt idx="3548">
                  <c:v>8</c:v>
                </c:pt>
                <c:pt idx="3549">
                  <c:v>4</c:v>
                </c:pt>
                <c:pt idx="3550">
                  <c:v>5</c:v>
                </c:pt>
                <c:pt idx="3551">
                  <c:v>10</c:v>
                </c:pt>
                <c:pt idx="3552">
                  <c:v>19</c:v>
                </c:pt>
                <c:pt idx="3553">
                  <c:v>1</c:v>
                </c:pt>
                <c:pt idx="3554">
                  <c:v>4</c:v>
                </c:pt>
                <c:pt idx="3555">
                  <c:v>31</c:v>
                </c:pt>
                <c:pt idx="3556">
                  <c:v>8</c:v>
                </c:pt>
                <c:pt idx="3557">
                  <c:v>10</c:v>
                </c:pt>
                <c:pt idx="3558">
                  <c:v>5</c:v>
                </c:pt>
                <c:pt idx="3559">
                  <c:v>5</c:v>
                </c:pt>
                <c:pt idx="3560">
                  <c:v>10</c:v>
                </c:pt>
                <c:pt idx="3561">
                  <c:v>13</c:v>
                </c:pt>
                <c:pt idx="3562">
                  <c:v>6</c:v>
                </c:pt>
                <c:pt idx="3563">
                  <c:v>6</c:v>
                </c:pt>
                <c:pt idx="3564">
                  <c:v>5</c:v>
                </c:pt>
                <c:pt idx="3565">
                  <c:v>7</c:v>
                </c:pt>
                <c:pt idx="3566">
                  <c:v>25</c:v>
                </c:pt>
                <c:pt idx="3567">
                  <c:v>4</c:v>
                </c:pt>
                <c:pt idx="3568">
                  <c:v>19</c:v>
                </c:pt>
                <c:pt idx="3569">
                  <c:v>9</c:v>
                </c:pt>
                <c:pt idx="3570">
                  <c:v>17</c:v>
                </c:pt>
                <c:pt idx="3571">
                  <c:v>14</c:v>
                </c:pt>
                <c:pt idx="3572">
                  <c:v>6</c:v>
                </c:pt>
                <c:pt idx="3573">
                  <c:v>100</c:v>
                </c:pt>
                <c:pt idx="3574">
                  <c:v>16</c:v>
                </c:pt>
                <c:pt idx="3575">
                  <c:v>7</c:v>
                </c:pt>
                <c:pt idx="3576">
                  <c:v>7</c:v>
                </c:pt>
                <c:pt idx="3577">
                  <c:v>8</c:v>
                </c:pt>
                <c:pt idx="3578">
                  <c:v>1</c:v>
                </c:pt>
                <c:pt idx="3579">
                  <c:v>6</c:v>
                </c:pt>
                <c:pt idx="3580">
                  <c:v>9</c:v>
                </c:pt>
                <c:pt idx="3581">
                  <c:v>4</c:v>
                </c:pt>
                <c:pt idx="3582">
                  <c:v>7</c:v>
                </c:pt>
                <c:pt idx="3583">
                  <c:v>20</c:v>
                </c:pt>
                <c:pt idx="3584">
                  <c:v>6</c:v>
                </c:pt>
                <c:pt idx="3585">
                  <c:v>11</c:v>
                </c:pt>
                <c:pt idx="3586">
                  <c:v>7</c:v>
                </c:pt>
                <c:pt idx="3587">
                  <c:v>7</c:v>
                </c:pt>
                <c:pt idx="3588">
                  <c:v>5</c:v>
                </c:pt>
                <c:pt idx="3589">
                  <c:v>9</c:v>
                </c:pt>
                <c:pt idx="3590">
                  <c:v>10</c:v>
                </c:pt>
                <c:pt idx="3591">
                  <c:v>7</c:v>
                </c:pt>
                <c:pt idx="3592">
                  <c:v>13</c:v>
                </c:pt>
                <c:pt idx="3593">
                  <c:v>9</c:v>
                </c:pt>
                <c:pt idx="3594">
                  <c:v>7</c:v>
                </c:pt>
                <c:pt idx="3595">
                  <c:v>6</c:v>
                </c:pt>
                <c:pt idx="3596">
                  <c:v>3</c:v>
                </c:pt>
                <c:pt idx="3597">
                  <c:v>7</c:v>
                </c:pt>
                <c:pt idx="3598">
                  <c:v>12</c:v>
                </c:pt>
                <c:pt idx="3599">
                  <c:v>10</c:v>
                </c:pt>
                <c:pt idx="3600">
                  <c:v>5</c:v>
                </c:pt>
                <c:pt idx="3601">
                  <c:v>11</c:v>
                </c:pt>
                <c:pt idx="3602">
                  <c:v>8</c:v>
                </c:pt>
                <c:pt idx="3603">
                  <c:v>4</c:v>
                </c:pt>
                <c:pt idx="3604">
                  <c:v>5</c:v>
                </c:pt>
                <c:pt idx="3605">
                  <c:v>13</c:v>
                </c:pt>
                <c:pt idx="3606">
                  <c:v>24</c:v>
                </c:pt>
                <c:pt idx="3607">
                  <c:v>2</c:v>
                </c:pt>
                <c:pt idx="3608">
                  <c:v>8</c:v>
                </c:pt>
                <c:pt idx="3609">
                  <c:v>5</c:v>
                </c:pt>
                <c:pt idx="3610">
                  <c:v>8</c:v>
                </c:pt>
                <c:pt idx="3611">
                  <c:v>5</c:v>
                </c:pt>
                <c:pt idx="3612">
                  <c:v>12</c:v>
                </c:pt>
                <c:pt idx="3613">
                  <c:v>6</c:v>
                </c:pt>
                <c:pt idx="3614">
                  <c:v>10</c:v>
                </c:pt>
                <c:pt idx="3615">
                  <c:v>5</c:v>
                </c:pt>
                <c:pt idx="3616">
                  <c:v>3</c:v>
                </c:pt>
                <c:pt idx="3617">
                  <c:v>6</c:v>
                </c:pt>
                <c:pt idx="3618">
                  <c:v>29</c:v>
                </c:pt>
                <c:pt idx="3619">
                  <c:v>10</c:v>
                </c:pt>
                <c:pt idx="3620">
                  <c:v>58</c:v>
                </c:pt>
                <c:pt idx="3621">
                  <c:v>8</c:v>
                </c:pt>
                <c:pt idx="3622">
                  <c:v>5</c:v>
                </c:pt>
                <c:pt idx="3623">
                  <c:v>29</c:v>
                </c:pt>
                <c:pt idx="3624">
                  <c:v>129</c:v>
                </c:pt>
                <c:pt idx="3625">
                  <c:v>10</c:v>
                </c:pt>
                <c:pt idx="3626">
                  <c:v>4</c:v>
                </c:pt>
                <c:pt idx="3627">
                  <c:v>8</c:v>
                </c:pt>
                <c:pt idx="3628">
                  <c:v>5</c:v>
                </c:pt>
                <c:pt idx="3629">
                  <c:v>19</c:v>
                </c:pt>
                <c:pt idx="3630">
                  <c:v>19</c:v>
                </c:pt>
                <c:pt idx="3631">
                  <c:v>4</c:v>
                </c:pt>
                <c:pt idx="3632">
                  <c:v>17</c:v>
                </c:pt>
                <c:pt idx="3633">
                  <c:v>7</c:v>
                </c:pt>
                <c:pt idx="3634">
                  <c:v>19</c:v>
                </c:pt>
                <c:pt idx="3635">
                  <c:v>9</c:v>
                </c:pt>
                <c:pt idx="3636">
                  <c:v>10</c:v>
                </c:pt>
                <c:pt idx="3637">
                  <c:v>16</c:v>
                </c:pt>
                <c:pt idx="3638">
                  <c:v>6</c:v>
                </c:pt>
                <c:pt idx="3639">
                  <c:v>7</c:v>
                </c:pt>
                <c:pt idx="3640">
                  <c:v>6</c:v>
                </c:pt>
                <c:pt idx="3641">
                  <c:v>12</c:v>
                </c:pt>
                <c:pt idx="3642">
                  <c:v>9</c:v>
                </c:pt>
                <c:pt idx="3643">
                  <c:v>12</c:v>
                </c:pt>
                <c:pt idx="3644">
                  <c:v>17</c:v>
                </c:pt>
                <c:pt idx="3645">
                  <c:v>9</c:v>
                </c:pt>
                <c:pt idx="3646">
                  <c:v>14</c:v>
                </c:pt>
                <c:pt idx="3647">
                  <c:v>6</c:v>
                </c:pt>
                <c:pt idx="3648">
                  <c:v>5</c:v>
                </c:pt>
                <c:pt idx="3649">
                  <c:v>10</c:v>
                </c:pt>
                <c:pt idx="3650">
                  <c:v>19</c:v>
                </c:pt>
                <c:pt idx="3651">
                  <c:v>4</c:v>
                </c:pt>
                <c:pt idx="3652">
                  <c:v>21</c:v>
                </c:pt>
                <c:pt idx="3653">
                  <c:v>13</c:v>
                </c:pt>
                <c:pt idx="3654">
                  <c:v>14</c:v>
                </c:pt>
                <c:pt idx="3655">
                  <c:v>36</c:v>
                </c:pt>
                <c:pt idx="3656">
                  <c:v>17</c:v>
                </c:pt>
                <c:pt idx="3657">
                  <c:v>3</c:v>
                </c:pt>
                <c:pt idx="3658">
                  <c:v>4</c:v>
                </c:pt>
                <c:pt idx="3659">
                  <c:v>3</c:v>
                </c:pt>
                <c:pt idx="3660">
                  <c:v>4</c:v>
                </c:pt>
                <c:pt idx="3661">
                  <c:v>6</c:v>
                </c:pt>
                <c:pt idx="3662">
                  <c:v>26</c:v>
                </c:pt>
                <c:pt idx="3663">
                  <c:v>16</c:v>
                </c:pt>
                <c:pt idx="3664">
                  <c:v>60</c:v>
                </c:pt>
                <c:pt idx="3665">
                  <c:v>11</c:v>
                </c:pt>
                <c:pt idx="3666">
                  <c:v>5</c:v>
                </c:pt>
                <c:pt idx="3667">
                  <c:v>3</c:v>
                </c:pt>
                <c:pt idx="3668">
                  <c:v>5</c:v>
                </c:pt>
                <c:pt idx="3669">
                  <c:v>6</c:v>
                </c:pt>
                <c:pt idx="3670">
                  <c:v>7</c:v>
                </c:pt>
                <c:pt idx="3671">
                  <c:v>18</c:v>
                </c:pt>
                <c:pt idx="3672">
                  <c:v>7</c:v>
                </c:pt>
                <c:pt idx="3673">
                  <c:v>4</c:v>
                </c:pt>
                <c:pt idx="3674">
                  <c:v>11</c:v>
                </c:pt>
                <c:pt idx="3675">
                  <c:v>9</c:v>
                </c:pt>
                <c:pt idx="3676">
                  <c:v>9</c:v>
                </c:pt>
                <c:pt idx="3677">
                  <c:v>3</c:v>
                </c:pt>
                <c:pt idx="3678">
                  <c:v>5</c:v>
                </c:pt>
                <c:pt idx="3679">
                  <c:v>37</c:v>
                </c:pt>
                <c:pt idx="3680">
                  <c:v>11</c:v>
                </c:pt>
                <c:pt idx="3681">
                  <c:v>26</c:v>
                </c:pt>
                <c:pt idx="3682">
                  <c:v>4</c:v>
                </c:pt>
                <c:pt idx="3683">
                  <c:v>4</c:v>
                </c:pt>
                <c:pt idx="3684">
                  <c:v>7</c:v>
                </c:pt>
                <c:pt idx="3685">
                  <c:v>5</c:v>
                </c:pt>
                <c:pt idx="3686">
                  <c:v>13</c:v>
                </c:pt>
                <c:pt idx="3687">
                  <c:v>7</c:v>
                </c:pt>
                <c:pt idx="3688">
                  <c:v>4</c:v>
                </c:pt>
                <c:pt idx="3689">
                  <c:v>8</c:v>
                </c:pt>
                <c:pt idx="3690">
                  <c:v>16</c:v>
                </c:pt>
                <c:pt idx="3691">
                  <c:v>5</c:v>
                </c:pt>
                <c:pt idx="3692">
                  <c:v>10</c:v>
                </c:pt>
                <c:pt idx="3693">
                  <c:v>5</c:v>
                </c:pt>
                <c:pt idx="3694">
                  <c:v>9</c:v>
                </c:pt>
                <c:pt idx="3695">
                  <c:v>13</c:v>
                </c:pt>
                <c:pt idx="3696">
                  <c:v>8</c:v>
                </c:pt>
                <c:pt idx="3697">
                  <c:v>6</c:v>
                </c:pt>
                <c:pt idx="3698">
                  <c:v>12</c:v>
                </c:pt>
                <c:pt idx="3699">
                  <c:v>11</c:v>
                </c:pt>
                <c:pt idx="3700">
                  <c:v>3</c:v>
                </c:pt>
                <c:pt idx="3701">
                  <c:v>5</c:v>
                </c:pt>
                <c:pt idx="3702">
                  <c:v>12</c:v>
                </c:pt>
                <c:pt idx="3703">
                  <c:v>18</c:v>
                </c:pt>
                <c:pt idx="3704">
                  <c:v>14</c:v>
                </c:pt>
                <c:pt idx="3705">
                  <c:v>5</c:v>
                </c:pt>
                <c:pt idx="3706">
                  <c:v>4</c:v>
                </c:pt>
                <c:pt idx="3707">
                  <c:v>4</c:v>
                </c:pt>
                <c:pt idx="3708">
                  <c:v>12</c:v>
                </c:pt>
                <c:pt idx="3709">
                  <c:v>12</c:v>
                </c:pt>
                <c:pt idx="3710">
                  <c:v>30</c:v>
                </c:pt>
                <c:pt idx="3711">
                  <c:v>4</c:v>
                </c:pt>
                <c:pt idx="3712">
                  <c:v>13</c:v>
                </c:pt>
                <c:pt idx="3713">
                  <c:v>2</c:v>
                </c:pt>
                <c:pt idx="3714">
                  <c:v>8</c:v>
                </c:pt>
                <c:pt idx="3715">
                  <c:v>9</c:v>
                </c:pt>
                <c:pt idx="3716">
                  <c:v>6</c:v>
                </c:pt>
                <c:pt idx="3717">
                  <c:v>10</c:v>
                </c:pt>
                <c:pt idx="3718">
                  <c:v>5</c:v>
                </c:pt>
                <c:pt idx="3719">
                  <c:v>4</c:v>
                </c:pt>
                <c:pt idx="3720">
                  <c:v>5</c:v>
                </c:pt>
                <c:pt idx="3721">
                  <c:v>12</c:v>
                </c:pt>
                <c:pt idx="3722">
                  <c:v>6</c:v>
                </c:pt>
                <c:pt idx="3723">
                  <c:v>14</c:v>
                </c:pt>
                <c:pt idx="3724">
                  <c:v>5</c:v>
                </c:pt>
                <c:pt idx="3725">
                  <c:v>5</c:v>
                </c:pt>
                <c:pt idx="3726">
                  <c:v>22</c:v>
                </c:pt>
                <c:pt idx="3727">
                  <c:v>7</c:v>
                </c:pt>
                <c:pt idx="3728">
                  <c:v>51</c:v>
                </c:pt>
                <c:pt idx="3729">
                  <c:v>26</c:v>
                </c:pt>
                <c:pt idx="3730">
                  <c:v>12</c:v>
                </c:pt>
                <c:pt idx="3731">
                  <c:v>16</c:v>
                </c:pt>
                <c:pt idx="3732">
                  <c:v>4</c:v>
                </c:pt>
                <c:pt idx="3733">
                  <c:v>19</c:v>
                </c:pt>
                <c:pt idx="3734">
                  <c:v>11</c:v>
                </c:pt>
                <c:pt idx="3735">
                  <c:v>6</c:v>
                </c:pt>
                <c:pt idx="3736">
                  <c:v>5</c:v>
                </c:pt>
                <c:pt idx="3737">
                  <c:v>2</c:v>
                </c:pt>
                <c:pt idx="3738">
                  <c:v>8</c:v>
                </c:pt>
                <c:pt idx="3739">
                  <c:v>8</c:v>
                </c:pt>
                <c:pt idx="3740">
                  <c:v>4</c:v>
                </c:pt>
                <c:pt idx="3741">
                  <c:v>28</c:v>
                </c:pt>
                <c:pt idx="3742">
                  <c:v>23</c:v>
                </c:pt>
                <c:pt idx="3743">
                  <c:v>5</c:v>
                </c:pt>
                <c:pt idx="3744">
                  <c:v>4</c:v>
                </c:pt>
                <c:pt idx="3745">
                  <c:v>4</c:v>
                </c:pt>
                <c:pt idx="3746">
                  <c:v>11</c:v>
                </c:pt>
                <c:pt idx="3747">
                  <c:v>5</c:v>
                </c:pt>
                <c:pt idx="3748">
                  <c:v>10</c:v>
                </c:pt>
                <c:pt idx="3749">
                  <c:v>34</c:v>
                </c:pt>
                <c:pt idx="3750">
                  <c:v>4</c:v>
                </c:pt>
                <c:pt idx="3751">
                  <c:v>6</c:v>
                </c:pt>
                <c:pt idx="3752">
                  <c:v>5</c:v>
                </c:pt>
                <c:pt idx="3753">
                  <c:v>23</c:v>
                </c:pt>
                <c:pt idx="3754">
                  <c:v>11</c:v>
                </c:pt>
                <c:pt idx="3755">
                  <c:v>9</c:v>
                </c:pt>
                <c:pt idx="3756">
                  <c:v>20</c:v>
                </c:pt>
                <c:pt idx="3757">
                  <c:v>4</c:v>
                </c:pt>
                <c:pt idx="3758">
                  <c:v>21</c:v>
                </c:pt>
                <c:pt idx="3759">
                  <c:v>11</c:v>
                </c:pt>
                <c:pt idx="3760">
                  <c:v>13</c:v>
                </c:pt>
                <c:pt idx="3761">
                  <c:v>7</c:v>
                </c:pt>
                <c:pt idx="3762">
                  <c:v>7</c:v>
                </c:pt>
                <c:pt idx="3763">
                  <c:v>16</c:v>
                </c:pt>
                <c:pt idx="3764">
                  <c:v>9</c:v>
                </c:pt>
                <c:pt idx="3765">
                  <c:v>4</c:v>
                </c:pt>
                <c:pt idx="3766">
                  <c:v>4</c:v>
                </c:pt>
                <c:pt idx="3767">
                  <c:v>11</c:v>
                </c:pt>
                <c:pt idx="3768">
                  <c:v>8</c:v>
                </c:pt>
                <c:pt idx="3769">
                  <c:v>3</c:v>
                </c:pt>
                <c:pt idx="3770">
                  <c:v>34</c:v>
                </c:pt>
                <c:pt idx="3771">
                  <c:v>6</c:v>
                </c:pt>
                <c:pt idx="3772">
                  <c:v>7</c:v>
                </c:pt>
                <c:pt idx="3773">
                  <c:v>7</c:v>
                </c:pt>
                <c:pt idx="3774">
                  <c:v>15</c:v>
                </c:pt>
                <c:pt idx="3775">
                  <c:v>6</c:v>
                </c:pt>
                <c:pt idx="3776">
                  <c:v>24</c:v>
                </c:pt>
                <c:pt idx="3777">
                  <c:v>7</c:v>
                </c:pt>
                <c:pt idx="3778">
                  <c:v>8</c:v>
                </c:pt>
                <c:pt idx="3779">
                  <c:v>4</c:v>
                </c:pt>
                <c:pt idx="3780">
                  <c:v>8</c:v>
                </c:pt>
                <c:pt idx="3781">
                  <c:v>7</c:v>
                </c:pt>
                <c:pt idx="3782">
                  <c:v>7</c:v>
                </c:pt>
                <c:pt idx="3783">
                  <c:v>5</c:v>
                </c:pt>
                <c:pt idx="3784">
                  <c:v>4</c:v>
                </c:pt>
                <c:pt idx="3785">
                  <c:v>7</c:v>
                </c:pt>
                <c:pt idx="3786">
                  <c:v>8</c:v>
                </c:pt>
                <c:pt idx="3787">
                  <c:v>11</c:v>
                </c:pt>
                <c:pt idx="3788">
                  <c:v>2</c:v>
                </c:pt>
                <c:pt idx="3789">
                  <c:v>6</c:v>
                </c:pt>
                <c:pt idx="3790">
                  <c:v>8</c:v>
                </c:pt>
                <c:pt idx="3791">
                  <c:v>9</c:v>
                </c:pt>
                <c:pt idx="3792">
                  <c:v>11</c:v>
                </c:pt>
                <c:pt idx="3793">
                  <c:v>8</c:v>
                </c:pt>
                <c:pt idx="3794">
                  <c:v>33</c:v>
                </c:pt>
                <c:pt idx="3795">
                  <c:v>10</c:v>
                </c:pt>
                <c:pt idx="3796">
                  <c:v>4</c:v>
                </c:pt>
                <c:pt idx="3797">
                  <c:v>2</c:v>
                </c:pt>
                <c:pt idx="3798">
                  <c:v>23</c:v>
                </c:pt>
                <c:pt idx="3799">
                  <c:v>7</c:v>
                </c:pt>
                <c:pt idx="3800">
                  <c:v>8</c:v>
                </c:pt>
                <c:pt idx="3801">
                  <c:v>10</c:v>
                </c:pt>
                <c:pt idx="3802">
                  <c:v>4</c:v>
                </c:pt>
                <c:pt idx="3803">
                  <c:v>17</c:v>
                </c:pt>
                <c:pt idx="3804">
                  <c:v>7</c:v>
                </c:pt>
                <c:pt idx="3805">
                  <c:v>4</c:v>
                </c:pt>
                <c:pt idx="3806">
                  <c:v>7</c:v>
                </c:pt>
                <c:pt idx="3807">
                  <c:v>2</c:v>
                </c:pt>
                <c:pt idx="3808">
                  <c:v>5</c:v>
                </c:pt>
                <c:pt idx="3809">
                  <c:v>5</c:v>
                </c:pt>
                <c:pt idx="3810">
                  <c:v>16</c:v>
                </c:pt>
                <c:pt idx="3811">
                  <c:v>5</c:v>
                </c:pt>
                <c:pt idx="3812">
                  <c:v>1</c:v>
                </c:pt>
                <c:pt idx="3813">
                  <c:v>4</c:v>
                </c:pt>
                <c:pt idx="3814">
                  <c:v>12</c:v>
                </c:pt>
                <c:pt idx="3815">
                  <c:v>4</c:v>
                </c:pt>
                <c:pt idx="3816">
                  <c:v>6</c:v>
                </c:pt>
                <c:pt idx="3817">
                  <c:v>16</c:v>
                </c:pt>
                <c:pt idx="3818">
                  <c:v>4</c:v>
                </c:pt>
                <c:pt idx="3819">
                  <c:v>6</c:v>
                </c:pt>
                <c:pt idx="3820">
                  <c:v>28</c:v>
                </c:pt>
                <c:pt idx="3821">
                  <c:v>6</c:v>
                </c:pt>
                <c:pt idx="3822">
                  <c:v>11</c:v>
                </c:pt>
                <c:pt idx="3823">
                  <c:v>9</c:v>
                </c:pt>
                <c:pt idx="3824">
                  <c:v>4</c:v>
                </c:pt>
                <c:pt idx="3825">
                  <c:v>12</c:v>
                </c:pt>
                <c:pt idx="3826">
                  <c:v>5</c:v>
                </c:pt>
                <c:pt idx="3827">
                  <c:v>6</c:v>
                </c:pt>
                <c:pt idx="3828">
                  <c:v>6</c:v>
                </c:pt>
                <c:pt idx="3829">
                  <c:v>4</c:v>
                </c:pt>
                <c:pt idx="3830">
                  <c:v>2</c:v>
                </c:pt>
                <c:pt idx="3831">
                  <c:v>4</c:v>
                </c:pt>
                <c:pt idx="3832">
                  <c:v>10</c:v>
                </c:pt>
                <c:pt idx="3833">
                  <c:v>7</c:v>
                </c:pt>
                <c:pt idx="3834">
                  <c:v>4</c:v>
                </c:pt>
                <c:pt idx="3835">
                  <c:v>7</c:v>
                </c:pt>
                <c:pt idx="3836">
                  <c:v>3</c:v>
                </c:pt>
                <c:pt idx="3837">
                  <c:v>9</c:v>
                </c:pt>
                <c:pt idx="3838">
                  <c:v>23</c:v>
                </c:pt>
                <c:pt idx="3839">
                  <c:v>5</c:v>
                </c:pt>
                <c:pt idx="3840">
                  <c:v>9</c:v>
                </c:pt>
                <c:pt idx="3841">
                  <c:v>5</c:v>
                </c:pt>
                <c:pt idx="3842">
                  <c:v>60</c:v>
                </c:pt>
                <c:pt idx="3843">
                  <c:v>14</c:v>
                </c:pt>
                <c:pt idx="3844">
                  <c:v>11</c:v>
                </c:pt>
                <c:pt idx="3845">
                  <c:v>13</c:v>
                </c:pt>
                <c:pt idx="3846">
                  <c:v>15</c:v>
                </c:pt>
                <c:pt idx="3847">
                  <c:v>9</c:v>
                </c:pt>
                <c:pt idx="3848">
                  <c:v>15</c:v>
                </c:pt>
                <c:pt idx="3849">
                  <c:v>8</c:v>
                </c:pt>
                <c:pt idx="3850">
                  <c:v>4</c:v>
                </c:pt>
                <c:pt idx="3851">
                  <c:v>14</c:v>
                </c:pt>
                <c:pt idx="3852">
                  <c:v>6</c:v>
                </c:pt>
                <c:pt idx="3853">
                  <c:v>10</c:v>
                </c:pt>
                <c:pt idx="3854">
                  <c:v>12</c:v>
                </c:pt>
                <c:pt idx="3855">
                  <c:v>15</c:v>
                </c:pt>
                <c:pt idx="3856">
                  <c:v>13</c:v>
                </c:pt>
                <c:pt idx="3857">
                  <c:v>4</c:v>
                </c:pt>
                <c:pt idx="3858">
                  <c:v>6</c:v>
                </c:pt>
                <c:pt idx="3859">
                  <c:v>2</c:v>
                </c:pt>
                <c:pt idx="3860">
                  <c:v>15</c:v>
                </c:pt>
                <c:pt idx="3861">
                  <c:v>4</c:v>
                </c:pt>
                <c:pt idx="3862">
                  <c:v>4</c:v>
                </c:pt>
                <c:pt idx="3863">
                  <c:v>26</c:v>
                </c:pt>
                <c:pt idx="3864">
                  <c:v>5</c:v>
                </c:pt>
                <c:pt idx="3865">
                  <c:v>5</c:v>
                </c:pt>
                <c:pt idx="3866">
                  <c:v>5</c:v>
                </c:pt>
                <c:pt idx="3867">
                  <c:v>5</c:v>
                </c:pt>
                <c:pt idx="3868">
                  <c:v>7</c:v>
                </c:pt>
                <c:pt idx="3869">
                  <c:v>15</c:v>
                </c:pt>
                <c:pt idx="3870">
                  <c:v>4</c:v>
                </c:pt>
                <c:pt idx="3871">
                  <c:v>7</c:v>
                </c:pt>
                <c:pt idx="3872">
                  <c:v>5</c:v>
                </c:pt>
                <c:pt idx="3873">
                  <c:v>7</c:v>
                </c:pt>
                <c:pt idx="3874">
                  <c:v>20</c:v>
                </c:pt>
                <c:pt idx="3875">
                  <c:v>4</c:v>
                </c:pt>
                <c:pt idx="3876">
                  <c:v>5</c:v>
                </c:pt>
                <c:pt idx="3877">
                  <c:v>5</c:v>
                </c:pt>
                <c:pt idx="3878">
                  <c:v>6</c:v>
                </c:pt>
                <c:pt idx="3879">
                  <c:v>2</c:v>
                </c:pt>
                <c:pt idx="3880">
                  <c:v>6</c:v>
                </c:pt>
                <c:pt idx="3881">
                  <c:v>12</c:v>
                </c:pt>
                <c:pt idx="3882">
                  <c:v>15</c:v>
                </c:pt>
                <c:pt idx="3883">
                  <c:v>2</c:v>
                </c:pt>
                <c:pt idx="3884">
                  <c:v>5</c:v>
                </c:pt>
                <c:pt idx="3885">
                  <c:v>19</c:v>
                </c:pt>
                <c:pt idx="3886">
                  <c:v>21</c:v>
                </c:pt>
                <c:pt idx="3887">
                  <c:v>2</c:v>
                </c:pt>
                <c:pt idx="3888">
                  <c:v>1</c:v>
                </c:pt>
                <c:pt idx="3889">
                  <c:v>6</c:v>
                </c:pt>
                <c:pt idx="3890">
                  <c:v>10</c:v>
                </c:pt>
                <c:pt idx="3891">
                  <c:v>5</c:v>
                </c:pt>
                <c:pt idx="3892">
                  <c:v>1</c:v>
                </c:pt>
                <c:pt idx="3893">
                  <c:v>7</c:v>
                </c:pt>
                <c:pt idx="3894">
                  <c:v>3</c:v>
                </c:pt>
                <c:pt idx="3895">
                  <c:v>5</c:v>
                </c:pt>
                <c:pt idx="3896">
                  <c:v>8</c:v>
                </c:pt>
                <c:pt idx="3897">
                  <c:v>17</c:v>
                </c:pt>
                <c:pt idx="3898">
                  <c:v>10</c:v>
                </c:pt>
                <c:pt idx="3899">
                  <c:v>17</c:v>
                </c:pt>
                <c:pt idx="3900">
                  <c:v>5</c:v>
                </c:pt>
                <c:pt idx="3901">
                  <c:v>7</c:v>
                </c:pt>
                <c:pt idx="3902">
                  <c:v>5</c:v>
                </c:pt>
                <c:pt idx="3903">
                  <c:v>17</c:v>
                </c:pt>
                <c:pt idx="3904">
                  <c:v>6</c:v>
                </c:pt>
                <c:pt idx="3905">
                  <c:v>9</c:v>
                </c:pt>
                <c:pt idx="3906">
                  <c:v>8</c:v>
                </c:pt>
                <c:pt idx="3907">
                  <c:v>15</c:v>
                </c:pt>
                <c:pt idx="3908">
                  <c:v>8</c:v>
                </c:pt>
                <c:pt idx="3909">
                  <c:v>18</c:v>
                </c:pt>
                <c:pt idx="3910">
                  <c:v>15</c:v>
                </c:pt>
                <c:pt idx="3911">
                  <c:v>5</c:v>
                </c:pt>
                <c:pt idx="3912">
                  <c:v>32</c:v>
                </c:pt>
                <c:pt idx="3913">
                  <c:v>7</c:v>
                </c:pt>
                <c:pt idx="3914">
                  <c:v>7</c:v>
                </c:pt>
                <c:pt idx="3915">
                  <c:v>7</c:v>
                </c:pt>
                <c:pt idx="3916">
                  <c:v>6</c:v>
                </c:pt>
                <c:pt idx="3917">
                  <c:v>16</c:v>
                </c:pt>
                <c:pt idx="3918">
                  <c:v>32</c:v>
                </c:pt>
                <c:pt idx="3919">
                  <c:v>27</c:v>
                </c:pt>
                <c:pt idx="3920">
                  <c:v>5</c:v>
                </c:pt>
                <c:pt idx="3921">
                  <c:v>7</c:v>
                </c:pt>
                <c:pt idx="3922">
                  <c:v>10</c:v>
                </c:pt>
                <c:pt idx="3923">
                  <c:v>30</c:v>
                </c:pt>
                <c:pt idx="3924">
                  <c:v>4</c:v>
                </c:pt>
                <c:pt idx="3925">
                  <c:v>3</c:v>
                </c:pt>
                <c:pt idx="3926">
                  <c:v>6</c:v>
                </c:pt>
                <c:pt idx="3927">
                  <c:v>23</c:v>
                </c:pt>
                <c:pt idx="3928">
                  <c:v>19</c:v>
                </c:pt>
                <c:pt idx="3929">
                  <c:v>2</c:v>
                </c:pt>
                <c:pt idx="3930">
                  <c:v>1</c:v>
                </c:pt>
                <c:pt idx="3931">
                  <c:v>21</c:v>
                </c:pt>
                <c:pt idx="3932">
                  <c:v>22</c:v>
                </c:pt>
                <c:pt idx="3933">
                  <c:v>21</c:v>
                </c:pt>
                <c:pt idx="3934">
                  <c:v>8</c:v>
                </c:pt>
                <c:pt idx="3935">
                  <c:v>4</c:v>
                </c:pt>
                <c:pt idx="3936">
                  <c:v>5</c:v>
                </c:pt>
                <c:pt idx="3937">
                  <c:v>1</c:v>
                </c:pt>
                <c:pt idx="3938">
                  <c:v>13</c:v>
                </c:pt>
                <c:pt idx="3939">
                  <c:v>8</c:v>
                </c:pt>
                <c:pt idx="3940">
                  <c:v>11</c:v>
                </c:pt>
                <c:pt idx="3941">
                  <c:v>8</c:v>
                </c:pt>
                <c:pt idx="3942">
                  <c:v>9</c:v>
                </c:pt>
                <c:pt idx="3943">
                  <c:v>5</c:v>
                </c:pt>
                <c:pt idx="3944">
                  <c:v>8</c:v>
                </c:pt>
                <c:pt idx="3945">
                  <c:v>7</c:v>
                </c:pt>
                <c:pt idx="3946">
                  <c:v>5</c:v>
                </c:pt>
                <c:pt idx="3947">
                  <c:v>8</c:v>
                </c:pt>
                <c:pt idx="3948">
                  <c:v>10</c:v>
                </c:pt>
                <c:pt idx="3949">
                  <c:v>4</c:v>
                </c:pt>
                <c:pt idx="3950">
                  <c:v>15</c:v>
                </c:pt>
                <c:pt idx="3951">
                  <c:v>30</c:v>
                </c:pt>
                <c:pt idx="3952">
                  <c:v>6</c:v>
                </c:pt>
                <c:pt idx="3953">
                  <c:v>6</c:v>
                </c:pt>
                <c:pt idx="3954">
                  <c:v>5</c:v>
                </c:pt>
                <c:pt idx="3955">
                  <c:v>6</c:v>
                </c:pt>
                <c:pt idx="3956">
                  <c:v>3</c:v>
                </c:pt>
                <c:pt idx="3957">
                  <c:v>34</c:v>
                </c:pt>
                <c:pt idx="3958">
                  <c:v>1</c:v>
                </c:pt>
                <c:pt idx="3959">
                  <c:v>2</c:v>
                </c:pt>
                <c:pt idx="3960">
                  <c:v>7</c:v>
                </c:pt>
                <c:pt idx="3961">
                  <c:v>7</c:v>
                </c:pt>
                <c:pt idx="3962">
                  <c:v>4</c:v>
                </c:pt>
                <c:pt idx="3963">
                  <c:v>14</c:v>
                </c:pt>
                <c:pt idx="3964">
                  <c:v>4</c:v>
                </c:pt>
                <c:pt idx="3965">
                  <c:v>5</c:v>
                </c:pt>
                <c:pt idx="3966">
                  <c:v>15</c:v>
                </c:pt>
                <c:pt idx="3967">
                  <c:v>8</c:v>
                </c:pt>
                <c:pt idx="3968">
                  <c:v>5</c:v>
                </c:pt>
                <c:pt idx="3969">
                  <c:v>5</c:v>
                </c:pt>
                <c:pt idx="3970">
                  <c:v>4</c:v>
                </c:pt>
                <c:pt idx="3971">
                  <c:v>26</c:v>
                </c:pt>
                <c:pt idx="3972">
                  <c:v>2</c:v>
                </c:pt>
                <c:pt idx="3973">
                  <c:v>5</c:v>
                </c:pt>
                <c:pt idx="3974">
                  <c:v>1</c:v>
                </c:pt>
                <c:pt idx="3975">
                  <c:v>4</c:v>
                </c:pt>
                <c:pt idx="3976">
                  <c:v>20</c:v>
                </c:pt>
                <c:pt idx="3977">
                  <c:v>16</c:v>
                </c:pt>
                <c:pt idx="3978">
                  <c:v>9</c:v>
                </c:pt>
                <c:pt idx="3979">
                  <c:v>6</c:v>
                </c:pt>
                <c:pt idx="3980">
                  <c:v>6</c:v>
                </c:pt>
                <c:pt idx="3981">
                  <c:v>2</c:v>
                </c:pt>
                <c:pt idx="3982">
                  <c:v>8</c:v>
                </c:pt>
                <c:pt idx="3983">
                  <c:v>23</c:v>
                </c:pt>
                <c:pt idx="3984">
                  <c:v>7</c:v>
                </c:pt>
                <c:pt idx="3985">
                  <c:v>5</c:v>
                </c:pt>
                <c:pt idx="3986">
                  <c:v>8</c:v>
                </c:pt>
                <c:pt idx="3987">
                  <c:v>9</c:v>
                </c:pt>
                <c:pt idx="3988">
                  <c:v>3</c:v>
                </c:pt>
                <c:pt idx="3989">
                  <c:v>66</c:v>
                </c:pt>
                <c:pt idx="3990">
                  <c:v>10</c:v>
                </c:pt>
                <c:pt idx="3991">
                  <c:v>2</c:v>
                </c:pt>
                <c:pt idx="3992">
                  <c:v>4</c:v>
                </c:pt>
                <c:pt idx="3993">
                  <c:v>6</c:v>
                </c:pt>
                <c:pt idx="3994">
                  <c:v>5</c:v>
                </c:pt>
                <c:pt idx="3995">
                  <c:v>8</c:v>
                </c:pt>
                <c:pt idx="3996">
                  <c:v>5</c:v>
                </c:pt>
                <c:pt idx="3997">
                  <c:v>5</c:v>
                </c:pt>
                <c:pt idx="3998">
                  <c:v>12</c:v>
                </c:pt>
                <c:pt idx="3999">
                  <c:v>11</c:v>
                </c:pt>
                <c:pt idx="4000">
                  <c:v>21</c:v>
                </c:pt>
                <c:pt idx="4001">
                  <c:v>13</c:v>
                </c:pt>
                <c:pt idx="4002">
                  <c:v>8</c:v>
                </c:pt>
                <c:pt idx="4003">
                  <c:v>4</c:v>
                </c:pt>
                <c:pt idx="4004">
                  <c:v>14</c:v>
                </c:pt>
                <c:pt idx="4005">
                  <c:v>7</c:v>
                </c:pt>
                <c:pt idx="4006">
                  <c:v>14</c:v>
                </c:pt>
                <c:pt idx="4007">
                  <c:v>4</c:v>
                </c:pt>
                <c:pt idx="4008">
                  <c:v>3</c:v>
                </c:pt>
                <c:pt idx="4009">
                  <c:v>9</c:v>
                </c:pt>
                <c:pt idx="4010">
                  <c:v>6</c:v>
                </c:pt>
                <c:pt idx="4011">
                  <c:v>8</c:v>
                </c:pt>
                <c:pt idx="4012">
                  <c:v>19</c:v>
                </c:pt>
                <c:pt idx="4013">
                  <c:v>5</c:v>
                </c:pt>
                <c:pt idx="4014">
                  <c:v>6</c:v>
                </c:pt>
                <c:pt idx="4015">
                  <c:v>7</c:v>
                </c:pt>
                <c:pt idx="4016">
                  <c:v>5</c:v>
                </c:pt>
                <c:pt idx="4017">
                  <c:v>21</c:v>
                </c:pt>
                <c:pt idx="4018">
                  <c:v>12</c:v>
                </c:pt>
                <c:pt idx="4019">
                  <c:v>7</c:v>
                </c:pt>
                <c:pt idx="4020">
                  <c:v>6</c:v>
                </c:pt>
                <c:pt idx="4021">
                  <c:v>6</c:v>
                </c:pt>
                <c:pt idx="4022">
                  <c:v>5</c:v>
                </c:pt>
                <c:pt idx="4023">
                  <c:v>3</c:v>
                </c:pt>
                <c:pt idx="4024">
                  <c:v>8</c:v>
                </c:pt>
                <c:pt idx="4025">
                  <c:v>12</c:v>
                </c:pt>
                <c:pt idx="4026">
                  <c:v>6</c:v>
                </c:pt>
                <c:pt idx="4027">
                  <c:v>8</c:v>
                </c:pt>
                <c:pt idx="4028">
                  <c:v>30</c:v>
                </c:pt>
                <c:pt idx="4029">
                  <c:v>7</c:v>
                </c:pt>
                <c:pt idx="4030">
                  <c:v>6</c:v>
                </c:pt>
                <c:pt idx="4031">
                  <c:v>7</c:v>
                </c:pt>
                <c:pt idx="4032">
                  <c:v>2</c:v>
                </c:pt>
                <c:pt idx="4033">
                  <c:v>22</c:v>
                </c:pt>
                <c:pt idx="4034">
                  <c:v>4</c:v>
                </c:pt>
                <c:pt idx="4035">
                  <c:v>3</c:v>
                </c:pt>
                <c:pt idx="4036">
                  <c:v>3</c:v>
                </c:pt>
                <c:pt idx="4037">
                  <c:v>5</c:v>
                </c:pt>
                <c:pt idx="4038">
                  <c:v>10</c:v>
                </c:pt>
                <c:pt idx="4039">
                  <c:v>7</c:v>
                </c:pt>
                <c:pt idx="4040">
                  <c:v>17</c:v>
                </c:pt>
                <c:pt idx="4041">
                  <c:v>6</c:v>
                </c:pt>
                <c:pt idx="4042">
                  <c:v>4</c:v>
                </c:pt>
                <c:pt idx="4043">
                  <c:v>18</c:v>
                </c:pt>
                <c:pt idx="4044">
                  <c:v>5</c:v>
                </c:pt>
                <c:pt idx="4045">
                  <c:v>6</c:v>
                </c:pt>
                <c:pt idx="4046">
                  <c:v>6</c:v>
                </c:pt>
                <c:pt idx="4047">
                  <c:v>20</c:v>
                </c:pt>
                <c:pt idx="4048">
                  <c:v>11</c:v>
                </c:pt>
                <c:pt idx="4049">
                  <c:v>10</c:v>
                </c:pt>
                <c:pt idx="4050">
                  <c:v>14</c:v>
                </c:pt>
                <c:pt idx="4051">
                  <c:v>4</c:v>
                </c:pt>
                <c:pt idx="4052">
                  <c:v>9</c:v>
                </c:pt>
                <c:pt idx="4053">
                  <c:v>5</c:v>
                </c:pt>
                <c:pt idx="4054">
                  <c:v>1</c:v>
                </c:pt>
                <c:pt idx="4055">
                  <c:v>3</c:v>
                </c:pt>
                <c:pt idx="4056">
                  <c:v>8</c:v>
                </c:pt>
                <c:pt idx="4057">
                  <c:v>7</c:v>
                </c:pt>
                <c:pt idx="4058">
                  <c:v>15</c:v>
                </c:pt>
                <c:pt idx="4059">
                  <c:v>12</c:v>
                </c:pt>
                <c:pt idx="4060">
                  <c:v>12</c:v>
                </c:pt>
                <c:pt idx="4061">
                  <c:v>5</c:v>
                </c:pt>
                <c:pt idx="4062">
                  <c:v>4</c:v>
                </c:pt>
                <c:pt idx="4063">
                  <c:v>4</c:v>
                </c:pt>
                <c:pt idx="4064">
                  <c:v>4</c:v>
                </c:pt>
                <c:pt idx="4065">
                  <c:v>5</c:v>
                </c:pt>
                <c:pt idx="4066">
                  <c:v>16</c:v>
                </c:pt>
                <c:pt idx="4067">
                  <c:v>17</c:v>
                </c:pt>
                <c:pt idx="4068">
                  <c:v>11</c:v>
                </c:pt>
                <c:pt idx="4069">
                  <c:v>6</c:v>
                </c:pt>
                <c:pt idx="4070">
                  <c:v>5</c:v>
                </c:pt>
                <c:pt idx="4071">
                  <c:v>31</c:v>
                </c:pt>
                <c:pt idx="4072">
                  <c:v>4</c:v>
                </c:pt>
                <c:pt idx="4073">
                  <c:v>10</c:v>
                </c:pt>
                <c:pt idx="4074">
                  <c:v>6</c:v>
                </c:pt>
                <c:pt idx="4075">
                  <c:v>9</c:v>
                </c:pt>
                <c:pt idx="4076">
                  <c:v>4</c:v>
                </c:pt>
                <c:pt idx="4077">
                  <c:v>56</c:v>
                </c:pt>
                <c:pt idx="4078">
                  <c:v>14</c:v>
                </c:pt>
                <c:pt idx="4079">
                  <c:v>7</c:v>
                </c:pt>
                <c:pt idx="4080">
                  <c:v>8</c:v>
                </c:pt>
                <c:pt idx="4081">
                  <c:v>4</c:v>
                </c:pt>
                <c:pt idx="4082">
                  <c:v>6</c:v>
                </c:pt>
                <c:pt idx="4083">
                  <c:v>5</c:v>
                </c:pt>
                <c:pt idx="4084">
                  <c:v>6</c:v>
                </c:pt>
                <c:pt idx="4085">
                  <c:v>12</c:v>
                </c:pt>
                <c:pt idx="4086">
                  <c:v>11</c:v>
                </c:pt>
                <c:pt idx="4087">
                  <c:v>12</c:v>
                </c:pt>
                <c:pt idx="4088">
                  <c:v>6</c:v>
                </c:pt>
                <c:pt idx="4089">
                  <c:v>14</c:v>
                </c:pt>
                <c:pt idx="4090">
                  <c:v>28</c:v>
                </c:pt>
                <c:pt idx="4091">
                  <c:v>10</c:v>
                </c:pt>
                <c:pt idx="4092">
                  <c:v>8</c:v>
                </c:pt>
                <c:pt idx="4093">
                  <c:v>5</c:v>
                </c:pt>
                <c:pt idx="4094">
                  <c:v>5</c:v>
                </c:pt>
                <c:pt idx="4095">
                  <c:v>22</c:v>
                </c:pt>
                <c:pt idx="4096">
                  <c:v>19</c:v>
                </c:pt>
                <c:pt idx="4097">
                  <c:v>7</c:v>
                </c:pt>
                <c:pt idx="4098">
                  <c:v>9</c:v>
                </c:pt>
                <c:pt idx="4099">
                  <c:v>5</c:v>
                </c:pt>
                <c:pt idx="4100">
                  <c:v>5</c:v>
                </c:pt>
                <c:pt idx="4101">
                  <c:v>4</c:v>
                </c:pt>
                <c:pt idx="4102">
                  <c:v>3</c:v>
                </c:pt>
                <c:pt idx="4103">
                  <c:v>4</c:v>
                </c:pt>
                <c:pt idx="4104">
                  <c:v>8</c:v>
                </c:pt>
                <c:pt idx="4105">
                  <c:v>6</c:v>
                </c:pt>
                <c:pt idx="4106">
                  <c:v>19</c:v>
                </c:pt>
                <c:pt idx="4107">
                  <c:v>11</c:v>
                </c:pt>
                <c:pt idx="4108">
                  <c:v>3</c:v>
                </c:pt>
                <c:pt idx="4109">
                  <c:v>4</c:v>
                </c:pt>
                <c:pt idx="4110">
                  <c:v>4</c:v>
                </c:pt>
                <c:pt idx="4111">
                  <c:v>5</c:v>
                </c:pt>
                <c:pt idx="4112">
                  <c:v>8</c:v>
                </c:pt>
                <c:pt idx="4113">
                  <c:v>9</c:v>
                </c:pt>
                <c:pt idx="4114">
                  <c:v>4</c:v>
                </c:pt>
                <c:pt idx="4115">
                  <c:v>4</c:v>
                </c:pt>
                <c:pt idx="4116">
                  <c:v>5</c:v>
                </c:pt>
                <c:pt idx="4117">
                  <c:v>3</c:v>
                </c:pt>
                <c:pt idx="4118">
                  <c:v>6</c:v>
                </c:pt>
                <c:pt idx="4119">
                  <c:v>3</c:v>
                </c:pt>
                <c:pt idx="4120">
                  <c:v>3</c:v>
                </c:pt>
                <c:pt idx="4121">
                  <c:v>7</c:v>
                </c:pt>
                <c:pt idx="4122">
                  <c:v>9</c:v>
                </c:pt>
                <c:pt idx="4123">
                  <c:v>7</c:v>
                </c:pt>
                <c:pt idx="4124">
                  <c:v>4</c:v>
                </c:pt>
                <c:pt idx="4125">
                  <c:v>11</c:v>
                </c:pt>
                <c:pt idx="4126">
                  <c:v>5</c:v>
                </c:pt>
                <c:pt idx="4127">
                  <c:v>8</c:v>
                </c:pt>
                <c:pt idx="4128">
                  <c:v>4</c:v>
                </c:pt>
                <c:pt idx="4129">
                  <c:v>54</c:v>
                </c:pt>
                <c:pt idx="4130">
                  <c:v>5</c:v>
                </c:pt>
                <c:pt idx="4131">
                  <c:v>4</c:v>
                </c:pt>
                <c:pt idx="4132">
                  <c:v>3</c:v>
                </c:pt>
                <c:pt idx="4133">
                  <c:v>3</c:v>
                </c:pt>
                <c:pt idx="4134">
                  <c:v>5</c:v>
                </c:pt>
                <c:pt idx="4135">
                  <c:v>14</c:v>
                </c:pt>
                <c:pt idx="4136">
                  <c:v>8</c:v>
                </c:pt>
                <c:pt idx="4137">
                  <c:v>5</c:v>
                </c:pt>
                <c:pt idx="4138">
                  <c:v>10</c:v>
                </c:pt>
                <c:pt idx="4139">
                  <c:v>3</c:v>
                </c:pt>
                <c:pt idx="4140">
                  <c:v>6</c:v>
                </c:pt>
                <c:pt idx="4141">
                  <c:v>26</c:v>
                </c:pt>
                <c:pt idx="4142">
                  <c:v>5</c:v>
                </c:pt>
                <c:pt idx="4143">
                  <c:v>5</c:v>
                </c:pt>
                <c:pt idx="4144">
                  <c:v>2</c:v>
                </c:pt>
                <c:pt idx="4145">
                  <c:v>4</c:v>
                </c:pt>
                <c:pt idx="4146">
                  <c:v>6</c:v>
                </c:pt>
                <c:pt idx="4147">
                  <c:v>3</c:v>
                </c:pt>
                <c:pt idx="4148">
                  <c:v>6</c:v>
                </c:pt>
                <c:pt idx="4149">
                  <c:v>1</c:v>
                </c:pt>
                <c:pt idx="4150">
                  <c:v>1</c:v>
                </c:pt>
                <c:pt idx="4151">
                  <c:v>5</c:v>
                </c:pt>
                <c:pt idx="4152">
                  <c:v>3</c:v>
                </c:pt>
                <c:pt idx="4153">
                  <c:v>12</c:v>
                </c:pt>
                <c:pt idx="4154">
                  <c:v>5</c:v>
                </c:pt>
                <c:pt idx="4155">
                  <c:v>10</c:v>
                </c:pt>
                <c:pt idx="4156">
                  <c:v>2</c:v>
                </c:pt>
                <c:pt idx="4157">
                  <c:v>9</c:v>
                </c:pt>
                <c:pt idx="4158">
                  <c:v>10</c:v>
                </c:pt>
                <c:pt idx="4159">
                  <c:v>12</c:v>
                </c:pt>
                <c:pt idx="4160">
                  <c:v>6</c:v>
                </c:pt>
                <c:pt idx="4161">
                  <c:v>4</c:v>
                </c:pt>
                <c:pt idx="4162">
                  <c:v>5</c:v>
                </c:pt>
                <c:pt idx="4163">
                  <c:v>18</c:v>
                </c:pt>
                <c:pt idx="4164">
                  <c:v>18</c:v>
                </c:pt>
                <c:pt idx="4165">
                  <c:v>5</c:v>
                </c:pt>
                <c:pt idx="4166">
                  <c:v>4</c:v>
                </c:pt>
                <c:pt idx="4167">
                  <c:v>13</c:v>
                </c:pt>
                <c:pt idx="4168">
                  <c:v>4</c:v>
                </c:pt>
                <c:pt idx="4169">
                  <c:v>7</c:v>
                </c:pt>
                <c:pt idx="4170">
                  <c:v>6</c:v>
                </c:pt>
                <c:pt idx="4171">
                  <c:v>7</c:v>
                </c:pt>
                <c:pt idx="4172">
                  <c:v>3</c:v>
                </c:pt>
                <c:pt idx="4173">
                  <c:v>2</c:v>
                </c:pt>
                <c:pt idx="4174">
                  <c:v>6</c:v>
                </c:pt>
                <c:pt idx="4175">
                  <c:v>1</c:v>
                </c:pt>
                <c:pt idx="4176">
                  <c:v>6</c:v>
                </c:pt>
                <c:pt idx="4177">
                  <c:v>8</c:v>
                </c:pt>
                <c:pt idx="4178">
                  <c:v>12</c:v>
                </c:pt>
                <c:pt idx="4179">
                  <c:v>14</c:v>
                </c:pt>
                <c:pt idx="4180">
                  <c:v>13</c:v>
                </c:pt>
                <c:pt idx="4181">
                  <c:v>10</c:v>
                </c:pt>
                <c:pt idx="4182">
                  <c:v>10</c:v>
                </c:pt>
                <c:pt idx="4183">
                  <c:v>7</c:v>
                </c:pt>
                <c:pt idx="4184">
                  <c:v>2</c:v>
                </c:pt>
                <c:pt idx="4185">
                  <c:v>12</c:v>
                </c:pt>
                <c:pt idx="4186">
                  <c:v>4</c:v>
                </c:pt>
                <c:pt idx="4187">
                  <c:v>3</c:v>
                </c:pt>
                <c:pt idx="4188">
                  <c:v>9</c:v>
                </c:pt>
                <c:pt idx="4189">
                  <c:v>5</c:v>
                </c:pt>
                <c:pt idx="4190">
                  <c:v>8</c:v>
                </c:pt>
                <c:pt idx="4191">
                  <c:v>5</c:v>
                </c:pt>
                <c:pt idx="4192">
                  <c:v>3</c:v>
                </c:pt>
                <c:pt idx="4193">
                  <c:v>5</c:v>
                </c:pt>
                <c:pt idx="4194">
                  <c:v>12</c:v>
                </c:pt>
                <c:pt idx="4195">
                  <c:v>5</c:v>
                </c:pt>
                <c:pt idx="4196">
                  <c:v>4</c:v>
                </c:pt>
                <c:pt idx="4197">
                  <c:v>23</c:v>
                </c:pt>
                <c:pt idx="4198">
                  <c:v>10</c:v>
                </c:pt>
                <c:pt idx="4199">
                  <c:v>7</c:v>
                </c:pt>
                <c:pt idx="4200">
                  <c:v>2</c:v>
                </c:pt>
                <c:pt idx="4201">
                  <c:v>18</c:v>
                </c:pt>
                <c:pt idx="4202">
                  <c:v>13</c:v>
                </c:pt>
                <c:pt idx="4203">
                  <c:v>6</c:v>
                </c:pt>
                <c:pt idx="4204">
                  <c:v>7</c:v>
                </c:pt>
                <c:pt idx="4205">
                  <c:v>9</c:v>
                </c:pt>
                <c:pt idx="4206">
                  <c:v>11</c:v>
                </c:pt>
                <c:pt idx="4207">
                  <c:v>1</c:v>
                </c:pt>
                <c:pt idx="4208">
                  <c:v>12</c:v>
                </c:pt>
                <c:pt idx="4209">
                  <c:v>2</c:v>
                </c:pt>
                <c:pt idx="4210">
                  <c:v>2</c:v>
                </c:pt>
                <c:pt idx="4211">
                  <c:v>7</c:v>
                </c:pt>
                <c:pt idx="4212">
                  <c:v>5</c:v>
                </c:pt>
                <c:pt idx="4213">
                  <c:v>7</c:v>
                </c:pt>
                <c:pt idx="4214">
                  <c:v>6</c:v>
                </c:pt>
                <c:pt idx="4215">
                  <c:v>23</c:v>
                </c:pt>
                <c:pt idx="4216">
                  <c:v>5</c:v>
                </c:pt>
                <c:pt idx="4217">
                  <c:v>3</c:v>
                </c:pt>
                <c:pt idx="4218">
                  <c:v>3</c:v>
                </c:pt>
                <c:pt idx="4219">
                  <c:v>6</c:v>
                </c:pt>
                <c:pt idx="4220">
                  <c:v>5</c:v>
                </c:pt>
                <c:pt idx="4221">
                  <c:v>3</c:v>
                </c:pt>
                <c:pt idx="4222">
                  <c:v>6</c:v>
                </c:pt>
                <c:pt idx="4223">
                  <c:v>1</c:v>
                </c:pt>
                <c:pt idx="4224">
                  <c:v>7</c:v>
                </c:pt>
                <c:pt idx="4225">
                  <c:v>11</c:v>
                </c:pt>
                <c:pt idx="4226">
                  <c:v>11</c:v>
                </c:pt>
                <c:pt idx="4227">
                  <c:v>4</c:v>
                </c:pt>
                <c:pt idx="4228">
                  <c:v>7</c:v>
                </c:pt>
                <c:pt idx="4229">
                  <c:v>4</c:v>
                </c:pt>
                <c:pt idx="4230">
                  <c:v>7</c:v>
                </c:pt>
                <c:pt idx="4231">
                  <c:v>4</c:v>
                </c:pt>
                <c:pt idx="4232">
                  <c:v>3</c:v>
                </c:pt>
                <c:pt idx="4233">
                  <c:v>11</c:v>
                </c:pt>
                <c:pt idx="4234">
                  <c:v>7</c:v>
                </c:pt>
                <c:pt idx="4235">
                  <c:v>2</c:v>
                </c:pt>
                <c:pt idx="4236">
                  <c:v>4</c:v>
                </c:pt>
                <c:pt idx="4237">
                  <c:v>8</c:v>
                </c:pt>
                <c:pt idx="4238">
                  <c:v>7</c:v>
                </c:pt>
                <c:pt idx="4239">
                  <c:v>2</c:v>
                </c:pt>
                <c:pt idx="4240">
                  <c:v>10</c:v>
                </c:pt>
                <c:pt idx="4241">
                  <c:v>7</c:v>
                </c:pt>
                <c:pt idx="4242">
                  <c:v>3</c:v>
                </c:pt>
                <c:pt idx="4243">
                  <c:v>6</c:v>
                </c:pt>
                <c:pt idx="4244">
                  <c:v>6</c:v>
                </c:pt>
                <c:pt idx="4245">
                  <c:v>6</c:v>
                </c:pt>
                <c:pt idx="4246">
                  <c:v>16</c:v>
                </c:pt>
                <c:pt idx="4247">
                  <c:v>12</c:v>
                </c:pt>
                <c:pt idx="4248">
                  <c:v>9</c:v>
                </c:pt>
                <c:pt idx="4249">
                  <c:v>23</c:v>
                </c:pt>
                <c:pt idx="4250">
                  <c:v>4</c:v>
                </c:pt>
                <c:pt idx="4251">
                  <c:v>7</c:v>
                </c:pt>
                <c:pt idx="4252">
                  <c:v>5</c:v>
                </c:pt>
                <c:pt idx="4253">
                  <c:v>2</c:v>
                </c:pt>
                <c:pt idx="4254">
                  <c:v>19</c:v>
                </c:pt>
                <c:pt idx="4255">
                  <c:v>21</c:v>
                </c:pt>
                <c:pt idx="4256">
                  <c:v>12</c:v>
                </c:pt>
                <c:pt idx="4257">
                  <c:v>6</c:v>
                </c:pt>
                <c:pt idx="4258">
                  <c:v>18</c:v>
                </c:pt>
                <c:pt idx="4259">
                  <c:v>5</c:v>
                </c:pt>
                <c:pt idx="4260">
                  <c:v>20</c:v>
                </c:pt>
                <c:pt idx="4261">
                  <c:v>5</c:v>
                </c:pt>
                <c:pt idx="4262">
                  <c:v>3</c:v>
                </c:pt>
                <c:pt idx="4263">
                  <c:v>6</c:v>
                </c:pt>
                <c:pt idx="4264">
                  <c:v>10</c:v>
                </c:pt>
                <c:pt idx="4265">
                  <c:v>2</c:v>
                </c:pt>
                <c:pt idx="4266">
                  <c:v>5</c:v>
                </c:pt>
                <c:pt idx="4267">
                  <c:v>11</c:v>
                </c:pt>
                <c:pt idx="4268">
                  <c:v>2</c:v>
                </c:pt>
                <c:pt idx="4269">
                  <c:v>4</c:v>
                </c:pt>
                <c:pt idx="4270">
                  <c:v>19</c:v>
                </c:pt>
                <c:pt idx="4271">
                  <c:v>3</c:v>
                </c:pt>
                <c:pt idx="4272">
                  <c:v>6</c:v>
                </c:pt>
                <c:pt idx="4273">
                  <c:v>4</c:v>
                </c:pt>
                <c:pt idx="4274">
                  <c:v>28</c:v>
                </c:pt>
                <c:pt idx="4275">
                  <c:v>13</c:v>
                </c:pt>
                <c:pt idx="4276">
                  <c:v>10</c:v>
                </c:pt>
                <c:pt idx="4277">
                  <c:v>14</c:v>
                </c:pt>
                <c:pt idx="4278">
                  <c:v>6</c:v>
                </c:pt>
                <c:pt idx="4279">
                  <c:v>16</c:v>
                </c:pt>
                <c:pt idx="4280">
                  <c:v>40</c:v>
                </c:pt>
                <c:pt idx="4281">
                  <c:v>5</c:v>
                </c:pt>
                <c:pt idx="4282">
                  <c:v>4</c:v>
                </c:pt>
                <c:pt idx="4283">
                  <c:v>1</c:v>
                </c:pt>
                <c:pt idx="4284">
                  <c:v>17</c:v>
                </c:pt>
                <c:pt idx="4285">
                  <c:v>9</c:v>
                </c:pt>
                <c:pt idx="4286">
                  <c:v>7</c:v>
                </c:pt>
                <c:pt idx="4287">
                  <c:v>7</c:v>
                </c:pt>
                <c:pt idx="4288">
                  <c:v>1</c:v>
                </c:pt>
                <c:pt idx="4289">
                  <c:v>2</c:v>
                </c:pt>
                <c:pt idx="4290">
                  <c:v>4</c:v>
                </c:pt>
                <c:pt idx="4291">
                  <c:v>8</c:v>
                </c:pt>
                <c:pt idx="4292">
                  <c:v>24</c:v>
                </c:pt>
                <c:pt idx="4293">
                  <c:v>5</c:v>
                </c:pt>
                <c:pt idx="4294">
                  <c:v>14</c:v>
                </c:pt>
                <c:pt idx="4295">
                  <c:v>5</c:v>
                </c:pt>
                <c:pt idx="4296">
                  <c:v>9</c:v>
                </c:pt>
                <c:pt idx="4297">
                  <c:v>14</c:v>
                </c:pt>
                <c:pt idx="4298">
                  <c:v>3</c:v>
                </c:pt>
                <c:pt idx="4299">
                  <c:v>8</c:v>
                </c:pt>
                <c:pt idx="4300">
                  <c:v>5</c:v>
                </c:pt>
                <c:pt idx="4301">
                  <c:v>4</c:v>
                </c:pt>
                <c:pt idx="4302">
                  <c:v>21</c:v>
                </c:pt>
                <c:pt idx="4303">
                  <c:v>4</c:v>
                </c:pt>
                <c:pt idx="4304">
                  <c:v>6</c:v>
                </c:pt>
                <c:pt idx="4305">
                  <c:v>5</c:v>
                </c:pt>
                <c:pt idx="4306">
                  <c:v>6</c:v>
                </c:pt>
                <c:pt idx="4307">
                  <c:v>4</c:v>
                </c:pt>
                <c:pt idx="4308">
                  <c:v>3</c:v>
                </c:pt>
                <c:pt idx="4309">
                  <c:v>1</c:v>
                </c:pt>
                <c:pt idx="4310">
                  <c:v>3</c:v>
                </c:pt>
                <c:pt idx="4311">
                  <c:v>4</c:v>
                </c:pt>
                <c:pt idx="4312">
                  <c:v>7</c:v>
                </c:pt>
                <c:pt idx="4313">
                  <c:v>3</c:v>
                </c:pt>
                <c:pt idx="4314">
                  <c:v>5</c:v>
                </c:pt>
                <c:pt idx="4315">
                  <c:v>57</c:v>
                </c:pt>
                <c:pt idx="4316">
                  <c:v>3</c:v>
                </c:pt>
                <c:pt idx="4317">
                  <c:v>7</c:v>
                </c:pt>
                <c:pt idx="4318">
                  <c:v>6</c:v>
                </c:pt>
                <c:pt idx="4319">
                  <c:v>7</c:v>
                </c:pt>
                <c:pt idx="4320">
                  <c:v>4</c:v>
                </c:pt>
                <c:pt idx="4321">
                  <c:v>42</c:v>
                </c:pt>
                <c:pt idx="4322">
                  <c:v>7</c:v>
                </c:pt>
                <c:pt idx="4323">
                  <c:v>5</c:v>
                </c:pt>
                <c:pt idx="4324">
                  <c:v>8</c:v>
                </c:pt>
                <c:pt idx="4325">
                  <c:v>9</c:v>
                </c:pt>
                <c:pt idx="4326">
                  <c:v>4</c:v>
                </c:pt>
                <c:pt idx="4327">
                  <c:v>7</c:v>
                </c:pt>
                <c:pt idx="4328">
                  <c:v>11</c:v>
                </c:pt>
                <c:pt idx="4329">
                  <c:v>2</c:v>
                </c:pt>
                <c:pt idx="4330">
                  <c:v>7</c:v>
                </c:pt>
                <c:pt idx="4331">
                  <c:v>3</c:v>
                </c:pt>
                <c:pt idx="4332">
                  <c:v>13</c:v>
                </c:pt>
                <c:pt idx="4333">
                  <c:v>6</c:v>
                </c:pt>
                <c:pt idx="4334">
                  <c:v>15</c:v>
                </c:pt>
                <c:pt idx="4335">
                  <c:v>17</c:v>
                </c:pt>
                <c:pt idx="4336">
                  <c:v>4</c:v>
                </c:pt>
                <c:pt idx="4337">
                  <c:v>13</c:v>
                </c:pt>
                <c:pt idx="4338">
                  <c:v>6</c:v>
                </c:pt>
                <c:pt idx="4339">
                  <c:v>24</c:v>
                </c:pt>
                <c:pt idx="4340">
                  <c:v>3</c:v>
                </c:pt>
                <c:pt idx="4341">
                  <c:v>4</c:v>
                </c:pt>
                <c:pt idx="4342">
                  <c:v>4</c:v>
                </c:pt>
                <c:pt idx="4343">
                  <c:v>2</c:v>
                </c:pt>
                <c:pt idx="4344">
                  <c:v>6</c:v>
                </c:pt>
                <c:pt idx="4345">
                  <c:v>8</c:v>
                </c:pt>
                <c:pt idx="4346">
                  <c:v>5</c:v>
                </c:pt>
                <c:pt idx="4347">
                  <c:v>13</c:v>
                </c:pt>
                <c:pt idx="4348">
                  <c:v>10</c:v>
                </c:pt>
                <c:pt idx="4349">
                  <c:v>13</c:v>
                </c:pt>
                <c:pt idx="4350">
                  <c:v>5</c:v>
                </c:pt>
                <c:pt idx="4351">
                  <c:v>13</c:v>
                </c:pt>
                <c:pt idx="4352">
                  <c:v>4</c:v>
                </c:pt>
                <c:pt idx="4353">
                  <c:v>3</c:v>
                </c:pt>
                <c:pt idx="4354">
                  <c:v>8</c:v>
                </c:pt>
                <c:pt idx="4355">
                  <c:v>4</c:v>
                </c:pt>
                <c:pt idx="4356">
                  <c:v>5</c:v>
                </c:pt>
                <c:pt idx="4357">
                  <c:v>18</c:v>
                </c:pt>
                <c:pt idx="4358">
                  <c:v>3</c:v>
                </c:pt>
                <c:pt idx="4359">
                  <c:v>4</c:v>
                </c:pt>
                <c:pt idx="4360">
                  <c:v>6</c:v>
                </c:pt>
                <c:pt idx="4361">
                  <c:v>7</c:v>
                </c:pt>
                <c:pt idx="4362">
                  <c:v>5</c:v>
                </c:pt>
                <c:pt idx="4363">
                  <c:v>15</c:v>
                </c:pt>
                <c:pt idx="4364">
                  <c:v>6</c:v>
                </c:pt>
                <c:pt idx="4365">
                  <c:v>3</c:v>
                </c:pt>
                <c:pt idx="4366">
                  <c:v>8</c:v>
                </c:pt>
                <c:pt idx="4367">
                  <c:v>6</c:v>
                </c:pt>
                <c:pt idx="4368">
                  <c:v>11</c:v>
                </c:pt>
                <c:pt idx="4369">
                  <c:v>4</c:v>
                </c:pt>
                <c:pt idx="4370">
                  <c:v>3</c:v>
                </c:pt>
                <c:pt idx="4371">
                  <c:v>2</c:v>
                </c:pt>
                <c:pt idx="4372">
                  <c:v>7</c:v>
                </c:pt>
                <c:pt idx="4373">
                  <c:v>6</c:v>
                </c:pt>
                <c:pt idx="4374">
                  <c:v>6</c:v>
                </c:pt>
                <c:pt idx="4375">
                  <c:v>10</c:v>
                </c:pt>
                <c:pt idx="4376">
                  <c:v>8</c:v>
                </c:pt>
                <c:pt idx="4377">
                  <c:v>3</c:v>
                </c:pt>
                <c:pt idx="4378">
                  <c:v>11</c:v>
                </c:pt>
                <c:pt idx="4379">
                  <c:v>3</c:v>
                </c:pt>
                <c:pt idx="4380">
                  <c:v>3</c:v>
                </c:pt>
                <c:pt idx="4381">
                  <c:v>4</c:v>
                </c:pt>
                <c:pt idx="4382">
                  <c:v>27</c:v>
                </c:pt>
                <c:pt idx="4383">
                  <c:v>5</c:v>
                </c:pt>
                <c:pt idx="4384">
                  <c:v>4</c:v>
                </c:pt>
                <c:pt idx="4385">
                  <c:v>4</c:v>
                </c:pt>
                <c:pt idx="4386">
                  <c:v>2</c:v>
                </c:pt>
                <c:pt idx="4387">
                  <c:v>6</c:v>
                </c:pt>
                <c:pt idx="4388">
                  <c:v>11</c:v>
                </c:pt>
                <c:pt idx="4389">
                  <c:v>8</c:v>
                </c:pt>
                <c:pt idx="4390">
                  <c:v>11</c:v>
                </c:pt>
                <c:pt idx="4391">
                  <c:v>5</c:v>
                </c:pt>
                <c:pt idx="4392">
                  <c:v>11</c:v>
                </c:pt>
                <c:pt idx="4393">
                  <c:v>7</c:v>
                </c:pt>
                <c:pt idx="4394">
                  <c:v>24</c:v>
                </c:pt>
                <c:pt idx="4395">
                  <c:v>11</c:v>
                </c:pt>
                <c:pt idx="4396">
                  <c:v>2</c:v>
                </c:pt>
                <c:pt idx="4397">
                  <c:v>3</c:v>
                </c:pt>
                <c:pt idx="4398">
                  <c:v>3</c:v>
                </c:pt>
                <c:pt idx="4399">
                  <c:v>12</c:v>
                </c:pt>
                <c:pt idx="4400">
                  <c:v>17</c:v>
                </c:pt>
                <c:pt idx="4401">
                  <c:v>8</c:v>
                </c:pt>
                <c:pt idx="4402">
                  <c:v>6</c:v>
                </c:pt>
                <c:pt idx="4403">
                  <c:v>6</c:v>
                </c:pt>
                <c:pt idx="4404">
                  <c:v>4</c:v>
                </c:pt>
                <c:pt idx="4405">
                  <c:v>8</c:v>
                </c:pt>
                <c:pt idx="4406">
                  <c:v>6</c:v>
                </c:pt>
                <c:pt idx="4407">
                  <c:v>12</c:v>
                </c:pt>
                <c:pt idx="4408">
                  <c:v>15</c:v>
                </c:pt>
                <c:pt idx="4409">
                  <c:v>4</c:v>
                </c:pt>
                <c:pt idx="4410">
                  <c:v>2</c:v>
                </c:pt>
                <c:pt idx="4411">
                  <c:v>35</c:v>
                </c:pt>
                <c:pt idx="4412">
                  <c:v>19</c:v>
                </c:pt>
                <c:pt idx="4413">
                  <c:v>5</c:v>
                </c:pt>
                <c:pt idx="4414">
                  <c:v>4</c:v>
                </c:pt>
                <c:pt idx="4415">
                  <c:v>3</c:v>
                </c:pt>
                <c:pt idx="4416">
                  <c:v>6</c:v>
                </c:pt>
                <c:pt idx="4417">
                  <c:v>5</c:v>
                </c:pt>
                <c:pt idx="4418">
                  <c:v>7</c:v>
                </c:pt>
                <c:pt idx="4419">
                  <c:v>24</c:v>
                </c:pt>
                <c:pt idx="4420">
                  <c:v>17</c:v>
                </c:pt>
                <c:pt idx="4421">
                  <c:v>12</c:v>
                </c:pt>
                <c:pt idx="4422">
                  <c:v>2</c:v>
                </c:pt>
                <c:pt idx="4423">
                  <c:v>5</c:v>
                </c:pt>
                <c:pt idx="4424">
                  <c:v>1</c:v>
                </c:pt>
                <c:pt idx="4425">
                  <c:v>7</c:v>
                </c:pt>
                <c:pt idx="4426">
                  <c:v>19</c:v>
                </c:pt>
                <c:pt idx="4427">
                  <c:v>4</c:v>
                </c:pt>
                <c:pt idx="4428">
                  <c:v>13</c:v>
                </c:pt>
                <c:pt idx="4429">
                  <c:v>5</c:v>
                </c:pt>
                <c:pt idx="4430">
                  <c:v>12</c:v>
                </c:pt>
                <c:pt idx="4431">
                  <c:v>17</c:v>
                </c:pt>
                <c:pt idx="4432">
                  <c:v>3</c:v>
                </c:pt>
                <c:pt idx="4433">
                  <c:v>25</c:v>
                </c:pt>
                <c:pt idx="4434">
                  <c:v>7</c:v>
                </c:pt>
                <c:pt idx="4435">
                  <c:v>7</c:v>
                </c:pt>
                <c:pt idx="4436">
                  <c:v>8</c:v>
                </c:pt>
                <c:pt idx="4437">
                  <c:v>5</c:v>
                </c:pt>
                <c:pt idx="4438">
                  <c:v>4</c:v>
                </c:pt>
                <c:pt idx="4439">
                  <c:v>17</c:v>
                </c:pt>
                <c:pt idx="4440">
                  <c:v>6</c:v>
                </c:pt>
                <c:pt idx="4441">
                  <c:v>1</c:v>
                </c:pt>
                <c:pt idx="4442">
                  <c:v>4</c:v>
                </c:pt>
                <c:pt idx="4443">
                  <c:v>7</c:v>
                </c:pt>
                <c:pt idx="4444">
                  <c:v>8</c:v>
                </c:pt>
                <c:pt idx="4445">
                  <c:v>10</c:v>
                </c:pt>
                <c:pt idx="4446">
                  <c:v>3</c:v>
                </c:pt>
                <c:pt idx="4447">
                  <c:v>7</c:v>
                </c:pt>
                <c:pt idx="4448">
                  <c:v>7</c:v>
                </c:pt>
                <c:pt idx="4449">
                  <c:v>11</c:v>
                </c:pt>
                <c:pt idx="4450">
                  <c:v>6</c:v>
                </c:pt>
                <c:pt idx="4451">
                  <c:v>2</c:v>
                </c:pt>
                <c:pt idx="4452">
                  <c:v>6</c:v>
                </c:pt>
                <c:pt idx="4453">
                  <c:v>11</c:v>
                </c:pt>
                <c:pt idx="4454">
                  <c:v>6</c:v>
                </c:pt>
                <c:pt idx="4455">
                  <c:v>5</c:v>
                </c:pt>
                <c:pt idx="4456">
                  <c:v>2</c:v>
                </c:pt>
                <c:pt idx="4457">
                  <c:v>5</c:v>
                </c:pt>
                <c:pt idx="4458">
                  <c:v>3</c:v>
                </c:pt>
                <c:pt idx="4459">
                  <c:v>3</c:v>
                </c:pt>
                <c:pt idx="4460">
                  <c:v>3</c:v>
                </c:pt>
                <c:pt idx="4461">
                  <c:v>10</c:v>
                </c:pt>
                <c:pt idx="4462">
                  <c:v>6</c:v>
                </c:pt>
                <c:pt idx="4463">
                  <c:v>5</c:v>
                </c:pt>
                <c:pt idx="4464">
                  <c:v>2</c:v>
                </c:pt>
                <c:pt idx="4465">
                  <c:v>7</c:v>
                </c:pt>
                <c:pt idx="4466">
                  <c:v>4</c:v>
                </c:pt>
                <c:pt idx="4467">
                  <c:v>11</c:v>
                </c:pt>
                <c:pt idx="4468">
                  <c:v>4</c:v>
                </c:pt>
                <c:pt idx="4469">
                  <c:v>3</c:v>
                </c:pt>
                <c:pt idx="4470">
                  <c:v>3</c:v>
                </c:pt>
                <c:pt idx="4471">
                  <c:v>6</c:v>
                </c:pt>
                <c:pt idx="4472">
                  <c:v>2</c:v>
                </c:pt>
                <c:pt idx="4473">
                  <c:v>7</c:v>
                </c:pt>
                <c:pt idx="4474">
                  <c:v>6</c:v>
                </c:pt>
                <c:pt idx="4475">
                  <c:v>21</c:v>
                </c:pt>
                <c:pt idx="4476">
                  <c:v>9</c:v>
                </c:pt>
                <c:pt idx="4477">
                  <c:v>9</c:v>
                </c:pt>
                <c:pt idx="4478">
                  <c:v>1</c:v>
                </c:pt>
                <c:pt idx="4479">
                  <c:v>16</c:v>
                </c:pt>
                <c:pt idx="4480">
                  <c:v>3</c:v>
                </c:pt>
                <c:pt idx="4481">
                  <c:v>9</c:v>
                </c:pt>
                <c:pt idx="4482">
                  <c:v>7</c:v>
                </c:pt>
                <c:pt idx="4483">
                  <c:v>6</c:v>
                </c:pt>
                <c:pt idx="4484">
                  <c:v>7</c:v>
                </c:pt>
                <c:pt idx="4485">
                  <c:v>5</c:v>
                </c:pt>
                <c:pt idx="4486">
                  <c:v>17</c:v>
                </c:pt>
                <c:pt idx="4487">
                  <c:v>1</c:v>
                </c:pt>
                <c:pt idx="4488">
                  <c:v>7</c:v>
                </c:pt>
                <c:pt idx="4489">
                  <c:v>2</c:v>
                </c:pt>
                <c:pt idx="4490">
                  <c:v>4</c:v>
                </c:pt>
                <c:pt idx="4491">
                  <c:v>3</c:v>
                </c:pt>
                <c:pt idx="4492">
                  <c:v>7</c:v>
                </c:pt>
                <c:pt idx="4493">
                  <c:v>9</c:v>
                </c:pt>
                <c:pt idx="4494">
                  <c:v>9</c:v>
                </c:pt>
                <c:pt idx="4495">
                  <c:v>12</c:v>
                </c:pt>
                <c:pt idx="4496">
                  <c:v>4</c:v>
                </c:pt>
                <c:pt idx="4497">
                  <c:v>4</c:v>
                </c:pt>
                <c:pt idx="4498">
                  <c:v>5</c:v>
                </c:pt>
                <c:pt idx="4499">
                  <c:v>4</c:v>
                </c:pt>
                <c:pt idx="4500">
                  <c:v>5</c:v>
                </c:pt>
                <c:pt idx="4501">
                  <c:v>4</c:v>
                </c:pt>
                <c:pt idx="4502">
                  <c:v>45</c:v>
                </c:pt>
                <c:pt idx="4503">
                  <c:v>6</c:v>
                </c:pt>
                <c:pt idx="4504">
                  <c:v>8</c:v>
                </c:pt>
                <c:pt idx="4505">
                  <c:v>4</c:v>
                </c:pt>
                <c:pt idx="4506">
                  <c:v>11</c:v>
                </c:pt>
                <c:pt idx="4507">
                  <c:v>9</c:v>
                </c:pt>
                <c:pt idx="4508">
                  <c:v>8</c:v>
                </c:pt>
                <c:pt idx="4509">
                  <c:v>5</c:v>
                </c:pt>
                <c:pt idx="4510">
                  <c:v>12</c:v>
                </c:pt>
                <c:pt idx="4511">
                  <c:v>3</c:v>
                </c:pt>
                <c:pt idx="4512">
                  <c:v>6</c:v>
                </c:pt>
                <c:pt idx="4513">
                  <c:v>1</c:v>
                </c:pt>
                <c:pt idx="4514">
                  <c:v>2</c:v>
                </c:pt>
                <c:pt idx="4515">
                  <c:v>21</c:v>
                </c:pt>
                <c:pt idx="4516">
                  <c:v>13</c:v>
                </c:pt>
                <c:pt idx="4517">
                  <c:v>11</c:v>
                </c:pt>
                <c:pt idx="4518">
                  <c:v>7</c:v>
                </c:pt>
                <c:pt idx="4519">
                  <c:v>4</c:v>
                </c:pt>
                <c:pt idx="4520">
                  <c:v>6</c:v>
                </c:pt>
                <c:pt idx="4521">
                  <c:v>5</c:v>
                </c:pt>
                <c:pt idx="4522">
                  <c:v>3</c:v>
                </c:pt>
                <c:pt idx="4523">
                  <c:v>2</c:v>
                </c:pt>
                <c:pt idx="4524">
                  <c:v>10</c:v>
                </c:pt>
                <c:pt idx="4525">
                  <c:v>5</c:v>
                </c:pt>
                <c:pt idx="4526">
                  <c:v>5</c:v>
                </c:pt>
                <c:pt idx="4527">
                  <c:v>5</c:v>
                </c:pt>
                <c:pt idx="4528">
                  <c:v>6</c:v>
                </c:pt>
                <c:pt idx="4529">
                  <c:v>8</c:v>
                </c:pt>
                <c:pt idx="4530">
                  <c:v>4</c:v>
                </c:pt>
                <c:pt idx="4531">
                  <c:v>5</c:v>
                </c:pt>
                <c:pt idx="4532">
                  <c:v>3</c:v>
                </c:pt>
                <c:pt idx="4533">
                  <c:v>6</c:v>
                </c:pt>
                <c:pt idx="4534">
                  <c:v>4</c:v>
                </c:pt>
                <c:pt idx="4535">
                  <c:v>5</c:v>
                </c:pt>
                <c:pt idx="4536">
                  <c:v>10</c:v>
                </c:pt>
                <c:pt idx="4537">
                  <c:v>3</c:v>
                </c:pt>
                <c:pt idx="4538">
                  <c:v>4</c:v>
                </c:pt>
                <c:pt idx="4539">
                  <c:v>4</c:v>
                </c:pt>
                <c:pt idx="4540">
                  <c:v>14</c:v>
                </c:pt>
                <c:pt idx="4541">
                  <c:v>3</c:v>
                </c:pt>
                <c:pt idx="4542">
                  <c:v>4</c:v>
                </c:pt>
                <c:pt idx="4543">
                  <c:v>10</c:v>
                </c:pt>
                <c:pt idx="4544">
                  <c:v>4</c:v>
                </c:pt>
                <c:pt idx="4545">
                  <c:v>9</c:v>
                </c:pt>
                <c:pt idx="4546">
                  <c:v>3</c:v>
                </c:pt>
                <c:pt idx="4547">
                  <c:v>8</c:v>
                </c:pt>
                <c:pt idx="4548">
                  <c:v>4</c:v>
                </c:pt>
                <c:pt idx="4549">
                  <c:v>3</c:v>
                </c:pt>
                <c:pt idx="4550">
                  <c:v>6</c:v>
                </c:pt>
                <c:pt idx="4551">
                  <c:v>11</c:v>
                </c:pt>
                <c:pt idx="4552">
                  <c:v>29</c:v>
                </c:pt>
                <c:pt idx="4553">
                  <c:v>25</c:v>
                </c:pt>
                <c:pt idx="4554">
                  <c:v>3</c:v>
                </c:pt>
                <c:pt idx="4555">
                  <c:v>8</c:v>
                </c:pt>
                <c:pt idx="4556">
                  <c:v>7</c:v>
                </c:pt>
                <c:pt idx="4557">
                  <c:v>13</c:v>
                </c:pt>
                <c:pt idx="4558">
                  <c:v>9</c:v>
                </c:pt>
                <c:pt idx="4559">
                  <c:v>14</c:v>
                </c:pt>
                <c:pt idx="4560">
                  <c:v>3</c:v>
                </c:pt>
                <c:pt idx="4561">
                  <c:v>2</c:v>
                </c:pt>
                <c:pt idx="4562">
                  <c:v>5</c:v>
                </c:pt>
                <c:pt idx="4563">
                  <c:v>3</c:v>
                </c:pt>
                <c:pt idx="4564">
                  <c:v>4</c:v>
                </c:pt>
                <c:pt idx="4565">
                  <c:v>3</c:v>
                </c:pt>
                <c:pt idx="4566">
                  <c:v>11</c:v>
                </c:pt>
                <c:pt idx="4567">
                  <c:v>6</c:v>
                </c:pt>
                <c:pt idx="4568">
                  <c:v>6</c:v>
                </c:pt>
                <c:pt idx="4569">
                  <c:v>6</c:v>
                </c:pt>
                <c:pt idx="4570">
                  <c:v>46</c:v>
                </c:pt>
                <c:pt idx="4571">
                  <c:v>1</c:v>
                </c:pt>
                <c:pt idx="4572">
                  <c:v>8</c:v>
                </c:pt>
                <c:pt idx="4573">
                  <c:v>4</c:v>
                </c:pt>
                <c:pt idx="4574">
                  <c:v>6</c:v>
                </c:pt>
                <c:pt idx="4575">
                  <c:v>4</c:v>
                </c:pt>
                <c:pt idx="4576">
                  <c:v>5</c:v>
                </c:pt>
                <c:pt idx="4577">
                  <c:v>5</c:v>
                </c:pt>
                <c:pt idx="4578">
                  <c:v>3</c:v>
                </c:pt>
                <c:pt idx="4579">
                  <c:v>4</c:v>
                </c:pt>
                <c:pt idx="4580">
                  <c:v>13</c:v>
                </c:pt>
                <c:pt idx="4581">
                  <c:v>6</c:v>
                </c:pt>
                <c:pt idx="4582">
                  <c:v>13</c:v>
                </c:pt>
                <c:pt idx="4583">
                  <c:v>4</c:v>
                </c:pt>
                <c:pt idx="4584">
                  <c:v>5</c:v>
                </c:pt>
                <c:pt idx="4585">
                  <c:v>6</c:v>
                </c:pt>
                <c:pt idx="4586">
                  <c:v>3</c:v>
                </c:pt>
                <c:pt idx="4587">
                  <c:v>2</c:v>
                </c:pt>
                <c:pt idx="4588">
                  <c:v>10</c:v>
                </c:pt>
                <c:pt idx="4589">
                  <c:v>27</c:v>
                </c:pt>
                <c:pt idx="4590">
                  <c:v>4</c:v>
                </c:pt>
                <c:pt idx="4591">
                  <c:v>7</c:v>
                </c:pt>
                <c:pt idx="4592">
                  <c:v>3</c:v>
                </c:pt>
                <c:pt idx="4593">
                  <c:v>3</c:v>
                </c:pt>
                <c:pt idx="4594">
                  <c:v>3</c:v>
                </c:pt>
                <c:pt idx="4595">
                  <c:v>2</c:v>
                </c:pt>
                <c:pt idx="4596">
                  <c:v>10</c:v>
                </c:pt>
                <c:pt idx="4597">
                  <c:v>7</c:v>
                </c:pt>
                <c:pt idx="4598">
                  <c:v>5</c:v>
                </c:pt>
                <c:pt idx="4599">
                  <c:v>16</c:v>
                </c:pt>
                <c:pt idx="4600">
                  <c:v>3</c:v>
                </c:pt>
                <c:pt idx="4601">
                  <c:v>3</c:v>
                </c:pt>
                <c:pt idx="4602">
                  <c:v>4</c:v>
                </c:pt>
                <c:pt idx="4603">
                  <c:v>11</c:v>
                </c:pt>
                <c:pt idx="4604">
                  <c:v>11</c:v>
                </c:pt>
                <c:pt idx="4605">
                  <c:v>3</c:v>
                </c:pt>
                <c:pt idx="4606">
                  <c:v>4</c:v>
                </c:pt>
                <c:pt idx="4607">
                  <c:v>1</c:v>
                </c:pt>
                <c:pt idx="4608">
                  <c:v>1</c:v>
                </c:pt>
                <c:pt idx="4609">
                  <c:v>11</c:v>
                </c:pt>
                <c:pt idx="4610">
                  <c:v>5</c:v>
                </c:pt>
                <c:pt idx="4611">
                  <c:v>2</c:v>
                </c:pt>
                <c:pt idx="4612">
                  <c:v>9</c:v>
                </c:pt>
                <c:pt idx="4613">
                  <c:v>5</c:v>
                </c:pt>
                <c:pt idx="4614">
                  <c:v>11</c:v>
                </c:pt>
                <c:pt idx="4615">
                  <c:v>2</c:v>
                </c:pt>
                <c:pt idx="4616">
                  <c:v>7</c:v>
                </c:pt>
                <c:pt idx="4617">
                  <c:v>4</c:v>
                </c:pt>
                <c:pt idx="4618">
                  <c:v>6</c:v>
                </c:pt>
                <c:pt idx="4619">
                  <c:v>16</c:v>
                </c:pt>
                <c:pt idx="4620">
                  <c:v>43</c:v>
                </c:pt>
                <c:pt idx="4621">
                  <c:v>5</c:v>
                </c:pt>
                <c:pt idx="4622">
                  <c:v>4</c:v>
                </c:pt>
                <c:pt idx="4623">
                  <c:v>13</c:v>
                </c:pt>
                <c:pt idx="4624">
                  <c:v>5</c:v>
                </c:pt>
                <c:pt idx="4625">
                  <c:v>14</c:v>
                </c:pt>
                <c:pt idx="4626">
                  <c:v>9</c:v>
                </c:pt>
                <c:pt idx="4627">
                  <c:v>3</c:v>
                </c:pt>
                <c:pt idx="4628">
                  <c:v>3</c:v>
                </c:pt>
                <c:pt idx="4629">
                  <c:v>2</c:v>
                </c:pt>
                <c:pt idx="4630">
                  <c:v>2</c:v>
                </c:pt>
                <c:pt idx="4631">
                  <c:v>3</c:v>
                </c:pt>
                <c:pt idx="4632">
                  <c:v>13</c:v>
                </c:pt>
                <c:pt idx="4633">
                  <c:v>9</c:v>
                </c:pt>
                <c:pt idx="4634">
                  <c:v>3</c:v>
                </c:pt>
                <c:pt idx="4635">
                  <c:v>9</c:v>
                </c:pt>
                <c:pt idx="4636">
                  <c:v>9</c:v>
                </c:pt>
                <c:pt idx="4637">
                  <c:v>15</c:v>
                </c:pt>
                <c:pt idx="4638">
                  <c:v>6</c:v>
                </c:pt>
                <c:pt idx="4639">
                  <c:v>1</c:v>
                </c:pt>
                <c:pt idx="4640">
                  <c:v>9</c:v>
                </c:pt>
                <c:pt idx="4641">
                  <c:v>5</c:v>
                </c:pt>
                <c:pt idx="4642">
                  <c:v>4</c:v>
                </c:pt>
                <c:pt idx="4643">
                  <c:v>5</c:v>
                </c:pt>
                <c:pt idx="4644">
                  <c:v>5</c:v>
                </c:pt>
                <c:pt idx="4645">
                  <c:v>3</c:v>
                </c:pt>
                <c:pt idx="4646">
                  <c:v>9</c:v>
                </c:pt>
                <c:pt idx="4647">
                  <c:v>6</c:v>
                </c:pt>
                <c:pt idx="4648">
                  <c:v>5</c:v>
                </c:pt>
                <c:pt idx="4649">
                  <c:v>8</c:v>
                </c:pt>
                <c:pt idx="4650">
                  <c:v>6</c:v>
                </c:pt>
                <c:pt idx="4651">
                  <c:v>6</c:v>
                </c:pt>
                <c:pt idx="4652">
                  <c:v>8</c:v>
                </c:pt>
                <c:pt idx="4653">
                  <c:v>7</c:v>
                </c:pt>
                <c:pt idx="4654">
                  <c:v>3</c:v>
                </c:pt>
                <c:pt idx="4655">
                  <c:v>4</c:v>
                </c:pt>
                <c:pt idx="4656">
                  <c:v>9</c:v>
                </c:pt>
                <c:pt idx="4657">
                  <c:v>9</c:v>
                </c:pt>
                <c:pt idx="4658">
                  <c:v>4</c:v>
                </c:pt>
                <c:pt idx="4659">
                  <c:v>9</c:v>
                </c:pt>
                <c:pt idx="4660">
                  <c:v>4</c:v>
                </c:pt>
                <c:pt idx="4661">
                  <c:v>4</c:v>
                </c:pt>
                <c:pt idx="4662">
                  <c:v>16</c:v>
                </c:pt>
                <c:pt idx="4663">
                  <c:v>5</c:v>
                </c:pt>
                <c:pt idx="4664">
                  <c:v>5</c:v>
                </c:pt>
                <c:pt idx="4665">
                  <c:v>5</c:v>
                </c:pt>
                <c:pt idx="4666">
                  <c:v>4</c:v>
                </c:pt>
                <c:pt idx="4667">
                  <c:v>7</c:v>
                </c:pt>
                <c:pt idx="4668">
                  <c:v>3</c:v>
                </c:pt>
                <c:pt idx="4669">
                  <c:v>5</c:v>
                </c:pt>
                <c:pt idx="4670">
                  <c:v>3</c:v>
                </c:pt>
                <c:pt idx="4671">
                  <c:v>4</c:v>
                </c:pt>
                <c:pt idx="4672">
                  <c:v>5</c:v>
                </c:pt>
                <c:pt idx="4673">
                  <c:v>6</c:v>
                </c:pt>
                <c:pt idx="4674">
                  <c:v>5</c:v>
                </c:pt>
                <c:pt idx="4675">
                  <c:v>23</c:v>
                </c:pt>
                <c:pt idx="4676">
                  <c:v>3</c:v>
                </c:pt>
                <c:pt idx="4677">
                  <c:v>8</c:v>
                </c:pt>
                <c:pt idx="4678">
                  <c:v>2</c:v>
                </c:pt>
                <c:pt idx="4679">
                  <c:v>11</c:v>
                </c:pt>
                <c:pt idx="4680">
                  <c:v>2</c:v>
                </c:pt>
                <c:pt idx="4681">
                  <c:v>10</c:v>
                </c:pt>
                <c:pt idx="4682">
                  <c:v>12</c:v>
                </c:pt>
                <c:pt idx="4683">
                  <c:v>3</c:v>
                </c:pt>
                <c:pt idx="4684">
                  <c:v>4</c:v>
                </c:pt>
                <c:pt idx="4685">
                  <c:v>3</c:v>
                </c:pt>
                <c:pt idx="4686">
                  <c:v>18</c:v>
                </c:pt>
                <c:pt idx="4687">
                  <c:v>5</c:v>
                </c:pt>
                <c:pt idx="4688">
                  <c:v>1</c:v>
                </c:pt>
                <c:pt idx="4689">
                  <c:v>3</c:v>
                </c:pt>
                <c:pt idx="4690">
                  <c:v>2</c:v>
                </c:pt>
                <c:pt idx="4691">
                  <c:v>4</c:v>
                </c:pt>
                <c:pt idx="4692">
                  <c:v>12</c:v>
                </c:pt>
                <c:pt idx="4693">
                  <c:v>5</c:v>
                </c:pt>
                <c:pt idx="4694">
                  <c:v>10</c:v>
                </c:pt>
                <c:pt idx="4695">
                  <c:v>3</c:v>
                </c:pt>
                <c:pt idx="4696">
                  <c:v>6</c:v>
                </c:pt>
                <c:pt idx="4697">
                  <c:v>14</c:v>
                </c:pt>
                <c:pt idx="4698">
                  <c:v>6</c:v>
                </c:pt>
                <c:pt idx="4699">
                  <c:v>5</c:v>
                </c:pt>
                <c:pt idx="4700">
                  <c:v>4</c:v>
                </c:pt>
                <c:pt idx="4701">
                  <c:v>17</c:v>
                </c:pt>
                <c:pt idx="4702">
                  <c:v>3</c:v>
                </c:pt>
                <c:pt idx="4703">
                  <c:v>2</c:v>
                </c:pt>
                <c:pt idx="4704">
                  <c:v>8</c:v>
                </c:pt>
                <c:pt idx="4705">
                  <c:v>8</c:v>
                </c:pt>
                <c:pt idx="4706">
                  <c:v>2</c:v>
                </c:pt>
                <c:pt idx="4707">
                  <c:v>9</c:v>
                </c:pt>
                <c:pt idx="4708">
                  <c:v>1</c:v>
                </c:pt>
                <c:pt idx="4709">
                  <c:v>2</c:v>
                </c:pt>
                <c:pt idx="4710">
                  <c:v>4</c:v>
                </c:pt>
                <c:pt idx="4711">
                  <c:v>5</c:v>
                </c:pt>
                <c:pt idx="4712">
                  <c:v>3</c:v>
                </c:pt>
                <c:pt idx="4713">
                  <c:v>3</c:v>
                </c:pt>
                <c:pt idx="4714">
                  <c:v>9</c:v>
                </c:pt>
                <c:pt idx="4715">
                  <c:v>4</c:v>
                </c:pt>
                <c:pt idx="4716">
                  <c:v>3</c:v>
                </c:pt>
                <c:pt idx="4717">
                  <c:v>3</c:v>
                </c:pt>
                <c:pt idx="4718">
                  <c:v>4</c:v>
                </c:pt>
                <c:pt idx="4719">
                  <c:v>1</c:v>
                </c:pt>
                <c:pt idx="4720">
                  <c:v>5</c:v>
                </c:pt>
                <c:pt idx="4721">
                  <c:v>11</c:v>
                </c:pt>
                <c:pt idx="4722">
                  <c:v>6</c:v>
                </c:pt>
                <c:pt idx="4723">
                  <c:v>4</c:v>
                </c:pt>
                <c:pt idx="4724">
                  <c:v>4</c:v>
                </c:pt>
                <c:pt idx="4725">
                  <c:v>7</c:v>
                </c:pt>
                <c:pt idx="4726">
                  <c:v>4</c:v>
                </c:pt>
                <c:pt idx="4727">
                  <c:v>2</c:v>
                </c:pt>
                <c:pt idx="4728">
                  <c:v>3</c:v>
                </c:pt>
                <c:pt idx="4729">
                  <c:v>6</c:v>
                </c:pt>
                <c:pt idx="4730">
                  <c:v>3</c:v>
                </c:pt>
                <c:pt idx="4731">
                  <c:v>2</c:v>
                </c:pt>
                <c:pt idx="4732">
                  <c:v>11</c:v>
                </c:pt>
                <c:pt idx="4733">
                  <c:v>4</c:v>
                </c:pt>
                <c:pt idx="4734">
                  <c:v>4</c:v>
                </c:pt>
                <c:pt idx="4735">
                  <c:v>3</c:v>
                </c:pt>
                <c:pt idx="4736">
                  <c:v>9</c:v>
                </c:pt>
                <c:pt idx="4737">
                  <c:v>5</c:v>
                </c:pt>
                <c:pt idx="4738">
                  <c:v>1</c:v>
                </c:pt>
                <c:pt idx="4739">
                  <c:v>15</c:v>
                </c:pt>
                <c:pt idx="4740">
                  <c:v>12</c:v>
                </c:pt>
                <c:pt idx="4741">
                  <c:v>13</c:v>
                </c:pt>
                <c:pt idx="4742">
                  <c:v>6</c:v>
                </c:pt>
                <c:pt idx="4743">
                  <c:v>2</c:v>
                </c:pt>
                <c:pt idx="4744">
                  <c:v>10</c:v>
                </c:pt>
                <c:pt idx="4745">
                  <c:v>3</c:v>
                </c:pt>
                <c:pt idx="4746">
                  <c:v>3</c:v>
                </c:pt>
                <c:pt idx="4747">
                  <c:v>6</c:v>
                </c:pt>
                <c:pt idx="4748">
                  <c:v>3</c:v>
                </c:pt>
                <c:pt idx="4749">
                  <c:v>16</c:v>
                </c:pt>
                <c:pt idx="4750">
                  <c:v>22</c:v>
                </c:pt>
                <c:pt idx="4751">
                  <c:v>5</c:v>
                </c:pt>
                <c:pt idx="4752">
                  <c:v>7</c:v>
                </c:pt>
                <c:pt idx="4753">
                  <c:v>4</c:v>
                </c:pt>
                <c:pt idx="4754">
                  <c:v>3</c:v>
                </c:pt>
                <c:pt idx="4755">
                  <c:v>4</c:v>
                </c:pt>
                <c:pt idx="4756">
                  <c:v>20</c:v>
                </c:pt>
                <c:pt idx="4757">
                  <c:v>10</c:v>
                </c:pt>
                <c:pt idx="4758">
                  <c:v>5</c:v>
                </c:pt>
                <c:pt idx="4759">
                  <c:v>7</c:v>
                </c:pt>
                <c:pt idx="4760">
                  <c:v>3</c:v>
                </c:pt>
                <c:pt idx="4761">
                  <c:v>3</c:v>
                </c:pt>
                <c:pt idx="4762">
                  <c:v>2</c:v>
                </c:pt>
                <c:pt idx="4763">
                  <c:v>10</c:v>
                </c:pt>
                <c:pt idx="4764">
                  <c:v>4</c:v>
                </c:pt>
                <c:pt idx="4765">
                  <c:v>3</c:v>
                </c:pt>
                <c:pt idx="4766">
                  <c:v>11</c:v>
                </c:pt>
                <c:pt idx="4767">
                  <c:v>5</c:v>
                </c:pt>
                <c:pt idx="4768">
                  <c:v>11</c:v>
                </c:pt>
                <c:pt idx="4769">
                  <c:v>5</c:v>
                </c:pt>
                <c:pt idx="4770">
                  <c:v>9</c:v>
                </c:pt>
                <c:pt idx="4771">
                  <c:v>6</c:v>
                </c:pt>
                <c:pt idx="4772">
                  <c:v>3</c:v>
                </c:pt>
                <c:pt idx="4773">
                  <c:v>9</c:v>
                </c:pt>
                <c:pt idx="4774">
                  <c:v>4</c:v>
                </c:pt>
                <c:pt idx="4775">
                  <c:v>7</c:v>
                </c:pt>
                <c:pt idx="4776">
                  <c:v>11</c:v>
                </c:pt>
                <c:pt idx="4777">
                  <c:v>3</c:v>
                </c:pt>
                <c:pt idx="4778">
                  <c:v>10</c:v>
                </c:pt>
                <c:pt idx="4779">
                  <c:v>2</c:v>
                </c:pt>
                <c:pt idx="4780">
                  <c:v>10</c:v>
                </c:pt>
                <c:pt idx="4781">
                  <c:v>4</c:v>
                </c:pt>
                <c:pt idx="4782">
                  <c:v>3</c:v>
                </c:pt>
                <c:pt idx="4783">
                  <c:v>1</c:v>
                </c:pt>
                <c:pt idx="4784">
                  <c:v>3</c:v>
                </c:pt>
                <c:pt idx="4785">
                  <c:v>4</c:v>
                </c:pt>
                <c:pt idx="4786">
                  <c:v>8</c:v>
                </c:pt>
                <c:pt idx="4787">
                  <c:v>3</c:v>
                </c:pt>
                <c:pt idx="4788">
                  <c:v>13</c:v>
                </c:pt>
                <c:pt idx="4789">
                  <c:v>6</c:v>
                </c:pt>
                <c:pt idx="4790">
                  <c:v>3</c:v>
                </c:pt>
                <c:pt idx="4791">
                  <c:v>3</c:v>
                </c:pt>
                <c:pt idx="4792">
                  <c:v>13</c:v>
                </c:pt>
                <c:pt idx="4793">
                  <c:v>21</c:v>
                </c:pt>
                <c:pt idx="4794">
                  <c:v>3</c:v>
                </c:pt>
                <c:pt idx="4795">
                  <c:v>3</c:v>
                </c:pt>
                <c:pt idx="4796">
                  <c:v>5</c:v>
                </c:pt>
                <c:pt idx="4797">
                  <c:v>14</c:v>
                </c:pt>
                <c:pt idx="4798">
                  <c:v>8</c:v>
                </c:pt>
                <c:pt idx="4799">
                  <c:v>3</c:v>
                </c:pt>
                <c:pt idx="4800">
                  <c:v>11</c:v>
                </c:pt>
                <c:pt idx="4801">
                  <c:v>3</c:v>
                </c:pt>
                <c:pt idx="4802">
                  <c:v>6</c:v>
                </c:pt>
                <c:pt idx="4803">
                  <c:v>3</c:v>
                </c:pt>
                <c:pt idx="4804">
                  <c:v>3</c:v>
                </c:pt>
                <c:pt idx="4805">
                  <c:v>2</c:v>
                </c:pt>
                <c:pt idx="4806">
                  <c:v>4</c:v>
                </c:pt>
                <c:pt idx="4807">
                  <c:v>4</c:v>
                </c:pt>
                <c:pt idx="4808">
                  <c:v>4</c:v>
                </c:pt>
                <c:pt idx="4809">
                  <c:v>3</c:v>
                </c:pt>
                <c:pt idx="4810">
                  <c:v>2</c:v>
                </c:pt>
                <c:pt idx="4811">
                  <c:v>2</c:v>
                </c:pt>
                <c:pt idx="4812">
                  <c:v>4</c:v>
                </c:pt>
                <c:pt idx="4813">
                  <c:v>2</c:v>
                </c:pt>
                <c:pt idx="4814">
                  <c:v>4</c:v>
                </c:pt>
                <c:pt idx="4815">
                  <c:v>6</c:v>
                </c:pt>
                <c:pt idx="4816">
                  <c:v>2</c:v>
                </c:pt>
                <c:pt idx="4817">
                  <c:v>18</c:v>
                </c:pt>
                <c:pt idx="4818">
                  <c:v>8</c:v>
                </c:pt>
                <c:pt idx="4819">
                  <c:v>3</c:v>
                </c:pt>
                <c:pt idx="4820">
                  <c:v>2</c:v>
                </c:pt>
                <c:pt idx="4821">
                  <c:v>4</c:v>
                </c:pt>
                <c:pt idx="4822">
                  <c:v>2</c:v>
                </c:pt>
                <c:pt idx="4823">
                  <c:v>3</c:v>
                </c:pt>
                <c:pt idx="4824">
                  <c:v>2</c:v>
                </c:pt>
                <c:pt idx="4825">
                  <c:v>2</c:v>
                </c:pt>
                <c:pt idx="4826">
                  <c:v>3</c:v>
                </c:pt>
                <c:pt idx="4827">
                  <c:v>5</c:v>
                </c:pt>
                <c:pt idx="4828">
                  <c:v>11</c:v>
                </c:pt>
                <c:pt idx="4829">
                  <c:v>8</c:v>
                </c:pt>
                <c:pt idx="4830">
                  <c:v>11</c:v>
                </c:pt>
                <c:pt idx="4831">
                  <c:v>8</c:v>
                </c:pt>
                <c:pt idx="4832">
                  <c:v>3</c:v>
                </c:pt>
                <c:pt idx="4833">
                  <c:v>6</c:v>
                </c:pt>
                <c:pt idx="4834">
                  <c:v>8</c:v>
                </c:pt>
                <c:pt idx="4835">
                  <c:v>3</c:v>
                </c:pt>
                <c:pt idx="4836">
                  <c:v>10</c:v>
                </c:pt>
                <c:pt idx="4837">
                  <c:v>1</c:v>
                </c:pt>
                <c:pt idx="4838">
                  <c:v>2</c:v>
                </c:pt>
                <c:pt idx="4839">
                  <c:v>11</c:v>
                </c:pt>
                <c:pt idx="4840">
                  <c:v>9</c:v>
                </c:pt>
                <c:pt idx="4841">
                  <c:v>3</c:v>
                </c:pt>
                <c:pt idx="4842">
                  <c:v>4</c:v>
                </c:pt>
                <c:pt idx="4843">
                  <c:v>3</c:v>
                </c:pt>
                <c:pt idx="4844">
                  <c:v>11</c:v>
                </c:pt>
                <c:pt idx="4845">
                  <c:v>4</c:v>
                </c:pt>
                <c:pt idx="4846">
                  <c:v>8</c:v>
                </c:pt>
                <c:pt idx="4847">
                  <c:v>6</c:v>
                </c:pt>
                <c:pt idx="4848">
                  <c:v>2</c:v>
                </c:pt>
                <c:pt idx="4849">
                  <c:v>9</c:v>
                </c:pt>
                <c:pt idx="4850">
                  <c:v>3</c:v>
                </c:pt>
                <c:pt idx="4851">
                  <c:v>3</c:v>
                </c:pt>
                <c:pt idx="4852">
                  <c:v>4</c:v>
                </c:pt>
                <c:pt idx="4853">
                  <c:v>2</c:v>
                </c:pt>
                <c:pt idx="4854">
                  <c:v>4</c:v>
                </c:pt>
                <c:pt idx="4855">
                  <c:v>5</c:v>
                </c:pt>
                <c:pt idx="4856">
                  <c:v>5</c:v>
                </c:pt>
                <c:pt idx="4857">
                  <c:v>3</c:v>
                </c:pt>
                <c:pt idx="4858">
                  <c:v>2</c:v>
                </c:pt>
                <c:pt idx="4859">
                  <c:v>5</c:v>
                </c:pt>
                <c:pt idx="4860">
                  <c:v>9</c:v>
                </c:pt>
                <c:pt idx="4861">
                  <c:v>5</c:v>
                </c:pt>
                <c:pt idx="4862">
                  <c:v>6</c:v>
                </c:pt>
                <c:pt idx="4863">
                  <c:v>4</c:v>
                </c:pt>
                <c:pt idx="4864">
                  <c:v>5</c:v>
                </c:pt>
                <c:pt idx="4865">
                  <c:v>3</c:v>
                </c:pt>
                <c:pt idx="4866">
                  <c:v>4</c:v>
                </c:pt>
                <c:pt idx="4867">
                  <c:v>2</c:v>
                </c:pt>
                <c:pt idx="4868">
                  <c:v>5</c:v>
                </c:pt>
                <c:pt idx="4869">
                  <c:v>7</c:v>
                </c:pt>
                <c:pt idx="4870">
                  <c:v>5</c:v>
                </c:pt>
                <c:pt idx="4871">
                  <c:v>11</c:v>
                </c:pt>
                <c:pt idx="4872">
                  <c:v>6</c:v>
                </c:pt>
                <c:pt idx="4873">
                  <c:v>5</c:v>
                </c:pt>
                <c:pt idx="4874">
                  <c:v>6</c:v>
                </c:pt>
                <c:pt idx="4875">
                  <c:v>2</c:v>
                </c:pt>
                <c:pt idx="4876">
                  <c:v>7</c:v>
                </c:pt>
                <c:pt idx="4877">
                  <c:v>4</c:v>
                </c:pt>
                <c:pt idx="4878">
                  <c:v>2</c:v>
                </c:pt>
                <c:pt idx="4879">
                  <c:v>1</c:v>
                </c:pt>
                <c:pt idx="4880">
                  <c:v>3</c:v>
                </c:pt>
                <c:pt idx="4881">
                  <c:v>11</c:v>
                </c:pt>
                <c:pt idx="4882">
                  <c:v>9</c:v>
                </c:pt>
                <c:pt idx="4883">
                  <c:v>26</c:v>
                </c:pt>
                <c:pt idx="4884">
                  <c:v>8</c:v>
                </c:pt>
                <c:pt idx="4885">
                  <c:v>4</c:v>
                </c:pt>
                <c:pt idx="4886">
                  <c:v>9</c:v>
                </c:pt>
                <c:pt idx="4887">
                  <c:v>17</c:v>
                </c:pt>
                <c:pt idx="4888">
                  <c:v>11</c:v>
                </c:pt>
                <c:pt idx="4889">
                  <c:v>4</c:v>
                </c:pt>
                <c:pt idx="4890">
                  <c:v>6</c:v>
                </c:pt>
                <c:pt idx="4891">
                  <c:v>1</c:v>
                </c:pt>
                <c:pt idx="4892">
                  <c:v>11</c:v>
                </c:pt>
                <c:pt idx="4893">
                  <c:v>17</c:v>
                </c:pt>
                <c:pt idx="4894">
                  <c:v>5</c:v>
                </c:pt>
                <c:pt idx="4895">
                  <c:v>1</c:v>
                </c:pt>
                <c:pt idx="4896">
                  <c:v>3</c:v>
                </c:pt>
                <c:pt idx="4897">
                  <c:v>2</c:v>
                </c:pt>
                <c:pt idx="4898">
                  <c:v>6</c:v>
                </c:pt>
                <c:pt idx="4899">
                  <c:v>4</c:v>
                </c:pt>
                <c:pt idx="4900">
                  <c:v>5</c:v>
                </c:pt>
                <c:pt idx="4901">
                  <c:v>3</c:v>
                </c:pt>
                <c:pt idx="4902">
                  <c:v>13</c:v>
                </c:pt>
                <c:pt idx="4903">
                  <c:v>3</c:v>
                </c:pt>
                <c:pt idx="4904">
                  <c:v>13</c:v>
                </c:pt>
                <c:pt idx="4905">
                  <c:v>10</c:v>
                </c:pt>
                <c:pt idx="4906">
                  <c:v>2</c:v>
                </c:pt>
                <c:pt idx="4907">
                  <c:v>3</c:v>
                </c:pt>
                <c:pt idx="4908">
                  <c:v>14</c:v>
                </c:pt>
                <c:pt idx="4909">
                  <c:v>4</c:v>
                </c:pt>
                <c:pt idx="4910">
                  <c:v>3</c:v>
                </c:pt>
                <c:pt idx="4911">
                  <c:v>3</c:v>
                </c:pt>
                <c:pt idx="4912">
                  <c:v>8</c:v>
                </c:pt>
                <c:pt idx="4913">
                  <c:v>4</c:v>
                </c:pt>
                <c:pt idx="4914">
                  <c:v>13</c:v>
                </c:pt>
                <c:pt idx="4915">
                  <c:v>2</c:v>
                </c:pt>
                <c:pt idx="4916">
                  <c:v>18</c:v>
                </c:pt>
                <c:pt idx="4917">
                  <c:v>1</c:v>
                </c:pt>
                <c:pt idx="4918">
                  <c:v>3</c:v>
                </c:pt>
                <c:pt idx="4919">
                  <c:v>4</c:v>
                </c:pt>
                <c:pt idx="4920">
                  <c:v>4</c:v>
                </c:pt>
                <c:pt idx="4921">
                  <c:v>2</c:v>
                </c:pt>
                <c:pt idx="4922">
                  <c:v>9</c:v>
                </c:pt>
                <c:pt idx="4923">
                  <c:v>9</c:v>
                </c:pt>
                <c:pt idx="4924">
                  <c:v>3</c:v>
                </c:pt>
                <c:pt idx="4925">
                  <c:v>3</c:v>
                </c:pt>
                <c:pt idx="4926">
                  <c:v>5</c:v>
                </c:pt>
                <c:pt idx="4927">
                  <c:v>3</c:v>
                </c:pt>
                <c:pt idx="4928">
                  <c:v>9</c:v>
                </c:pt>
                <c:pt idx="4929">
                  <c:v>4</c:v>
                </c:pt>
                <c:pt idx="4930">
                  <c:v>4</c:v>
                </c:pt>
                <c:pt idx="4931">
                  <c:v>4</c:v>
                </c:pt>
                <c:pt idx="4932">
                  <c:v>1</c:v>
                </c:pt>
                <c:pt idx="4933">
                  <c:v>9</c:v>
                </c:pt>
                <c:pt idx="4934">
                  <c:v>24</c:v>
                </c:pt>
                <c:pt idx="4935">
                  <c:v>9</c:v>
                </c:pt>
                <c:pt idx="4936">
                  <c:v>2</c:v>
                </c:pt>
                <c:pt idx="4937">
                  <c:v>4</c:v>
                </c:pt>
                <c:pt idx="4938">
                  <c:v>11</c:v>
                </c:pt>
                <c:pt idx="4939">
                  <c:v>7</c:v>
                </c:pt>
                <c:pt idx="4940">
                  <c:v>3</c:v>
                </c:pt>
                <c:pt idx="4941">
                  <c:v>8</c:v>
                </c:pt>
                <c:pt idx="4942">
                  <c:v>6</c:v>
                </c:pt>
                <c:pt idx="4943">
                  <c:v>9</c:v>
                </c:pt>
                <c:pt idx="4944">
                  <c:v>9</c:v>
                </c:pt>
                <c:pt idx="4945">
                  <c:v>4</c:v>
                </c:pt>
                <c:pt idx="4946">
                  <c:v>17</c:v>
                </c:pt>
                <c:pt idx="4947">
                  <c:v>2</c:v>
                </c:pt>
                <c:pt idx="4948">
                  <c:v>5</c:v>
                </c:pt>
                <c:pt idx="4949">
                  <c:v>6</c:v>
                </c:pt>
                <c:pt idx="4950">
                  <c:v>7</c:v>
                </c:pt>
                <c:pt idx="4951">
                  <c:v>5</c:v>
                </c:pt>
                <c:pt idx="4952">
                  <c:v>3</c:v>
                </c:pt>
                <c:pt idx="4953">
                  <c:v>8</c:v>
                </c:pt>
                <c:pt idx="4954">
                  <c:v>4</c:v>
                </c:pt>
                <c:pt idx="4955">
                  <c:v>10</c:v>
                </c:pt>
                <c:pt idx="4956">
                  <c:v>5</c:v>
                </c:pt>
                <c:pt idx="4957">
                  <c:v>3</c:v>
                </c:pt>
                <c:pt idx="4958">
                  <c:v>2</c:v>
                </c:pt>
                <c:pt idx="4959">
                  <c:v>7</c:v>
                </c:pt>
                <c:pt idx="4960">
                  <c:v>3</c:v>
                </c:pt>
                <c:pt idx="4961">
                  <c:v>2</c:v>
                </c:pt>
                <c:pt idx="4962">
                  <c:v>2</c:v>
                </c:pt>
                <c:pt idx="4963">
                  <c:v>11</c:v>
                </c:pt>
                <c:pt idx="4964">
                  <c:v>5</c:v>
                </c:pt>
                <c:pt idx="4965">
                  <c:v>2</c:v>
                </c:pt>
                <c:pt idx="4966">
                  <c:v>3</c:v>
                </c:pt>
                <c:pt idx="4967">
                  <c:v>2</c:v>
                </c:pt>
                <c:pt idx="4968">
                  <c:v>2</c:v>
                </c:pt>
                <c:pt idx="4969">
                  <c:v>3</c:v>
                </c:pt>
                <c:pt idx="4970">
                  <c:v>8</c:v>
                </c:pt>
                <c:pt idx="4971">
                  <c:v>3</c:v>
                </c:pt>
                <c:pt idx="4972">
                  <c:v>5</c:v>
                </c:pt>
                <c:pt idx="4973">
                  <c:v>21</c:v>
                </c:pt>
                <c:pt idx="4974">
                  <c:v>7</c:v>
                </c:pt>
                <c:pt idx="4975">
                  <c:v>17</c:v>
                </c:pt>
                <c:pt idx="4976">
                  <c:v>3</c:v>
                </c:pt>
                <c:pt idx="4977">
                  <c:v>9</c:v>
                </c:pt>
                <c:pt idx="4978">
                  <c:v>22</c:v>
                </c:pt>
                <c:pt idx="4979">
                  <c:v>4</c:v>
                </c:pt>
                <c:pt idx="4980">
                  <c:v>6</c:v>
                </c:pt>
                <c:pt idx="4981">
                  <c:v>4</c:v>
                </c:pt>
                <c:pt idx="4982">
                  <c:v>2</c:v>
                </c:pt>
                <c:pt idx="4983">
                  <c:v>1</c:v>
                </c:pt>
                <c:pt idx="4984">
                  <c:v>3</c:v>
                </c:pt>
                <c:pt idx="4985">
                  <c:v>6</c:v>
                </c:pt>
                <c:pt idx="4986">
                  <c:v>14</c:v>
                </c:pt>
                <c:pt idx="4987">
                  <c:v>18</c:v>
                </c:pt>
                <c:pt idx="4988">
                  <c:v>4</c:v>
                </c:pt>
                <c:pt idx="4989">
                  <c:v>5</c:v>
                </c:pt>
                <c:pt idx="4990">
                  <c:v>3</c:v>
                </c:pt>
                <c:pt idx="4991">
                  <c:v>6</c:v>
                </c:pt>
                <c:pt idx="4992">
                  <c:v>6</c:v>
                </c:pt>
                <c:pt idx="4993">
                  <c:v>3</c:v>
                </c:pt>
                <c:pt idx="4994">
                  <c:v>4</c:v>
                </c:pt>
                <c:pt idx="4995">
                  <c:v>9</c:v>
                </c:pt>
                <c:pt idx="4996">
                  <c:v>4</c:v>
                </c:pt>
                <c:pt idx="4997">
                  <c:v>4</c:v>
                </c:pt>
                <c:pt idx="4998">
                  <c:v>9</c:v>
                </c:pt>
                <c:pt idx="4999">
                  <c:v>5</c:v>
                </c:pt>
                <c:pt idx="5000">
                  <c:v>6</c:v>
                </c:pt>
                <c:pt idx="5001">
                  <c:v>13</c:v>
                </c:pt>
                <c:pt idx="5002">
                  <c:v>21</c:v>
                </c:pt>
                <c:pt idx="5003">
                  <c:v>5</c:v>
                </c:pt>
                <c:pt idx="5004">
                  <c:v>10</c:v>
                </c:pt>
                <c:pt idx="5005">
                  <c:v>6</c:v>
                </c:pt>
                <c:pt idx="5006">
                  <c:v>3</c:v>
                </c:pt>
                <c:pt idx="5007">
                  <c:v>2</c:v>
                </c:pt>
                <c:pt idx="5008">
                  <c:v>3</c:v>
                </c:pt>
                <c:pt idx="5009">
                  <c:v>10</c:v>
                </c:pt>
                <c:pt idx="5010">
                  <c:v>2</c:v>
                </c:pt>
                <c:pt idx="5011">
                  <c:v>8</c:v>
                </c:pt>
                <c:pt idx="5012">
                  <c:v>2</c:v>
                </c:pt>
                <c:pt idx="5013">
                  <c:v>7</c:v>
                </c:pt>
                <c:pt idx="5014">
                  <c:v>9</c:v>
                </c:pt>
                <c:pt idx="5015">
                  <c:v>1</c:v>
                </c:pt>
                <c:pt idx="5016">
                  <c:v>6</c:v>
                </c:pt>
                <c:pt idx="5017">
                  <c:v>4</c:v>
                </c:pt>
                <c:pt idx="5018">
                  <c:v>2</c:v>
                </c:pt>
                <c:pt idx="5019">
                  <c:v>2</c:v>
                </c:pt>
                <c:pt idx="5020">
                  <c:v>6</c:v>
                </c:pt>
                <c:pt idx="5021">
                  <c:v>3</c:v>
                </c:pt>
                <c:pt idx="5022">
                  <c:v>6</c:v>
                </c:pt>
                <c:pt idx="5023">
                  <c:v>3</c:v>
                </c:pt>
                <c:pt idx="5024">
                  <c:v>11</c:v>
                </c:pt>
                <c:pt idx="5025">
                  <c:v>4</c:v>
                </c:pt>
                <c:pt idx="5026">
                  <c:v>5</c:v>
                </c:pt>
                <c:pt idx="5027">
                  <c:v>1</c:v>
                </c:pt>
                <c:pt idx="5028">
                  <c:v>9</c:v>
                </c:pt>
                <c:pt idx="5029">
                  <c:v>5</c:v>
                </c:pt>
                <c:pt idx="5030">
                  <c:v>4</c:v>
                </c:pt>
                <c:pt idx="5031">
                  <c:v>11</c:v>
                </c:pt>
                <c:pt idx="5032">
                  <c:v>5</c:v>
                </c:pt>
                <c:pt idx="5033">
                  <c:v>7</c:v>
                </c:pt>
                <c:pt idx="5034">
                  <c:v>4</c:v>
                </c:pt>
                <c:pt idx="5035">
                  <c:v>2</c:v>
                </c:pt>
                <c:pt idx="5036">
                  <c:v>1</c:v>
                </c:pt>
                <c:pt idx="5037">
                  <c:v>3</c:v>
                </c:pt>
                <c:pt idx="5038">
                  <c:v>1</c:v>
                </c:pt>
                <c:pt idx="5039">
                  <c:v>2</c:v>
                </c:pt>
                <c:pt idx="5040">
                  <c:v>2</c:v>
                </c:pt>
                <c:pt idx="5041">
                  <c:v>1</c:v>
                </c:pt>
                <c:pt idx="5042">
                  <c:v>3</c:v>
                </c:pt>
                <c:pt idx="5043">
                  <c:v>3</c:v>
                </c:pt>
                <c:pt idx="5044">
                  <c:v>7</c:v>
                </c:pt>
                <c:pt idx="5045">
                  <c:v>4</c:v>
                </c:pt>
                <c:pt idx="5046">
                  <c:v>3</c:v>
                </c:pt>
                <c:pt idx="5047">
                  <c:v>2</c:v>
                </c:pt>
                <c:pt idx="5048">
                  <c:v>2</c:v>
                </c:pt>
                <c:pt idx="5049">
                  <c:v>5</c:v>
                </c:pt>
                <c:pt idx="5050">
                  <c:v>8</c:v>
                </c:pt>
                <c:pt idx="5051">
                  <c:v>7</c:v>
                </c:pt>
                <c:pt idx="5052">
                  <c:v>4</c:v>
                </c:pt>
                <c:pt idx="5053">
                  <c:v>3</c:v>
                </c:pt>
                <c:pt idx="5054">
                  <c:v>3</c:v>
                </c:pt>
                <c:pt idx="5055">
                  <c:v>6</c:v>
                </c:pt>
                <c:pt idx="5056">
                  <c:v>5</c:v>
                </c:pt>
                <c:pt idx="5057">
                  <c:v>2</c:v>
                </c:pt>
                <c:pt idx="5058">
                  <c:v>6</c:v>
                </c:pt>
                <c:pt idx="5059">
                  <c:v>4</c:v>
                </c:pt>
                <c:pt idx="5060">
                  <c:v>3</c:v>
                </c:pt>
                <c:pt idx="5061">
                  <c:v>1</c:v>
                </c:pt>
                <c:pt idx="5062">
                  <c:v>4</c:v>
                </c:pt>
                <c:pt idx="5063">
                  <c:v>2</c:v>
                </c:pt>
                <c:pt idx="5064">
                  <c:v>9</c:v>
                </c:pt>
                <c:pt idx="5065">
                  <c:v>39</c:v>
                </c:pt>
                <c:pt idx="5066">
                  <c:v>4</c:v>
                </c:pt>
                <c:pt idx="5067">
                  <c:v>10</c:v>
                </c:pt>
                <c:pt idx="5068">
                  <c:v>4</c:v>
                </c:pt>
                <c:pt idx="5069">
                  <c:v>3</c:v>
                </c:pt>
                <c:pt idx="5070">
                  <c:v>15</c:v>
                </c:pt>
                <c:pt idx="5071">
                  <c:v>41</c:v>
                </c:pt>
                <c:pt idx="5072">
                  <c:v>1</c:v>
                </c:pt>
                <c:pt idx="5073">
                  <c:v>3</c:v>
                </c:pt>
                <c:pt idx="5074">
                  <c:v>2</c:v>
                </c:pt>
                <c:pt idx="5075">
                  <c:v>12</c:v>
                </c:pt>
                <c:pt idx="5076">
                  <c:v>4</c:v>
                </c:pt>
                <c:pt idx="5077">
                  <c:v>5</c:v>
                </c:pt>
                <c:pt idx="5078">
                  <c:v>6</c:v>
                </c:pt>
                <c:pt idx="5079">
                  <c:v>16</c:v>
                </c:pt>
                <c:pt idx="5080">
                  <c:v>7</c:v>
                </c:pt>
                <c:pt idx="5081">
                  <c:v>3</c:v>
                </c:pt>
                <c:pt idx="5082">
                  <c:v>1</c:v>
                </c:pt>
                <c:pt idx="5083">
                  <c:v>3</c:v>
                </c:pt>
                <c:pt idx="5084">
                  <c:v>5</c:v>
                </c:pt>
                <c:pt idx="5085">
                  <c:v>11</c:v>
                </c:pt>
                <c:pt idx="5086">
                  <c:v>23</c:v>
                </c:pt>
                <c:pt idx="5087">
                  <c:v>9</c:v>
                </c:pt>
                <c:pt idx="5088">
                  <c:v>4</c:v>
                </c:pt>
                <c:pt idx="5089">
                  <c:v>7</c:v>
                </c:pt>
                <c:pt idx="5090">
                  <c:v>3</c:v>
                </c:pt>
                <c:pt idx="5091">
                  <c:v>3</c:v>
                </c:pt>
                <c:pt idx="5092">
                  <c:v>3</c:v>
                </c:pt>
                <c:pt idx="5093">
                  <c:v>4</c:v>
                </c:pt>
                <c:pt idx="5094">
                  <c:v>1</c:v>
                </c:pt>
                <c:pt idx="5095">
                  <c:v>1</c:v>
                </c:pt>
                <c:pt idx="5096">
                  <c:v>3</c:v>
                </c:pt>
                <c:pt idx="5097">
                  <c:v>10</c:v>
                </c:pt>
                <c:pt idx="5098">
                  <c:v>3</c:v>
                </c:pt>
                <c:pt idx="5099">
                  <c:v>4</c:v>
                </c:pt>
                <c:pt idx="5100">
                  <c:v>4</c:v>
                </c:pt>
                <c:pt idx="5101">
                  <c:v>5</c:v>
                </c:pt>
                <c:pt idx="5102">
                  <c:v>3</c:v>
                </c:pt>
                <c:pt idx="5103">
                  <c:v>3</c:v>
                </c:pt>
                <c:pt idx="5104">
                  <c:v>2</c:v>
                </c:pt>
                <c:pt idx="5105">
                  <c:v>6</c:v>
                </c:pt>
                <c:pt idx="5106">
                  <c:v>7</c:v>
                </c:pt>
                <c:pt idx="5107">
                  <c:v>6</c:v>
                </c:pt>
                <c:pt idx="5108">
                  <c:v>2</c:v>
                </c:pt>
                <c:pt idx="5109">
                  <c:v>4</c:v>
                </c:pt>
                <c:pt idx="5110">
                  <c:v>3</c:v>
                </c:pt>
                <c:pt idx="5111">
                  <c:v>3</c:v>
                </c:pt>
                <c:pt idx="5112">
                  <c:v>9</c:v>
                </c:pt>
                <c:pt idx="5113">
                  <c:v>5</c:v>
                </c:pt>
                <c:pt idx="5114">
                  <c:v>3</c:v>
                </c:pt>
                <c:pt idx="5115">
                  <c:v>2</c:v>
                </c:pt>
                <c:pt idx="5116">
                  <c:v>5</c:v>
                </c:pt>
                <c:pt idx="5117">
                  <c:v>2</c:v>
                </c:pt>
                <c:pt idx="5118">
                  <c:v>1</c:v>
                </c:pt>
                <c:pt idx="5119">
                  <c:v>3</c:v>
                </c:pt>
                <c:pt idx="5120">
                  <c:v>2</c:v>
                </c:pt>
                <c:pt idx="5121">
                  <c:v>9</c:v>
                </c:pt>
                <c:pt idx="5122">
                  <c:v>3</c:v>
                </c:pt>
                <c:pt idx="5123">
                  <c:v>3</c:v>
                </c:pt>
                <c:pt idx="5124">
                  <c:v>15</c:v>
                </c:pt>
                <c:pt idx="5125">
                  <c:v>18</c:v>
                </c:pt>
                <c:pt idx="5126">
                  <c:v>7</c:v>
                </c:pt>
                <c:pt idx="5127">
                  <c:v>3</c:v>
                </c:pt>
                <c:pt idx="5128">
                  <c:v>6</c:v>
                </c:pt>
                <c:pt idx="5129">
                  <c:v>8</c:v>
                </c:pt>
                <c:pt idx="5130">
                  <c:v>7</c:v>
                </c:pt>
                <c:pt idx="5131">
                  <c:v>2</c:v>
                </c:pt>
                <c:pt idx="5132">
                  <c:v>1</c:v>
                </c:pt>
                <c:pt idx="5133">
                  <c:v>4</c:v>
                </c:pt>
                <c:pt idx="5134">
                  <c:v>2</c:v>
                </c:pt>
                <c:pt idx="5135">
                  <c:v>6</c:v>
                </c:pt>
                <c:pt idx="5136">
                  <c:v>3</c:v>
                </c:pt>
                <c:pt idx="5137">
                  <c:v>18</c:v>
                </c:pt>
                <c:pt idx="5138">
                  <c:v>2</c:v>
                </c:pt>
                <c:pt idx="5139">
                  <c:v>3</c:v>
                </c:pt>
                <c:pt idx="5140">
                  <c:v>7</c:v>
                </c:pt>
                <c:pt idx="5141">
                  <c:v>3</c:v>
                </c:pt>
                <c:pt idx="5142">
                  <c:v>10</c:v>
                </c:pt>
                <c:pt idx="5143">
                  <c:v>2</c:v>
                </c:pt>
                <c:pt idx="5144">
                  <c:v>2</c:v>
                </c:pt>
                <c:pt idx="5145">
                  <c:v>2</c:v>
                </c:pt>
                <c:pt idx="5146">
                  <c:v>3</c:v>
                </c:pt>
                <c:pt idx="5147">
                  <c:v>4</c:v>
                </c:pt>
                <c:pt idx="5148">
                  <c:v>17</c:v>
                </c:pt>
                <c:pt idx="5149">
                  <c:v>4</c:v>
                </c:pt>
                <c:pt idx="5150">
                  <c:v>4</c:v>
                </c:pt>
                <c:pt idx="5151">
                  <c:v>3</c:v>
                </c:pt>
                <c:pt idx="5152">
                  <c:v>2</c:v>
                </c:pt>
                <c:pt idx="5153">
                  <c:v>3</c:v>
                </c:pt>
                <c:pt idx="5154">
                  <c:v>3</c:v>
                </c:pt>
                <c:pt idx="5155">
                  <c:v>5</c:v>
                </c:pt>
                <c:pt idx="5156">
                  <c:v>1</c:v>
                </c:pt>
                <c:pt idx="5157">
                  <c:v>5</c:v>
                </c:pt>
                <c:pt idx="5158">
                  <c:v>3</c:v>
                </c:pt>
                <c:pt idx="5159">
                  <c:v>2</c:v>
                </c:pt>
                <c:pt idx="5160">
                  <c:v>22</c:v>
                </c:pt>
                <c:pt idx="5161">
                  <c:v>11</c:v>
                </c:pt>
                <c:pt idx="5162">
                  <c:v>4</c:v>
                </c:pt>
                <c:pt idx="5163">
                  <c:v>3</c:v>
                </c:pt>
                <c:pt idx="5164">
                  <c:v>3</c:v>
                </c:pt>
                <c:pt idx="5165">
                  <c:v>15</c:v>
                </c:pt>
                <c:pt idx="5166">
                  <c:v>5</c:v>
                </c:pt>
                <c:pt idx="5167">
                  <c:v>3</c:v>
                </c:pt>
                <c:pt idx="5168">
                  <c:v>2</c:v>
                </c:pt>
                <c:pt idx="5169">
                  <c:v>2</c:v>
                </c:pt>
                <c:pt idx="5170">
                  <c:v>3</c:v>
                </c:pt>
                <c:pt idx="5171">
                  <c:v>14</c:v>
                </c:pt>
                <c:pt idx="5172">
                  <c:v>5</c:v>
                </c:pt>
                <c:pt idx="5173">
                  <c:v>1</c:v>
                </c:pt>
                <c:pt idx="5174">
                  <c:v>2</c:v>
                </c:pt>
                <c:pt idx="5175">
                  <c:v>7</c:v>
                </c:pt>
                <c:pt idx="5176">
                  <c:v>2</c:v>
                </c:pt>
                <c:pt idx="5177">
                  <c:v>9</c:v>
                </c:pt>
                <c:pt idx="5178">
                  <c:v>5</c:v>
                </c:pt>
                <c:pt idx="5179">
                  <c:v>4</c:v>
                </c:pt>
                <c:pt idx="5180">
                  <c:v>3</c:v>
                </c:pt>
                <c:pt idx="5181">
                  <c:v>5</c:v>
                </c:pt>
                <c:pt idx="5182">
                  <c:v>3</c:v>
                </c:pt>
                <c:pt idx="5183">
                  <c:v>2</c:v>
                </c:pt>
                <c:pt idx="5184">
                  <c:v>11</c:v>
                </c:pt>
                <c:pt idx="5185">
                  <c:v>4</c:v>
                </c:pt>
                <c:pt idx="5186">
                  <c:v>7</c:v>
                </c:pt>
                <c:pt idx="5187">
                  <c:v>9</c:v>
                </c:pt>
                <c:pt idx="5188">
                  <c:v>11</c:v>
                </c:pt>
                <c:pt idx="5189">
                  <c:v>3</c:v>
                </c:pt>
                <c:pt idx="5190">
                  <c:v>2</c:v>
                </c:pt>
                <c:pt idx="5191">
                  <c:v>17</c:v>
                </c:pt>
                <c:pt idx="5192">
                  <c:v>3</c:v>
                </c:pt>
                <c:pt idx="5193">
                  <c:v>4</c:v>
                </c:pt>
                <c:pt idx="5194">
                  <c:v>2</c:v>
                </c:pt>
                <c:pt idx="5195">
                  <c:v>2</c:v>
                </c:pt>
                <c:pt idx="5196">
                  <c:v>2</c:v>
                </c:pt>
                <c:pt idx="5197">
                  <c:v>16</c:v>
                </c:pt>
                <c:pt idx="5198">
                  <c:v>14</c:v>
                </c:pt>
                <c:pt idx="5199">
                  <c:v>5</c:v>
                </c:pt>
                <c:pt idx="5200">
                  <c:v>1</c:v>
                </c:pt>
                <c:pt idx="5201">
                  <c:v>6</c:v>
                </c:pt>
                <c:pt idx="5202">
                  <c:v>2</c:v>
                </c:pt>
                <c:pt idx="5203">
                  <c:v>9</c:v>
                </c:pt>
                <c:pt idx="5204">
                  <c:v>3</c:v>
                </c:pt>
                <c:pt idx="5205">
                  <c:v>6</c:v>
                </c:pt>
                <c:pt idx="5206">
                  <c:v>3</c:v>
                </c:pt>
                <c:pt idx="5207">
                  <c:v>6</c:v>
                </c:pt>
                <c:pt idx="5208">
                  <c:v>3</c:v>
                </c:pt>
                <c:pt idx="5209">
                  <c:v>9</c:v>
                </c:pt>
                <c:pt idx="5210">
                  <c:v>16</c:v>
                </c:pt>
                <c:pt idx="5211">
                  <c:v>2</c:v>
                </c:pt>
                <c:pt idx="5212">
                  <c:v>1</c:v>
                </c:pt>
                <c:pt idx="5213">
                  <c:v>7</c:v>
                </c:pt>
                <c:pt idx="5214">
                  <c:v>2</c:v>
                </c:pt>
                <c:pt idx="5215">
                  <c:v>3</c:v>
                </c:pt>
                <c:pt idx="5216">
                  <c:v>11</c:v>
                </c:pt>
                <c:pt idx="5217">
                  <c:v>3</c:v>
                </c:pt>
                <c:pt idx="5218">
                  <c:v>5</c:v>
                </c:pt>
                <c:pt idx="5219">
                  <c:v>3</c:v>
                </c:pt>
                <c:pt idx="5220">
                  <c:v>17</c:v>
                </c:pt>
                <c:pt idx="5221">
                  <c:v>5</c:v>
                </c:pt>
                <c:pt idx="5222">
                  <c:v>4</c:v>
                </c:pt>
                <c:pt idx="5223">
                  <c:v>3</c:v>
                </c:pt>
                <c:pt idx="5224">
                  <c:v>3</c:v>
                </c:pt>
                <c:pt idx="5225">
                  <c:v>2</c:v>
                </c:pt>
                <c:pt idx="5226">
                  <c:v>3</c:v>
                </c:pt>
                <c:pt idx="5227">
                  <c:v>9</c:v>
                </c:pt>
                <c:pt idx="5228">
                  <c:v>3</c:v>
                </c:pt>
                <c:pt idx="5229">
                  <c:v>2</c:v>
                </c:pt>
                <c:pt idx="5230">
                  <c:v>3</c:v>
                </c:pt>
                <c:pt idx="5231">
                  <c:v>2</c:v>
                </c:pt>
                <c:pt idx="5232">
                  <c:v>4</c:v>
                </c:pt>
                <c:pt idx="5233">
                  <c:v>4</c:v>
                </c:pt>
                <c:pt idx="5234">
                  <c:v>2</c:v>
                </c:pt>
                <c:pt idx="5235">
                  <c:v>3</c:v>
                </c:pt>
                <c:pt idx="5236">
                  <c:v>2</c:v>
                </c:pt>
                <c:pt idx="5237">
                  <c:v>13</c:v>
                </c:pt>
                <c:pt idx="5238">
                  <c:v>2</c:v>
                </c:pt>
                <c:pt idx="5239">
                  <c:v>7</c:v>
                </c:pt>
                <c:pt idx="5240">
                  <c:v>5</c:v>
                </c:pt>
                <c:pt idx="5241">
                  <c:v>2</c:v>
                </c:pt>
                <c:pt idx="5242">
                  <c:v>3</c:v>
                </c:pt>
                <c:pt idx="5243">
                  <c:v>3</c:v>
                </c:pt>
                <c:pt idx="5244">
                  <c:v>6</c:v>
                </c:pt>
                <c:pt idx="5245">
                  <c:v>5</c:v>
                </c:pt>
                <c:pt idx="5246">
                  <c:v>2</c:v>
                </c:pt>
                <c:pt idx="5247">
                  <c:v>4</c:v>
                </c:pt>
                <c:pt idx="5248">
                  <c:v>3</c:v>
                </c:pt>
                <c:pt idx="5249">
                  <c:v>2</c:v>
                </c:pt>
                <c:pt idx="5250">
                  <c:v>1</c:v>
                </c:pt>
                <c:pt idx="5251">
                  <c:v>16</c:v>
                </c:pt>
                <c:pt idx="5252">
                  <c:v>4</c:v>
                </c:pt>
                <c:pt idx="5253">
                  <c:v>2</c:v>
                </c:pt>
                <c:pt idx="5254">
                  <c:v>2</c:v>
                </c:pt>
                <c:pt idx="5255">
                  <c:v>2</c:v>
                </c:pt>
                <c:pt idx="5256">
                  <c:v>4</c:v>
                </c:pt>
                <c:pt idx="5257">
                  <c:v>6</c:v>
                </c:pt>
                <c:pt idx="5258">
                  <c:v>5</c:v>
                </c:pt>
                <c:pt idx="5259">
                  <c:v>9</c:v>
                </c:pt>
                <c:pt idx="5260">
                  <c:v>2</c:v>
                </c:pt>
                <c:pt idx="5261">
                  <c:v>3</c:v>
                </c:pt>
                <c:pt idx="5262">
                  <c:v>4</c:v>
                </c:pt>
                <c:pt idx="5263">
                  <c:v>2</c:v>
                </c:pt>
                <c:pt idx="5264">
                  <c:v>5</c:v>
                </c:pt>
                <c:pt idx="5265">
                  <c:v>7</c:v>
                </c:pt>
                <c:pt idx="5266">
                  <c:v>3</c:v>
                </c:pt>
                <c:pt idx="5267">
                  <c:v>2</c:v>
                </c:pt>
                <c:pt idx="5268">
                  <c:v>1</c:v>
                </c:pt>
                <c:pt idx="5269">
                  <c:v>3</c:v>
                </c:pt>
                <c:pt idx="5270">
                  <c:v>11</c:v>
                </c:pt>
                <c:pt idx="5271">
                  <c:v>2</c:v>
                </c:pt>
                <c:pt idx="5272">
                  <c:v>4</c:v>
                </c:pt>
                <c:pt idx="5273">
                  <c:v>2</c:v>
                </c:pt>
                <c:pt idx="5274">
                  <c:v>21</c:v>
                </c:pt>
                <c:pt idx="5275">
                  <c:v>2</c:v>
                </c:pt>
                <c:pt idx="5276">
                  <c:v>3</c:v>
                </c:pt>
                <c:pt idx="5277">
                  <c:v>8</c:v>
                </c:pt>
                <c:pt idx="5278">
                  <c:v>6</c:v>
                </c:pt>
                <c:pt idx="5279">
                  <c:v>5</c:v>
                </c:pt>
                <c:pt idx="5280">
                  <c:v>3</c:v>
                </c:pt>
                <c:pt idx="5281">
                  <c:v>11</c:v>
                </c:pt>
                <c:pt idx="5282">
                  <c:v>2</c:v>
                </c:pt>
                <c:pt idx="5283">
                  <c:v>4</c:v>
                </c:pt>
                <c:pt idx="5284">
                  <c:v>16</c:v>
                </c:pt>
                <c:pt idx="5285">
                  <c:v>2</c:v>
                </c:pt>
                <c:pt idx="5286">
                  <c:v>8</c:v>
                </c:pt>
                <c:pt idx="5287">
                  <c:v>3</c:v>
                </c:pt>
                <c:pt idx="5288">
                  <c:v>2</c:v>
                </c:pt>
                <c:pt idx="5289">
                  <c:v>4</c:v>
                </c:pt>
                <c:pt idx="5290">
                  <c:v>4</c:v>
                </c:pt>
                <c:pt idx="5291">
                  <c:v>4</c:v>
                </c:pt>
                <c:pt idx="5292">
                  <c:v>3</c:v>
                </c:pt>
                <c:pt idx="5293">
                  <c:v>3</c:v>
                </c:pt>
                <c:pt idx="5294">
                  <c:v>8</c:v>
                </c:pt>
                <c:pt idx="5295">
                  <c:v>3</c:v>
                </c:pt>
                <c:pt idx="5296">
                  <c:v>4</c:v>
                </c:pt>
                <c:pt idx="5297">
                  <c:v>4</c:v>
                </c:pt>
                <c:pt idx="5298">
                  <c:v>8</c:v>
                </c:pt>
                <c:pt idx="5299">
                  <c:v>9</c:v>
                </c:pt>
                <c:pt idx="5300">
                  <c:v>1</c:v>
                </c:pt>
                <c:pt idx="5301">
                  <c:v>6</c:v>
                </c:pt>
                <c:pt idx="5302">
                  <c:v>1</c:v>
                </c:pt>
                <c:pt idx="5303">
                  <c:v>1</c:v>
                </c:pt>
                <c:pt idx="5304">
                  <c:v>4</c:v>
                </c:pt>
                <c:pt idx="5305">
                  <c:v>9</c:v>
                </c:pt>
                <c:pt idx="5306">
                  <c:v>3</c:v>
                </c:pt>
                <c:pt idx="5307">
                  <c:v>3</c:v>
                </c:pt>
                <c:pt idx="5308">
                  <c:v>6</c:v>
                </c:pt>
                <c:pt idx="5309">
                  <c:v>1</c:v>
                </c:pt>
                <c:pt idx="5310">
                  <c:v>2</c:v>
                </c:pt>
                <c:pt idx="5311">
                  <c:v>3</c:v>
                </c:pt>
                <c:pt idx="5312">
                  <c:v>5</c:v>
                </c:pt>
                <c:pt idx="5313">
                  <c:v>5</c:v>
                </c:pt>
                <c:pt idx="5314">
                  <c:v>2</c:v>
                </c:pt>
                <c:pt idx="5315">
                  <c:v>5</c:v>
                </c:pt>
                <c:pt idx="5316">
                  <c:v>4</c:v>
                </c:pt>
                <c:pt idx="5317">
                  <c:v>2</c:v>
                </c:pt>
                <c:pt idx="5318">
                  <c:v>3</c:v>
                </c:pt>
                <c:pt idx="5319">
                  <c:v>2</c:v>
                </c:pt>
                <c:pt idx="5320">
                  <c:v>4</c:v>
                </c:pt>
                <c:pt idx="5321">
                  <c:v>3</c:v>
                </c:pt>
                <c:pt idx="5322">
                  <c:v>5</c:v>
                </c:pt>
                <c:pt idx="5323">
                  <c:v>3</c:v>
                </c:pt>
                <c:pt idx="5324">
                  <c:v>3</c:v>
                </c:pt>
                <c:pt idx="5325">
                  <c:v>4</c:v>
                </c:pt>
                <c:pt idx="5326">
                  <c:v>3</c:v>
                </c:pt>
                <c:pt idx="5327">
                  <c:v>3</c:v>
                </c:pt>
                <c:pt idx="5328">
                  <c:v>3</c:v>
                </c:pt>
                <c:pt idx="5329">
                  <c:v>3</c:v>
                </c:pt>
                <c:pt idx="5330">
                  <c:v>13</c:v>
                </c:pt>
                <c:pt idx="5331">
                  <c:v>5</c:v>
                </c:pt>
                <c:pt idx="5332">
                  <c:v>6</c:v>
                </c:pt>
                <c:pt idx="5333">
                  <c:v>9</c:v>
                </c:pt>
                <c:pt idx="5334">
                  <c:v>3</c:v>
                </c:pt>
                <c:pt idx="5335">
                  <c:v>2</c:v>
                </c:pt>
                <c:pt idx="5336">
                  <c:v>2</c:v>
                </c:pt>
                <c:pt idx="5337">
                  <c:v>7</c:v>
                </c:pt>
                <c:pt idx="5338">
                  <c:v>3</c:v>
                </c:pt>
                <c:pt idx="5339">
                  <c:v>7</c:v>
                </c:pt>
                <c:pt idx="5340">
                  <c:v>2</c:v>
                </c:pt>
                <c:pt idx="5341">
                  <c:v>3</c:v>
                </c:pt>
                <c:pt idx="5342">
                  <c:v>4</c:v>
                </c:pt>
                <c:pt idx="5343">
                  <c:v>4</c:v>
                </c:pt>
                <c:pt idx="5344">
                  <c:v>4</c:v>
                </c:pt>
                <c:pt idx="5345">
                  <c:v>3</c:v>
                </c:pt>
                <c:pt idx="5346">
                  <c:v>7</c:v>
                </c:pt>
                <c:pt idx="5347">
                  <c:v>5</c:v>
                </c:pt>
                <c:pt idx="5348">
                  <c:v>7</c:v>
                </c:pt>
                <c:pt idx="5349">
                  <c:v>1</c:v>
                </c:pt>
                <c:pt idx="5350">
                  <c:v>2</c:v>
                </c:pt>
                <c:pt idx="5351">
                  <c:v>2</c:v>
                </c:pt>
                <c:pt idx="5352">
                  <c:v>2</c:v>
                </c:pt>
                <c:pt idx="5353">
                  <c:v>3</c:v>
                </c:pt>
                <c:pt idx="5354">
                  <c:v>14</c:v>
                </c:pt>
                <c:pt idx="5355">
                  <c:v>4</c:v>
                </c:pt>
                <c:pt idx="5356">
                  <c:v>9</c:v>
                </c:pt>
                <c:pt idx="5357">
                  <c:v>8</c:v>
                </c:pt>
                <c:pt idx="5358">
                  <c:v>7</c:v>
                </c:pt>
                <c:pt idx="5359">
                  <c:v>5</c:v>
                </c:pt>
                <c:pt idx="5360">
                  <c:v>2</c:v>
                </c:pt>
                <c:pt idx="5361">
                  <c:v>2</c:v>
                </c:pt>
                <c:pt idx="5362">
                  <c:v>6</c:v>
                </c:pt>
                <c:pt idx="5363">
                  <c:v>10</c:v>
                </c:pt>
                <c:pt idx="5364">
                  <c:v>2</c:v>
                </c:pt>
                <c:pt idx="5365">
                  <c:v>3</c:v>
                </c:pt>
                <c:pt idx="5366">
                  <c:v>6</c:v>
                </c:pt>
                <c:pt idx="5367">
                  <c:v>6</c:v>
                </c:pt>
                <c:pt idx="5368">
                  <c:v>2</c:v>
                </c:pt>
                <c:pt idx="5369">
                  <c:v>2</c:v>
                </c:pt>
                <c:pt idx="5370">
                  <c:v>5</c:v>
                </c:pt>
                <c:pt idx="5371">
                  <c:v>7</c:v>
                </c:pt>
                <c:pt idx="5372">
                  <c:v>3</c:v>
                </c:pt>
                <c:pt idx="5373">
                  <c:v>3</c:v>
                </c:pt>
                <c:pt idx="5374">
                  <c:v>5</c:v>
                </c:pt>
                <c:pt idx="5375">
                  <c:v>8</c:v>
                </c:pt>
                <c:pt idx="5376">
                  <c:v>6</c:v>
                </c:pt>
                <c:pt idx="5377">
                  <c:v>3</c:v>
                </c:pt>
                <c:pt idx="5378">
                  <c:v>8</c:v>
                </c:pt>
                <c:pt idx="5379">
                  <c:v>5</c:v>
                </c:pt>
                <c:pt idx="5380">
                  <c:v>6</c:v>
                </c:pt>
                <c:pt idx="5381">
                  <c:v>3</c:v>
                </c:pt>
                <c:pt idx="5382">
                  <c:v>19</c:v>
                </c:pt>
                <c:pt idx="5383">
                  <c:v>9</c:v>
                </c:pt>
                <c:pt idx="5384">
                  <c:v>4</c:v>
                </c:pt>
                <c:pt idx="5385">
                  <c:v>3</c:v>
                </c:pt>
                <c:pt idx="5386">
                  <c:v>3</c:v>
                </c:pt>
                <c:pt idx="5387">
                  <c:v>5</c:v>
                </c:pt>
                <c:pt idx="5388">
                  <c:v>3</c:v>
                </c:pt>
                <c:pt idx="5389">
                  <c:v>3</c:v>
                </c:pt>
                <c:pt idx="5390">
                  <c:v>1</c:v>
                </c:pt>
                <c:pt idx="5391">
                  <c:v>2</c:v>
                </c:pt>
                <c:pt idx="5392">
                  <c:v>2</c:v>
                </c:pt>
                <c:pt idx="5393">
                  <c:v>2</c:v>
                </c:pt>
                <c:pt idx="5394">
                  <c:v>2</c:v>
                </c:pt>
                <c:pt idx="5395">
                  <c:v>1</c:v>
                </c:pt>
                <c:pt idx="5396">
                  <c:v>11</c:v>
                </c:pt>
                <c:pt idx="5397">
                  <c:v>2</c:v>
                </c:pt>
                <c:pt idx="5398">
                  <c:v>5</c:v>
                </c:pt>
                <c:pt idx="5399">
                  <c:v>8</c:v>
                </c:pt>
                <c:pt idx="5400">
                  <c:v>9</c:v>
                </c:pt>
                <c:pt idx="5401">
                  <c:v>5</c:v>
                </c:pt>
                <c:pt idx="5402">
                  <c:v>2</c:v>
                </c:pt>
                <c:pt idx="5403">
                  <c:v>1</c:v>
                </c:pt>
                <c:pt idx="5404">
                  <c:v>2</c:v>
                </c:pt>
                <c:pt idx="5405">
                  <c:v>3</c:v>
                </c:pt>
                <c:pt idx="5406">
                  <c:v>4</c:v>
                </c:pt>
                <c:pt idx="5407">
                  <c:v>3</c:v>
                </c:pt>
                <c:pt idx="5408">
                  <c:v>5</c:v>
                </c:pt>
                <c:pt idx="5409">
                  <c:v>15</c:v>
                </c:pt>
                <c:pt idx="5410">
                  <c:v>3</c:v>
                </c:pt>
                <c:pt idx="5411">
                  <c:v>4</c:v>
                </c:pt>
                <c:pt idx="5412">
                  <c:v>9</c:v>
                </c:pt>
                <c:pt idx="5413">
                  <c:v>11</c:v>
                </c:pt>
                <c:pt idx="5414">
                  <c:v>2</c:v>
                </c:pt>
                <c:pt idx="5415">
                  <c:v>1</c:v>
                </c:pt>
                <c:pt idx="5416">
                  <c:v>4</c:v>
                </c:pt>
                <c:pt idx="5417">
                  <c:v>2</c:v>
                </c:pt>
                <c:pt idx="5418">
                  <c:v>4</c:v>
                </c:pt>
                <c:pt idx="5419">
                  <c:v>14</c:v>
                </c:pt>
                <c:pt idx="5420">
                  <c:v>2</c:v>
                </c:pt>
                <c:pt idx="5421">
                  <c:v>8</c:v>
                </c:pt>
                <c:pt idx="5422">
                  <c:v>15</c:v>
                </c:pt>
                <c:pt idx="5423">
                  <c:v>14</c:v>
                </c:pt>
                <c:pt idx="5424">
                  <c:v>1</c:v>
                </c:pt>
                <c:pt idx="5425">
                  <c:v>13</c:v>
                </c:pt>
                <c:pt idx="5426">
                  <c:v>2</c:v>
                </c:pt>
                <c:pt idx="5427">
                  <c:v>4</c:v>
                </c:pt>
                <c:pt idx="5428">
                  <c:v>5</c:v>
                </c:pt>
                <c:pt idx="5429">
                  <c:v>1</c:v>
                </c:pt>
                <c:pt idx="5430">
                  <c:v>6</c:v>
                </c:pt>
                <c:pt idx="5431">
                  <c:v>4</c:v>
                </c:pt>
                <c:pt idx="5432">
                  <c:v>8</c:v>
                </c:pt>
                <c:pt idx="5433">
                  <c:v>4</c:v>
                </c:pt>
                <c:pt idx="5434">
                  <c:v>2</c:v>
                </c:pt>
                <c:pt idx="5435">
                  <c:v>15</c:v>
                </c:pt>
                <c:pt idx="5436">
                  <c:v>3</c:v>
                </c:pt>
                <c:pt idx="5437">
                  <c:v>1</c:v>
                </c:pt>
                <c:pt idx="5438">
                  <c:v>1</c:v>
                </c:pt>
                <c:pt idx="5439">
                  <c:v>4</c:v>
                </c:pt>
                <c:pt idx="5440">
                  <c:v>14</c:v>
                </c:pt>
                <c:pt idx="5441">
                  <c:v>3</c:v>
                </c:pt>
                <c:pt idx="5442">
                  <c:v>7</c:v>
                </c:pt>
                <c:pt idx="5443">
                  <c:v>8</c:v>
                </c:pt>
                <c:pt idx="5444">
                  <c:v>2</c:v>
                </c:pt>
                <c:pt idx="5445">
                  <c:v>2</c:v>
                </c:pt>
                <c:pt idx="5446">
                  <c:v>3</c:v>
                </c:pt>
                <c:pt idx="5447">
                  <c:v>13</c:v>
                </c:pt>
                <c:pt idx="5448">
                  <c:v>14</c:v>
                </c:pt>
                <c:pt idx="5449">
                  <c:v>9</c:v>
                </c:pt>
                <c:pt idx="5450">
                  <c:v>8</c:v>
                </c:pt>
                <c:pt idx="5451">
                  <c:v>11</c:v>
                </c:pt>
                <c:pt idx="5452">
                  <c:v>2</c:v>
                </c:pt>
                <c:pt idx="5453">
                  <c:v>3</c:v>
                </c:pt>
                <c:pt idx="5454">
                  <c:v>16</c:v>
                </c:pt>
                <c:pt idx="5455">
                  <c:v>11</c:v>
                </c:pt>
                <c:pt idx="5456">
                  <c:v>2</c:v>
                </c:pt>
                <c:pt idx="5457">
                  <c:v>10</c:v>
                </c:pt>
                <c:pt idx="5458">
                  <c:v>5</c:v>
                </c:pt>
                <c:pt idx="5459">
                  <c:v>2</c:v>
                </c:pt>
                <c:pt idx="5460">
                  <c:v>2</c:v>
                </c:pt>
                <c:pt idx="5461">
                  <c:v>4</c:v>
                </c:pt>
                <c:pt idx="5462">
                  <c:v>2</c:v>
                </c:pt>
                <c:pt idx="5463">
                  <c:v>6</c:v>
                </c:pt>
                <c:pt idx="5464">
                  <c:v>3</c:v>
                </c:pt>
                <c:pt idx="5465">
                  <c:v>2</c:v>
                </c:pt>
                <c:pt idx="5466">
                  <c:v>3</c:v>
                </c:pt>
                <c:pt idx="5467">
                  <c:v>4</c:v>
                </c:pt>
                <c:pt idx="5468">
                  <c:v>5</c:v>
                </c:pt>
                <c:pt idx="5469">
                  <c:v>2</c:v>
                </c:pt>
                <c:pt idx="5470">
                  <c:v>2</c:v>
                </c:pt>
                <c:pt idx="5471">
                  <c:v>2</c:v>
                </c:pt>
                <c:pt idx="5472">
                  <c:v>5</c:v>
                </c:pt>
                <c:pt idx="5473">
                  <c:v>3</c:v>
                </c:pt>
                <c:pt idx="5474">
                  <c:v>1</c:v>
                </c:pt>
                <c:pt idx="5475">
                  <c:v>2</c:v>
                </c:pt>
                <c:pt idx="5476">
                  <c:v>1</c:v>
                </c:pt>
                <c:pt idx="5477">
                  <c:v>2</c:v>
                </c:pt>
                <c:pt idx="5478">
                  <c:v>3</c:v>
                </c:pt>
                <c:pt idx="5479">
                  <c:v>12</c:v>
                </c:pt>
                <c:pt idx="5480">
                  <c:v>2</c:v>
                </c:pt>
                <c:pt idx="5481">
                  <c:v>15</c:v>
                </c:pt>
                <c:pt idx="5482">
                  <c:v>2</c:v>
                </c:pt>
                <c:pt idx="5483">
                  <c:v>3</c:v>
                </c:pt>
                <c:pt idx="5484">
                  <c:v>4</c:v>
                </c:pt>
                <c:pt idx="5485">
                  <c:v>7</c:v>
                </c:pt>
                <c:pt idx="5486">
                  <c:v>8</c:v>
                </c:pt>
                <c:pt idx="5487">
                  <c:v>20</c:v>
                </c:pt>
                <c:pt idx="5488">
                  <c:v>2</c:v>
                </c:pt>
                <c:pt idx="5489">
                  <c:v>5</c:v>
                </c:pt>
                <c:pt idx="5490">
                  <c:v>4</c:v>
                </c:pt>
                <c:pt idx="5491">
                  <c:v>5</c:v>
                </c:pt>
                <c:pt idx="5492">
                  <c:v>5</c:v>
                </c:pt>
                <c:pt idx="5493">
                  <c:v>10</c:v>
                </c:pt>
                <c:pt idx="5494">
                  <c:v>11</c:v>
                </c:pt>
                <c:pt idx="5495">
                  <c:v>7</c:v>
                </c:pt>
                <c:pt idx="5496">
                  <c:v>13</c:v>
                </c:pt>
                <c:pt idx="5497">
                  <c:v>5</c:v>
                </c:pt>
                <c:pt idx="5498">
                  <c:v>1</c:v>
                </c:pt>
                <c:pt idx="5499">
                  <c:v>2</c:v>
                </c:pt>
                <c:pt idx="5500">
                  <c:v>2</c:v>
                </c:pt>
                <c:pt idx="5501">
                  <c:v>6</c:v>
                </c:pt>
                <c:pt idx="5502">
                  <c:v>4</c:v>
                </c:pt>
                <c:pt idx="5503">
                  <c:v>18</c:v>
                </c:pt>
                <c:pt idx="5504">
                  <c:v>2</c:v>
                </c:pt>
                <c:pt idx="5505">
                  <c:v>3</c:v>
                </c:pt>
                <c:pt idx="5506">
                  <c:v>5</c:v>
                </c:pt>
                <c:pt idx="5507">
                  <c:v>2</c:v>
                </c:pt>
                <c:pt idx="5508">
                  <c:v>10</c:v>
                </c:pt>
                <c:pt idx="5509">
                  <c:v>3</c:v>
                </c:pt>
                <c:pt idx="5510">
                  <c:v>1</c:v>
                </c:pt>
                <c:pt idx="5511">
                  <c:v>2</c:v>
                </c:pt>
                <c:pt idx="5512">
                  <c:v>1</c:v>
                </c:pt>
                <c:pt idx="5513">
                  <c:v>3</c:v>
                </c:pt>
                <c:pt idx="5514">
                  <c:v>3</c:v>
                </c:pt>
                <c:pt idx="5515">
                  <c:v>16</c:v>
                </c:pt>
                <c:pt idx="5516">
                  <c:v>3</c:v>
                </c:pt>
                <c:pt idx="5517">
                  <c:v>11</c:v>
                </c:pt>
                <c:pt idx="5518">
                  <c:v>9</c:v>
                </c:pt>
                <c:pt idx="5519">
                  <c:v>2</c:v>
                </c:pt>
                <c:pt idx="5520">
                  <c:v>3</c:v>
                </c:pt>
                <c:pt idx="5521">
                  <c:v>7</c:v>
                </c:pt>
                <c:pt idx="5522">
                  <c:v>3</c:v>
                </c:pt>
                <c:pt idx="5523">
                  <c:v>5</c:v>
                </c:pt>
                <c:pt idx="5524">
                  <c:v>9</c:v>
                </c:pt>
                <c:pt idx="5525">
                  <c:v>4</c:v>
                </c:pt>
                <c:pt idx="5526">
                  <c:v>4</c:v>
                </c:pt>
                <c:pt idx="5527">
                  <c:v>2</c:v>
                </c:pt>
                <c:pt idx="5528">
                  <c:v>4</c:v>
                </c:pt>
                <c:pt idx="5529">
                  <c:v>4</c:v>
                </c:pt>
                <c:pt idx="5530">
                  <c:v>3</c:v>
                </c:pt>
                <c:pt idx="5531">
                  <c:v>8</c:v>
                </c:pt>
                <c:pt idx="5532">
                  <c:v>2</c:v>
                </c:pt>
                <c:pt idx="5533">
                  <c:v>2</c:v>
                </c:pt>
                <c:pt idx="5534">
                  <c:v>16</c:v>
                </c:pt>
                <c:pt idx="5535">
                  <c:v>2</c:v>
                </c:pt>
                <c:pt idx="5536">
                  <c:v>2</c:v>
                </c:pt>
                <c:pt idx="5537">
                  <c:v>4</c:v>
                </c:pt>
                <c:pt idx="5538">
                  <c:v>1</c:v>
                </c:pt>
                <c:pt idx="5539">
                  <c:v>2</c:v>
                </c:pt>
                <c:pt idx="5540">
                  <c:v>2</c:v>
                </c:pt>
                <c:pt idx="5541">
                  <c:v>16</c:v>
                </c:pt>
                <c:pt idx="5542">
                  <c:v>4</c:v>
                </c:pt>
                <c:pt idx="5543">
                  <c:v>4</c:v>
                </c:pt>
                <c:pt idx="5544">
                  <c:v>5</c:v>
                </c:pt>
                <c:pt idx="5545">
                  <c:v>2</c:v>
                </c:pt>
                <c:pt idx="5546">
                  <c:v>3</c:v>
                </c:pt>
                <c:pt idx="5547">
                  <c:v>3</c:v>
                </c:pt>
                <c:pt idx="5548">
                  <c:v>4</c:v>
                </c:pt>
                <c:pt idx="5549">
                  <c:v>2</c:v>
                </c:pt>
                <c:pt idx="5550">
                  <c:v>2</c:v>
                </c:pt>
                <c:pt idx="5551">
                  <c:v>1</c:v>
                </c:pt>
                <c:pt idx="5552">
                  <c:v>12</c:v>
                </c:pt>
                <c:pt idx="5553">
                  <c:v>4</c:v>
                </c:pt>
                <c:pt idx="5554">
                  <c:v>4</c:v>
                </c:pt>
                <c:pt idx="5555">
                  <c:v>2</c:v>
                </c:pt>
                <c:pt idx="5556">
                  <c:v>2</c:v>
                </c:pt>
                <c:pt idx="5557">
                  <c:v>11</c:v>
                </c:pt>
                <c:pt idx="5558">
                  <c:v>2</c:v>
                </c:pt>
                <c:pt idx="5559">
                  <c:v>4</c:v>
                </c:pt>
                <c:pt idx="5560">
                  <c:v>1</c:v>
                </c:pt>
                <c:pt idx="5561">
                  <c:v>1</c:v>
                </c:pt>
                <c:pt idx="5562">
                  <c:v>3</c:v>
                </c:pt>
                <c:pt idx="5563">
                  <c:v>2</c:v>
                </c:pt>
                <c:pt idx="5564">
                  <c:v>3</c:v>
                </c:pt>
                <c:pt idx="5565">
                  <c:v>27</c:v>
                </c:pt>
                <c:pt idx="5566">
                  <c:v>3</c:v>
                </c:pt>
                <c:pt idx="5567">
                  <c:v>3</c:v>
                </c:pt>
                <c:pt idx="5568">
                  <c:v>3</c:v>
                </c:pt>
                <c:pt idx="5569">
                  <c:v>3</c:v>
                </c:pt>
                <c:pt idx="5570">
                  <c:v>11</c:v>
                </c:pt>
                <c:pt idx="5571">
                  <c:v>3</c:v>
                </c:pt>
                <c:pt idx="5572">
                  <c:v>3</c:v>
                </c:pt>
                <c:pt idx="5573">
                  <c:v>2</c:v>
                </c:pt>
                <c:pt idx="5574">
                  <c:v>2</c:v>
                </c:pt>
                <c:pt idx="5575">
                  <c:v>1</c:v>
                </c:pt>
                <c:pt idx="5576">
                  <c:v>4</c:v>
                </c:pt>
                <c:pt idx="5577">
                  <c:v>2</c:v>
                </c:pt>
                <c:pt idx="5578">
                  <c:v>2</c:v>
                </c:pt>
                <c:pt idx="5579">
                  <c:v>3</c:v>
                </c:pt>
                <c:pt idx="5580">
                  <c:v>1</c:v>
                </c:pt>
                <c:pt idx="5581">
                  <c:v>9</c:v>
                </c:pt>
                <c:pt idx="5582">
                  <c:v>11</c:v>
                </c:pt>
                <c:pt idx="5583">
                  <c:v>1</c:v>
                </c:pt>
                <c:pt idx="5584">
                  <c:v>1</c:v>
                </c:pt>
                <c:pt idx="5585">
                  <c:v>4</c:v>
                </c:pt>
                <c:pt idx="5586">
                  <c:v>6</c:v>
                </c:pt>
                <c:pt idx="5587">
                  <c:v>3</c:v>
                </c:pt>
                <c:pt idx="5588">
                  <c:v>12</c:v>
                </c:pt>
                <c:pt idx="5589">
                  <c:v>6</c:v>
                </c:pt>
                <c:pt idx="5590">
                  <c:v>3</c:v>
                </c:pt>
                <c:pt idx="5591">
                  <c:v>2</c:v>
                </c:pt>
                <c:pt idx="5592">
                  <c:v>2</c:v>
                </c:pt>
                <c:pt idx="5593">
                  <c:v>1</c:v>
                </c:pt>
                <c:pt idx="5594">
                  <c:v>6</c:v>
                </c:pt>
                <c:pt idx="5595">
                  <c:v>1</c:v>
                </c:pt>
                <c:pt idx="5596">
                  <c:v>1</c:v>
                </c:pt>
                <c:pt idx="5597">
                  <c:v>11</c:v>
                </c:pt>
                <c:pt idx="5598">
                  <c:v>6</c:v>
                </c:pt>
                <c:pt idx="5599">
                  <c:v>6</c:v>
                </c:pt>
                <c:pt idx="5600">
                  <c:v>3</c:v>
                </c:pt>
                <c:pt idx="5601">
                  <c:v>7</c:v>
                </c:pt>
                <c:pt idx="5602">
                  <c:v>2</c:v>
                </c:pt>
                <c:pt idx="5603">
                  <c:v>2</c:v>
                </c:pt>
                <c:pt idx="5604">
                  <c:v>3</c:v>
                </c:pt>
                <c:pt idx="5605">
                  <c:v>6</c:v>
                </c:pt>
                <c:pt idx="5606">
                  <c:v>3</c:v>
                </c:pt>
                <c:pt idx="5607">
                  <c:v>3</c:v>
                </c:pt>
                <c:pt idx="5608">
                  <c:v>3</c:v>
                </c:pt>
                <c:pt idx="5609">
                  <c:v>3</c:v>
                </c:pt>
                <c:pt idx="5610">
                  <c:v>2</c:v>
                </c:pt>
                <c:pt idx="5611">
                  <c:v>6</c:v>
                </c:pt>
                <c:pt idx="5612">
                  <c:v>7</c:v>
                </c:pt>
                <c:pt idx="5613">
                  <c:v>9</c:v>
                </c:pt>
                <c:pt idx="5614">
                  <c:v>2</c:v>
                </c:pt>
                <c:pt idx="5615">
                  <c:v>1</c:v>
                </c:pt>
                <c:pt idx="5616">
                  <c:v>1</c:v>
                </c:pt>
                <c:pt idx="5617">
                  <c:v>4</c:v>
                </c:pt>
                <c:pt idx="5618">
                  <c:v>5</c:v>
                </c:pt>
                <c:pt idx="5619">
                  <c:v>3</c:v>
                </c:pt>
                <c:pt idx="5620">
                  <c:v>7</c:v>
                </c:pt>
                <c:pt idx="5621">
                  <c:v>3</c:v>
                </c:pt>
                <c:pt idx="5622">
                  <c:v>5</c:v>
                </c:pt>
                <c:pt idx="5623">
                  <c:v>2</c:v>
                </c:pt>
                <c:pt idx="5624">
                  <c:v>3</c:v>
                </c:pt>
                <c:pt idx="5625">
                  <c:v>3</c:v>
                </c:pt>
                <c:pt idx="5626">
                  <c:v>2</c:v>
                </c:pt>
                <c:pt idx="5627">
                  <c:v>3</c:v>
                </c:pt>
                <c:pt idx="5628">
                  <c:v>14</c:v>
                </c:pt>
                <c:pt idx="5629">
                  <c:v>1</c:v>
                </c:pt>
                <c:pt idx="5630">
                  <c:v>2</c:v>
                </c:pt>
                <c:pt idx="5631">
                  <c:v>1</c:v>
                </c:pt>
                <c:pt idx="5632">
                  <c:v>5</c:v>
                </c:pt>
                <c:pt idx="5633">
                  <c:v>1</c:v>
                </c:pt>
                <c:pt idx="5634">
                  <c:v>2</c:v>
                </c:pt>
                <c:pt idx="5635">
                  <c:v>2</c:v>
                </c:pt>
                <c:pt idx="5636">
                  <c:v>1</c:v>
                </c:pt>
                <c:pt idx="5637">
                  <c:v>9</c:v>
                </c:pt>
                <c:pt idx="5638">
                  <c:v>7</c:v>
                </c:pt>
                <c:pt idx="5639">
                  <c:v>33</c:v>
                </c:pt>
                <c:pt idx="5640">
                  <c:v>3</c:v>
                </c:pt>
                <c:pt idx="5641">
                  <c:v>4</c:v>
                </c:pt>
                <c:pt idx="5642">
                  <c:v>2</c:v>
                </c:pt>
                <c:pt idx="5643">
                  <c:v>3</c:v>
                </c:pt>
                <c:pt idx="5644">
                  <c:v>6</c:v>
                </c:pt>
                <c:pt idx="5645">
                  <c:v>1</c:v>
                </c:pt>
                <c:pt idx="5646">
                  <c:v>5</c:v>
                </c:pt>
                <c:pt idx="5647">
                  <c:v>1</c:v>
                </c:pt>
                <c:pt idx="5648">
                  <c:v>4</c:v>
                </c:pt>
                <c:pt idx="5649">
                  <c:v>3</c:v>
                </c:pt>
                <c:pt idx="5650">
                  <c:v>3</c:v>
                </c:pt>
                <c:pt idx="5651">
                  <c:v>3</c:v>
                </c:pt>
                <c:pt idx="5652">
                  <c:v>7</c:v>
                </c:pt>
                <c:pt idx="5653">
                  <c:v>5</c:v>
                </c:pt>
                <c:pt idx="5654">
                  <c:v>5</c:v>
                </c:pt>
                <c:pt idx="5655">
                  <c:v>4</c:v>
                </c:pt>
                <c:pt idx="5656">
                  <c:v>8</c:v>
                </c:pt>
                <c:pt idx="5657">
                  <c:v>3</c:v>
                </c:pt>
                <c:pt idx="5658">
                  <c:v>11</c:v>
                </c:pt>
                <c:pt idx="5659">
                  <c:v>3</c:v>
                </c:pt>
                <c:pt idx="5660">
                  <c:v>3</c:v>
                </c:pt>
                <c:pt idx="5661">
                  <c:v>4</c:v>
                </c:pt>
                <c:pt idx="5662">
                  <c:v>8</c:v>
                </c:pt>
                <c:pt idx="5663">
                  <c:v>5</c:v>
                </c:pt>
                <c:pt idx="5664">
                  <c:v>1</c:v>
                </c:pt>
                <c:pt idx="5665">
                  <c:v>2</c:v>
                </c:pt>
                <c:pt idx="5666">
                  <c:v>5</c:v>
                </c:pt>
                <c:pt idx="5667">
                  <c:v>3</c:v>
                </c:pt>
                <c:pt idx="5668">
                  <c:v>4</c:v>
                </c:pt>
                <c:pt idx="5669">
                  <c:v>6</c:v>
                </c:pt>
                <c:pt idx="5670">
                  <c:v>2</c:v>
                </c:pt>
                <c:pt idx="5671">
                  <c:v>16</c:v>
                </c:pt>
                <c:pt idx="5672">
                  <c:v>12</c:v>
                </c:pt>
                <c:pt idx="5673">
                  <c:v>3</c:v>
                </c:pt>
                <c:pt idx="5674">
                  <c:v>3</c:v>
                </c:pt>
                <c:pt idx="5675">
                  <c:v>1</c:v>
                </c:pt>
                <c:pt idx="5676">
                  <c:v>9</c:v>
                </c:pt>
                <c:pt idx="5677">
                  <c:v>12</c:v>
                </c:pt>
                <c:pt idx="5678">
                  <c:v>5</c:v>
                </c:pt>
                <c:pt idx="5679">
                  <c:v>5</c:v>
                </c:pt>
                <c:pt idx="5680">
                  <c:v>14</c:v>
                </c:pt>
                <c:pt idx="5681">
                  <c:v>8</c:v>
                </c:pt>
                <c:pt idx="5682">
                  <c:v>3</c:v>
                </c:pt>
                <c:pt idx="5683">
                  <c:v>2</c:v>
                </c:pt>
                <c:pt idx="5684">
                  <c:v>3</c:v>
                </c:pt>
                <c:pt idx="5685">
                  <c:v>3</c:v>
                </c:pt>
                <c:pt idx="5686">
                  <c:v>6</c:v>
                </c:pt>
                <c:pt idx="5687">
                  <c:v>3</c:v>
                </c:pt>
                <c:pt idx="5688">
                  <c:v>5</c:v>
                </c:pt>
                <c:pt idx="5689">
                  <c:v>2</c:v>
                </c:pt>
                <c:pt idx="5690">
                  <c:v>4</c:v>
                </c:pt>
                <c:pt idx="5691">
                  <c:v>1</c:v>
                </c:pt>
                <c:pt idx="5692">
                  <c:v>1</c:v>
                </c:pt>
                <c:pt idx="5693">
                  <c:v>2</c:v>
                </c:pt>
                <c:pt idx="5694">
                  <c:v>2</c:v>
                </c:pt>
                <c:pt idx="5695">
                  <c:v>10</c:v>
                </c:pt>
                <c:pt idx="5696">
                  <c:v>3</c:v>
                </c:pt>
                <c:pt idx="5697">
                  <c:v>2</c:v>
                </c:pt>
                <c:pt idx="5698">
                  <c:v>2</c:v>
                </c:pt>
                <c:pt idx="5699">
                  <c:v>2</c:v>
                </c:pt>
                <c:pt idx="5700">
                  <c:v>8</c:v>
                </c:pt>
                <c:pt idx="5701">
                  <c:v>9</c:v>
                </c:pt>
                <c:pt idx="5702">
                  <c:v>4</c:v>
                </c:pt>
                <c:pt idx="5703">
                  <c:v>5</c:v>
                </c:pt>
                <c:pt idx="5704">
                  <c:v>8</c:v>
                </c:pt>
                <c:pt idx="5705">
                  <c:v>3</c:v>
                </c:pt>
                <c:pt idx="5706">
                  <c:v>6</c:v>
                </c:pt>
                <c:pt idx="5707">
                  <c:v>3</c:v>
                </c:pt>
                <c:pt idx="5708">
                  <c:v>22</c:v>
                </c:pt>
                <c:pt idx="5709">
                  <c:v>2</c:v>
                </c:pt>
                <c:pt idx="5710">
                  <c:v>3</c:v>
                </c:pt>
                <c:pt idx="5711">
                  <c:v>6</c:v>
                </c:pt>
                <c:pt idx="5712">
                  <c:v>5</c:v>
                </c:pt>
                <c:pt idx="5713">
                  <c:v>3</c:v>
                </c:pt>
                <c:pt idx="5714">
                  <c:v>3</c:v>
                </c:pt>
                <c:pt idx="5715">
                  <c:v>6</c:v>
                </c:pt>
                <c:pt idx="5716">
                  <c:v>1</c:v>
                </c:pt>
                <c:pt idx="5717">
                  <c:v>2</c:v>
                </c:pt>
                <c:pt idx="5718">
                  <c:v>12</c:v>
                </c:pt>
                <c:pt idx="5719">
                  <c:v>5</c:v>
                </c:pt>
                <c:pt idx="5720">
                  <c:v>2</c:v>
                </c:pt>
                <c:pt idx="5721">
                  <c:v>3</c:v>
                </c:pt>
                <c:pt idx="5722">
                  <c:v>4</c:v>
                </c:pt>
                <c:pt idx="5723">
                  <c:v>2</c:v>
                </c:pt>
                <c:pt idx="5724">
                  <c:v>8</c:v>
                </c:pt>
                <c:pt idx="5725">
                  <c:v>4</c:v>
                </c:pt>
                <c:pt idx="5726">
                  <c:v>6</c:v>
                </c:pt>
                <c:pt idx="5727">
                  <c:v>15</c:v>
                </c:pt>
                <c:pt idx="5728">
                  <c:v>6</c:v>
                </c:pt>
                <c:pt idx="5729">
                  <c:v>2</c:v>
                </c:pt>
                <c:pt idx="5730">
                  <c:v>7</c:v>
                </c:pt>
                <c:pt idx="5731">
                  <c:v>2</c:v>
                </c:pt>
                <c:pt idx="5732">
                  <c:v>3</c:v>
                </c:pt>
                <c:pt idx="5733">
                  <c:v>3</c:v>
                </c:pt>
                <c:pt idx="5734">
                  <c:v>8</c:v>
                </c:pt>
                <c:pt idx="5735">
                  <c:v>3</c:v>
                </c:pt>
                <c:pt idx="5736">
                  <c:v>5</c:v>
                </c:pt>
                <c:pt idx="5737">
                  <c:v>4</c:v>
                </c:pt>
                <c:pt idx="5738">
                  <c:v>1</c:v>
                </c:pt>
                <c:pt idx="5739">
                  <c:v>4</c:v>
                </c:pt>
                <c:pt idx="5740">
                  <c:v>3</c:v>
                </c:pt>
                <c:pt idx="5741">
                  <c:v>4</c:v>
                </c:pt>
                <c:pt idx="5742">
                  <c:v>3</c:v>
                </c:pt>
                <c:pt idx="5743">
                  <c:v>7</c:v>
                </c:pt>
                <c:pt idx="5744">
                  <c:v>4</c:v>
                </c:pt>
                <c:pt idx="5745">
                  <c:v>5</c:v>
                </c:pt>
                <c:pt idx="5746">
                  <c:v>9</c:v>
                </c:pt>
                <c:pt idx="5747">
                  <c:v>13</c:v>
                </c:pt>
                <c:pt idx="5748">
                  <c:v>3</c:v>
                </c:pt>
                <c:pt idx="5749">
                  <c:v>2</c:v>
                </c:pt>
                <c:pt idx="5750">
                  <c:v>6</c:v>
                </c:pt>
                <c:pt idx="5751">
                  <c:v>3</c:v>
                </c:pt>
                <c:pt idx="5752">
                  <c:v>2</c:v>
                </c:pt>
                <c:pt idx="5753">
                  <c:v>1</c:v>
                </c:pt>
                <c:pt idx="5754">
                  <c:v>6</c:v>
                </c:pt>
                <c:pt idx="5755">
                  <c:v>1</c:v>
                </c:pt>
                <c:pt idx="5756">
                  <c:v>1</c:v>
                </c:pt>
                <c:pt idx="5757">
                  <c:v>1</c:v>
                </c:pt>
                <c:pt idx="5758">
                  <c:v>3</c:v>
                </c:pt>
                <c:pt idx="5759">
                  <c:v>2</c:v>
                </c:pt>
                <c:pt idx="5760">
                  <c:v>2</c:v>
                </c:pt>
                <c:pt idx="5761">
                  <c:v>7</c:v>
                </c:pt>
                <c:pt idx="5762">
                  <c:v>4</c:v>
                </c:pt>
                <c:pt idx="5763">
                  <c:v>5</c:v>
                </c:pt>
                <c:pt idx="5764">
                  <c:v>2</c:v>
                </c:pt>
                <c:pt idx="5765">
                  <c:v>3</c:v>
                </c:pt>
                <c:pt idx="5766">
                  <c:v>7</c:v>
                </c:pt>
                <c:pt idx="5767">
                  <c:v>3</c:v>
                </c:pt>
                <c:pt idx="5768">
                  <c:v>12</c:v>
                </c:pt>
                <c:pt idx="5769">
                  <c:v>3</c:v>
                </c:pt>
                <c:pt idx="5770">
                  <c:v>7</c:v>
                </c:pt>
                <c:pt idx="5771">
                  <c:v>2</c:v>
                </c:pt>
                <c:pt idx="5772">
                  <c:v>1</c:v>
                </c:pt>
                <c:pt idx="5773">
                  <c:v>3</c:v>
                </c:pt>
                <c:pt idx="5774">
                  <c:v>3</c:v>
                </c:pt>
                <c:pt idx="5775">
                  <c:v>2</c:v>
                </c:pt>
                <c:pt idx="5776">
                  <c:v>1</c:v>
                </c:pt>
                <c:pt idx="5777">
                  <c:v>3</c:v>
                </c:pt>
                <c:pt idx="5778">
                  <c:v>2</c:v>
                </c:pt>
                <c:pt idx="5779">
                  <c:v>51</c:v>
                </c:pt>
                <c:pt idx="5780">
                  <c:v>8</c:v>
                </c:pt>
                <c:pt idx="5781">
                  <c:v>2</c:v>
                </c:pt>
                <c:pt idx="5782">
                  <c:v>6</c:v>
                </c:pt>
                <c:pt idx="5783">
                  <c:v>5</c:v>
                </c:pt>
                <c:pt idx="5784">
                  <c:v>3</c:v>
                </c:pt>
                <c:pt idx="5785">
                  <c:v>5</c:v>
                </c:pt>
                <c:pt idx="5786">
                  <c:v>4</c:v>
                </c:pt>
                <c:pt idx="5787">
                  <c:v>3</c:v>
                </c:pt>
                <c:pt idx="5788">
                  <c:v>2</c:v>
                </c:pt>
                <c:pt idx="5789">
                  <c:v>3</c:v>
                </c:pt>
                <c:pt idx="5790">
                  <c:v>2</c:v>
                </c:pt>
                <c:pt idx="5791">
                  <c:v>2</c:v>
                </c:pt>
                <c:pt idx="5792">
                  <c:v>4</c:v>
                </c:pt>
                <c:pt idx="5793">
                  <c:v>1</c:v>
                </c:pt>
                <c:pt idx="5794">
                  <c:v>4</c:v>
                </c:pt>
                <c:pt idx="5795">
                  <c:v>3</c:v>
                </c:pt>
                <c:pt idx="5796">
                  <c:v>2</c:v>
                </c:pt>
                <c:pt idx="5797">
                  <c:v>2</c:v>
                </c:pt>
                <c:pt idx="5798">
                  <c:v>10</c:v>
                </c:pt>
                <c:pt idx="5799">
                  <c:v>3</c:v>
                </c:pt>
                <c:pt idx="5800">
                  <c:v>15</c:v>
                </c:pt>
                <c:pt idx="5801">
                  <c:v>4</c:v>
                </c:pt>
                <c:pt idx="5802">
                  <c:v>3</c:v>
                </c:pt>
                <c:pt idx="5803">
                  <c:v>8</c:v>
                </c:pt>
                <c:pt idx="5804">
                  <c:v>4</c:v>
                </c:pt>
                <c:pt idx="5805">
                  <c:v>4</c:v>
                </c:pt>
                <c:pt idx="5806">
                  <c:v>2</c:v>
                </c:pt>
                <c:pt idx="5807">
                  <c:v>4</c:v>
                </c:pt>
                <c:pt idx="5808">
                  <c:v>4</c:v>
                </c:pt>
                <c:pt idx="5809">
                  <c:v>2</c:v>
                </c:pt>
                <c:pt idx="5810">
                  <c:v>2</c:v>
                </c:pt>
                <c:pt idx="5811">
                  <c:v>3</c:v>
                </c:pt>
                <c:pt idx="5812">
                  <c:v>2</c:v>
                </c:pt>
                <c:pt idx="5813">
                  <c:v>12</c:v>
                </c:pt>
                <c:pt idx="5814">
                  <c:v>5</c:v>
                </c:pt>
                <c:pt idx="5815">
                  <c:v>4</c:v>
                </c:pt>
                <c:pt idx="5816">
                  <c:v>8</c:v>
                </c:pt>
                <c:pt idx="5817">
                  <c:v>5</c:v>
                </c:pt>
                <c:pt idx="5818">
                  <c:v>2</c:v>
                </c:pt>
                <c:pt idx="5819">
                  <c:v>2</c:v>
                </c:pt>
                <c:pt idx="5820">
                  <c:v>5</c:v>
                </c:pt>
                <c:pt idx="5821">
                  <c:v>3</c:v>
                </c:pt>
                <c:pt idx="5822">
                  <c:v>2</c:v>
                </c:pt>
                <c:pt idx="5823">
                  <c:v>4</c:v>
                </c:pt>
                <c:pt idx="5824">
                  <c:v>2</c:v>
                </c:pt>
                <c:pt idx="5825">
                  <c:v>2</c:v>
                </c:pt>
                <c:pt idx="5826">
                  <c:v>6</c:v>
                </c:pt>
                <c:pt idx="5827">
                  <c:v>12</c:v>
                </c:pt>
                <c:pt idx="5828">
                  <c:v>4</c:v>
                </c:pt>
                <c:pt idx="5829">
                  <c:v>8</c:v>
                </c:pt>
                <c:pt idx="5830">
                  <c:v>3</c:v>
                </c:pt>
                <c:pt idx="5831">
                  <c:v>2</c:v>
                </c:pt>
                <c:pt idx="5832">
                  <c:v>4</c:v>
                </c:pt>
                <c:pt idx="5833">
                  <c:v>2</c:v>
                </c:pt>
                <c:pt idx="5834">
                  <c:v>5</c:v>
                </c:pt>
                <c:pt idx="5835">
                  <c:v>4</c:v>
                </c:pt>
                <c:pt idx="5836">
                  <c:v>3</c:v>
                </c:pt>
                <c:pt idx="5837">
                  <c:v>2</c:v>
                </c:pt>
                <c:pt idx="5838">
                  <c:v>2</c:v>
                </c:pt>
                <c:pt idx="5839">
                  <c:v>1</c:v>
                </c:pt>
                <c:pt idx="5840">
                  <c:v>1</c:v>
                </c:pt>
                <c:pt idx="5841">
                  <c:v>1</c:v>
                </c:pt>
                <c:pt idx="5842">
                  <c:v>12</c:v>
                </c:pt>
                <c:pt idx="5843">
                  <c:v>14</c:v>
                </c:pt>
                <c:pt idx="5844">
                  <c:v>3</c:v>
                </c:pt>
                <c:pt idx="5845">
                  <c:v>10</c:v>
                </c:pt>
                <c:pt idx="5846">
                  <c:v>3</c:v>
                </c:pt>
                <c:pt idx="5847">
                  <c:v>4</c:v>
                </c:pt>
                <c:pt idx="5848">
                  <c:v>2</c:v>
                </c:pt>
                <c:pt idx="5849">
                  <c:v>1</c:v>
                </c:pt>
                <c:pt idx="5850">
                  <c:v>4</c:v>
                </c:pt>
                <c:pt idx="5851">
                  <c:v>2</c:v>
                </c:pt>
                <c:pt idx="5852">
                  <c:v>4</c:v>
                </c:pt>
                <c:pt idx="5853">
                  <c:v>3</c:v>
                </c:pt>
                <c:pt idx="5854">
                  <c:v>5</c:v>
                </c:pt>
                <c:pt idx="5855">
                  <c:v>3</c:v>
                </c:pt>
                <c:pt idx="5856">
                  <c:v>2</c:v>
                </c:pt>
                <c:pt idx="5857">
                  <c:v>1</c:v>
                </c:pt>
                <c:pt idx="5858">
                  <c:v>2</c:v>
                </c:pt>
                <c:pt idx="5859">
                  <c:v>2</c:v>
                </c:pt>
                <c:pt idx="5860">
                  <c:v>2</c:v>
                </c:pt>
                <c:pt idx="5861">
                  <c:v>6</c:v>
                </c:pt>
                <c:pt idx="5862">
                  <c:v>2</c:v>
                </c:pt>
                <c:pt idx="5863">
                  <c:v>2</c:v>
                </c:pt>
                <c:pt idx="5864">
                  <c:v>2</c:v>
                </c:pt>
                <c:pt idx="5865">
                  <c:v>5</c:v>
                </c:pt>
                <c:pt idx="5866">
                  <c:v>2</c:v>
                </c:pt>
                <c:pt idx="5867">
                  <c:v>2</c:v>
                </c:pt>
                <c:pt idx="5868">
                  <c:v>2</c:v>
                </c:pt>
                <c:pt idx="5869">
                  <c:v>5</c:v>
                </c:pt>
                <c:pt idx="5870">
                  <c:v>3</c:v>
                </c:pt>
                <c:pt idx="5871">
                  <c:v>8</c:v>
                </c:pt>
                <c:pt idx="5872">
                  <c:v>6</c:v>
                </c:pt>
                <c:pt idx="5873">
                  <c:v>3</c:v>
                </c:pt>
                <c:pt idx="5874">
                  <c:v>2</c:v>
                </c:pt>
                <c:pt idx="5875">
                  <c:v>5</c:v>
                </c:pt>
                <c:pt idx="5876">
                  <c:v>6</c:v>
                </c:pt>
                <c:pt idx="5877">
                  <c:v>3</c:v>
                </c:pt>
                <c:pt idx="5878">
                  <c:v>2</c:v>
                </c:pt>
                <c:pt idx="5879">
                  <c:v>6</c:v>
                </c:pt>
                <c:pt idx="5880">
                  <c:v>1</c:v>
                </c:pt>
                <c:pt idx="5881">
                  <c:v>8</c:v>
                </c:pt>
                <c:pt idx="5882">
                  <c:v>3</c:v>
                </c:pt>
                <c:pt idx="5883">
                  <c:v>2</c:v>
                </c:pt>
                <c:pt idx="5884">
                  <c:v>14</c:v>
                </c:pt>
                <c:pt idx="5885">
                  <c:v>3</c:v>
                </c:pt>
                <c:pt idx="5886">
                  <c:v>1</c:v>
                </c:pt>
                <c:pt idx="5887">
                  <c:v>4</c:v>
                </c:pt>
                <c:pt idx="5888">
                  <c:v>9</c:v>
                </c:pt>
                <c:pt idx="5889">
                  <c:v>2</c:v>
                </c:pt>
                <c:pt idx="5890">
                  <c:v>12</c:v>
                </c:pt>
                <c:pt idx="5891">
                  <c:v>2</c:v>
                </c:pt>
                <c:pt idx="5892">
                  <c:v>3</c:v>
                </c:pt>
                <c:pt idx="5893">
                  <c:v>7</c:v>
                </c:pt>
                <c:pt idx="5894">
                  <c:v>3</c:v>
                </c:pt>
                <c:pt idx="5895">
                  <c:v>7</c:v>
                </c:pt>
                <c:pt idx="5896">
                  <c:v>4</c:v>
                </c:pt>
                <c:pt idx="5897">
                  <c:v>2</c:v>
                </c:pt>
                <c:pt idx="5898">
                  <c:v>8</c:v>
                </c:pt>
                <c:pt idx="5899">
                  <c:v>6</c:v>
                </c:pt>
                <c:pt idx="5900">
                  <c:v>4</c:v>
                </c:pt>
                <c:pt idx="5901">
                  <c:v>1</c:v>
                </c:pt>
                <c:pt idx="5902">
                  <c:v>7</c:v>
                </c:pt>
                <c:pt idx="5903">
                  <c:v>2</c:v>
                </c:pt>
                <c:pt idx="5904">
                  <c:v>3</c:v>
                </c:pt>
                <c:pt idx="5905">
                  <c:v>2</c:v>
                </c:pt>
                <c:pt idx="5906">
                  <c:v>2</c:v>
                </c:pt>
                <c:pt idx="5907">
                  <c:v>6</c:v>
                </c:pt>
                <c:pt idx="5908">
                  <c:v>2</c:v>
                </c:pt>
                <c:pt idx="5909">
                  <c:v>1</c:v>
                </c:pt>
                <c:pt idx="5910">
                  <c:v>3</c:v>
                </c:pt>
                <c:pt idx="5911">
                  <c:v>1</c:v>
                </c:pt>
                <c:pt idx="5912">
                  <c:v>7</c:v>
                </c:pt>
                <c:pt idx="5913">
                  <c:v>9</c:v>
                </c:pt>
                <c:pt idx="5914">
                  <c:v>3</c:v>
                </c:pt>
                <c:pt idx="5915">
                  <c:v>2</c:v>
                </c:pt>
                <c:pt idx="5916">
                  <c:v>3</c:v>
                </c:pt>
                <c:pt idx="5917">
                  <c:v>4</c:v>
                </c:pt>
                <c:pt idx="5918">
                  <c:v>3</c:v>
                </c:pt>
                <c:pt idx="5919">
                  <c:v>2</c:v>
                </c:pt>
                <c:pt idx="5920">
                  <c:v>2</c:v>
                </c:pt>
                <c:pt idx="5921">
                  <c:v>3</c:v>
                </c:pt>
                <c:pt idx="5922">
                  <c:v>4</c:v>
                </c:pt>
                <c:pt idx="5923">
                  <c:v>3</c:v>
                </c:pt>
                <c:pt idx="5924">
                  <c:v>4</c:v>
                </c:pt>
                <c:pt idx="5925">
                  <c:v>2</c:v>
                </c:pt>
                <c:pt idx="5926">
                  <c:v>5</c:v>
                </c:pt>
                <c:pt idx="5927">
                  <c:v>1</c:v>
                </c:pt>
                <c:pt idx="5928">
                  <c:v>4</c:v>
                </c:pt>
                <c:pt idx="5929">
                  <c:v>1</c:v>
                </c:pt>
                <c:pt idx="5930">
                  <c:v>2</c:v>
                </c:pt>
                <c:pt idx="5931">
                  <c:v>4</c:v>
                </c:pt>
                <c:pt idx="5932">
                  <c:v>5</c:v>
                </c:pt>
                <c:pt idx="5933">
                  <c:v>6</c:v>
                </c:pt>
                <c:pt idx="5934">
                  <c:v>2</c:v>
                </c:pt>
                <c:pt idx="5935">
                  <c:v>5</c:v>
                </c:pt>
                <c:pt idx="5936">
                  <c:v>3</c:v>
                </c:pt>
                <c:pt idx="5937">
                  <c:v>10</c:v>
                </c:pt>
                <c:pt idx="5938">
                  <c:v>2</c:v>
                </c:pt>
                <c:pt idx="5939">
                  <c:v>1</c:v>
                </c:pt>
                <c:pt idx="5940">
                  <c:v>3</c:v>
                </c:pt>
                <c:pt idx="5941">
                  <c:v>2</c:v>
                </c:pt>
                <c:pt idx="5942">
                  <c:v>2</c:v>
                </c:pt>
                <c:pt idx="5943">
                  <c:v>2</c:v>
                </c:pt>
                <c:pt idx="5944">
                  <c:v>4</c:v>
                </c:pt>
                <c:pt idx="5945">
                  <c:v>8</c:v>
                </c:pt>
                <c:pt idx="5946">
                  <c:v>6</c:v>
                </c:pt>
                <c:pt idx="5947">
                  <c:v>1</c:v>
                </c:pt>
                <c:pt idx="5948">
                  <c:v>4</c:v>
                </c:pt>
                <c:pt idx="5949">
                  <c:v>6</c:v>
                </c:pt>
                <c:pt idx="5950">
                  <c:v>1</c:v>
                </c:pt>
                <c:pt idx="5951">
                  <c:v>8</c:v>
                </c:pt>
                <c:pt idx="5952">
                  <c:v>1</c:v>
                </c:pt>
                <c:pt idx="5953">
                  <c:v>1</c:v>
                </c:pt>
                <c:pt idx="5954">
                  <c:v>4</c:v>
                </c:pt>
                <c:pt idx="5955">
                  <c:v>1</c:v>
                </c:pt>
                <c:pt idx="5956">
                  <c:v>4</c:v>
                </c:pt>
                <c:pt idx="5957">
                  <c:v>1</c:v>
                </c:pt>
                <c:pt idx="5958">
                  <c:v>11</c:v>
                </c:pt>
                <c:pt idx="5959">
                  <c:v>8</c:v>
                </c:pt>
                <c:pt idx="5960">
                  <c:v>7</c:v>
                </c:pt>
                <c:pt idx="5961">
                  <c:v>3</c:v>
                </c:pt>
                <c:pt idx="5962">
                  <c:v>6</c:v>
                </c:pt>
                <c:pt idx="5963">
                  <c:v>5</c:v>
                </c:pt>
                <c:pt idx="5964">
                  <c:v>8</c:v>
                </c:pt>
                <c:pt idx="5965">
                  <c:v>3</c:v>
                </c:pt>
                <c:pt idx="5966">
                  <c:v>18</c:v>
                </c:pt>
                <c:pt idx="5967">
                  <c:v>8</c:v>
                </c:pt>
                <c:pt idx="5968">
                  <c:v>3</c:v>
                </c:pt>
                <c:pt idx="5969">
                  <c:v>1</c:v>
                </c:pt>
                <c:pt idx="5970">
                  <c:v>4</c:v>
                </c:pt>
                <c:pt idx="5971">
                  <c:v>10</c:v>
                </c:pt>
                <c:pt idx="5972">
                  <c:v>1</c:v>
                </c:pt>
                <c:pt idx="5973">
                  <c:v>5</c:v>
                </c:pt>
                <c:pt idx="5974">
                  <c:v>2</c:v>
                </c:pt>
                <c:pt idx="5975">
                  <c:v>2</c:v>
                </c:pt>
                <c:pt idx="5976">
                  <c:v>2</c:v>
                </c:pt>
                <c:pt idx="5977">
                  <c:v>4</c:v>
                </c:pt>
                <c:pt idx="5978">
                  <c:v>6</c:v>
                </c:pt>
                <c:pt idx="5979">
                  <c:v>2</c:v>
                </c:pt>
                <c:pt idx="5980">
                  <c:v>8</c:v>
                </c:pt>
                <c:pt idx="5981">
                  <c:v>2</c:v>
                </c:pt>
                <c:pt idx="5982">
                  <c:v>2</c:v>
                </c:pt>
                <c:pt idx="5983">
                  <c:v>4</c:v>
                </c:pt>
                <c:pt idx="5984">
                  <c:v>4</c:v>
                </c:pt>
                <c:pt idx="5985">
                  <c:v>1</c:v>
                </c:pt>
                <c:pt idx="5986">
                  <c:v>1</c:v>
                </c:pt>
                <c:pt idx="5987">
                  <c:v>1</c:v>
                </c:pt>
                <c:pt idx="5988">
                  <c:v>1</c:v>
                </c:pt>
                <c:pt idx="5989">
                  <c:v>3</c:v>
                </c:pt>
                <c:pt idx="5990">
                  <c:v>10</c:v>
                </c:pt>
                <c:pt idx="5991">
                  <c:v>3</c:v>
                </c:pt>
                <c:pt idx="5992">
                  <c:v>27</c:v>
                </c:pt>
                <c:pt idx="5993">
                  <c:v>3</c:v>
                </c:pt>
                <c:pt idx="5994">
                  <c:v>3</c:v>
                </c:pt>
                <c:pt idx="5995">
                  <c:v>2</c:v>
                </c:pt>
                <c:pt idx="5996">
                  <c:v>3</c:v>
                </c:pt>
                <c:pt idx="5997">
                  <c:v>8</c:v>
                </c:pt>
                <c:pt idx="5998">
                  <c:v>2</c:v>
                </c:pt>
                <c:pt idx="5999">
                  <c:v>13</c:v>
                </c:pt>
                <c:pt idx="6000">
                  <c:v>2</c:v>
                </c:pt>
                <c:pt idx="6001">
                  <c:v>5</c:v>
                </c:pt>
                <c:pt idx="6002">
                  <c:v>2</c:v>
                </c:pt>
                <c:pt idx="6003">
                  <c:v>3</c:v>
                </c:pt>
                <c:pt idx="6004">
                  <c:v>2</c:v>
                </c:pt>
                <c:pt idx="6005">
                  <c:v>4</c:v>
                </c:pt>
                <c:pt idx="6006">
                  <c:v>1</c:v>
                </c:pt>
                <c:pt idx="6007">
                  <c:v>2</c:v>
                </c:pt>
                <c:pt idx="6008">
                  <c:v>2</c:v>
                </c:pt>
                <c:pt idx="6009">
                  <c:v>2</c:v>
                </c:pt>
                <c:pt idx="6010">
                  <c:v>5</c:v>
                </c:pt>
                <c:pt idx="6011">
                  <c:v>9</c:v>
                </c:pt>
                <c:pt idx="6012">
                  <c:v>2</c:v>
                </c:pt>
                <c:pt idx="6013">
                  <c:v>8</c:v>
                </c:pt>
                <c:pt idx="6014">
                  <c:v>1</c:v>
                </c:pt>
                <c:pt idx="6015">
                  <c:v>4</c:v>
                </c:pt>
                <c:pt idx="6016">
                  <c:v>3</c:v>
                </c:pt>
                <c:pt idx="6017">
                  <c:v>2</c:v>
                </c:pt>
                <c:pt idx="6018">
                  <c:v>4</c:v>
                </c:pt>
                <c:pt idx="6019">
                  <c:v>4</c:v>
                </c:pt>
                <c:pt idx="6020">
                  <c:v>6</c:v>
                </c:pt>
                <c:pt idx="6021">
                  <c:v>6</c:v>
                </c:pt>
                <c:pt idx="6022">
                  <c:v>1</c:v>
                </c:pt>
                <c:pt idx="6023">
                  <c:v>15</c:v>
                </c:pt>
                <c:pt idx="6024">
                  <c:v>5</c:v>
                </c:pt>
                <c:pt idx="6025">
                  <c:v>2</c:v>
                </c:pt>
                <c:pt idx="6026">
                  <c:v>3</c:v>
                </c:pt>
                <c:pt idx="6027">
                  <c:v>3</c:v>
                </c:pt>
                <c:pt idx="6028">
                  <c:v>4</c:v>
                </c:pt>
                <c:pt idx="6029">
                  <c:v>1</c:v>
                </c:pt>
                <c:pt idx="6030">
                  <c:v>2</c:v>
                </c:pt>
                <c:pt idx="6031">
                  <c:v>22</c:v>
                </c:pt>
                <c:pt idx="6032">
                  <c:v>2</c:v>
                </c:pt>
                <c:pt idx="6033">
                  <c:v>4</c:v>
                </c:pt>
                <c:pt idx="6034">
                  <c:v>3</c:v>
                </c:pt>
                <c:pt idx="6035">
                  <c:v>3</c:v>
                </c:pt>
                <c:pt idx="6036">
                  <c:v>2</c:v>
                </c:pt>
                <c:pt idx="6037">
                  <c:v>2</c:v>
                </c:pt>
                <c:pt idx="6038">
                  <c:v>1</c:v>
                </c:pt>
                <c:pt idx="6039">
                  <c:v>4</c:v>
                </c:pt>
                <c:pt idx="6040">
                  <c:v>6</c:v>
                </c:pt>
                <c:pt idx="6041">
                  <c:v>1</c:v>
                </c:pt>
                <c:pt idx="6042">
                  <c:v>6</c:v>
                </c:pt>
                <c:pt idx="6043">
                  <c:v>6</c:v>
                </c:pt>
                <c:pt idx="6044">
                  <c:v>3</c:v>
                </c:pt>
                <c:pt idx="6045">
                  <c:v>2</c:v>
                </c:pt>
                <c:pt idx="6046">
                  <c:v>1</c:v>
                </c:pt>
                <c:pt idx="6047">
                  <c:v>2</c:v>
                </c:pt>
                <c:pt idx="6048">
                  <c:v>4</c:v>
                </c:pt>
                <c:pt idx="6049">
                  <c:v>8</c:v>
                </c:pt>
                <c:pt idx="6050">
                  <c:v>7</c:v>
                </c:pt>
                <c:pt idx="6051">
                  <c:v>6</c:v>
                </c:pt>
                <c:pt idx="6052">
                  <c:v>2</c:v>
                </c:pt>
                <c:pt idx="6053">
                  <c:v>2</c:v>
                </c:pt>
                <c:pt idx="6054">
                  <c:v>2</c:v>
                </c:pt>
                <c:pt idx="6055">
                  <c:v>3</c:v>
                </c:pt>
                <c:pt idx="6056">
                  <c:v>3</c:v>
                </c:pt>
                <c:pt idx="6057">
                  <c:v>8</c:v>
                </c:pt>
                <c:pt idx="6058">
                  <c:v>2</c:v>
                </c:pt>
                <c:pt idx="6059">
                  <c:v>7</c:v>
                </c:pt>
                <c:pt idx="6060">
                  <c:v>5</c:v>
                </c:pt>
                <c:pt idx="6061">
                  <c:v>2</c:v>
                </c:pt>
                <c:pt idx="6062">
                  <c:v>2</c:v>
                </c:pt>
                <c:pt idx="6063">
                  <c:v>2</c:v>
                </c:pt>
                <c:pt idx="6064">
                  <c:v>3</c:v>
                </c:pt>
                <c:pt idx="6065">
                  <c:v>2</c:v>
                </c:pt>
                <c:pt idx="6066">
                  <c:v>2</c:v>
                </c:pt>
                <c:pt idx="6067">
                  <c:v>1</c:v>
                </c:pt>
                <c:pt idx="6068">
                  <c:v>3</c:v>
                </c:pt>
                <c:pt idx="6069">
                  <c:v>2</c:v>
                </c:pt>
                <c:pt idx="6070">
                  <c:v>8</c:v>
                </c:pt>
                <c:pt idx="6071">
                  <c:v>1</c:v>
                </c:pt>
                <c:pt idx="6072">
                  <c:v>2</c:v>
                </c:pt>
                <c:pt idx="6073">
                  <c:v>1</c:v>
                </c:pt>
                <c:pt idx="6074">
                  <c:v>2</c:v>
                </c:pt>
                <c:pt idx="6075">
                  <c:v>8</c:v>
                </c:pt>
                <c:pt idx="6076">
                  <c:v>1</c:v>
                </c:pt>
                <c:pt idx="6077">
                  <c:v>2</c:v>
                </c:pt>
                <c:pt idx="6078">
                  <c:v>2</c:v>
                </c:pt>
                <c:pt idx="6079">
                  <c:v>3</c:v>
                </c:pt>
                <c:pt idx="6080">
                  <c:v>4</c:v>
                </c:pt>
                <c:pt idx="6081">
                  <c:v>3</c:v>
                </c:pt>
                <c:pt idx="6082">
                  <c:v>11</c:v>
                </c:pt>
                <c:pt idx="6083">
                  <c:v>4</c:v>
                </c:pt>
                <c:pt idx="6084">
                  <c:v>2</c:v>
                </c:pt>
                <c:pt idx="6085">
                  <c:v>2</c:v>
                </c:pt>
                <c:pt idx="6086">
                  <c:v>6</c:v>
                </c:pt>
                <c:pt idx="6087">
                  <c:v>3</c:v>
                </c:pt>
                <c:pt idx="6088">
                  <c:v>6</c:v>
                </c:pt>
                <c:pt idx="6089">
                  <c:v>5</c:v>
                </c:pt>
                <c:pt idx="6090">
                  <c:v>11</c:v>
                </c:pt>
                <c:pt idx="6091">
                  <c:v>4</c:v>
                </c:pt>
                <c:pt idx="6092">
                  <c:v>6</c:v>
                </c:pt>
                <c:pt idx="6093">
                  <c:v>3</c:v>
                </c:pt>
                <c:pt idx="6094">
                  <c:v>7</c:v>
                </c:pt>
                <c:pt idx="6095">
                  <c:v>9</c:v>
                </c:pt>
                <c:pt idx="6096">
                  <c:v>3</c:v>
                </c:pt>
                <c:pt idx="6097">
                  <c:v>1</c:v>
                </c:pt>
                <c:pt idx="6098">
                  <c:v>3</c:v>
                </c:pt>
                <c:pt idx="6099">
                  <c:v>5</c:v>
                </c:pt>
                <c:pt idx="6100">
                  <c:v>2</c:v>
                </c:pt>
                <c:pt idx="6101">
                  <c:v>3</c:v>
                </c:pt>
                <c:pt idx="6102">
                  <c:v>5</c:v>
                </c:pt>
                <c:pt idx="6103">
                  <c:v>2</c:v>
                </c:pt>
                <c:pt idx="6104">
                  <c:v>4</c:v>
                </c:pt>
                <c:pt idx="6105">
                  <c:v>4</c:v>
                </c:pt>
                <c:pt idx="6106">
                  <c:v>2</c:v>
                </c:pt>
                <c:pt idx="6107">
                  <c:v>5</c:v>
                </c:pt>
                <c:pt idx="6108">
                  <c:v>39</c:v>
                </c:pt>
                <c:pt idx="6109">
                  <c:v>8</c:v>
                </c:pt>
                <c:pt idx="6110">
                  <c:v>9</c:v>
                </c:pt>
                <c:pt idx="6111">
                  <c:v>4</c:v>
                </c:pt>
                <c:pt idx="6112">
                  <c:v>2</c:v>
                </c:pt>
                <c:pt idx="6113">
                  <c:v>3</c:v>
                </c:pt>
                <c:pt idx="6114">
                  <c:v>3</c:v>
                </c:pt>
                <c:pt idx="6115">
                  <c:v>22</c:v>
                </c:pt>
                <c:pt idx="6116">
                  <c:v>3</c:v>
                </c:pt>
                <c:pt idx="6117">
                  <c:v>7</c:v>
                </c:pt>
                <c:pt idx="6118">
                  <c:v>1</c:v>
                </c:pt>
                <c:pt idx="6119">
                  <c:v>3</c:v>
                </c:pt>
                <c:pt idx="6120">
                  <c:v>3</c:v>
                </c:pt>
                <c:pt idx="6121">
                  <c:v>4</c:v>
                </c:pt>
                <c:pt idx="6122">
                  <c:v>10</c:v>
                </c:pt>
                <c:pt idx="6123">
                  <c:v>7</c:v>
                </c:pt>
                <c:pt idx="6124">
                  <c:v>8</c:v>
                </c:pt>
                <c:pt idx="6125">
                  <c:v>6</c:v>
                </c:pt>
                <c:pt idx="6126">
                  <c:v>3</c:v>
                </c:pt>
                <c:pt idx="6127">
                  <c:v>4</c:v>
                </c:pt>
                <c:pt idx="6128">
                  <c:v>18</c:v>
                </c:pt>
                <c:pt idx="6129">
                  <c:v>2</c:v>
                </c:pt>
                <c:pt idx="6130">
                  <c:v>2</c:v>
                </c:pt>
                <c:pt idx="6131">
                  <c:v>1</c:v>
                </c:pt>
                <c:pt idx="6132">
                  <c:v>3</c:v>
                </c:pt>
                <c:pt idx="6133">
                  <c:v>3</c:v>
                </c:pt>
                <c:pt idx="6134">
                  <c:v>2</c:v>
                </c:pt>
                <c:pt idx="6135">
                  <c:v>5</c:v>
                </c:pt>
                <c:pt idx="6136">
                  <c:v>4</c:v>
                </c:pt>
                <c:pt idx="6137">
                  <c:v>4</c:v>
                </c:pt>
                <c:pt idx="6138">
                  <c:v>3</c:v>
                </c:pt>
                <c:pt idx="6139">
                  <c:v>6</c:v>
                </c:pt>
                <c:pt idx="6140">
                  <c:v>1</c:v>
                </c:pt>
                <c:pt idx="6141">
                  <c:v>1</c:v>
                </c:pt>
                <c:pt idx="6142">
                  <c:v>4</c:v>
                </c:pt>
                <c:pt idx="6143">
                  <c:v>9</c:v>
                </c:pt>
                <c:pt idx="6144">
                  <c:v>2</c:v>
                </c:pt>
                <c:pt idx="6145">
                  <c:v>4</c:v>
                </c:pt>
                <c:pt idx="6146">
                  <c:v>3</c:v>
                </c:pt>
                <c:pt idx="6147">
                  <c:v>3</c:v>
                </c:pt>
                <c:pt idx="6148">
                  <c:v>2</c:v>
                </c:pt>
                <c:pt idx="6149">
                  <c:v>3</c:v>
                </c:pt>
                <c:pt idx="6150">
                  <c:v>1</c:v>
                </c:pt>
                <c:pt idx="6151">
                  <c:v>2</c:v>
                </c:pt>
                <c:pt idx="6152">
                  <c:v>1</c:v>
                </c:pt>
                <c:pt idx="6153">
                  <c:v>2</c:v>
                </c:pt>
                <c:pt idx="6154">
                  <c:v>1</c:v>
                </c:pt>
                <c:pt idx="6155">
                  <c:v>2</c:v>
                </c:pt>
                <c:pt idx="6156">
                  <c:v>2</c:v>
                </c:pt>
                <c:pt idx="6157">
                  <c:v>2</c:v>
                </c:pt>
                <c:pt idx="6158">
                  <c:v>1</c:v>
                </c:pt>
                <c:pt idx="6159">
                  <c:v>9</c:v>
                </c:pt>
                <c:pt idx="6160">
                  <c:v>2</c:v>
                </c:pt>
                <c:pt idx="6161">
                  <c:v>1</c:v>
                </c:pt>
                <c:pt idx="6162">
                  <c:v>4</c:v>
                </c:pt>
                <c:pt idx="6163">
                  <c:v>3</c:v>
                </c:pt>
                <c:pt idx="6164">
                  <c:v>3</c:v>
                </c:pt>
                <c:pt idx="6165">
                  <c:v>2</c:v>
                </c:pt>
                <c:pt idx="6166">
                  <c:v>5</c:v>
                </c:pt>
                <c:pt idx="6167">
                  <c:v>3</c:v>
                </c:pt>
                <c:pt idx="6168">
                  <c:v>3</c:v>
                </c:pt>
                <c:pt idx="6169">
                  <c:v>2</c:v>
                </c:pt>
                <c:pt idx="6170">
                  <c:v>2</c:v>
                </c:pt>
                <c:pt idx="6171">
                  <c:v>4</c:v>
                </c:pt>
                <c:pt idx="6172">
                  <c:v>10</c:v>
                </c:pt>
                <c:pt idx="6173">
                  <c:v>13</c:v>
                </c:pt>
                <c:pt idx="6174">
                  <c:v>7</c:v>
                </c:pt>
                <c:pt idx="6175">
                  <c:v>17</c:v>
                </c:pt>
                <c:pt idx="6176">
                  <c:v>1</c:v>
                </c:pt>
                <c:pt idx="6177">
                  <c:v>1</c:v>
                </c:pt>
                <c:pt idx="6178">
                  <c:v>2</c:v>
                </c:pt>
                <c:pt idx="6179">
                  <c:v>10</c:v>
                </c:pt>
                <c:pt idx="6180">
                  <c:v>3</c:v>
                </c:pt>
                <c:pt idx="6181">
                  <c:v>2</c:v>
                </c:pt>
                <c:pt idx="6182">
                  <c:v>3</c:v>
                </c:pt>
                <c:pt idx="6183">
                  <c:v>6</c:v>
                </c:pt>
                <c:pt idx="6184">
                  <c:v>4</c:v>
                </c:pt>
                <c:pt idx="6185">
                  <c:v>9</c:v>
                </c:pt>
                <c:pt idx="6186">
                  <c:v>20</c:v>
                </c:pt>
                <c:pt idx="6187">
                  <c:v>3</c:v>
                </c:pt>
                <c:pt idx="6188">
                  <c:v>2</c:v>
                </c:pt>
                <c:pt idx="6189">
                  <c:v>4</c:v>
                </c:pt>
                <c:pt idx="6190">
                  <c:v>4</c:v>
                </c:pt>
                <c:pt idx="6191">
                  <c:v>2</c:v>
                </c:pt>
                <c:pt idx="6192">
                  <c:v>3</c:v>
                </c:pt>
                <c:pt idx="6193">
                  <c:v>12</c:v>
                </c:pt>
                <c:pt idx="6194">
                  <c:v>2</c:v>
                </c:pt>
                <c:pt idx="6195">
                  <c:v>1</c:v>
                </c:pt>
                <c:pt idx="6196">
                  <c:v>2</c:v>
                </c:pt>
                <c:pt idx="6197">
                  <c:v>2</c:v>
                </c:pt>
                <c:pt idx="6198">
                  <c:v>1</c:v>
                </c:pt>
                <c:pt idx="6199">
                  <c:v>1</c:v>
                </c:pt>
                <c:pt idx="6200">
                  <c:v>5</c:v>
                </c:pt>
                <c:pt idx="6201">
                  <c:v>2</c:v>
                </c:pt>
                <c:pt idx="6202">
                  <c:v>1</c:v>
                </c:pt>
                <c:pt idx="6203">
                  <c:v>7</c:v>
                </c:pt>
                <c:pt idx="6204">
                  <c:v>1</c:v>
                </c:pt>
                <c:pt idx="6205">
                  <c:v>10</c:v>
                </c:pt>
                <c:pt idx="6206">
                  <c:v>1</c:v>
                </c:pt>
                <c:pt idx="6207">
                  <c:v>3</c:v>
                </c:pt>
                <c:pt idx="6208">
                  <c:v>6</c:v>
                </c:pt>
                <c:pt idx="6209">
                  <c:v>3</c:v>
                </c:pt>
                <c:pt idx="6210">
                  <c:v>2</c:v>
                </c:pt>
                <c:pt idx="6211">
                  <c:v>2</c:v>
                </c:pt>
                <c:pt idx="6212">
                  <c:v>2</c:v>
                </c:pt>
                <c:pt idx="6213">
                  <c:v>2</c:v>
                </c:pt>
                <c:pt idx="6214">
                  <c:v>7</c:v>
                </c:pt>
                <c:pt idx="6215">
                  <c:v>2</c:v>
                </c:pt>
                <c:pt idx="6216">
                  <c:v>2</c:v>
                </c:pt>
                <c:pt idx="6217">
                  <c:v>1</c:v>
                </c:pt>
                <c:pt idx="6218">
                  <c:v>4</c:v>
                </c:pt>
                <c:pt idx="6219">
                  <c:v>2</c:v>
                </c:pt>
                <c:pt idx="6220">
                  <c:v>4</c:v>
                </c:pt>
                <c:pt idx="6221">
                  <c:v>2</c:v>
                </c:pt>
                <c:pt idx="6222">
                  <c:v>5</c:v>
                </c:pt>
                <c:pt idx="6223">
                  <c:v>5</c:v>
                </c:pt>
                <c:pt idx="6224">
                  <c:v>15</c:v>
                </c:pt>
                <c:pt idx="6225">
                  <c:v>2</c:v>
                </c:pt>
                <c:pt idx="6226">
                  <c:v>2</c:v>
                </c:pt>
                <c:pt idx="6227">
                  <c:v>4</c:v>
                </c:pt>
                <c:pt idx="6228">
                  <c:v>3</c:v>
                </c:pt>
                <c:pt idx="6229">
                  <c:v>8</c:v>
                </c:pt>
                <c:pt idx="6230">
                  <c:v>3</c:v>
                </c:pt>
                <c:pt idx="6231">
                  <c:v>3</c:v>
                </c:pt>
                <c:pt idx="6232">
                  <c:v>1</c:v>
                </c:pt>
                <c:pt idx="6233">
                  <c:v>3</c:v>
                </c:pt>
                <c:pt idx="6234">
                  <c:v>3</c:v>
                </c:pt>
                <c:pt idx="6235">
                  <c:v>2</c:v>
                </c:pt>
                <c:pt idx="6236">
                  <c:v>2</c:v>
                </c:pt>
                <c:pt idx="6237">
                  <c:v>3</c:v>
                </c:pt>
                <c:pt idx="6238">
                  <c:v>1</c:v>
                </c:pt>
                <c:pt idx="6239">
                  <c:v>7</c:v>
                </c:pt>
                <c:pt idx="6240">
                  <c:v>5</c:v>
                </c:pt>
                <c:pt idx="6241">
                  <c:v>2</c:v>
                </c:pt>
                <c:pt idx="6242">
                  <c:v>2</c:v>
                </c:pt>
                <c:pt idx="6243">
                  <c:v>9</c:v>
                </c:pt>
                <c:pt idx="6244">
                  <c:v>2</c:v>
                </c:pt>
                <c:pt idx="6245">
                  <c:v>6</c:v>
                </c:pt>
                <c:pt idx="6246">
                  <c:v>6</c:v>
                </c:pt>
                <c:pt idx="6247">
                  <c:v>4</c:v>
                </c:pt>
                <c:pt idx="6248">
                  <c:v>2</c:v>
                </c:pt>
                <c:pt idx="6249">
                  <c:v>4</c:v>
                </c:pt>
                <c:pt idx="6250">
                  <c:v>11</c:v>
                </c:pt>
                <c:pt idx="6251">
                  <c:v>2</c:v>
                </c:pt>
                <c:pt idx="6252">
                  <c:v>3</c:v>
                </c:pt>
                <c:pt idx="6253">
                  <c:v>5</c:v>
                </c:pt>
                <c:pt idx="6254">
                  <c:v>1</c:v>
                </c:pt>
                <c:pt idx="6255">
                  <c:v>10</c:v>
                </c:pt>
                <c:pt idx="6256">
                  <c:v>8</c:v>
                </c:pt>
                <c:pt idx="6257">
                  <c:v>14</c:v>
                </c:pt>
                <c:pt idx="6258">
                  <c:v>4</c:v>
                </c:pt>
                <c:pt idx="6259">
                  <c:v>5</c:v>
                </c:pt>
                <c:pt idx="6260">
                  <c:v>3</c:v>
                </c:pt>
                <c:pt idx="6261">
                  <c:v>2</c:v>
                </c:pt>
                <c:pt idx="6262">
                  <c:v>1</c:v>
                </c:pt>
                <c:pt idx="6263">
                  <c:v>2</c:v>
                </c:pt>
                <c:pt idx="6264">
                  <c:v>2</c:v>
                </c:pt>
                <c:pt idx="6265">
                  <c:v>4</c:v>
                </c:pt>
                <c:pt idx="6266">
                  <c:v>1</c:v>
                </c:pt>
                <c:pt idx="6267">
                  <c:v>4</c:v>
                </c:pt>
                <c:pt idx="6268">
                  <c:v>2</c:v>
                </c:pt>
                <c:pt idx="6269">
                  <c:v>2</c:v>
                </c:pt>
                <c:pt idx="6270">
                  <c:v>3</c:v>
                </c:pt>
                <c:pt idx="6271">
                  <c:v>2</c:v>
                </c:pt>
                <c:pt idx="6272">
                  <c:v>1</c:v>
                </c:pt>
                <c:pt idx="6273">
                  <c:v>2</c:v>
                </c:pt>
                <c:pt idx="6274">
                  <c:v>2</c:v>
                </c:pt>
                <c:pt idx="6275">
                  <c:v>2</c:v>
                </c:pt>
                <c:pt idx="6276">
                  <c:v>3</c:v>
                </c:pt>
                <c:pt idx="6277">
                  <c:v>3</c:v>
                </c:pt>
                <c:pt idx="6278">
                  <c:v>2</c:v>
                </c:pt>
                <c:pt idx="6279">
                  <c:v>2</c:v>
                </c:pt>
                <c:pt idx="6280">
                  <c:v>3</c:v>
                </c:pt>
                <c:pt idx="6281">
                  <c:v>2</c:v>
                </c:pt>
                <c:pt idx="6282">
                  <c:v>5</c:v>
                </c:pt>
                <c:pt idx="6283">
                  <c:v>7</c:v>
                </c:pt>
                <c:pt idx="6284">
                  <c:v>4</c:v>
                </c:pt>
                <c:pt idx="6285">
                  <c:v>1</c:v>
                </c:pt>
                <c:pt idx="6286">
                  <c:v>1</c:v>
                </c:pt>
                <c:pt idx="6287">
                  <c:v>5</c:v>
                </c:pt>
                <c:pt idx="6288">
                  <c:v>1</c:v>
                </c:pt>
                <c:pt idx="6289">
                  <c:v>5</c:v>
                </c:pt>
                <c:pt idx="6290">
                  <c:v>3</c:v>
                </c:pt>
                <c:pt idx="6291">
                  <c:v>5</c:v>
                </c:pt>
                <c:pt idx="6292">
                  <c:v>1</c:v>
                </c:pt>
                <c:pt idx="6293">
                  <c:v>6</c:v>
                </c:pt>
                <c:pt idx="6294">
                  <c:v>7</c:v>
                </c:pt>
                <c:pt idx="6295">
                  <c:v>11</c:v>
                </c:pt>
                <c:pt idx="6296">
                  <c:v>8</c:v>
                </c:pt>
                <c:pt idx="6297">
                  <c:v>3</c:v>
                </c:pt>
                <c:pt idx="6298">
                  <c:v>2</c:v>
                </c:pt>
                <c:pt idx="6299">
                  <c:v>2</c:v>
                </c:pt>
                <c:pt idx="6300">
                  <c:v>2</c:v>
                </c:pt>
                <c:pt idx="6301">
                  <c:v>8</c:v>
                </c:pt>
                <c:pt idx="6302">
                  <c:v>7</c:v>
                </c:pt>
                <c:pt idx="6303">
                  <c:v>5</c:v>
                </c:pt>
                <c:pt idx="6304">
                  <c:v>4</c:v>
                </c:pt>
                <c:pt idx="6305">
                  <c:v>3</c:v>
                </c:pt>
                <c:pt idx="6306">
                  <c:v>3</c:v>
                </c:pt>
                <c:pt idx="6307">
                  <c:v>7</c:v>
                </c:pt>
                <c:pt idx="6308">
                  <c:v>8</c:v>
                </c:pt>
                <c:pt idx="6309">
                  <c:v>8</c:v>
                </c:pt>
                <c:pt idx="6310">
                  <c:v>3</c:v>
                </c:pt>
                <c:pt idx="6311">
                  <c:v>7</c:v>
                </c:pt>
                <c:pt idx="6312">
                  <c:v>3</c:v>
                </c:pt>
                <c:pt idx="6313">
                  <c:v>3</c:v>
                </c:pt>
                <c:pt idx="6314">
                  <c:v>1</c:v>
                </c:pt>
                <c:pt idx="6315">
                  <c:v>3</c:v>
                </c:pt>
                <c:pt idx="6316">
                  <c:v>6</c:v>
                </c:pt>
                <c:pt idx="6317">
                  <c:v>2</c:v>
                </c:pt>
                <c:pt idx="6318">
                  <c:v>12</c:v>
                </c:pt>
                <c:pt idx="6319">
                  <c:v>4</c:v>
                </c:pt>
                <c:pt idx="6320">
                  <c:v>1</c:v>
                </c:pt>
                <c:pt idx="6321">
                  <c:v>1</c:v>
                </c:pt>
                <c:pt idx="6322">
                  <c:v>2</c:v>
                </c:pt>
                <c:pt idx="6323">
                  <c:v>3</c:v>
                </c:pt>
                <c:pt idx="6324">
                  <c:v>4</c:v>
                </c:pt>
                <c:pt idx="6325">
                  <c:v>6</c:v>
                </c:pt>
                <c:pt idx="6326">
                  <c:v>2</c:v>
                </c:pt>
                <c:pt idx="6327">
                  <c:v>9</c:v>
                </c:pt>
                <c:pt idx="6328">
                  <c:v>2</c:v>
                </c:pt>
                <c:pt idx="6329">
                  <c:v>4</c:v>
                </c:pt>
                <c:pt idx="6330">
                  <c:v>1</c:v>
                </c:pt>
                <c:pt idx="6331">
                  <c:v>4</c:v>
                </c:pt>
                <c:pt idx="6332">
                  <c:v>2</c:v>
                </c:pt>
                <c:pt idx="6333">
                  <c:v>2</c:v>
                </c:pt>
                <c:pt idx="6334">
                  <c:v>1</c:v>
                </c:pt>
                <c:pt idx="6335">
                  <c:v>11</c:v>
                </c:pt>
                <c:pt idx="6336">
                  <c:v>3</c:v>
                </c:pt>
                <c:pt idx="6337">
                  <c:v>2</c:v>
                </c:pt>
                <c:pt idx="6338">
                  <c:v>3</c:v>
                </c:pt>
                <c:pt idx="6339">
                  <c:v>3</c:v>
                </c:pt>
                <c:pt idx="6340">
                  <c:v>2</c:v>
                </c:pt>
                <c:pt idx="6341">
                  <c:v>1</c:v>
                </c:pt>
                <c:pt idx="6342">
                  <c:v>2</c:v>
                </c:pt>
                <c:pt idx="6343">
                  <c:v>1</c:v>
                </c:pt>
                <c:pt idx="6344">
                  <c:v>5</c:v>
                </c:pt>
                <c:pt idx="6345">
                  <c:v>39</c:v>
                </c:pt>
                <c:pt idx="6346">
                  <c:v>4</c:v>
                </c:pt>
                <c:pt idx="6347">
                  <c:v>2</c:v>
                </c:pt>
                <c:pt idx="6348">
                  <c:v>1</c:v>
                </c:pt>
                <c:pt idx="6349">
                  <c:v>2</c:v>
                </c:pt>
                <c:pt idx="6350">
                  <c:v>9</c:v>
                </c:pt>
                <c:pt idx="6351">
                  <c:v>6</c:v>
                </c:pt>
                <c:pt idx="6352">
                  <c:v>4</c:v>
                </c:pt>
                <c:pt idx="6353">
                  <c:v>2</c:v>
                </c:pt>
                <c:pt idx="6354">
                  <c:v>8</c:v>
                </c:pt>
                <c:pt idx="6355">
                  <c:v>3</c:v>
                </c:pt>
                <c:pt idx="6356">
                  <c:v>3</c:v>
                </c:pt>
                <c:pt idx="6357">
                  <c:v>2</c:v>
                </c:pt>
                <c:pt idx="6358">
                  <c:v>2</c:v>
                </c:pt>
                <c:pt idx="6359">
                  <c:v>5</c:v>
                </c:pt>
                <c:pt idx="6360">
                  <c:v>3</c:v>
                </c:pt>
                <c:pt idx="6361">
                  <c:v>4</c:v>
                </c:pt>
                <c:pt idx="6362">
                  <c:v>3</c:v>
                </c:pt>
                <c:pt idx="6363">
                  <c:v>2</c:v>
                </c:pt>
                <c:pt idx="6364">
                  <c:v>4</c:v>
                </c:pt>
                <c:pt idx="6365">
                  <c:v>1</c:v>
                </c:pt>
                <c:pt idx="6366">
                  <c:v>3</c:v>
                </c:pt>
                <c:pt idx="6367">
                  <c:v>2</c:v>
                </c:pt>
                <c:pt idx="6368">
                  <c:v>4</c:v>
                </c:pt>
                <c:pt idx="6369">
                  <c:v>3</c:v>
                </c:pt>
                <c:pt idx="6370">
                  <c:v>9</c:v>
                </c:pt>
                <c:pt idx="6371">
                  <c:v>9</c:v>
                </c:pt>
                <c:pt idx="6372">
                  <c:v>2</c:v>
                </c:pt>
                <c:pt idx="6373">
                  <c:v>2</c:v>
                </c:pt>
                <c:pt idx="6374">
                  <c:v>1</c:v>
                </c:pt>
                <c:pt idx="6375">
                  <c:v>2</c:v>
                </c:pt>
                <c:pt idx="6376">
                  <c:v>4</c:v>
                </c:pt>
                <c:pt idx="6377">
                  <c:v>9</c:v>
                </c:pt>
                <c:pt idx="6378">
                  <c:v>7</c:v>
                </c:pt>
                <c:pt idx="6379">
                  <c:v>5</c:v>
                </c:pt>
                <c:pt idx="6380">
                  <c:v>6</c:v>
                </c:pt>
                <c:pt idx="6381">
                  <c:v>1</c:v>
                </c:pt>
                <c:pt idx="6382">
                  <c:v>1</c:v>
                </c:pt>
                <c:pt idx="6383">
                  <c:v>2</c:v>
                </c:pt>
                <c:pt idx="6384">
                  <c:v>5</c:v>
                </c:pt>
                <c:pt idx="6385">
                  <c:v>1</c:v>
                </c:pt>
                <c:pt idx="6386">
                  <c:v>1</c:v>
                </c:pt>
                <c:pt idx="6387">
                  <c:v>2</c:v>
                </c:pt>
                <c:pt idx="6388">
                  <c:v>1</c:v>
                </c:pt>
                <c:pt idx="6389">
                  <c:v>3</c:v>
                </c:pt>
                <c:pt idx="6390">
                  <c:v>1</c:v>
                </c:pt>
                <c:pt idx="6391">
                  <c:v>2</c:v>
                </c:pt>
                <c:pt idx="6392">
                  <c:v>6</c:v>
                </c:pt>
                <c:pt idx="6393">
                  <c:v>4</c:v>
                </c:pt>
                <c:pt idx="6394">
                  <c:v>3</c:v>
                </c:pt>
                <c:pt idx="6395">
                  <c:v>3</c:v>
                </c:pt>
                <c:pt idx="6396">
                  <c:v>5</c:v>
                </c:pt>
                <c:pt idx="6397">
                  <c:v>2</c:v>
                </c:pt>
                <c:pt idx="6398">
                  <c:v>8</c:v>
                </c:pt>
                <c:pt idx="6399">
                  <c:v>2</c:v>
                </c:pt>
                <c:pt idx="6400">
                  <c:v>3</c:v>
                </c:pt>
                <c:pt idx="6401">
                  <c:v>2</c:v>
                </c:pt>
                <c:pt idx="6402">
                  <c:v>1</c:v>
                </c:pt>
                <c:pt idx="6403">
                  <c:v>9</c:v>
                </c:pt>
                <c:pt idx="6404">
                  <c:v>1</c:v>
                </c:pt>
                <c:pt idx="6405">
                  <c:v>2</c:v>
                </c:pt>
                <c:pt idx="6406">
                  <c:v>8</c:v>
                </c:pt>
                <c:pt idx="6407">
                  <c:v>4</c:v>
                </c:pt>
                <c:pt idx="6408">
                  <c:v>2</c:v>
                </c:pt>
                <c:pt idx="6409">
                  <c:v>2</c:v>
                </c:pt>
                <c:pt idx="6410">
                  <c:v>22</c:v>
                </c:pt>
                <c:pt idx="6411">
                  <c:v>3</c:v>
                </c:pt>
                <c:pt idx="6412">
                  <c:v>5</c:v>
                </c:pt>
                <c:pt idx="6413">
                  <c:v>2</c:v>
                </c:pt>
                <c:pt idx="6414">
                  <c:v>2</c:v>
                </c:pt>
                <c:pt idx="6415">
                  <c:v>2</c:v>
                </c:pt>
                <c:pt idx="6416">
                  <c:v>1</c:v>
                </c:pt>
                <c:pt idx="6417">
                  <c:v>2</c:v>
                </c:pt>
                <c:pt idx="6418">
                  <c:v>3</c:v>
                </c:pt>
                <c:pt idx="6419">
                  <c:v>2</c:v>
                </c:pt>
                <c:pt idx="6420">
                  <c:v>2</c:v>
                </c:pt>
                <c:pt idx="6421">
                  <c:v>1</c:v>
                </c:pt>
                <c:pt idx="6422">
                  <c:v>1</c:v>
                </c:pt>
                <c:pt idx="6423">
                  <c:v>1</c:v>
                </c:pt>
                <c:pt idx="6424">
                  <c:v>2</c:v>
                </c:pt>
                <c:pt idx="6425">
                  <c:v>2</c:v>
                </c:pt>
                <c:pt idx="6426">
                  <c:v>5</c:v>
                </c:pt>
                <c:pt idx="6427">
                  <c:v>2</c:v>
                </c:pt>
                <c:pt idx="6428">
                  <c:v>2</c:v>
                </c:pt>
                <c:pt idx="6429">
                  <c:v>3</c:v>
                </c:pt>
                <c:pt idx="6430">
                  <c:v>1</c:v>
                </c:pt>
                <c:pt idx="6431">
                  <c:v>2</c:v>
                </c:pt>
                <c:pt idx="6432">
                  <c:v>6</c:v>
                </c:pt>
                <c:pt idx="6433">
                  <c:v>1</c:v>
                </c:pt>
                <c:pt idx="6434">
                  <c:v>6</c:v>
                </c:pt>
                <c:pt idx="6435">
                  <c:v>1</c:v>
                </c:pt>
                <c:pt idx="6436">
                  <c:v>2</c:v>
                </c:pt>
                <c:pt idx="6437">
                  <c:v>2</c:v>
                </c:pt>
                <c:pt idx="6438">
                  <c:v>5</c:v>
                </c:pt>
                <c:pt idx="6439">
                  <c:v>4</c:v>
                </c:pt>
                <c:pt idx="6440">
                  <c:v>3</c:v>
                </c:pt>
                <c:pt idx="6441">
                  <c:v>1</c:v>
                </c:pt>
                <c:pt idx="6442">
                  <c:v>2</c:v>
                </c:pt>
                <c:pt idx="6443">
                  <c:v>5</c:v>
                </c:pt>
                <c:pt idx="6444">
                  <c:v>1</c:v>
                </c:pt>
                <c:pt idx="6445">
                  <c:v>7</c:v>
                </c:pt>
                <c:pt idx="6446">
                  <c:v>3</c:v>
                </c:pt>
                <c:pt idx="6447">
                  <c:v>3</c:v>
                </c:pt>
                <c:pt idx="6448">
                  <c:v>2</c:v>
                </c:pt>
                <c:pt idx="6449">
                  <c:v>13</c:v>
                </c:pt>
                <c:pt idx="6450">
                  <c:v>2</c:v>
                </c:pt>
                <c:pt idx="6451">
                  <c:v>3</c:v>
                </c:pt>
                <c:pt idx="6452">
                  <c:v>2</c:v>
                </c:pt>
                <c:pt idx="6453">
                  <c:v>5</c:v>
                </c:pt>
                <c:pt idx="6454">
                  <c:v>4</c:v>
                </c:pt>
                <c:pt idx="6455">
                  <c:v>19</c:v>
                </c:pt>
                <c:pt idx="6456">
                  <c:v>2</c:v>
                </c:pt>
                <c:pt idx="6457">
                  <c:v>3</c:v>
                </c:pt>
                <c:pt idx="6458">
                  <c:v>16</c:v>
                </c:pt>
                <c:pt idx="6459">
                  <c:v>1</c:v>
                </c:pt>
                <c:pt idx="6460">
                  <c:v>1</c:v>
                </c:pt>
                <c:pt idx="6461">
                  <c:v>1</c:v>
                </c:pt>
                <c:pt idx="6462">
                  <c:v>2</c:v>
                </c:pt>
                <c:pt idx="6463">
                  <c:v>1</c:v>
                </c:pt>
                <c:pt idx="6464">
                  <c:v>2</c:v>
                </c:pt>
                <c:pt idx="6465">
                  <c:v>1</c:v>
                </c:pt>
                <c:pt idx="6466">
                  <c:v>2</c:v>
                </c:pt>
                <c:pt idx="6467">
                  <c:v>1</c:v>
                </c:pt>
                <c:pt idx="6468">
                  <c:v>1</c:v>
                </c:pt>
                <c:pt idx="6469">
                  <c:v>5</c:v>
                </c:pt>
                <c:pt idx="6470">
                  <c:v>3</c:v>
                </c:pt>
                <c:pt idx="6471">
                  <c:v>6</c:v>
                </c:pt>
                <c:pt idx="6472">
                  <c:v>2</c:v>
                </c:pt>
                <c:pt idx="6473">
                  <c:v>3</c:v>
                </c:pt>
                <c:pt idx="6474">
                  <c:v>5</c:v>
                </c:pt>
                <c:pt idx="6475">
                  <c:v>5</c:v>
                </c:pt>
                <c:pt idx="6476">
                  <c:v>3</c:v>
                </c:pt>
                <c:pt idx="6477">
                  <c:v>2</c:v>
                </c:pt>
                <c:pt idx="6478">
                  <c:v>1</c:v>
                </c:pt>
                <c:pt idx="6479">
                  <c:v>2</c:v>
                </c:pt>
                <c:pt idx="6480">
                  <c:v>11</c:v>
                </c:pt>
                <c:pt idx="6481">
                  <c:v>2</c:v>
                </c:pt>
                <c:pt idx="6482">
                  <c:v>6</c:v>
                </c:pt>
                <c:pt idx="6483">
                  <c:v>2</c:v>
                </c:pt>
                <c:pt idx="6484">
                  <c:v>2</c:v>
                </c:pt>
                <c:pt idx="6485">
                  <c:v>1</c:v>
                </c:pt>
                <c:pt idx="6486">
                  <c:v>1</c:v>
                </c:pt>
                <c:pt idx="6487">
                  <c:v>7</c:v>
                </c:pt>
                <c:pt idx="6488">
                  <c:v>4</c:v>
                </c:pt>
                <c:pt idx="6489">
                  <c:v>4</c:v>
                </c:pt>
                <c:pt idx="6490">
                  <c:v>1</c:v>
                </c:pt>
                <c:pt idx="6491">
                  <c:v>1</c:v>
                </c:pt>
                <c:pt idx="6492">
                  <c:v>1</c:v>
                </c:pt>
                <c:pt idx="6493">
                  <c:v>2</c:v>
                </c:pt>
                <c:pt idx="6494">
                  <c:v>2</c:v>
                </c:pt>
                <c:pt idx="6495">
                  <c:v>7</c:v>
                </c:pt>
                <c:pt idx="6496">
                  <c:v>3</c:v>
                </c:pt>
                <c:pt idx="6497">
                  <c:v>2</c:v>
                </c:pt>
                <c:pt idx="6498">
                  <c:v>7</c:v>
                </c:pt>
                <c:pt idx="6499">
                  <c:v>3</c:v>
                </c:pt>
                <c:pt idx="6500">
                  <c:v>3</c:v>
                </c:pt>
                <c:pt idx="6501">
                  <c:v>2</c:v>
                </c:pt>
                <c:pt idx="6502">
                  <c:v>4</c:v>
                </c:pt>
                <c:pt idx="6503">
                  <c:v>1</c:v>
                </c:pt>
                <c:pt idx="6504">
                  <c:v>1</c:v>
                </c:pt>
                <c:pt idx="6505">
                  <c:v>8</c:v>
                </c:pt>
                <c:pt idx="6506">
                  <c:v>5</c:v>
                </c:pt>
                <c:pt idx="6507">
                  <c:v>5</c:v>
                </c:pt>
                <c:pt idx="6508">
                  <c:v>10</c:v>
                </c:pt>
                <c:pt idx="6509">
                  <c:v>2</c:v>
                </c:pt>
                <c:pt idx="6510">
                  <c:v>4</c:v>
                </c:pt>
                <c:pt idx="6511">
                  <c:v>2</c:v>
                </c:pt>
                <c:pt idx="6512">
                  <c:v>4</c:v>
                </c:pt>
                <c:pt idx="6513">
                  <c:v>1</c:v>
                </c:pt>
                <c:pt idx="6514">
                  <c:v>1</c:v>
                </c:pt>
                <c:pt idx="6515">
                  <c:v>1</c:v>
                </c:pt>
                <c:pt idx="6516">
                  <c:v>5</c:v>
                </c:pt>
                <c:pt idx="6517">
                  <c:v>2</c:v>
                </c:pt>
                <c:pt idx="6518">
                  <c:v>2</c:v>
                </c:pt>
                <c:pt idx="6519">
                  <c:v>2</c:v>
                </c:pt>
                <c:pt idx="6520">
                  <c:v>6</c:v>
                </c:pt>
                <c:pt idx="6521">
                  <c:v>3</c:v>
                </c:pt>
                <c:pt idx="6522">
                  <c:v>3</c:v>
                </c:pt>
                <c:pt idx="6523">
                  <c:v>2</c:v>
                </c:pt>
                <c:pt idx="6524">
                  <c:v>7</c:v>
                </c:pt>
                <c:pt idx="6525">
                  <c:v>7</c:v>
                </c:pt>
                <c:pt idx="6526">
                  <c:v>1</c:v>
                </c:pt>
                <c:pt idx="6527">
                  <c:v>3</c:v>
                </c:pt>
                <c:pt idx="6528">
                  <c:v>13</c:v>
                </c:pt>
                <c:pt idx="6529">
                  <c:v>2</c:v>
                </c:pt>
                <c:pt idx="6530">
                  <c:v>2</c:v>
                </c:pt>
                <c:pt idx="6531">
                  <c:v>1</c:v>
                </c:pt>
                <c:pt idx="6532">
                  <c:v>1</c:v>
                </c:pt>
                <c:pt idx="6533">
                  <c:v>1</c:v>
                </c:pt>
                <c:pt idx="6534">
                  <c:v>1</c:v>
                </c:pt>
                <c:pt idx="6535">
                  <c:v>1</c:v>
                </c:pt>
                <c:pt idx="6536">
                  <c:v>3</c:v>
                </c:pt>
                <c:pt idx="6537">
                  <c:v>2</c:v>
                </c:pt>
                <c:pt idx="6538">
                  <c:v>3</c:v>
                </c:pt>
                <c:pt idx="6539">
                  <c:v>3</c:v>
                </c:pt>
                <c:pt idx="6540">
                  <c:v>1</c:v>
                </c:pt>
                <c:pt idx="6541">
                  <c:v>1</c:v>
                </c:pt>
                <c:pt idx="6542">
                  <c:v>1</c:v>
                </c:pt>
                <c:pt idx="6543">
                  <c:v>3</c:v>
                </c:pt>
                <c:pt idx="6544">
                  <c:v>6</c:v>
                </c:pt>
                <c:pt idx="6545">
                  <c:v>1</c:v>
                </c:pt>
                <c:pt idx="6546">
                  <c:v>2</c:v>
                </c:pt>
                <c:pt idx="6547">
                  <c:v>2</c:v>
                </c:pt>
                <c:pt idx="6548">
                  <c:v>4</c:v>
                </c:pt>
                <c:pt idx="6549">
                  <c:v>2</c:v>
                </c:pt>
                <c:pt idx="6550">
                  <c:v>2</c:v>
                </c:pt>
                <c:pt idx="6551">
                  <c:v>3</c:v>
                </c:pt>
                <c:pt idx="6552">
                  <c:v>3</c:v>
                </c:pt>
                <c:pt idx="6553">
                  <c:v>2</c:v>
                </c:pt>
                <c:pt idx="6554">
                  <c:v>1</c:v>
                </c:pt>
                <c:pt idx="6555">
                  <c:v>11</c:v>
                </c:pt>
                <c:pt idx="6556">
                  <c:v>3</c:v>
                </c:pt>
                <c:pt idx="6557">
                  <c:v>10</c:v>
                </c:pt>
                <c:pt idx="6558">
                  <c:v>1</c:v>
                </c:pt>
                <c:pt idx="6559">
                  <c:v>3</c:v>
                </c:pt>
                <c:pt idx="6560">
                  <c:v>3</c:v>
                </c:pt>
                <c:pt idx="6561">
                  <c:v>5</c:v>
                </c:pt>
                <c:pt idx="6562">
                  <c:v>3</c:v>
                </c:pt>
                <c:pt idx="6563">
                  <c:v>3</c:v>
                </c:pt>
                <c:pt idx="6564">
                  <c:v>1</c:v>
                </c:pt>
                <c:pt idx="6565">
                  <c:v>2</c:v>
                </c:pt>
                <c:pt idx="6566">
                  <c:v>7</c:v>
                </c:pt>
                <c:pt idx="6567">
                  <c:v>19</c:v>
                </c:pt>
                <c:pt idx="6568">
                  <c:v>3</c:v>
                </c:pt>
                <c:pt idx="6569">
                  <c:v>1</c:v>
                </c:pt>
                <c:pt idx="6570">
                  <c:v>2</c:v>
                </c:pt>
                <c:pt idx="6571">
                  <c:v>2</c:v>
                </c:pt>
                <c:pt idx="6572">
                  <c:v>3</c:v>
                </c:pt>
                <c:pt idx="6573">
                  <c:v>3</c:v>
                </c:pt>
                <c:pt idx="6574">
                  <c:v>3</c:v>
                </c:pt>
                <c:pt idx="6575">
                  <c:v>3</c:v>
                </c:pt>
                <c:pt idx="6576">
                  <c:v>37</c:v>
                </c:pt>
                <c:pt idx="6577">
                  <c:v>3</c:v>
                </c:pt>
                <c:pt idx="6578">
                  <c:v>6</c:v>
                </c:pt>
                <c:pt idx="6579">
                  <c:v>2</c:v>
                </c:pt>
                <c:pt idx="6580">
                  <c:v>3</c:v>
                </c:pt>
                <c:pt idx="6581">
                  <c:v>2</c:v>
                </c:pt>
                <c:pt idx="6582">
                  <c:v>2</c:v>
                </c:pt>
                <c:pt idx="6583">
                  <c:v>5</c:v>
                </c:pt>
                <c:pt idx="6584">
                  <c:v>1</c:v>
                </c:pt>
                <c:pt idx="6585">
                  <c:v>2</c:v>
                </c:pt>
                <c:pt idx="6586">
                  <c:v>2</c:v>
                </c:pt>
                <c:pt idx="6587">
                  <c:v>3</c:v>
                </c:pt>
                <c:pt idx="6588">
                  <c:v>6</c:v>
                </c:pt>
                <c:pt idx="6589">
                  <c:v>2</c:v>
                </c:pt>
                <c:pt idx="6590">
                  <c:v>3</c:v>
                </c:pt>
                <c:pt idx="6591">
                  <c:v>6</c:v>
                </c:pt>
                <c:pt idx="6592">
                  <c:v>2</c:v>
                </c:pt>
                <c:pt idx="6593">
                  <c:v>3</c:v>
                </c:pt>
                <c:pt idx="6594">
                  <c:v>1</c:v>
                </c:pt>
                <c:pt idx="6595">
                  <c:v>2</c:v>
                </c:pt>
                <c:pt idx="6596">
                  <c:v>14</c:v>
                </c:pt>
                <c:pt idx="6597">
                  <c:v>1</c:v>
                </c:pt>
                <c:pt idx="6598">
                  <c:v>2</c:v>
                </c:pt>
                <c:pt idx="6599">
                  <c:v>2</c:v>
                </c:pt>
                <c:pt idx="6600">
                  <c:v>3</c:v>
                </c:pt>
                <c:pt idx="6601">
                  <c:v>1</c:v>
                </c:pt>
                <c:pt idx="6602">
                  <c:v>7</c:v>
                </c:pt>
                <c:pt idx="6603">
                  <c:v>2</c:v>
                </c:pt>
                <c:pt idx="6604">
                  <c:v>4</c:v>
                </c:pt>
                <c:pt idx="6605">
                  <c:v>1</c:v>
                </c:pt>
                <c:pt idx="6606">
                  <c:v>5</c:v>
                </c:pt>
                <c:pt idx="6607">
                  <c:v>2</c:v>
                </c:pt>
                <c:pt idx="6608">
                  <c:v>2</c:v>
                </c:pt>
                <c:pt idx="6609">
                  <c:v>1</c:v>
                </c:pt>
                <c:pt idx="6610">
                  <c:v>2</c:v>
                </c:pt>
                <c:pt idx="6611">
                  <c:v>1</c:v>
                </c:pt>
                <c:pt idx="6612">
                  <c:v>1</c:v>
                </c:pt>
                <c:pt idx="6613">
                  <c:v>1</c:v>
                </c:pt>
                <c:pt idx="6614">
                  <c:v>1</c:v>
                </c:pt>
                <c:pt idx="6615">
                  <c:v>1</c:v>
                </c:pt>
                <c:pt idx="6616">
                  <c:v>9</c:v>
                </c:pt>
                <c:pt idx="6617">
                  <c:v>2</c:v>
                </c:pt>
                <c:pt idx="6618">
                  <c:v>4</c:v>
                </c:pt>
                <c:pt idx="6619">
                  <c:v>4</c:v>
                </c:pt>
                <c:pt idx="6620">
                  <c:v>2</c:v>
                </c:pt>
                <c:pt idx="6621">
                  <c:v>2</c:v>
                </c:pt>
                <c:pt idx="6622">
                  <c:v>3</c:v>
                </c:pt>
                <c:pt idx="6623">
                  <c:v>5</c:v>
                </c:pt>
                <c:pt idx="6624">
                  <c:v>8</c:v>
                </c:pt>
                <c:pt idx="6625">
                  <c:v>5</c:v>
                </c:pt>
                <c:pt idx="6626">
                  <c:v>1</c:v>
                </c:pt>
                <c:pt idx="6627">
                  <c:v>2</c:v>
                </c:pt>
                <c:pt idx="6628">
                  <c:v>2</c:v>
                </c:pt>
                <c:pt idx="6629">
                  <c:v>1</c:v>
                </c:pt>
                <c:pt idx="6630">
                  <c:v>4</c:v>
                </c:pt>
                <c:pt idx="6631">
                  <c:v>1</c:v>
                </c:pt>
                <c:pt idx="6632">
                  <c:v>1</c:v>
                </c:pt>
                <c:pt idx="6633">
                  <c:v>3</c:v>
                </c:pt>
                <c:pt idx="6634">
                  <c:v>12</c:v>
                </c:pt>
                <c:pt idx="6635">
                  <c:v>2</c:v>
                </c:pt>
                <c:pt idx="6636">
                  <c:v>3</c:v>
                </c:pt>
                <c:pt idx="6637">
                  <c:v>5</c:v>
                </c:pt>
                <c:pt idx="6638">
                  <c:v>2</c:v>
                </c:pt>
                <c:pt idx="6639">
                  <c:v>2</c:v>
                </c:pt>
                <c:pt idx="6640">
                  <c:v>2</c:v>
                </c:pt>
                <c:pt idx="6641">
                  <c:v>5</c:v>
                </c:pt>
                <c:pt idx="6642">
                  <c:v>3</c:v>
                </c:pt>
                <c:pt idx="6643">
                  <c:v>1</c:v>
                </c:pt>
                <c:pt idx="6644">
                  <c:v>2</c:v>
                </c:pt>
                <c:pt idx="6645">
                  <c:v>1</c:v>
                </c:pt>
                <c:pt idx="6646">
                  <c:v>3</c:v>
                </c:pt>
                <c:pt idx="6647">
                  <c:v>6</c:v>
                </c:pt>
                <c:pt idx="6648">
                  <c:v>2</c:v>
                </c:pt>
                <c:pt idx="6649">
                  <c:v>2</c:v>
                </c:pt>
                <c:pt idx="6650">
                  <c:v>1</c:v>
                </c:pt>
                <c:pt idx="6651">
                  <c:v>1</c:v>
                </c:pt>
                <c:pt idx="6652">
                  <c:v>2</c:v>
                </c:pt>
                <c:pt idx="6653">
                  <c:v>6</c:v>
                </c:pt>
                <c:pt idx="6654">
                  <c:v>3</c:v>
                </c:pt>
                <c:pt idx="6655">
                  <c:v>12</c:v>
                </c:pt>
                <c:pt idx="6656">
                  <c:v>8</c:v>
                </c:pt>
                <c:pt idx="6657">
                  <c:v>1</c:v>
                </c:pt>
                <c:pt idx="6658">
                  <c:v>4</c:v>
                </c:pt>
                <c:pt idx="6659">
                  <c:v>3</c:v>
                </c:pt>
                <c:pt idx="6660">
                  <c:v>4</c:v>
                </c:pt>
                <c:pt idx="6661">
                  <c:v>2</c:v>
                </c:pt>
                <c:pt idx="6662">
                  <c:v>3</c:v>
                </c:pt>
                <c:pt idx="6663">
                  <c:v>9</c:v>
                </c:pt>
                <c:pt idx="6664">
                  <c:v>6</c:v>
                </c:pt>
                <c:pt idx="6665">
                  <c:v>3</c:v>
                </c:pt>
                <c:pt idx="6666">
                  <c:v>5</c:v>
                </c:pt>
                <c:pt idx="6667">
                  <c:v>2</c:v>
                </c:pt>
                <c:pt idx="6668">
                  <c:v>2</c:v>
                </c:pt>
                <c:pt idx="6669">
                  <c:v>3</c:v>
                </c:pt>
                <c:pt idx="6670">
                  <c:v>4</c:v>
                </c:pt>
                <c:pt idx="6671">
                  <c:v>2</c:v>
                </c:pt>
                <c:pt idx="6672">
                  <c:v>9</c:v>
                </c:pt>
                <c:pt idx="6673">
                  <c:v>1</c:v>
                </c:pt>
                <c:pt idx="6674">
                  <c:v>5</c:v>
                </c:pt>
                <c:pt idx="6675">
                  <c:v>2</c:v>
                </c:pt>
                <c:pt idx="6676">
                  <c:v>4</c:v>
                </c:pt>
                <c:pt idx="6677">
                  <c:v>6</c:v>
                </c:pt>
                <c:pt idx="6678">
                  <c:v>7</c:v>
                </c:pt>
                <c:pt idx="6679">
                  <c:v>12</c:v>
                </c:pt>
                <c:pt idx="6680">
                  <c:v>2</c:v>
                </c:pt>
                <c:pt idx="6681">
                  <c:v>6</c:v>
                </c:pt>
                <c:pt idx="6682">
                  <c:v>2</c:v>
                </c:pt>
                <c:pt idx="6683">
                  <c:v>3</c:v>
                </c:pt>
                <c:pt idx="6684">
                  <c:v>4</c:v>
                </c:pt>
                <c:pt idx="6685">
                  <c:v>8</c:v>
                </c:pt>
                <c:pt idx="6686">
                  <c:v>5</c:v>
                </c:pt>
                <c:pt idx="6687">
                  <c:v>7</c:v>
                </c:pt>
                <c:pt idx="6688">
                  <c:v>1</c:v>
                </c:pt>
                <c:pt idx="6689">
                  <c:v>4</c:v>
                </c:pt>
                <c:pt idx="6690">
                  <c:v>3</c:v>
                </c:pt>
                <c:pt idx="6691">
                  <c:v>1</c:v>
                </c:pt>
                <c:pt idx="6692">
                  <c:v>2</c:v>
                </c:pt>
                <c:pt idx="6693">
                  <c:v>3</c:v>
                </c:pt>
                <c:pt idx="6694">
                  <c:v>1</c:v>
                </c:pt>
                <c:pt idx="6695">
                  <c:v>3</c:v>
                </c:pt>
                <c:pt idx="6696">
                  <c:v>4</c:v>
                </c:pt>
                <c:pt idx="6697">
                  <c:v>5</c:v>
                </c:pt>
                <c:pt idx="6698">
                  <c:v>4</c:v>
                </c:pt>
                <c:pt idx="6699">
                  <c:v>7</c:v>
                </c:pt>
                <c:pt idx="6700">
                  <c:v>3</c:v>
                </c:pt>
                <c:pt idx="6701">
                  <c:v>2</c:v>
                </c:pt>
                <c:pt idx="6702">
                  <c:v>2</c:v>
                </c:pt>
                <c:pt idx="6703">
                  <c:v>3</c:v>
                </c:pt>
                <c:pt idx="6704">
                  <c:v>3</c:v>
                </c:pt>
                <c:pt idx="6705">
                  <c:v>4</c:v>
                </c:pt>
                <c:pt idx="6706">
                  <c:v>3</c:v>
                </c:pt>
                <c:pt idx="6707">
                  <c:v>3</c:v>
                </c:pt>
                <c:pt idx="6708">
                  <c:v>16</c:v>
                </c:pt>
                <c:pt idx="6709">
                  <c:v>11</c:v>
                </c:pt>
                <c:pt idx="6710">
                  <c:v>2</c:v>
                </c:pt>
                <c:pt idx="6711">
                  <c:v>3</c:v>
                </c:pt>
                <c:pt idx="6712">
                  <c:v>10</c:v>
                </c:pt>
                <c:pt idx="6713">
                  <c:v>7</c:v>
                </c:pt>
                <c:pt idx="6714">
                  <c:v>2</c:v>
                </c:pt>
                <c:pt idx="6715">
                  <c:v>1</c:v>
                </c:pt>
                <c:pt idx="6716">
                  <c:v>4</c:v>
                </c:pt>
                <c:pt idx="6717">
                  <c:v>2</c:v>
                </c:pt>
                <c:pt idx="6718">
                  <c:v>6</c:v>
                </c:pt>
                <c:pt idx="6719">
                  <c:v>3</c:v>
                </c:pt>
                <c:pt idx="6720">
                  <c:v>20</c:v>
                </c:pt>
                <c:pt idx="6721">
                  <c:v>1</c:v>
                </c:pt>
                <c:pt idx="6722">
                  <c:v>3</c:v>
                </c:pt>
                <c:pt idx="6723">
                  <c:v>4</c:v>
                </c:pt>
                <c:pt idx="6724">
                  <c:v>3</c:v>
                </c:pt>
                <c:pt idx="6725">
                  <c:v>3</c:v>
                </c:pt>
                <c:pt idx="6726">
                  <c:v>8</c:v>
                </c:pt>
                <c:pt idx="6727">
                  <c:v>5</c:v>
                </c:pt>
                <c:pt idx="6728">
                  <c:v>3</c:v>
                </c:pt>
                <c:pt idx="6729">
                  <c:v>2</c:v>
                </c:pt>
                <c:pt idx="6730">
                  <c:v>3</c:v>
                </c:pt>
                <c:pt idx="6731">
                  <c:v>5</c:v>
                </c:pt>
                <c:pt idx="6732">
                  <c:v>5</c:v>
                </c:pt>
                <c:pt idx="6733">
                  <c:v>7</c:v>
                </c:pt>
                <c:pt idx="6734">
                  <c:v>3</c:v>
                </c:pt>
                <c:pt idx="6735">
                  <c:v>2</c:v>
                </c:pt>
                <c:pt idx="6736">
                  <c:v>2</c:v>
                </c:pt>
                <c:pt idx="6737">
                  <c:v>3</c:v>
                </c:pt>
                <c:pt idx="6738">
                  <c:v>3</c:v>
                </c:pt>
                <c:pt idx="6739">
                  <c:v>7</c:v>
                </c:pt>
                <c:pt idx="6740">
                  <c:v>3</c:v>
                </c:pt>
                <c:pt idx="6741">
                  <c:v>1</c:v>
                </c:pt>
                <c:pt idx="6742">
                  <c:v>1</c:v>
                </c:pt>
                <c:pt idx="6743">
                  <c:v>2</c:v>
                </c:pt>
                <c:pt idx="6744">
                  <c:v>1</c:v>
                </c:pt>
                <c:pt idx="6745">
                  <c:v>2</c:v>
                </c:pt>
                <c:pt idx="6746">
                  <c:v>2</c:v>
                </c:pt>
                <c:pt idx="6747">
                  <c:v>1</c:v>
                </c:pt>
                <c:pt idx="6748">
                  <c:v>2</c:v>
                </c:pt>
                <c:pt idx="6749">
                  <c:v>3</c:v>
                </c:pt>
                <c:pt idx="6750">
                  <c:v>1</c:v>
                </c:pt>
                <c:pt idx="6751">
                  <c:v>1</c:v>
                </c:pt>
                <c:pt idx="6752">
                  <c:v>2</c:v>
                </c:pt>
                <c:pt idx="6753">
                  <c:v>8</c:v>
                </c:pt>
                <c:pt idx="6754">
                  <c:v>3</c:v>
                </c:pt>
                <c:pt idx="6755">
                  <c:v>3</c:v>
                </c:pt>
                <c:pt idx="6756">
                  <c:v>2</c:v>
                </c:pt>
                <c:pt idx="6757">
                  <c:v>1</c:v>
                </c:pt>
                <c:pt idx="6758">
                  <c:v>4</c:v>
                </c:pt>
                <c:pt idx="6759">
                  <c:v>3</c:v>
                </c:pt>
                <c:pt idx="6760">
                  <c:v>2</c:v>
                </c:pt>
                <c:pt idx="6761">
                  <c:v>3</c:v>
                </c:pt>
                <c:pt idx="6762">
                  <c:v>2</c:v>
                </c:pt>
                <c:pt idx="6763">
                  <c:v>7</c:v>
                </c:pt>
                <c:pt idx="6764">
                  <c:v>5</c:v>
                </c:pt>
                <c:pt idx="6765">
                  <c:v>6</c:v>
                </c:pt>
                <c:pt idx="6766">
                  <c:v>1</c:v>
                </c:pt>
                <c:pt idx="6767">
                  <c:v>2</c:v>
                </c:pt>
                <c:pt idx="6768">
                  <c:v>1</c:v>
                </c:pt>
                <c:pt idx="6769">
                  <c:v>4</c:v>
                </c:pt>
                <c:pt idx="6770">
                  <c:v>2</c:v>
                </c:pt>
                <c:pt idx="6771">
                  <c:v>3</c:v>
                </c:pt>
                <c:pt idx="6772">
                  <c:v>1</c:v>
                </c:pt>
                <c:pt idx="6773">
                  <c:v>1</c:v>
                </c:pt>
                <c:pt idx="6774">
                  <c:v>1</c:v>
                </c:pt>
                <c:pt idx="6775">
                  <c:v>3</c:v>
                </c:pt>
                <c:pt idx="6776">
                  <c:v>3</c:v>
                </c:pt>
                <c:pt idx="6777">
                  <c:v>8</c:v>
                </c:pt>
                <c:pt idx="6778">
                  <c:v>2</c:v>
                </c:pt>
                <c:pt idx="6779">
                  <c:v>3</c:v>
                </c:pt>
                <c:pt idx="6780">
                  <c:v>5</c:v>
                </c:pt>
                <c:pt idx="6781">
                  <c:v>1</c:v>
                </c:pt>
                <c:pt idx="6782">
                  <c:v>4</c:v>
                </c:pt>
                <c:pt idx="6783">
                  <c:v>3</c:v>
                </c:pt>
                <c:pt idx="6784">
                  <c:v>1</c:v>
                </c:pt>
                <c:pt idx="6785">
                  <c:v>2</c:v>
                </c:pt>
                <c:pt idx="6786">
                  <c:v>11</c:v>
                </c:pt>
                <c:pt idx="6787">
                  <c:v>1</c:v>
                </c:pt>
                <c:pt idx="6788">
                  <c:v>2</c:v>
                </c:pt>
                <c:pt idx="6789">
                  <c:v>2</c:v>
                </c:pt>
                <c:pt idx="6790">
                  <c:v>1</c:v>
                </c:pt>
                <c:pt idx="6791">
                  <c:v>1</c:v>
                </c:pt>
                <c:pt idx="6792">
                  <c:v>3</c:v>
                </c:pt>
                <c:pt idx="6793">
                  <c:v>2</c:v>
                </c:pt>
                <c:pt idx="6794">
                  <c:v>5</c:v>
                </c:pt>
                <c:pt idx="6795">
                  <c:v>1</c:v>
                </c:pt>
                <c:pt idx="6796">
                  <c:v>1</c:v>
                </c:pt>
                <c:pt idx="6797">
                  <c:v>2</c:v>
                </c:pt>
                <c:pt idx="6798">
                  <c:v>3</c:v>
                </c:pt>
                <c:pt idx="6799">
                  <c:v>4</c:v>
                </c:pt>
                <c:pt idx="6800">
                  <c:v>3</c:v>
                </c:pt>
                <c:pt idx="6801">
                  <c:v>4</c:v>
                </c:pt>
                <c:pt idx="6802">
                  <c:v>2</c:v>
                </c:pt>
                <c:pt idx="6803">
                  <c:v>2</c:v>
                </c:pt>
                <c:pt idx="6804">
                  <c:v>3</c:v>
                </c:pt>
                <c:pt idx="6805">
                  <c:v>3</c:v>
                </c:pt>
                <c:pt idx="6806">
                  <c:v>11</c:v>
                </c:pt>
                <c:pt idx="6807">
                  <c:v>3</c:v>
                </c:pt>
                <c:pt idx="6808">
                  <c:v>1</c:v>
                </c:pt>
                <c:pt idx="6809">
                  <c:v>5</c:v>
                </c:pt>
                <c:pt idx="6810">
                  <c:v>3</c:v>
                </c:pt>
                <c:pt idx="6811">
                  <c:v>3</c:v>
                </c:pt>
                <c:pt idx="6812">
                  <c:v>9</c:v>
                </c:pt>
                <c:pt idx="6813">
                  <c:v>2</c:v>
                </c:pt>
                <c:pt idx="6814">
                  <c:v>2</c:v>
                </c:pt>
                <c:pt idx="6815">
                  <c:v>10</c:v>
                </c:pt>
                <c:pt idx="6816">
                  <c:v>3</c:v>
                </c:pt>
                <c:pt idx="6817">
                  <c:v>2</c:v>
                </c:pt>
                <c:pt idx="6818">
                  <c:v>1</c:v>
                </c:pt>
                <c:pt idx="6819">
                  <c:v>5</c:v>
                </c:pt>
                <c:pt idx="6820">
                  <c:v>1</c:v>
                </c:pt>
                <c:pt idx="6821">
                  <c:v>1</c:v>
                </c:pt>
                <c:pt idx="6822">
                  <c:v>4</c:v>
                </c:pt>
                <c:pt idx="6823">
                  <c:v>3</c:v>
                </c:pt>
                <c:pt idx="6824">
                  <c:v>7</c:v>
                </c:pt>
                <c:pt idx="6825">
                  <c:v>1</c:v>
                </c:pt>
                <c:pt idx="6826">
                  <c:v>3</c:v>
                </c:pt>
                <c:pt idx="6827">
                  <c:v>4</c:v>
                </c:pt>
                <c:pt idx="6828">
                  <c:v>1</c:v>
                </c:pt>
                <c:pt idx="6829">
                  <c:v>2</c:v>
                </c:pt>
                <c:pt idx="6830">
                  <c:v>1</c:v>
                </c:pt>
                <c:pt idx="6831">
                  <c:v>14</c:v>
                </c:pt>
                <c:pt idx="6832">
                  <c:v>1</c:v>
                </c:pt>
                <c:pt idx="6833">
                  <c:v>4</c:v>
                </c:pt>
                <c:pt idx="6834">
                  <c:v>6</c:v>
                </c:pt>
                <c:pt idx="6835">
                  <c:v>1</c:v>
                </c:pt>
                <c:pt idx="6836">
                  <c:v>11</c:v>
                </c:pt>
                <c:pt idx="6837">
                  <c:v>1</c:v>
                </c:pt>
                <c:pt idx="6838">
                  <c:v>1</c:v>
                </c:pt>
                <c:pt idx="6839">
                  <c:v>1</c:v>
                </c:pt>
                <c:pt idx="6840">
                  <c:v>3</c:v>
                </c:pt>
                <c:pt idx="6841">
                  <c:v>1</c:v>
                </c:pt>
                <c:pt idx="6842">
                  <c:v>1</c:v>
                </c:pt>
                <c:pt idx="6843">
                  <c:v>1</c:v>
                </c:pt>
                <c:pt idx="6844">
                  <c:v>8</c:v>
                </c:pt>
                <c:pt idx="6845">
                  <c:v>1</c:v>
                </c:pt>
                <c:pt idx="6846">
                  <c:v>1</c:v>
                </c:pt>
                <c:pt idx="6847">
                  <c:v>2</c:v>
                </c:pt>
                <c:pt idx="6848">
                  <c:v>3</c:v>
                </c:pt>
                <c:pt idx="6849">
                  <c:v>1</c:v>
                </c:pt>
                <c:pt idx="6850">
                  <c:v>2</c:v>
                </c:pt>
                <c:pt idx="6851">
                  <c:v>4</c:v>
                </c:pt>
                <c:pt idx="6852">
                  <c:v>4</c:v>
                </c:pt>
                <c:pt idx="6853">
                  <c:v>2</c:v>
                </c:pt>
                <c:pt idx="6854">
                  <c:v>2</c:v>
                </c:pt>
                <c:pt idx="6855">
                  <c:v>2</c:v>
                </c:pt>
                <c:pt idx="6856">
                  <c:v>6</c:v>
                </c:pt>
                <c:pt idx="6857">
                  <c:v>3</c:v>
                </c:pt>
                <c:pt idx="6858">
                  <c:v>2</c:v>
                </c:pt>
                <c:pt idx="6859">
                  <c:v>2</c:v>
                </c:pt>
                <c:pt idx="6860">
                  <c:v>2</c:v>
                </c:pt>
                <c:pt idx="6861">
                  <c:v>8</c:v>
                </c:pt>
                <c:pt idx="6862">
                  <c:v>13</c:v>
                </c:pt>
                <c:pt idx="6863">
                  <c:v>4</c:v>
                </c:pt>
                <c:pt idx="6864">
                  <c:v>3</c:v>
                </c:pt>
                <c:pt idx="6865">
                  <c:v>2</c:v>
                </c:pt>
                <c:pt idx="6866">
                  <c:v>3</c:v>
                </c:pt>
                <c:pt idx="6867">
                  <c:v>1</c:v>
                </c:pt>
                <c:pt idx="6868">
                  <c:v>1</c:v>
                </c:pt>
                <c:pt idx="6869">
                  <c:v>2</c:v>
                </c:pt>
                <c:pt idx="6870">
                  <c:v>1</c:v>
                </c:pt>
                <c:pt idx="6871">
                  <c:v>4</c:v>
                </c:pt>
                <c:pt idx="6872">
                  <c:v>1</c:v>
                </c:pt>
                <c:pt idx="6873">
                  <c:v>2</c:v>
                </c:pt>
                <c:pt idx="6874">
                  <c:v>2</c:v>
                </c:pt>
                <c:pt idx="6875">
                  <c:v>3</c:v>
                </c:pt>
                <c:pt idx="6876">
                  <c:v>1</c:v>
                </c:pt>
                <c:pt idx="6877">
                  <c:v>6</c:v>
                </c:pt>
                <c:pt idx="6878">
                  <c:v>5</c:v>
                </c:pt>
                <c:pt idx="6879">
                  <c:v>3</c:v>
                </c:pt>
                <c:pt idx="6880">
                  <c:v>1</c:v>
                </c:pt>
                <c:pt idx="6881">
                  <c:v>2</c:v>
                </c:pt>
                <c:pt idx="6882">
                  <c:v>3</c:v>
                </c:pt>
                <c:pt idx="6883">
                  <c:v>4</c:v>
                </c:pt>
                <c:pt idx="6884">
                  <c:v>4</c:v>
                </c:pt>
                <c:pt idx="6885">
                  <c:v>3</c:v>
                </c:pt>
                <c:pt idx="6886">
                  <c:v>2</c:v>
                </c:pt>
                <c:pt idx="6887">
                  <c:v>2</c:v>
                </c:pt>
                <c:pt idx="6888">
                  <c:v>4</c:v>
                </c:pt>
                <c:pt idx="6889">
                  <c:v>1</c:v>
                </c:pt>
                <c:pt idx="6890">
                  <c:v>1</c:v>
                </c:pt>
                <c:pt idx="6891">
                  <c:v>1</c:v>
                </c:pt>
                <c:pt idx="6892">
                  <c:v>3</c:v>
                </c:pt>
                <c:pt idx="6893">
                  <c:v>1</c:v>
                </c:pt>
                <c:pt idx="6894">
                  <c:v>2</c:v>
                </c:pt>
                <c:pt idx="6895">
                  <c:v>1</c:v>
                </c:pt>
                <c:pt idx="6896">
                  <c:v>2</c:v>
                </c:pt>
                <c:pt idx="6897">
                  <c:v>4</c:v>
                </c:pt>
                <c:pt idx="6898">
                  <c:v>2</c:v>
                </c:pt>
                <c:pt idx="6899">
                  <c:v>1</c:v>
                </c:pt>
                <c:pt idx="6900">
                  <c:v>1</c:v>
                </c:pt>
                <c:pt idx="6901">
                  <c:v>3</c:v>
                </c:pt>
                <c:pt idx="6902">
                  <c:v>2</c:v>
                </c:pt>
                <c:pt idx="6903">
                  <c:v>1</c:v>
                </c:pt>
                <c:pt idx="6904">
                  <c:v>2</c:v>
                </c:pt>
                <c:pt idx="6905">
                  <c:v>2</c:v>
                </c:pt>
                <c:pt idx="6906">
                  <c:v>3</c:v>
                </c:pt>
                <c:pt idx="6907">
                  <c:v>3</c:v>
                </c:pt>
                <c:pt idx="6908">
                  <c:v>1</c:v>
                </c:pt>
                <c:pt idx="6909">
                  <c:v>2</c:v>
                </c:pt>
                <c:pt idx="6910">
                  <c:v>2</c:v>
                </c:pt>
                <c:pt idx="6911">
                  <c:v>11</c:v>
                </c:pt>
                <c:pt idx="6912">
                  <c:v>4</c:v>
                </c:pt>
                <c:pt idx="6913">
                  <c:v>2</c:v>
                </c:pt>
                <c:pt idx="6914">
                  <c:v>1</c:v>
                </c:pt>
                <c:pt idx="6915">
                  <c:v>1</c:v>
                </c:pt>
                <c:pt idx="6916">
                  <c:v>1</c:v>
                </c:pt>
                <c:pt idx="6917">
                  <c:v>5</c:v>
                </c:pt>
                <c:pt idx="6918">
                  <c:v>1</c:v>
                </c:pt>
                <c:pt idx="6919">
                  <c:v>3</c:v>
                </c:pt>
                <c:pt idx="6920">
                  <c:v>2</c:v>
                </c:pt>
                <c:pt idx="6921">
                  <c:v>5</c:v>
                </c:pt>
                <c:pt idx="6922">
                  <c:v>22</c:v>
                </c:pt>
                <c:pt idx="6923">
                  <c:v>19</c:v>
                </c:pt>
                <c:pt idx="6924">
                  <c:v>2</c:v>
                </c:pt>
                <c:pt idx="6925">
                  <c:v>1</c:v>
                </c:pt>
                <c:pt idx="6926">
                  <c:v>2</c:v>
                </c:pt>
                <c:pt idx="6927">
                  <c:v>11</c:v>
                </c:pt>
                <c:pt idx="6928">
                  <c:v>1</c:v>
                </c:pt>
                <c:pt idx="6929">
                  <c:v>1</c:v>
                </c:pt>
                <c:pt idx="6930">
                  <c:v>1</c:v>
                </c:pt>
                <c:pt idx="6931">
                  <c:v>1</c:v>
                </c:pt>
                <c:pt idx="6932">
                  <c:v>1</c:v>
                </c:pt>
                <c:pt idx="6933">
                  <c:v>1</c:v>
                </c:pt>
                <c:pt idx="6934">
                  <c:v>2</c:v>
                </c:pt>
                <c:pt idx="6935">
                  <c:v>6</c:v>
                </c:pt>
                <c:pt idx="6936">
                  <c:v>1</c:v>
                </c:pt>
                <c:pt idx="6937">
                  <c:v>3</c:v>
                </c:pt>
                <c:pt idx="6938">
                  <c:v>4</c:v>
                </c:pt>
                <c:pt idx="6939">
                  <c:v>3</c:v>
                </c:pt>
                <c:pt idx="6940">
                  <c:v>4</c:v>
                </c:pt>
                <c:pt idx="6941">
                  <c:v>2</c:v>
                </c:pt>
                <c:pt idx="6942">
                  <c:v>2</c:v>
                </c:pt>
                <c:pt idx="6943">
                  <c:v>2</c:v>
                </c:pt>
                <c:pt idx="6944">
                  <c:v>6</c:v>
                </c:pt>
                <c:pt idx="6945">
                  <c:v>10</c:v>
                </c:pt>
                <c:pt idx="6946">
                  <c:v>7</c:v>
                </c:pt>
                <c:pt idx="6947">
                  <c:v>5</c:v>
                </c:pt>
                <c:pt idx="6948">
                  <c:v>4</c:v>
                </c:pt>
                <c:pt idx="6949">
                  <c:v>2</c:v>
                </c:pt>
                <c:pt idx="6950">
                  <c:v>6</c:v>
                </c:pt>
                <c:pt idx="6951">
                  <c:v>1</c:v>
                </c:pt>
                <c:pt idx="6952">
                  <c:v>1</c:v>
                </c:pt>
                <c:pt idx="6953">
                  <c:v>2</c:v>
                </c:pt>
                <c:pt idx="6954">
                  <c:v>16</c:v>
                </c:pt>
                <c:pt idx="6955">
                  <c:v>1</c:v>
                </c:pt>
                <c:pt idx="6956">
                  <c:v>1</c:v>
                </c:pt>
                <c:pt idx="6957">
                  <c:v>1</c:v>
                </c:pt>
                <c:pt idx="6958">
                  <c:v>7</c:v>
                </c:pt>
                <c:pt idx="6959">
                  <c:v>1</c:v>
                </c:pt>
                <c:pt idx="6960">
                  <c:v>1</c:v>
                </c:pt>
                <c:pt idx="6961">
                  <c:v>2</c:v>
                </c:pt>
                <c:pt idx="6962">
                  <c:v>1</c:v>
                </c:pt>
                <c:pt idx="6963">
                  <c:v>2</c:v>
                </c:pt>
                <c:pt idx="6964">
                  <c:v>3</c:v>
                </c:pt>
                <c:pt idx="6965">
                  <c:v>3</c:v>
                </c:pt>
                <c:pt idx="6966">
                  <c:v>1</c:v>
                </c:pt>
                <c:pt idx="6967">
                  <c:v>2</c:v>
                </c:pt>
                <c:pt idx="6968">
                  <c:v>2</c:v>
                </c:pt>
                <c:pt idx="6969">
                  <c:v>8</c:v>
                </c:pt>
                <c:pt idx="6970">
                  <c:v>1</c:v>
                </c:pt>
                <c:pt idx="6971">
                  <c:v>4</c:v>
                </c:pt>
                <c:pt idx="6972">
                  <c:v>1</c:v>
                </c:pt>
                <c:pt idx="6973">
                  <c:v>1</c:v>
                </c:pt>
                <c:pt idx="6974">
                  <c:v>19</c:v>
                </c:pt>
                <c:pt idx="6975">
                  <c:v>6</c:v>
                </c:pt>
                <c:pt idx="6976">
                  <c:v>2</c:v>
                </c:pt>
                <c:pt idx="6977">
                  <c:v>2</c:v>
                </c:pt>
                <c:pt idx="6978">
                  <c:v>4</c:v>
                </c:pt>
                <c:pt idx="6979">
                  <c:v>3</c:v>
                </c:pt>
                <c:pt idx="6980">
                  <c:v>1</c:v>
                </c:pt>
                <c:pt idx="6981">
                  <c:v>1</c:v>
                </c:pt>
                <c:pt idx="6982">
                  <c:v>1</c:v>
                </c:pt>
                <c:pt idx="6983">
                  <c:v>1</c:v>
                </c:pt>
                <c:pt idx="6984">
                  <c:v>2</c:v>
                </c:pt>
                <c:pt idx="6985">
                  <c:v>1</c:v>
                </c:pt>
                <c:pt idx="6986">
                  <c:v>4</c:v>
                </c:pt>
                <c:pt idx="6987">
                  <c:v>2</c:v>
                </c:pt>
                <c:pt idx="6988">
                  <c:v>2</c:v>
                </c:pt>
                <c:pt idx="6989">
                  <c:v>1</c:v>
                </c:pt>
                <c:pt idx="6990">
                  <c:v>1</c:v>
                </c:pt>
                <c:pt idx="6991">
                  <c:v>1</c:v>
                </c:pt>
                <c:pt idx="6992">
                  <c:v>4</c:v>
                </c:pt>
                <c:pt idx="6993">
                  <c:v>12</c:v>
                </c:pt>
                <c:pt idx="6994">
                  <c:v>5</c:v>
                </c:pt>
                <c:pt idx="6995">
                  <c:v>3</c:v>
                </c:pt>
                <c:pt idx="6996">
                  <c:v>3</c:v>
                </c:pt>
                <c:pt idx="6997">
                  <c:v>2</c:v>
                </c:pt>
                <c:pt idx="6998">
                  <c:v>1</c:v>
                </c:pt>
                <c:pt idx="6999">
                  <c:v>5</c:v>
                </c:pt>
                <c:pt idx="7000">
                  <c:v>4</c:v>
                </c:pt>
                <c:pt idx="7001">
                  <c:v>3</c:v>
                </c:pt>
                <c:pt idx="7002">
                  <c:v>2</c:v>
                </c:pt>
                <c:pt idx="7003">
                  <c:v>3</c:v>
                </c:pt>
                <c:pt idx="7004">
                  <c:v>2</c:v>
                </c:pt>
                <c:pt idx="7005">
                  <c:v>1</c:v>
                </c:pt>
                <c:pt idx="7006">
                  <c:v>2</c:v>
                </c:pt>
                <c:pt idx="7007">
                  <c:v>2</c:v>
                </c:pt>
                <c:pt idx="7008">
                  <c:v>1</c:v>
                </c:pt>
                <c:pt idx="7009">
                  <c:v>1</c:v>
                </c:pt>
                <c:pt idx="7010">
                  <c:v>3</c:v>
                </c:pt>
                <c:pt idx="7011">
                  <c:v>2</c:v>
                </c:pt>
                <c:pt idx="7012">
                  <c:v>6</c:v>
                </c:pt>
                <c:pt idx="7013">
                  <c:v>1</c:v>
                </c:pt>
                <c:pt idx="7014">
                  <c:v>1</c:v>
                </c:pt>
                <c:pt idx="7015">
                  <c:v>1</c:v>
                </c:pt>
                <c:pt idx="7016">
                  <c:v>2</c:v>
                </c:pt>
                <c:pt idx="7017">
                  <c:v>1</c:v>
                </c:pt>
                <c:pt idx="7018">
                  <c:v>2</c:v>
                </c:pt>
                <c:pt idx="7019">
                  <c:v>1</c:v>
                </c:pt>
                <c:pt idx="7020">
                  <c:v>3</c:v>
                </c:pt>
                <c:pt idx="7021">
                  <c:v>4</c:v>
                </c:pt>
                <c:pt idx="7022">
                  <c:v>1</c:v>
                </c:pt>
                <c:pt idx="7023">
                  <c:v>3</c:v>
                </c:pt>
                <c:pt idx="7024">
                  <c:v>2</c:v>
                </c:pt>
                <c:pt idx="7025">
                  <c:v>2</c:v>
                </c:pt>
                <c:pt idx="7026">
                  <c:v>2</c:v>
                </c:pt>
                <c:pt idx="7027">
                  <c:v>2</c:v>
                </c:pt>
                <c:pt idx="7028">
                  <c:v>4</c:v>
                </c:pt>
                <c:pt idx="7029">
                  <c:v>4</c:v>
                </c:pt>
                <c:pt idx="7030">
                  <c:v>4</c:v>
                </c:pt>
                <c:pt idx="7031">
                  <c:v>1</c:v>
                </c:pt>
                <c:pt idx="7032">
                  <c:v>4</c:v>
                </c:pt>
                <c:pt idx="7033">
                  <c:v>1</c:v>
                </c:pt>
                <c:pt idx="7034">
                  <c:v>1</c:v>
                </c:pt>
                <c:pt idx="7035">
                  <c:v>2</c:v>
                </c:pt>
                <c:pt idx="7036">
                  <c:v>6</c:v>
                </c:pt>
                <c:pt idx="7037">
                  <c:v>2</c:v>
                </c:pt>
                <c:pt idx="7038">
                  <c:v>1</c:v>
                </c:pt>
                <c:pt idx="7039">
                  <c:v>3</c:v>
                </c:pt>
                <c:pt idx="7040">
                  <c:v>3</c:v>
                </c:pt>
                <c:pt idx="7041">
                  <c:v>1</c:v>
                </c:pt>
                <c:pt idx="7042">
                  <c:v>2</c:v>
                </c:pt>
                <c:pt idx="7043">
                  <c:v>1</c:v>
                </c:pt>
                <c:pt idx="7044">
                  <c:v>1</c:v>
                </c:pt>
                <c:pt idx="7045">
                  <c:v>1</c:v>
                </c:pt>
                <c:pt idx="7046">
                  <c:v>1</c:v>
                </c:pt>
                <c:pt idx="7047">
                  <c:v>2</c:v>
                </c:pt>
                <c:pt idx="7048">
                  <c:v>2</c:v>
                </c:pt>
                <c:pt idx="7049">
                  <c:v>1</c:v>
                </c:pt>
                <c:pt idx="7050">
                  <c:v>2</c:v>
                </c:pt>
                <c:pt idx="7051">
                  <c:v>1</c:v>
                </c:pt>
                <c:pt idx="7052">
                  <c:v>5</c:v>
                </c:pt>
                <c:pt idx="7053">
                  <c:v>1</c:v>
                </c:pt>
                <c:pt idx="7054">
                  <c:v>1</c:v>
                </c:pt>
                <c:pt idx="7055">
                  <c:v>4</c:v>
                </c:pt>
                <c:pt idx="7056">
                  <c:v>3</c:v>
                </c:pt>
                <c:pt idx="7057">
                  <c:v>2</c:v>
                </c:pt>
                <c:pt idx="7058">
                  <c:v>4</c:v>
                </c:pt>
                <c:pt idx="7059">
                  <c:v>1</c:v>
                </c:pt>
                <c:pt idx="7060">
                  <c:v>1</c:v>
                </c:pt>
                <c:pt idx="7061">
                  <c:v>1</c:v>
                </c:pt>
                <c:pt idx="7062">
                  <c:v>1</c:v>
                </c:pt>
                <c:pt idx="7063">
                  <c:v>1</c:v>
                </c:pt>
                <c:pt idx="7064">
                  <c:v>1</c:v>
                </c:pt>
                <c:pt idx="7065">
                  <c:v>1</c:v>
                </c:pt>
                <c:pt idx="7066">
                  <c:v>1</c:v>
                </c:pt>
                <c:pt idx="7067">
                  <c:v>2</c:v>
                </c:pt>
                <c:pt idx="7068">
                  <c:v>7</c:v>
                </c:pt>
                <c:pt idx="7069">
                  <c:v>2</c:v>
                </c:pt>
                <c:pt idx="7070">
                  <c:v>1</c:v>
                </c:pt>
                <c:pt idx="7071">
                  <c:v>4</c:v>
                </c:pt>
                <c:pt idx="7072">
                  <c:v>3</c:v>
                </c:pt>
                <c:pt idx="7073">
                  <c:v>2</c:v>
                </c:pt>
                <c:pt idx="7074">
                  <c:v>2</c:v>
                </c:pt>
                <c:pt idx="7075">
                  <c:v>1</c:v>
                </c:pt>
                <c:pt idx="7076">
                  <c:v>1</c:v>
                </c:pt>
                <c:pt idx="7077">
                  <c:v>3</c:v>
                </c:pt>
                <c:pt idx="7078">
                  <c:v>3</c:v>
                </c:pt>
                <c:pt idx="7079">
                  <c:v>2</c:v>
                </c:pt>
                <c:pt idx="7080">
                  <c:v>8</c:v>
                </c:pt>
                <c:pt idx="7081">
                  <c:v>2</c:v>
                </c:pt>
                <c:pt idx="7082">
                  <c:v>1</c:v>
                </c:pt>
                <c:pt idx="7083">
                  <c:v>3</c:v>
                </c:pt>
                <c:pt idx="7084">
                  <c:v>1</c:v>
                </c:pt>
                <c:pt idx="7085">
                  <c:v>1</c:v>
                </c:pt>
                <c:pt idx="7086">
                  <c:v>1</c:v>
                </c:pt>
                <c:pt idx="7087">
                  <c:v>1</c:v>
                </c:pt>
                <c:pt idx="7088">
                  <c:v>2</c:v>
                </c:pt>
                <c:pt idx="7089">
                  <c:v>1</c:v>
                </c:pt>
                <c:pt idx="7090">
                  <c:v>2</c:v>
                </c:pt>
                <c:pt idx="7091">
                  <c:v>3</c:v>
                </c:pt>
                <c:pt idx="7092">
                  <c:v>1</c:v>
                </c:pt>
                <c:pt idx="7093">
                  <c:v>1</c:v>
                </c:pt>
                <c:pt idx="7094">
                  <c:v>4</c:v>
                </c:pt>
                <c:pt idx="7095">
                  <c:v>1</c:v>
                </c:pt>
                <c:pt idx="7096">
                  <c:v>2</c:v>
                </c:pt>
                <c:pt idx="7097">
                  <c:v>7</c:v>
                </c:pt>
                <c:pt idx="7098">
                  <c:v>4</c:v>
                </c:pt>
                <c:pt idx="7099">
                  <c:v>2</c:v>
                </c:pt>
                <c:pt idx="7100">
                  <c:v>2</c:v>
                </c:pt>
                <c:pt idx="7101">
                  <c:v>2</c:v>
                </c:pt>
                <c:pt idx="7102">
                  <c:v>3</c:v>
                </c:pt>
                <c:pt idx="7103">
                  <c:v>1</c:v>
                </c:pt>
                <c:pt idx="7104">
                  <c:v>3</c:v>
                </c:pt>
                <c:pt idx="7105">
                  <c:v>2</c:v>
                </c:pt>
                <c:pt idx="7106">
                  <c:v>6</c:v>
                </c:pt>
                <c:pt idx="7107">
                  <c:v>1</c:v>
                </c:pt>
                <c:pt idx="7108">
                  <c:v>1</c:v>
                </c:pt>
                <c:pt idx="7109">
                  <c:v>1</c:v>
                </c:pt>
                <c:pt idx="7110">
                  <c:v>1</c:v>
                </c:pt>
                <c:pt idx="7111">
                  <c:v>1</c:v>
                </c:pt>
                <c:pt idx="7112">
                  <c:v>1</c:v>
                </c:pt>
                <c:pt idx="7113">
                  <c:v>7</c:v>
                </c:pt>
                <c:pt idx="7114">
                  <c:v>2</c:v>
                </c:pt>
                <c:pt idx="7115">
                  <c:v>2</c:v>
                </c:pt>
                <c:pt idx="7116">
                  <c:v>2</c:v>
                </c:pt>
                <c:pt idx="7117">
                  <c:v>2</c:v>
                </c:pt>
                <c:pt idx="7118">
                  <c:v>2</c:v>
                </c:pt>
                <c:pt idx="7119">
                  <c:v>3</c:v>
                </c:pt>
                <c:pt idx="7120">
                  <c:v>4</c:v>
                </c:pt>
                <c:pt idx="7121">
                  <c:v>6</c:v>
                </c:pt>
                <c:pt idx="7122">
                  <c:v>3</c:v>
                </c:pt>
                <c:pt idx="7123">
                  <c:v>2</c:v>
                </c:pt>
                <c:pt idx="7124">
                  <c:v>2</c:v>
                </c:pt>
                <c:pt idx="7125">
                  <c:v>3</c:v>
                </c:pt>
                <c:pt idx="7126">
                  <c:v>1</c:v>
                </c:pt>
                <c:pt idx="7127">
                  <c:v>2</c:v>
                </c:pt>
                <c:pt idx="7128">
                  <c:v>1</c:v>
                </c:pt>
                <c:pt idx="7129">
                  <c:v>2</c:v>
                </c:pt>
                <c:pt idx="7130">
                  <c:v>3</c:v>
                </c:pt>
                <c:pt idx="7131">
                  <c:v>2</c:v>
                </c:pt>
                <c:pt idx="7132">
                  <c:v>3</c:v>
                </c:pt>
                <c:pt idx="7133">
                  <c:v>2</c:v>
                </c:pt>
                <c:pt idx="7134">
                  <c:v>1</c:v>
                </c:pt>
                <c:pt idx="7135">
                  <c:v>1</c:v>
                </c:pt>
                <c:pt idx="7136">
                  <c:v>5</c:v>
                </c:pt>
                <c:pt idx="7137">
                  <c:v>3</c:v>
                </c:pt>
                <c:pt idx="7138">
                  <c:v>1</c:v>
                </c:pt>
                <c:pt idx="7139">
                  <c:v>2</c:v>
                </c:pt>
                <c:pt idx="7140">
                  <c:v>1</c:v>
                </c:pt>
                <c:pt idx="7141">
                  <c:v>1</c:v>
                </c:pt>
                <c:pt idx="7142">
                  <c:v>2</c:v>
                </c:pt>
                <c:pt idx="7143">
                  <c:v>3</c:v>
                </c:pt>
                <c:pt idx="7144">
                  <c:v>3</c:v>
                </c:pt>
                <c:pt idx="7145">
                  <c:v>2</c:v>
                </c:pt>
                <c:pt idx="7146">
                  <c:v>1</c:v>
                </c:pt>
                <c:pt idx="7147">
                  <c:v>9</c:v>
                </c:pt>
                <c:pt idx="7148">
                  <c:v>2</c:v>
                </c:pt>
                <c:pt idx="7149">
                  <c:v>4</c:v>
                </c:pt>
                <c:pt idx="7150">
                  <c:v>2</c:v>
                </c:pt>
                <c:pt idx="7151">
                  <c:v>2</c:v>
                </c:pt>
                <c:pt idx="7152">
                  <c:v>3</c:v>
                </c:pt>
                <c:pt idx="7153">
                  <c:v>11</c:v>
                </c:pt>
                <c:pt idx="7154">
                  <c:v>1</c:v>
                </c:pt>
                <c:pt idx="7155">
                  <c:v>7</c:v>
                </c:pt>
                <c:pt idx="7156">
                  <c:v>4</c:v>
                </c:pt>
                <c:pt idx="7157">
                  <c:v>1</c:v>
                </c:pt>
                <c:pt idx="7158">
                  <c:v>1</c:v>
                </c:pt>
                <c:pt idx="7159">
                  <c:v>1</c:v>
                </c:pt>
                <c:pt idx="7160">
                  <c:v>8</c:v>
                </c:pt>
                <c:pt idx="7161">
                  <c:v>1</c:v>
                </c:pt>
                <c:pt idx="7162">
                  <c:v>2</c:v>
                </c:pt>
                <c:pt idx="7163">
                  <c:v>2</c:v>
                </c:pt>
                <c:pt idx="7164">
                  <c:v>1</c:v>
                </c:pt>
                <c:pt idx="7165">
                  <c:v>1</c:v>
                </c:pt>
                <c:pt idx="7166">
                  <c:v>7</c:v>
                </c:pt>
                <c:pt idx="7167">
                  <c:v>1</c:v>
                </c:pt>
                <c:pt idx="7168">
                  <c:v>4</c:v>
                </c:pt>
                <c:pt idx="7169">
                  <c:v>4</c:v>
                </c:pt>
                <c:pt idx="7170">
                  <c:v>3</c:v>
                </c:pt>
                <c:pt idx="7171">
                  <c:v>1</c:v>
                </c:pt>
                <c:pt idx="7172">
                  <c:v>4</c:v>
                </c:pt>
                <c:pt idx="7173">
                  <c:v>1</c:v>
                </c:pt>
                <c:pt idx="7174">
                  <c:v>1</c:v>
                </c:pt>
                <c:pt idx="7175">
                  <c:v>1</c:v>
                </c:pt>
                <c:pt idx="7176">
                  <c:v>2</c:v>
                </c:pt>
                <c:pt idx="7177">
                  <c:v>4</c:v>
                </c:pt>
                <c:pt idx="7178">
                  <c:v>9</c:v>
                </c:pt>
                <c:pt idx="7179">
                  <c:v>2</c:v>
                </c:pt>
                <c:pt idx="7180">
                  <c:v>1</c:v>
                </c:pt>
                <c:pt idx="7181">
                  <c:v>1</c:v>
                </c:pt>
                <c:pt idx="7182">
                  <c:v>3</c:v>
                </c:pt>
                <c:pt idx="7183">
                  <c:v>1</c:v>
                </c:pt>
                <c:pt idx="7184">
                  <c:v>4</c:v>
                </c:pt>
                <c:pt idx="7185">
                  <c:v>3</c:v>
                </c:pt>
                <c:pt idx="7186">
                  <c:v>8</c:v>
                </c:pt>
                <c:pt idx="7187">
                  <c:v>1</c:v>
                </c:pt>
                <c:pt idx="7188">
                  <c:v>7</c:v>
                </c:pt>
                <c:pt idx="7189">
                  <c:v>2</c:v>
                </c:pt>
                <c:pt idx="7190">
                  <c:v>1</c:v>
                </c:pt>
                <c:pt idx="7191">
                  <c:v>1</c:v>
                </c:pt>
                <c:pt idx="7192">
                  <c:v>1</c:v>
                </c:pt>
                <c:pt idx="7193">
                  <c:v>2</c:v>
                </c:pt>
                <c:pt idx="7194">
                  <c:v>2</c:v>
                </c:pt>
                <c:pt idx="7195">
                  <c:v>1</c:v>
                </c:pt>
                <c:pt idx="7196">
                  <c:v>1</c:v>
                </c:pt>
                <c:pt idx="7197">
                  <c:v>9</c:v>
                </c:pt>
                <c:pt idx="7198">
                  <c:v>1</c:v>
                </c:pt>
                <c:pt idx="7199">
                  <c:v>1</c:v>
                </c:pt>
                <c:pt idx="7200">
                  <c:v>1</c:v>
                </c:pt>
                <c:pt idx="7201">
                  <c:v>1</c:v>
                </c:pt>
                <c:pt idx="7202">
                  <c:v>1</c:v>
                </c:pt>
                <c:pt idx="7203">
                  <c:v>1</c:v>
                </c:pt>
                <c:pt idx="7204">
                  <c:v>3</c:v>
                </c:pt>
                <c:pt idx="7205">
                  <c:v>1</c:v>
                </c:pt>
                <c:pt idx="7206">
                  <c:v>2</c:v>
                </c:pt>
                <c:pt idx="7207">
                  <c:v>2</c:v>
                </c:pt>
                <c:pt idx="7208">
                  <c:v>1</c:v>
                </c:pt>
                <c:pt idx="7209">
                  <c:v>2</c:v>
                </c:pt>
                <c:pt idx="7210">
                  <c:v>2</c:v>
                </c:pt>
                <c:pt idx="7211">
                  <c:v>5</c:v>
                </c:pt>
                <c:pt idx="7212">
                  <c:v>2</c:v>
                </c:pt>
                <c:pt idx="7213">
                  <c:v>1</c:v>
                </c:pt>
                <c:pt idx="7214">
                  <c:v>1</c:v>
                </c:pt>
                <c:pt idx="7215">
                  <c:v>2</c:v>
                </c:pt>
                <c:pt idx="7216">
                  <c:v>1</c:v>
                </c:pt>
                <c:pt idx="7217">
                  <c:v>3</c:v>
                </c:pt>
                <c:pt idx="7218">
                  <c:v>3</c:v>
                </c:pt>
                <c:pt idx="7219">
                  <c:v>3</c:v>
                </c:pt>
                <c:pt idx="7220">
                  <c:v>2</c:v>
                </c:pt>
                <c:pt idx="7221">
                  <c:v>3</c:v>
                </c:pt>
                <c:pt idx="7222">
                  <c:v>1</c:v>
                </c:pt>
                <c:pt idx="7223">
                  <c:v>1</c:v>
                </c:pt>
                <c:pt idx="7224">
                  <c:v>3</c:v>
                </c:pt>
                <c:pt idx="7225">
                  <c:v>1</c:v>
                </c:pt>
                <c:pt idx="7226">
                  <c:v>1</c:v>
                </c:pt>
                <c:pt idx="7227">
                  <c:v>2</c:v>
                </c:pt>
                <c:pt idx="7228">
                  <c:v>7</c:v>
                </c:pt>
                <c:pt idx="7229">
                  <c:v>1</c:v>
                </c:pt>
                <c:pt idx="7230">
                  <c:v>1</c:v>
                </c:pt>
                <c:pt idx="7231">
                  <c:v>2</c:v>
                </c:pt>
                <c:pt idx="7232">
                  <c:v>2</c:v>
                </c:pt>
                <c:pt idx="7233">
                  <c:v>3</c:v>
                </c:pt>
                <c:pt idx="7234">
                  <c:v>3</c:v>
                </c:pt>
                <c:pt idx="7235">
                  <c:v>2</c:v>
                </c:pt>
                <c:pt idx="7236">
                  <c:v>1</c:v>
                </c:pt>
                <c:pt idx="7237">
                  <c:v>21</c:v>
                </c:pt>
                <c:pt idx="7238">
                  <c:v>11</c:v>
                </c:pt>
                <c:pt idx="7239">
                  <c:v>2</c:v>
                </c:pt>
                <c:pt idx="7240">
                  <c:v>2</c:v>
                </c:pt>
                <c:pt idx="7241">
                  <c:v>4</c:v>
                </c:pt>
                <c:pt idx="7242">
                  <c:v>2</c:v>
                </c:pt>
                <c:pt idx="7243">
                  <c:v>5</c:v>
                </c:pt>
                <c:pt idx="7244">
                  <c:v>11</c:v>
                </c:pt>
                <c:pt idx="7245">
                  <c:v>3</c:v>
                </c:pt>
                <c:pt idx="7246">
                  <c:v>2</c:v>
                </c:pt>
                <c:pt idx="7247">
                  <c:v>1</c:v>
                </c:pt>
                <c:pt idx="7248">
                  <c:v>1</c:v>
                </c:pt>
                <c:pt idx="7249">
                  <c:v>2</c:v>
                </c:pt>
                <c:pt idx="7250">
                  <c:v>4</c:v>
                </c:pt>
                <c:pt idx="7251">
                  <c:v>9</c:v>
                </c:pt>
                <c:pt idx="7252">
                  <c:v>6</c:v>
                </c:pt>
                <c:pt idx="7253">
                  <c:v>1</c:v>
                </c:pt>
                <c:pt idx="7254">
                  <c:v>5</c:v>
                </c:pt>
                <c:pt idx="7255">
                  <c:v>1</c:v>
                </c:pt>
                <c:pt idx="7256">
                  <c:v>2</c:v>
                </c:pt>
                <c:pt idx="7257">
                  <c:v>2</c:v>
                </c:pt>
                <c:pt idx="7258">
                  <c:v>3</c:v>
                </c:pt>
                <c:pt idx="7259">
                  <c:v>2</c:v>
                </c:pt>
                <c:pt idx="7260">
                  <c:v>2</c:v>
                </c:pt>
                <c:pt idx="7261">
                  <c:v>2</c:v>
                </c:pt>
                <c:pt idx="7262">
                  <c:v>1</c:v>
                </c:pt>
                <c:pt idx="7263">
                  <c:v>25</c:v>
                </c:pt>
                <c:pt idx="7264">
                  <c:v>2</c:v>
                </c:pt>
                <c:pt idx="7265">
                  <c:v>7</c:v>
                </c:pt>
                <c:pt idx="7266">
                  <c:v>1</c:v>
                </c:pt>
                <c:pt idx="7267">
                  <c:v>1</c:v>
                </c:pt>
                <c:pt idx="7268">
                  <c:v>2</c:v>
                </c:pt>
                <c:pt idx="7269">
                  <c:v>2</c:v>
                </c:pt>
                <c:pt idx="7270">
                  <c:v>3</c:v>
                </c:pt>
                <c:pt idx="7271">
                  <c:v>2</c:v>
                </c:pt>
                <c:pt idx="7272">
                  <c:v>4</c:v>
                </c:pt>
                <c:pt idx="7273">
                  <c:v>1</c:v>
                </c:pt>
                <c:pt idx="7274">
                  <c:v>1</c:v>
                </c:pt>
                <c:pt idx="7275">
                  <c:v>1</c:v>
                </c:pt>
                <c:pt idx="7276">
                  <c:v>6</c:v>
                </c:pt>
                <c:pt idx="7277">
                  <c:v>1</c:v>
                </c:pt>
                <c:pt idx="7278">
                  <c:v>1</c:v>
                </c:pt>
                <c:pt idx="7279">
                  <c:v>1</c:v>
                </c:pt>
                <c:pt idx="7280">
                  <c:v>1</c:v>
                </c:pt>
                <c:pt idx="7281">
                  <c:v>3</c:v>
                </c:pt>
                <c:pt idx="7282">
                  <c:v>2</c:v>
                </c:pt>
                <c:pt idx="7283">
                  <c:v>3</c:v>
                </c:pt>
                <c:pt idx="7284">
                  <c:v>4</c:v>
                </c:pt>
                <c:pt idx="7285">
                  <c:v>2</c:v>
                </c:pt>
                <c:pt idx="7286">
                  <c:v>5</c:v>
                </c:pt>
                <c:pt idx="7287">
                  <c:v>1</c:v>
                </c:pt>
                <c:pt idx="7288">
                  <c:v>3</c:v>
                </c:pt>
                <c:pt idx="7289">
                  <c:v>2</c:v>
                </c:pt>
                <c:pt idx="7290">
                  <c:v>2</c:v>
                </c:pt>
                <c:pt idx="7291">
                  <c:v>1</c:v>
                </c:pt>
                <c:pt idx="7292">
                  <c:v>2</c:v>
                </c:pt>
                <c:pt idx="7293">
                  <c:v>3</c:v>
                </c:pt>
                <c:pt idx="7294">
                  <c:v>2</c:v>
                </c:pt>
                <c:pt idx="7295">
                  <c:v>3</c:v>
                </c:pt>
                <c:pt idx="7296">
                  <c:v>4</c:v>
                </c:pt>
                <c:pt idx="7297">
                  <c:v>2</c:v>
                </c:pt>
                <c:pt idx="7298">
                  <c:v>5</c:v>
                </c:pt>
                <c:pt idx="7299">
                  <c:v>3</c:v>
                </c:pt>
                <c:pt idx="7300">
                  <c:v>3</c:v>
                </c:pt>
                <c:pt idx="7301">
                  <c:v>1</c:v>
                </c:pt>
                <c:pt idx="7302">
                  <c:v>2</c:v>
                </c:pt>
                <c:pt idx="7303">
                  <c:v>2</c:v>
                </c:pt>
                <c:pt idx="7304">
                  <c:v>3</c:v>
                </c:pt>
                <c:pt idx="7305">
                  <c:v>2</c:v>
                </c:pt>
                <c:pt idx="7306">
                  <c:v>1</c:v>
                </c:pt>
                <c:pt idx="7307">
                  <c:v>2</c:v>
                </c:pt>
                <c:pt idx="7308">
                  <c:v>3</c:v>
                </c:pt>
                <c:pt idx="7309">
                  <c:v>2</c:v>
                </c:pt>
                <c:pt idx="7310">
                  <c:v>11</c:v>
                </c:pt>
                <c:pt idx="7311">
                  <c:v>2</c:v>
                </c:pt>
                <c:pt idx="7312">
                  <c:v>1</c:v>
                </c:pt>
                <c:pt idx="7313">
                  <c:v>1</c:v>
                </c:pt>
                <c:pt idx="7314">
                  <c:v>1</c:v>
                </c:pt>
                <c:pt idx="7315">
                  <c:v>2</c:v>
                </c:pt>
                <c:pt idx="7316">
                  <c:v>1</c:v>
                </c:pt>
                <c:pt idx="7317">
                  <c:v>1</c:v>
                </c:pt>
                <c:pt idx="7318">
                  <c:v>1</c:v>
                </c:pt>
                <c:pt idx="7319">
                  <c:v>1</c:v>
                </c:pt>
                <c:pt idx="7320">
                  <c:v>4</c:v>
                </c:pt>
                <c:pt idx="7321">
                  <c:v>1</c:v>
                </c:pt>
                <c:pt idx="7322">
                  <c:v>2</c:v>
                </c:pt>
                <c:pt idx="7323">
                  <c:v>2</c:v>
                </c:pt>
                <c:pt idx="7324">
                  <c:v>1</c:v>
                </c:pt>
                <c:pt idx="7325">
                  <c:v>1</c:v>
                </c:pt>
                <c:pt idx="7326">
                  <c:v>3</c:v>
                </c:pt>
                <c:pt idx="7327">
                  <c:v>1</c:v>
                </c:pt>
                <c:pt idx="7328">
                  <c:v>2</c:v>
                </c:pt>
                <c:pt idx="7329">
                  <c:v>10</c:v>
                </c:pt>
                <c:pt idx="7330">
                  <c:v>3</c:v>
                </c:pt>
                <c:pt idx="7331">
                  <c:v>1</c:v>
                </c:pt>
                <c:pt idx="7332">
                  <c:v>3</c:v>
                </c:pt>
                <c:pt idx="7333">
                  <c:v>2</c:v>
                </c:pt>
                <c:pt idx="7334">
                  <c:v>3</c:v>
                </c:pt>
                <c:pt idx="7335">
                  <c:v>1</c:v>
                </c:pt>
                <c:pt idx="7336">
                  <c:v>1</c:v>
                </c:pt>
                <c:pt idx="7337">
                  <c:v>2</c:v>
                </c:pt>
                <c:pt idx="7338">
                  <c:v>4</c:v>
                </c:pt>
                <c:pt idx="7339">
                  <c:v>2</c:v>
                </c:pt>
                <c:pt idx="7340">
                  <c:v>1</c:v>
                </c:pt>
                <c:pt idx="7341">
                  <c:v>5</c:v>
                </c:pt>
                <c:pt idx="7342">
                  <c:v>2</c:v>
                </c:pt>
                <c:pt idx="7343">
                  <c:v>5</c:v>
                </c:pt>
                <c:pt idx="7344">
                  <c:v>3</c:v>
                </c:pt>
                <c:pt idx="7345">
                  <c:v>1</c:v>
                </c:pt>
                <c:pt idx="7346">
                  <c:v>2</c:v>
                </c:pt>
                <c:pt idx="7347">
                  <c:v>5</c:v>
                </c:pt>
                <c:pt idx="7348">
                  <c:v>1</c:v>
                </c:pt>
                <c:pt idx="7349">
                  <c:v>7</c:v>
                </c:pt>
                <c:pt idx="7350">
                  <c:v>1</c:v>
                </c:pt>
                <c:pt idx="7351">
                  <c:v>1</c:v>
                </c:pt>
                <c:pt idx="7352">
                  <c:v>2</c:v>
                </c:pt>
                <c:pt idx="7353">
                  <c:v>1</c:v>
                </c:pt>
                <c:pt idx="7354">
                  <c:v>2</c:v>
                </c:pt>
                <c:pt idx="7355">
                  <c:v>3</c:v>
                </c:pt>
                <c:pt idx="7356">
                  <c:v>1</c:v>
                </c:pt>
                <c:pt idx="7357">
                  <c:v>3</c:v>
                </c:pt>
                <c:pt idx="7358">
                  <c:v>9</c:v>
                </c:pt>
                <c:pt idx="7359">
                  <c:v>1</c:v>
                </c:pt>
                <c:pt idx="7360">
                  <c:v>1</c:v>
                </c:pt>
                <c:pt idx="7361">
                  <c:v>5</c:v>
                </c:pt>
                <c:pt idx="7362">
                  <c:v>1</c:v>
                </c:pt>
                <c:pt idx="7363">
                  <c:v>2</c:v>
                </c:pt>
                <c:pt idx="7364">
                  <c:v>1</c:v>
                </c:pt>
                <c:pt idx="7365">
                  <c:v>4</c:v>
                </c:pt>
                <c:pt idx="7366">
                  <c:v>5</c:v>
                </c:pt>
                <c:pt idx="7367">
                  <c:v>3</c:v>
                </c:pt>
                <c:pt idx="7368">
                  <c:v>2</c:v>
                </c:pt>
                <c:pt idx="7369">
                  <c:v>5</c:v>
                </c:pt>
                <c:pt idx="7370">
                  <c:v>4</c:v>
                </c:pt>
                <c:pt idx="7371">
                  <c:v>2</c:v>
                </c:pt>
                <c:pt idx="7372">
                  <c:v>2</c:v>
                </c:pt>
                <c:pt idx="7373">
                  <c:v>1</c:v>
                </c:pt>
                <c:pt idx="7374">
                  <c:v>3</c:v>
                </c:pt>
                <c:pt idx="7375">
                  <c:v>1</c:v>
                </c:pt>
                <c:pt idx="7376">
                  <c:v>1</c:v>
                </c:pt>
                <c:pt idx="7377">
                  <c:v>1</c:v>
                </c:pt>
                <c:pt idx="7378">
                  <c:v>1</c:v>
                </c:pt>
                <c:pt idx="7379">
                  <c:v>1</c:v>
                </c:pt>
                <c:pt idx="7380">
                  <c:v>1</c:v>
                </c:pt>
                <c:pt idx="7381">
                  <c:v>1</c:v>
                </c:pt>
                <c:pt idx="7382">
                  <c:v>2</c:v>
                </c:pt>
                <c:pt idx="7383">
                  <c:v>10</c:v>
                </c:pt>
                <c:pt idx="7384">
                  <c:v>1</c:v>
                </c:pt>
                <c:pt idx="7385">
                  <c:v>1</c:v>
                </c:pt>
                <c:pt idx="7386">
                  <c:v>6</c:v>
                </c:pt>
                <c:pt idx="7387">
                  <c:v>2</c:v>
                </c:pt>
                <c:pt idx="7388">
                  <c:v>2</c:v>
                </c:pt>
                <c:pt idx="7389">
                  <c:v>1</c:v>
                </c:pt>
                <c:pt idx="7390">
                  <c:v>1</c:v>
                </c:pt>
                <c:pt idx="7391">
                  <c:v>3</c:v>
                </c:pt>
                <c:pt idx="7392">
                  <c:v>1</c:v>
                </c:pt>
                <c:pt idx="7393">
                  <c:v>1</c:v>
                </c:pt>
                <c:pt idx="7394">
                  <c:v>12</c:v>
                </c:pt>
                <c:pt idx="7395">
                  <c:v>3</c:v>
                </c:pt>
                <c:pt idx="7396">
                  <c:v>11</c:v>
                </c:pt>
                <c:pt idx="7397">
                  <c:v>4</c:v>
                </c:pt>
                <c:pt idx="7398">
                  <c:v>2</c:v>
                </c:pt>
                <c:pt idx="7399">
                  <c:v>8</c:v>
                </c:pt>
                <c:pt idx="7400">
                  <c:v>1</c:v>
                </c:pt>
                <c:pt idx="7401">
                  <c:v>5</c:v>
                </c:pt>
                <c:pt idx="7402">
                  <c:v>5</c:v>
                </c:pt>
                <c:pt idx="7403">
                  <c:v>1</c:v>
                </c:pt>
                <c:pt idx="7404">
                  <c:v>2</c:v>
                </c:pt>
                <c:pt idx="7405">
                  <c:v>3</c:v>
                </c:pt>
                <c:pt idx="7406">
                  <c:v>1</c:v>
                </c:pt>
                <c:pt idx="7407">
                  <c:v>1</c:v>
                </c:pt>
                <c:pt idx="7408">
                  <c:v>6</c:v>
                </c:pt>
                <c:pt idx="7409">
                  <c:v>3</c:v>
                </c:pt>
                <c:pt idx="7410">
                  <c:v>2</c:v>
                </c:pt>
                <c:pt idx="7411">
                  <c:v>4</c:v>
                </c:pt>
                <c:pt idx="7412">
                  <c:v>1</c:v>
                </c:pt>
                <c:pt idx="7413">
                  <c:v>1</c:v>
                </c:pt>
                <c:pt idx="7414">
                  <c:v>2</c:v>
                </c:pt>
                <c:pt idx="7415">
                  <c:v>1</c:v>
                </c:pt>
                <c:pt idx="7416">
                  <c:v>2</c:v>
                </c:pt>
                <c:pt idx="7417">
                  <c:v>1</c:v>
                </c:pt>
                <c:pt idx="7418">
                  <c:v>1</c:v>
                </c:pt>
                <c:pt idx="7419">
                  <c:v>1</c:v>
                </c:pt>
                <c:pt idx="7420">
                  <c:v>1</c:v>
                </c:pt>
                <c:pt idx="7421">
                  <c:v>6</c:v>
                </c:pt>
                <c:pt idx="7422">
                  <c:v>2</c:v>
                </c:pt>
                <c:pt idx="7423">
                  <c:v>1</c:v>
                </c:pt>
                <c:pt idx="7424">
                  <c:v>1</c:v>
                </c:pt>
                <c:pt idx="7425">
                  <c:v>2</c:v>
                </c:pt>
                <c:pt idx="7426">
                  <c:v>2</c:v>
                </c:pt>
                <c:pt idx="7427">
                  <c:v>4</c:v>
                </c:pt>
                <c:pt idx="7428">
                  <c:v>2</c:v>
                </c:pt>
                <c:pt idx="7429">
                  <c:v>2</c:v>
                </c:pt>
                <c:pt idx="7430">
                  <c:v>1</c:v>
                </c:pt>
                <c:pt idx="7431">
                  <c:v>1</c:v>
                </c:pt>
                <c:pt idx="7432">
                  <c:v>1</c:v>
                </c:pt>
                <c:pt idx="7433">
                  <c:v>1</c:v>
                </c:pt>
                <c:pt idx="7434">
                  <c:v>3</c:v>
                </c:pt>
                <c:pt idx="7435">
                  <c:v>6</c:v>
                </c:pt>
                <c:pt idx="7436">
                  <c:v>8</c:v>
                </c:pt>
                <c:pt idx="7437">
                  <c:v>1</c:v>
                </c:pt>
                <c:pt idx="7438">
                  <c:v>4</c:v>
                </c:pt>
                <c:pt idx="7439">
                  <c:v>2</c:v>
                </c:pt>
                <c:pt idx="7440">
                  <c:v>3</c:v>
                </c:pt>
                <c:pt idx="7441">
                  <c:v>10</c:v>
                </c:pt>
                <c:pt idx="7442">
                  <c:v>3</c:v>
                </c:pt>
                <c:pt idx="7443">
                  <c:v>2</c:v>
                </c:pt>
                <c:pt idx="7444">
                  <c:v>2</c:v>
                </c:pt>
                <c:pt idx="7445">
                  <c:v>2</c:v>
                </c:pt>
                <c:pt idx="7446">
                  <c:v>1</c:v>
                </c:pt>
                <c:pt idx="7447">
                  <c:v>2</c:v>
                </c:pt>
                <c:pt idx="7448">
                  <c:v>1</c:v>
                </c:pt>
                <c:pt idx="7449">
                  <c:v>1</c:v>
                </c:pt>
                <c:pt idx="7450">
                  <c:v>1</c:v>
                </c:pt>
                <c:pt idx="7451">
                  <c:v>1</c:v>
                </c:pt>
                <c:pt idx="7452">
                  <c:v>1</c:v>
                </c:pt>
                <c:pt idx="7453">
                  <c:v>2</c:v>
                </c:pt>
                <c:pt idx="7454">
                  <c:v>1</c:v>
                </c:pt>
                <c:pt idx="7455">
                  <c:v>4</c:v>
                </c:pt>
                <c:pt idx="7456">
                  <c:v>1</c:v>
                </c:pt>
                <c:pt idx="7457">
                  <c:v>1</c:v>
                </c:pt>
                <c:pt idx="7458">
                  <c:v>4</c:v>
                </c:pt>
                <c:pt idx="7459">
                  <c:v>1</c:v>
                </c:pt>
                <c:pt idx="7460">
                  <c:v>2</c:v>
                </c:pt>
                <c:pt idx="7461">
                  <c:v>1</c:v>
                </c:pt>
                <c:pt idx="7462">
                  <c:v>1</c:v>
                </c:pt>
                <c:pt idx="7463">
                  <c:v>5</c:v>
                </c:pt>
                <c:pt idx="7464">
                  <c:v>2</c:v>
                </c:pt>
                <c:pt idx="7465">
                  <c:v>6</c:v>
                </c:pt>
                <c:pt idx="7466">
                  <c:v>2</c:v>
                </c:pt>
                <c:pt idx="7467">
                  <c:v>1</c:v>
                </c:pt>
                <c:pt idx="7468">
                  <c:v>1</c:v>
                </c:pt>
                <c:pt idx="7469">
                  <c:v>1</c:v>
                </c:pt>
                <c:pt idx="7470">
                  <c:v>3</c:v>
                </c:pt>
                <c:pt idx="7471">
                  <c:v>3</c:v>
                </c:pt>
                <c:pt idx="7472">
                  <c:v>1</c:v>
                </c:pt>
                <c:pt idx="7473">
                  <c:v>12</c:v>
                </c:pt>
                <c:pt idx="7474">
                  <c:v>3</c:v>
                </c:pt>
                <c:pt idx="7475">
                  <c:v>7</c:v>
                </c:pt>
                <c:pt idx="7476">
                  <c:v>2</c:v>
                </c:pt>
                <c:pt idx="7477">
                  <c:v>4</c:v>
                </c:pt>
                <c:pt idx="7478">
                  <c:v>5</c:v>
                </c:pt>
                <c:pt idx="7479">
                  <c:v>2</c:v>
                </c:pt>
                <c:pt idx="7480">
                  <c:v>5</c:v>
                </c:pt>
                <c:pt idx="7481">
                  <c:v>3</c:v>
                </c:pt>
                <c:pt idx="7482">
                  <c:v>1</c:v>
                </c:pt>
                <c:pt idx="7483">
                  <c:v>2</c:v>
                </c:pt>
                <c:pt idx="7484">
                  <c:v>2</c:v>
                </c:pt>
                <c:pt idx="7485">
                  <c:v>1</c:v>
                </c:pt>
                <c:pt idx="7486">
                  <c:v>7</c:v>
                </c:pt>
                <c:pt idx="7487">
                  <c:v>1</c:v>
                </c:pt>
                <c:pt idx="7488">
                  <c:v>3</c:v>
                </c:pt>
                <c:pt idx="7489">
                  <c:v>1</c:v>
                </c:pt>
                <c:pt idx="7490">
                  <c:v>1</c:v>
                </c:pt>
                <c:pt idx="7491">
                  <c:v>2</c:v>
                </c:pt>
                <c:pt idx="7492">
                  <c:v>1</c:v>
                </c:pt>
                <c:pt idx="7493">
                  <c:v>7</c:v>
                </c:pt>
                <c:pt idx="7494">
                  <c:v>4</c:v>
                </c:pt>
                <c:pt idx="7495">
                  <c:v>3</c:v>
                </c:pt>
                <c:pt idx="7496">
                  <c:v>4</c:v>
                </c:pt>
                <c:pt idx="7497">
                  <c:v>8</c:v>
                </c:pt>
                <c:pt idx="7498">
                  <c:v>3</c:v>
                </c:pt>
                <c:pt idx="7499">
                  <c:v>3</c:v>
                </c:pt>
                <c:pt idx="7500">
                  <c:v>6</c:v>
                </c:pt>
                <c:pt idx="7501">
                  <c:v>1</c:v>
                </c:pt>
                <c:pt idx="7502">
                  <c:v>1</c:v>
                </c:pt>
                <c:pt idx="7503">
                  <c:v>4</c:v>
                </c:pt>
                <c:pt idx="7504">
                  <c:v>1</c:v>
                </c:pt>
                <c:pt idx="7505">
                  <c:v>1</c:v>
                </c:pt>
                <c:pt idx="7506">
                  <c:v>3</c:v>
                </c:pt>
                <c:pt idx="7507">
                  <c:v>2</c:v>
                </c:pt>
                <c:pt idx="7508">
                  <c:v>1</c:v>
                </c:pt>
                <c:pt idx="7509">
                  <c:v>1</c:v>
                </c:pt>
                <c:pt idx="7510">
                  <c:v>3</c:v>
                </c:pt>
                <c:pt idx="7511">
                  <c:v>2</c:v>
                </c:pt>
                <c:pt idx="7512">
                  <c:v>1</c:v>
                </c:pt>
                <c:pt idx="7513">
                  <c:v>1</c:v>
                </c:pt>
                <c:pt idx="7514">
                  <c:v>3</c:v>
                </c:pt>
                <c:pt idx="7515">
                  <c:v>4</c:v>
                </c:pt>
                <c:pt idx="7516">
                  <c:v>1</c:v>
                </c:pt>
                <c:pt idx="7517">
                  <c:v>2</c:v>
                </c:pt>
                <c:pt idx="7518">
                  <c:v>1</c:v>
                </c:pt>
                <c:pt idx="7519">
                  <c:v>3</c:v>
                </c:pt>
                <c:pt idx="7520">
                  <c:v>1</c:v>
                </c:pt>
                <c:pt idx="7521">
                  <c:v>1</c:v>
                </c:pt>
                <c:pt idx="7522">
                  <c:v>1</c:v>
                </c:pt>
                <c:pt idx="7523">
                  <c:v>1</c:v>
                </c:pt>
                <c:pt idx="7524">
                  <c:v>1</c:v>
                </c:pt>
                <c:pt idx="7525">
                  <c:v>3</c:v>
                </c:pt>
                <c:pt idx="7526">
                  <c:v>3</c:v>
                </c:pt>
                <c:pt idx="7527">
                  <c:v>1</c:v>
                </c:pt>
                <c:pt idx="7528">
                  <c:v>3</c:v>
                </c:pt>
                <c:pt idx="7529">
                  <c:v>3</c:v>
                </c:pt>
                <c:pt idx="7530">
                  <c:v>15</c:v>
                </c:pt>
                <c:pt idx="7531">
                  <c:v>1</c:v>
                </c:pt>
                <c:pt idx="7532">
                  <c:v>1</c:v>
                </c:pt>
                <c:pt idx="7533">
                  <c:v>2</c:v>
                </c:pt>
                <c:pt idx="7534">
                  <c:v>2</c:v>
                </c:pt>
                <c:pt idx="7535">
                  <c:v>2</c:v>
                </c:pt>
                <c:pt idx="7536">
                  <c:v>1</c:v>
                </c:pt>
                <c:pt idx="7537">
                  <c:v>1</c:v>
                </c:pt>
                <c:pt idx="7538">
                  <c:v>1</c:v>
                </c:pt>
                <c:pt idx="7539">
                  <c:v>2</c:v>
                </c:pt>
                <c:pt idx="7540">
                  <c:v>1</c:v>
                </c:pt>
                <c:pt idx="7541">
                  <c:v>1</c:v>
                </c:pt>
                <c:pt idx="7542">
                  <c:v>1</c:v>
                </c:pt>
                <c:pt idx="7543">
                  <c:v>14</c:v>
                </c:pt>
                <c:pt idx="7544">
                  <c:v>1</c:v>
                </c:pt>
                <c:pt idx="7545">
                  <c:v>2</c:v>
                </c:pt>
                <c:pt idx="7546">
                  <c:v>4</c:v>
                </c:pt>
                <c:pt idx="7547">
                  <c:v>8</c:v>
                </c:pt>
                <c:pt idx="7548">
                  <c:v>2</c:v>
                </c:pt>
                <c:pt idx="7549">
                  <c:v>9</c:v>
                </c:pt>
                <c:pt idx="7550">
                  <c:v>1</c:v>
                </c:pt>
                <c:pt idx="7551">
                  <c:v>3</c:v>
                </c:pt>
                <c:pt idx="7552">
                  <c:v>2</c:v>
                </c:pt>
                <c:pt idx="7553">
                  <c:v>1</c:v>
                </c:pt>
                <c:pt idx="7554">
                  <c:v>2</c:v>
                </c:pt>
                <c:pt idx="7555">
                  <c:v>2</c:v>
                </c:pt>
                <c:pt idx="7556">
                  <c:v>2</c:v>
                </c:pt>
                <c:pt idx="7557">
                  <c:v>1</c:v>
                </c:pt>
                <c:pt idx="7558">
                  <c:v>2</c:v>
                </c:pt>
                <c:pt idx="7559">
                  <c:v>2</c:v>
                </c:pt>
                <c:pt idx="7560">
                  <c:v>1</c:v>
                </c:pt>
                <c:pt idx="7561">
                  <c:v>15</c:v>
                </c:pt>
                <c:pt idx="7562">
                  <c:v>3</c:v>
                </c:pt>
                <c:pt idx="7563">
                  <c:v>2</c:v>
                </c:pt>
                <c:pt idx="7564">
                  <c:v>2</c:v>
                </c:pt>
                <c:pt idx="7565">
                  <c:v>3</c:v>
                </c:pt>
                <c:pt idx="7566">
                  <c:v>2</c:v>
                </c:pt>
                <c:pt idx="7567">
                  <c:v>3</c:v>
                </c:pt>
                <c:pt idx="7568">
                  <c:v>4</c:v>
                </c:pt>
                <c:pt idx="7569">
                  <c:v>2</c:v>
                </c:pt>
                <c:pt idx="7570">
                  <c:v>2</c:v>
                </c:pt>
                <c:pt idx="7571">
                  <c:v>1</c:v>
                </c:pt>
                <c:pt idx="7572">
                  <c:v>2</c:v>
                </c:pt>
                <c:pt idx="7573">
                  <c:v>1</c:v>
                </c:pt>
                <c:pt idx="7574">
                  <c:v>4</c:v>
                </c:pt>
                <c:pt idx="7575">
                  <c:v>7</c:v>
                </c:pt>
                <c:pt idx="7576">
                  <c:v>12</c:v>
                </c:pt>
                <c:pt idx="7577">
                  <c:v>6</c:v>
                </c:pt>
                <c:pt idx="7578">
                  <c:v>1</c:v>
                </c:pt>
                <c:pt idx="7579">
                  <c:v>1</c:v>
                </c:pt>
                <c:pt idx="7580">
                  <c:v>11</c:v>
                </c:pt>
                <c:pt idx="7581">
                  <c:v>5</c:v>
                </c:pt>
                <c:pt idx="7582">
                  <c:v>2</c:v>
                </c:pt>
                <c:pt idx="7583">
                  <c:v>1</c:v>
                </c:pt>
                <c:pt idx="7584">
                  <c:v>2</c:v>
                </c:pt>
                <c:pt idx="7585">
                  <c:v>5</c:v>
                </c:pt>
                <c:pt idx="7586">
                  <c:v>2</c:v>
                </c:pt>
                <c:pt idx="7587">
                  <c:v>1</c:v>
                </c:pt>
                <c:pt idx="7588">
                  <c:v>13</c:v>
                </c:pt>
                <c:pt idx="7589">
                  <c:v>1</c:v>
                </c:pt>
                <c:pt idx="7590">
                  <c:v>1</c:v>
                </c:pt>
                <c:pt idx="7591">
                  <c:v>3</c:v>
                </c:pt>
                <c:pt idx="7592">
                  <c:v>1</c:v>
                </c:pt>
                <c:pt idx="7593">
                  <c:v>2</c:v>
                </c:pt>
                <c:pt idx="7594">
                  <c:v>1</c:v>
                </c:pt>
                <c:pt idx="7595">
                  <c:v>1</c:v>
                </c:pt>
                <c:pt idx="7596">
                  <c:v>1</c:v>
                </c:pt>
                <c:pt idx="7597">
                  <c:v>2</c:v>
                </c:pt>
                <c:pt idx="7598">
                  <c:v>2</c:v>
                </c:pt>
                <c:pt idx="7599">
                  <c:v>2</c:v>
                </c:pt>
                <c:pt idx="7600">
                  <c:v>1</c:v>
                </c:pt>
                <c:pt idx="7601">
                  <c:v>1</c:v>
                </c:pt>
                <c:pt idx="7602">
                  <c:v>1</c:v>
                </c:pt>
                <c:pt idx="7603">
                  <c:v>1</c:v>
                </c:pt>
                <c:pt idx="7604">
                  <c:v>1</c:v>
                </c:pt>
                <c:pt idx="7605">
                  <c:v>1</c:v>
                </c:pt>
                <c:pt idx="7606">
                  <c:v>3</c:v>
                </c:pt>
                <c:pt idx="7607">
                  <c:v>2</c:v>
                </c:pt>
                <c:pt idx="7608">
                  <c:v>8</c:v>
                </c:pt>
                <c:pt idx="7609">
                  <c:v>1</c:v>
                </c:pt>
                <c:pt idx="7610">
                  <c:v>2</c:v>
                </c:pt>
                <c:pt idx="7611">
                  <c:v>2</c:v>
                </c:pt>
                <c:pt idx="7612">
                  <c:v>16</c:v>
                </c:pt>
                <c:pt idx="7613">
                  <c:v>1</c:v>
                </c:pt>
                <c:pt idx="7614">
                  <c:v>2</c:v>
                </c:pt>
                <c:pt idx="7615">
                  <c:v>2</c:v>
                </c:pt>
                <c:pt idx="7616">
                  <c:v>1</c:v>
                </c:pt>
                <c:pt idx="7617">
                  <c:v>2</c:v>
                </c:pt>
                <c:pt idx="7618">
                  <c:v>2</c:v>
                </c:pt>
                <c:pt idx="7619">
                  <c:v>5</c:v>
                </c:pt>
                <c:pt idx="7620">
                  <c:v>6</c:v>
                </c:pt>
                <c:pt idx="7621">
                  <c:v>1</c:v>
                </c:pt>
                <c:pt idx="7622">
                  <c:v>1</c:v>
                </c:pt>
                <c:pt idx="7623">
                  <c:v>2</c:v>
                </c:pt>
                <c:pt idx="7624">
                  <c:v>2</c:v>
                </c:pt>
                <c:pt idx="7625">
                  <c:v>2</c:v>
                </c:pt>
                <c:pt idx="7626">
                  <c:v>3</c:v>
                </c:pt>
                <c:pt idx="7627">
                  <c:v>6</c:v>
                </c:pt>
                <c:pt idx="7628">
                  <c:v>2</c:v>
                </c:pt>
                <c:pt idx="7629">
                  <c:v>2</c:v>
                </c:pt>
                <c:pt idx="7630">
                  <c:v>1</c:v>
                </c:pt>
                <c:pt idx="7631">
                  <c:v>6</c:v>
                </c:pt>
                <c:pt idx="7632">
                  <c:v>4</c:v>
                </c:pt>
                <c:pt idx="7633">
                  <c:v>1</c:v>
                </c:pt>
                <c:pt idx="7634">
                  <c:v>1</c:v>
                </c:pt>
                <c:pt idx="7635">
                  <c:v>2</c:v>
                </c:pt>
                <c:pt idx="7636">
                  <c:v>2</c:v>
                </c:pt>
                <c:pt idx="7637">
                  <c:v>2</c:v>
                </c:pt>
                <c:pt idx="7638">
                  <c:v>8</c:v>
                </c:pt>
                <c:pt idx="7639">
                  <c:v>1</c:v>
                </c:pt>
                <c:pt idx="7640">
                  <c:v>3</c:v>
                </c:pt>
                <c:pt idx="7641">
                  <c:v>3</c:v>
                </c:pt>
                <c:pt idx="7642">
                  <c:v>3</c:v>
                </c:pt>
                <c:pt idx="7643">
                  <c:v>1</c:v>
                </c:pt>
                <c:pt idx="7644">
                  <c:v>1</c:v>
                </c:pt>
                <c:pt idx="7645">
                  <c:v>4</c:v>
                </c:pt>
                <c:pt idx="7646">
                  <c:v>4</c:v>
                </c:pt>
                <c:pt idx="7647">
                  <c:v>1</c:v>
                </c:pt>
                <c:pt idx="7648">
                  <c:v>1</c:v>
                </c:pt>
                <c:pt idx="7649">
                  <c:v>2</c:v>
                </c:pt>
                <c:pt idx="7650">
                  <c:v>1</c:v>
                </c:pt>
                <c:pt idx="7651">
                  <c:v>1</c:v>
                </c:pt>
                <c:pt idx="7652">
                  <c:v>2</c:v>
                </c:pt>
                <c:pt idx="7653">
                  <c:v>1</c:v>
                </c:pt>
                <c:pt idx="7654">
                  <c:v>13</c:v>
                </c:pt>
                <c:pt idx="7655">
                  <c:v>1</c:v>
                </c:pt>
                <c:pt idx="7656">
                  <c:v>1</c:v>
                </c:pt>
                <c:pt idx="7657">
                  <c:v>2</c:v>
                </c:pt>
                <c:pt idx="7658">
                  <c:v>1</c:v>
                </c:pt>
                <c:pt idx="7659">
                  <c:v>1</c:v>
                </c:pt>
                <c:pt idx="7660">
                  <c:v>1</c:v>
                </c:pt>
                <c:pt idx="7661">
                  <c:v>1</c:v>
                </c:pt>
                <c:pt idx="7662">
                  <c:v>1</c:v>
                </c:pt>
                <c:pt idx="7663">
                  <c:v>1</c:v>
                </c:pt>
                <c:pt idx="7664">
                  <c:v>1</c:v>
                </c:pt>
                <c:pt idx="7665">
                  <c:v>1</c:v>
                </c:pt>
                <c:pt idx="7666">
                  <c:v>1</c:v>
                </c:pt>
                <c:pt idx="7667">
                  <c:v>2</c:v>
                </c:pt>
                <c:pt idx="7668">
                  <c:v>6</c:v>
                </c:pt>
                <c:pt idx="7669">
                  <c:v>11</c:v>
                </c:pt>
                <c:pt idx="7670">
                  <c:v>6</c:v>
                </c:pt>
                <c:pt idx="7671">
                  <c:v>2</c:v>
                </c:pt>
                <c:pt idx="7672">
                  <c:v>1</c:v>
                </c:pt>
                <c:pt idx="7673">
                  <c:v>1</c:v>
                </c:pt>
                <c:pt idx="7674">
                  <c:v>1</c:v>
                </c:pt>
                <c:pt idx="7675">
                  <c:v>1</c:v>
                </c:pt>
                <c:pt idx="7676">
                  <c:v>4</c:v>
                </c:pt>
                <c:pt idx="7677">
                  <c:v>1</c:v>
                </c:pt>
                <c:pt idx="7678">
                  <c:v>5</c:v>
                </c:pt>
                <c:pt idx="7679">
                  <c:v>3</c:v>
                </c:pt>
                <c:pt idx="7680">
                  <c:v>3</c:v>
                </c:pt>
                <c:pt idx="7681">
                  <c:v>2</c:v>
                </c:pt>
                <c:pt idx="7682">
                  <c:v>2</c:v>
                </c:pt>
                <c:pt idx="7683">
                  <c:v>2</c:v>
                </c:pt>
                <c:pt idx="7684">
                  <c:v>1</c:v>
                </c:pt>
                <c:pt idx="7685">
                  <c:v>1</c:v>
                </c:pt>
                <c:pt idx="7686">
                  <c:v>2</c:v>
                </c:pt>
                <c:pt idx="7687">
                  <c:v>2</c:v>
                </c:pt>
                <c:pt idx="7688">
                  <c:v>1</c:v>
                </c:pt>
                <c:pt idx="7689">
                  <c:v>1</c:v>
                </c:pt>
                <c:pt idx="7690">
                  <c:v>1</c:v>
                </c:pt>
                <c:pt idx="7691">
                  <c:v>16</c:v>
                </c:pt>
                <c:pt idx="7692">
                  <c:v>6</c:v>
                </c:pt>
                <c:pt idx="7693">
                  <c:v>1</c:v>
                </c:pt>
                <c:pt idx="7694">
                  <c:v>1</c:v>
                </c:pt>
                <c:pt idx="7695">
                  <c:v>5</c:v>
                </c:pt>
                <c:pt idx="7696">
                  <c:v>2</c:v>
                </c:pt>
                <c:pt idx="7697">
                  <c:v>3</c:v>
                </c:pt>
                <c:pt idx="7698">
                  <c:v>2</c:v>
                </c:pt>
                <c:pt idx="7699">
                  <c:v>5</c:v>
                </c:pt>
                <c:pt idx="7700">
                  <c:v>5</c:v>
                </c:pt>
                <c:pt idx="7701">
                  <c:v>3</c:v>
                </c:pt>
                <c:pt idx="7702">
                  <c:v>2</c:v>
                </c:pt>
                <c:pt idx="7703">
                  <c:v>16</c:v>
                </c:pt>
                <c:pt idx="7704">
                  <c:v>8</c:v>
                </c:pt>
                <c:pt idx="7705">
                  <c:v>5</c:v>
                </c:pt>
                <c:pt idx="7706">
                  <c:v>2</c:v>
                </c:pt>
                <c:pt idx="7707">
                  <c:v>1</c:v>
                </c:pt>
                <c:pt idx="7708">
                  <c:v>3</c:v>
                </c:pt>
                <c:pt idx="7709">
                  <c:v>7</c:v>
                </c:pt>
                <c:pt idx="7710">
                  <c:v>4</c:v>
                </c:pt>
                <c:pt idx="7711">
                  <c:v>1</c:v>
                </c:pt>
                <c:pt idx="7712">
                  <c:v>5</c:v>
                </c:pt>
                <c:pt idx="7713">
                  <c:v>4</c:v>
                </c:pt>
                <c:pt idx="7714">
                  <c:v>3</c:v>
                </c:pt>
                <c:pt idx="7715">
                  <c:v>6</c:v>
                </c:pt>
                <c:pt idx="7716">
                  <c:v>5</c:v>
                </c:pt>
                <c:pt idx="7717">
                  <c:v>2</c:v>
                </c:pt>
                <c:pt idx="7718">
                  <c:v>1</c:v>
                </c:pt>
                <c:pt idx="7719">
                  <c:v>1</c:v>
                </c:pt>
                <c:pt idx="7720">
                  <c:v>1</c:v>
                </c:pt>
                <c:pt idx="7721">
                  <c:v>1</c:v>
                </c:pt>
                <c:pt idx="7722">
                  <c:v>3</c:v>
                </c:pt>
                <c:pt idx="7723">
                  <c:v>2</c:v>
                </c:pt>
                <c:pt idx="7724">
                  <c:v>1</c:v>
                </c:pt>
                <c:pt idx="7725">
                  <c:v>4</c:v>
                </c:pt>
                <c:pt idx="7726">
                  <c:v>1</c:v>
                </c:pt>
                <c:pt idx="7727">
                  <c:v>1</c:v>
                </c:pt>
                <c:pt idx="7728">
                  <c:v>3</c:v>
                </c:pt>
                <c:pt idx="7729">
                  <c:v>1</c:v>
                </c:pt>
                <c:pt idx="7730">
                  <c:v>2</c:v>
                </c:pt>
                <c:pt idx="7731">
                  <c:v>1</c:v>
                </c:pt>
                <c:pt idx="7732">
                  <c:v>1</c:v>
                </c:pt>
                <c:pt idx="7733">
                  <c:v>8</c:v>
                </c:pt>
                <c:pt idx="7734">
                  <c:v>9</c:v>
                </c:pt>
                <c:pt idx="7735">
                  <c:v>7</c:v>
                </c:pt>
                <c:pt idx="7736">
                  <c:v>9</c:v>
                </c:pt>
                <c:pt idx="7737">
                  <c:v>4</c:v>
                </c:pt>
                <c:pt idx="7738">
                  <c:v>3</c:v>
                </c:pt>
                <c:pt idx="7739">
                  <c:v>1</c:v>
                </c:pt>
                <c:pt idx="7740">
                  <c:v>1</c:v>
                </c:pt>
                <c:pt idx="7741">
                  <c:v>7</c:v>
                </c:pt>
                <c:pt idx="7742">
                  <c:v>2</c:v>
                </c:pt>
                <c:pt idx="7743">
                  <c:v>7</c:v>
                </c:pt>
                <c:pt idx="7744">
                  <c:v>2</c:v>
                </c:pt>
                <c:pt idx="7745">
                  <c:v>1</c:v>
                </c:pt>
                <c:pt idx="7746">
                  <c:v>2</c:v>
                </c:pt>
                <c:pt idx="7747">
                  <c:v>6</c:v>
                </c:pt>
                <c:pt idx="7748">
                  <c:v>2</c:v>
                </c:pt>
                <c:pt idx="7749">
                  <c:v>2</c:v>
                </c:pt>
                <c:pt idx="7750">
                  <c:v>1</c:v>
                </c:pt>
                <c:pt idx="7751">
                  <c:v>1</c:v>
                </c:pt>
                <c:pt idx="7752">
                  <c:v>2</c:v>
                </c:pt>
                <c:pt idx="7753">
                  <c:v>2</c:v>
                </c:pt>
                <c:pt idx="7754">
                  <c:v>3</c:v>
                </c:pt>
                <c:pt idx="7755">
                  <c:v>1</c:v>
                </c:pt>
                <c:pt idx="7756">
                  <c:v>1</c:v>
                </c:pt>
                <c:pt idx="7757">
                  <c:v>1</c:v>
                </c:pt>
                <c:pt idx="7758">
                  <c:v>1</c:v>
                </c:pt>
                <c:pt idx="7759">
                  <c:v>6</c:v>
                </c:pt>
                <c:pt idx="7760">
                  <c:v>1</c:v>
                </c:pt>
                <c:pt idx="7761">
                  <c:v>1</c:v>
                </c:pt>
                <c:pt idx="7762">
                  <c:v>3</c:v>
                </c:pt>
                <c:pt idx="7763">
                  <c:v>3</c:v>
                </c:pt>
                <c:pt idx="7764">
                  <c:v>2</c:v>
                </c:pt>
                <c:pt idx="7765">
                  <c:v>1</c:v>
                </c:pt>
                <c:pt idx="7766">
                  <c:v>3</c:v>
                </c:pt>
                <c:pt idx="7767">
                  <c:v>1</c:v>
                </c:pt>
                <c:pt idx="7768">
                  <c:v>9</c:v>
                </c:pt>
                <c:pt idx="7769">
                  <c:v>2</c:v>
                </c:pt>
                <c:pt idx="7770">
                  <c:v>2</c:v>
                </c:pt>
                <c:pt idx="7771">
                  <c:v>2</c:v>
                </c:pt>
                <c:pt idx="7772">
                  <c:v>5</c:v>
                </c:pt>
                <c:pt idx="7773">
                  <c:v>2</c:v>
                </c:pt>
                <c:pt idx="7774">
                  <c:v>4</c:v>
                </c:pt>
                <c:pt idx="7775">
                  <c:v>10</c:v>
                </c:pt>
                <c:pt idx="7776">
                  <c:v>1</c:v>
                </c:pt>
                <c:pt idx="7777">
                  <c:v>5</c:v>
                </c:pt>
                <c:pt idx="7778">
                  <c:v>2</c:v>
                </c:pt>
                <c:pt idx="7779">
                  <c:v>1</c:v>
                </c:pt>
                <c:pt idx="7780">
                  <c:v>4</c:v>
                </c:pt>
                <c:pt idx="7781">
                  <c:v>2</c:v>
                </c:pt>
                <c:pt idx="7782">
                  <c:v>2</c:v>
                </c:pt>
                <c:pt idx="7783">
                  <c:v>2</c:v>
                </c:pt>
                <c:pt idx="7784">
                  <c:v>1</c:v>
                </c:pt>
                <c:pt idx="7785">
                  <c:v>2</c:v>
                </c:pt>
                <c:pt idx="7786">
                  <c:v>1</c:v>
                </c:pt>
                <c:pt idx="7787">
                  <c:v>8</c:v>
                </c:pt>
                <c:pt idx="7788">
                  <c:v>3</c:v>
                </c:pt>
                <c:pt idx="7789">
                  <c:v>25</c:v>
                </c:pt>
                <c:pt idx="7790">
                  <c:v>8</c:v>
                </c:pt>
                <c:pt idx="7791">
                  <c:v>7</c:v>
                </c:pt>
                <c:pt idx="7792">
                  <c:v>4</c:v>
                </c:pt>
                <c:pt idx="7793">
                  <c:v>1</c:v>
                </c:pt>
                <c:pt idx="7794">
                  <c:v>1</c:v>
                </c:pt>
                <c:pt idx="7795">
                  <c:v>1</c:v>
                </c:pt>
                <c:pt idx="7796">
                  <c:v>1</c:v>
                </c:pt>
                <c:pt idx="7797">
                  <c:v>1</c:v>
                </c:pt>
                <c:pt idx="7798">
                  <c:v>2</c:v>
                </c:pt>
                <c:pt idx="7799">
                  <c:v>1</c:v>
                </c:pt>
                <c:pt idx="7800">
                  <c:v>2</c:v>
                </c:pt>
                <c:pt idx="7801">
                  <c:v>1</c:v>
                </c:pt>
                <c:pt idx="7802">
                  <c:v>1</c:v>
                </c:pt>
                <c:pt idx="7803">
                  <c:v>1</c:v>
                </c:pt>
                <c:pt idx="7804">
                  <c:v>1</c:v>
                </c:pt>
                <c:pt idx="7805">
                  <c:v>1</c:v>
                </c:pt>
                <c:pt idx="7806">
                  <c:v>1</c:v>
                </c:pt>
                <c:pt idx="7807">
                  <c:v>1</c:v>
                </c:pt>
                <c:pt idx="7808">
                  <c:v>1</c:v>
                </c:pt>
                <c:pt idx="7809">
                  <c:v>2</c:v>
                </c:pt>
                <c:pt idx="7810">
                  <c:v>1</c:v>
                </c:pt>
                <c:pt idx="7811">
                  <c:v>8</c:v>
                </c:pt>
                <c:pt idx="7812">
                  <c:v>1</c:v>
                </c:pt>
                <c:pt idx="7813">
                  <c:v>2</c:v>
                </c:pt>
                <c:pt idx="7814">
                  <c:v>1</c:v>
                </c:pt>
                <c:pt idx="7815">
                  <c:v>4</c:v>
                </c:pt>
                <c:pt idx="7816">
                  <c:v>1</c:v>
                </c:pt>
                <c:pt idx="7817">
                  <c:v>1</c:v>
                </c:pt>
                <c:pt idx="7818">
                  <c:v>1</c:v>
                </c:pt>
                <c:pt idx="7819">
                  <c:v>8</c:v>
                </c:pt>
                <c:pt idx="7820">
                  <c:v>2</c:v>
                </c:pt>
                <c:pt idx="7821">
                  <c:v>4</c:v>
                </c:pt>
                <c:pt idx="7822">
                  <c:v>1</c:v>
                </c:pt>
                <c:pt idx="7823">
                  <c:v>2</c:v>
                </c:pt>
                <c:pt idx="7824">
                  <c:v>2</c:v>
                </c:pt>
                <c:pt idx="7825">
                  <c:v>1</c:v>
                </c:pt>
                <c:pt idx="7826">
                  <c:v>1</c:v>
                </c:pt>
                <c:pt idx="7827">
                  <c:v>7</c:v>
                </c:pt>
                <c:pt idx="7828">
                  <c:v>3</c:v>
                </c:pt>
                <c:pt idx="7829">
                  <c:v>1</c:v>
                </c:pt>
                <c:pt idx="7830">
                  <c:v>7</c:v>
                </c:pt>
                <c:pt idx="7831">
                  <c:v>1</c:v>
                </c:pt>
                <c:pt idx="7832">
                  <c:v>2</c:v>
                </c:pt>
                <c:pt idx="7833">
                  <c:v>2</c:v>
                </c:pt>
                <c:pt idx="7834">
                  <c:v>4</c:v>
                </c:pt>
                <c:pt idx="7835">
                  <c:v>3</c:v>
                </c:pt>
                <c:pt idx="7836">
                  <c:v>1</c:v>
                </c:pt>
                <c:pt idx="7837">
                  <c:v>2</c:v>
                </c:pt>
                <c:pt idx="7838">
                  <c:v>1</c:v>
                </c:pt>
                <c:pt idx="7839">
                  <c:v>2</c:v>
                </c:pt>
                <c:pt idx="7840">
                  <c:v>3</c:v>
                </c:pt>
                <c:pt idx="7841">
                  <c:v>2</c:v>
                </c:pt>
                <c:pt idx="7842">
                  <c:v>2</c:v>
                </c:pt>
                <c:pt idx="7843">
                  <c:v>1</c:v>
                </c:pt>
                <c:pt idx="7844">
                  <c:v>2</c:v>
                </c:pt>
                <c:pt idx="7845">
                  <c:v>2</c:v>
                </c:pt>
                <c:pt idx="7846">
                  <c:v>1</c:v>
                </c:pt>
                <c:pt idx="7847">
                  <c:v>4</c:v>
                </c:pt>
                <c:pt idx="7848">
                  <c:v>1</c:v>
                </c:pt>
                <c:pt idx="7849">
                  <c:v>10</c:v>
                </c:pt>
                <c:pt idx="7850">
                  <c:v>2</c:v>
                </c:pt>
                <c:pt idx="7851">
                  <c:v>1</c:v>
                </c:pt>
                <c:pt idx="7852">
                  <c:v>15</c:v>
                </c:pt>
                <c:pt idx="7853">
                  <c:v>3</c:v>
                </c:pt>
                <c:pt idx="7854">
                  <c:v>2</c:v>
                </c:pt>
                <c:pt idx="7855">
                  <c:v>4</c:v>
                </c:pt>
                <c:pt idx="7856">
                  <c:v>1</c:v>
                </c:pt>
                <c:pt idx="7857">
                  <c:v>18</c:v>
                </c:pt>
                <c:pt idx="7858">
                  <c:v>5</c:v>
                </c:pt>
                <c:pt idx="7859">
                  <c:v>1</c:v>
                </c:pt>
                <c:pt idx="7860">
                  <c:v>1</c:v>
                </c:pt>
                <c:pt idx="7861">
                  <c:v>2</c:v>
                </c:pt>
                <c:pt idx="7862">
                  <c:v>2</c:v>
                </c:pt>
                <c:pt idx="7863">
                  <c:v>3</c:v>
                </c:pt>
                <c:pt idx="7864">
                  <c:v>1</c:v>
                </c:pt>
                <c:pt idx="7865">
                  <c:v>1</c:v>
                </c:pt>
                <c:pt idx="7866">
                  <c:v>2</c:v>
                </c:pt>
                <c:pt idx="7867">
                  <c:v>2</c:v>
                </c:pt>
                <c:pt idx="7868">
                  <c:v>2</c:v>
                </c:pt>
                <c:pt idx="7869">
                  <c:v>1</c:v>
                </c:pt>
                <c:pt idx="7870">
                  <c:v>1</c:v>
                </c:pt>
                <c:pt idx="7871">
                  <c:v>3</c:v>
                </c:pt>
                <c:pt idx="7872">
                  <c:v>1</c:v>
                </c:pt>
                <c:pt idx="7873">
                  <c:v>1</c:v>
                </c:pt>
                <c:pt idx="7874">
                  <c:v>1</c:v>
                </c:pt>
                <c:pt idx="7875">
                  <c:v>3</c:v>
                </c:pt>
                <c:pt idx="7876">
                  <c:v>1</c:v>
                </c:pt>
                <c:pt idx="7877">
                  <c:v>2</c:v>
                </c:pt>
                <c:pt idx="7878">
                  <c:v>1</c:v>
                </c:pt>
                <c:pt idx="7879">
                  <c:v>3</c:v>
                </c:pt>
                <c:pt idx="7880">
                  <c:v>1</c:v>
                </c:pt>
                <c:pt idx="7881">
                  <c:v>1</c:v>
                </c:pt>
                <c:pt idx="7882">
                  <c:v>1</c:v>
                </c:pt>
                <c:pt idx="7883">
                  <c:v>2</c:v>
                </c:pt>
                <c:pt idx="7884">
                  <c:v>1</c:v>
                </c:pt>
                <c:pt idx="7885">
                  <c:v>1</c:v>
                </c:pt>
                <c:pt idx="7886">
                  <c:v>1</c:v>
                </c:pt>
                <c:pt idx="7887">
                  <c:v>3</c:v>
                </c:pt>
                <c:pt idx="7888">
                  <c:v>1</c:v>
                </c:pt>
                <c:pt idx="7889">
                  <c:v>1</c:v>
                </c:pt>
                <c:pt idx="7890">
                  <c:v>6</c:v>
                </c:pt>
                <c:pt idx="7891">
                  <c:v>2</c:v>
                </c:pt>
                <c:pt idx="7892">
                  <c:v>1</c:v>
                </c:pt>
                <c:pt idx="7893">
                  <c:v>8</c:v>
                </c:pt>
                <c:pt idx="7894">
                  <c:v>1</c:v>
                </c:pt>
                <c:pt idx="7895">
                  <c:v>1</c:v>
                </c:pt>
                <c:pt idx="7896">
                  <c:v>4</c:v>
                </c:pt>
                <c:pt idx="7897">
                  <c:v>1</c:v>
                </c:pt>
                <c:pt idx="7898">
                  <c:v>2</c:v>
                </c:pt>
                <c:pt idx="7899">
                  <c:v>1</c:v>
                </c:pt>
                <c:pt idx="7900">
                  <c:v>1</c:v>
                </c:pt>
                <c:pt idx="7901">
                  <c:v>1</c:v>
                </c:pt>
                <c:pt idx="7902">
                  <c:v>4</c:v>
                </c:pt>
                <c:pt idx="7903">
                  <c:v>1</c:v>
                </c:pt>
                <c:pt idx="7904">
                  <c:v>1</c:v>
                </c:pt>
                <c:pt idx="7905">
                  <c:v>2</c:v>
                </c:pt>
                <c:pt idx="7906">
                  <c:v>8</c:v>
                </c:pt>
                <c:pt idx="7907">
                  <c:v>1</c:v>
                </c:pt>
                <c:pt idx="7908">
                  <c:v>2</c:v>
                </c:pt>
                <c:pt idx="7909">
                  <c:v>1</c:v>
                </c:pt>
                <c:pt idx="7910">
                  <c:v>1</c:v>
                </c:pt>
                <c:pt idx="7911">
                  <c:v>6</c:v>
                </c:pt>
                <c:pt idx="7912">
                  <c:v>5</c:v>
                </c:pt>
                <c:pt idx="7913">
                  <c:v>3</c:v>
                </c:pt>
                <c:pt idx="7914">
                  <c:v>8</c:v>
                </c:pt>
                <c:pt idx="7915">
                  <c:v>2</c:v>
                </c:pt>
                <c:pt idx="7916">
                  <c:v>2</c:v>
                </c:pt>
                <c:pt idx="7917">
                  <c:v>1</c:v>
                </c:pt>
                <c:pt idx="7918">
                  <c:v>3</c:v>
                </c:pt>
                <c:pt idx="7919">
                  <c:v>3</c:v>
                </c:pt>
                <c:pt idx="7920">
                  <c:v>1</c:v>
                </c:pt>
                <c:pt idx="7921">
                  <c:v>1</c:v>
                </c:pt>
                <c:pt idx="7922">
                  <c:v>3</c:v>
                </c:pt>
                <c:pt idx="7923">
                  <c:v>5</c:v>
                </c:pt>
                <c:pt idx="7924">
                  <c:v>7</c:v>
                </c:pt>
                <c:pt idx="7925">
                  <c:v>2</c:v>
                </c:pt>
                <c:pt idx="7926">
                  <c:v>9</c:v>
                </c:pt>
                <c:pt idx="7927">
                  <c:v>1</c:v>
                </c:pt>
                <c:pt idx="7928">
                  <c:v>1</c:v>
                </c:pt>
                <c:pt idx="7929">
                  <c:v>1</c:v>
                </c:pt>
                <c:pt idx="7930">
                  <c:v>14</c:v>
                </c:pt>
                <c:pt idx="7931">
                  <c:v>3</c:v>
                </c:pt>
                <c:pt idx="7932">
                  <c:v>1</c:v>
                </c:pt>
                <c:pt idx="7933">
                  <c:v>7</c:v>
                </c:pt>
                <c:pt idx="7934">
                  <c:v>5</c:v>
                </c:pt>
                <c:pt idx="7935">
                  <c:v>4</c:v>
                </c:pt>
                <c:pt idx="7936">
                  <c:v>2</c:v>
                </c:pt>
                <c:pt idx="7937">
                  <c:v>1</c:v>
                </c:pt>
                <c:pt idx="7938">
                  <c:v>5</c:v>
                </c:pt>
                <c:pt idx="7939">
                  <c:v>1</c:v>
                </c:pt>
                <c:pt idx="7940">
                  <c:v>2</c:v>
                </c:pt>
                <c:pt idx="7941">
                  <c:v>1</c:v>
                </c:pt>
                <c:pt idx="7942">
                  <c:v>2</c:v>
                </c:pt>
                <c:pt idx="7943">
                  <c:v>4</c:v>
                </c:pt>
                <c:pt idx="7944">
                  <c:v>2</c:v>
                </c:pt>
                <c:pt idx="7945">
                  <c:v>4</c:v>
                </c:pt>
                <c:pt idx="7946">
                  <c:v>1</c:v>
                </c:pt>
                <c:pt idx="7947">
                  <c:v>1</c:v>
                </c:pt>
                <c:pt idx="7948">
                  <c:v>7</c:v>
                </c:pt>
                <c:pt idx="7949">
                  <c:v>2</c:v>
                </c:pt>
                <c:pt idx="7950">
                  <c:v>2</c:v>
                </c:pt>
                <c:pt idx="7951">
                  <c:v>3</c:v>
                </c:pt>
                <c:pt idx="7952">
                  <c:v>1</c:v>
                </c:pt>
                <c:pt idx="7953">
                  <c:v>1</c:v>
                </c:pt>
                <c:pt idx="7954">
                  <c:v>1</c:v>
                </c:pt>
                <c:pt idx="7955">
                  <c:v>1</c:v>
                </c:pt>
                <c:pt idx="7956">
                  <c:v>1</c:v>
                </c:pt>
                <c:pt idx="7957">
                  <c:v>1</c:v>
                </c:pt>
                <c:pt idx="7958">
                  <c:v>1</c:v>
                </c:pt>
                <c:pt idx="7959">
                  <c:v>2</c:v>
                </c:pt>
                <c:pt idx="7960">
                  <c:v>1</c:v>
                </c:pt>
                <c:pt idx="7961">
                  <c:v>1</c:v>
                </c:pt>
                <c:pt idx="7962">
                  <c:v>1</c:v>
                </c:pt>
                <c:pt idx="7963">
                  <c:v>6</c:v>
                </c:pt>
                <c:pt idx="7964">
                  <c:v>1</c:v>
                </c:pt>
                <c:pt idx="7965">
                  <c:v>8</c:v>
                </c:pt>
                <c:pt idx="7966">
                  <c:v>2</c:v>
                </c:pt>
                <c:pt idx="7967">
                  <c:v>1</c:v>
                </c:pt>
                <c:pt idx="7968">
                  <c:v>1</c:v>
                </c:pt>
                <c:pt idx="7969">
                  <c:v>1</c:v>
                </c:pt>
                <c:pt idx="7970">
                  <c:v>1</c:v>
                </c:pt>
                <c:pt idx="7971">
                  <c:v>7</c:v>
                </c:pt>
                <c:pt idx="7972">
                  <c:v>3</c:v>
                </c:pt>
                <c:pt idx="7973">
                  <c:v>1</c:v>
                </c:pt>
                <c:pt idx="7974">
                  <c:v>1</c:v>
                </c:pt>
                <c:pt idx="7975">
                  <c:v>11</c:v>
                </c:pt>
                <c:pt idx="7976">
                  <c:v>1</c:v>
                </c:pt>
                <c:pt idx="7977">
                  <c:v>2</c:v>
                </c:pt>
                <c:pt idx="7978">
                  <c:v>3</c:v>
                </c:pt>
                <c:pt idx="7979">
                  <c:v>2</c:v>
                </c:pt>
                <c:pt idx="7980">
                  <c:v>1</c:v>
                </c:pt>
                <c:pt idx="7981">
                  <c:v>5</c:v>
                </c:pt>
                <c:pt idx="7982">
                  <c:v>3</c:v>
                </c:pt>
                <c:pt idx="7983">
                  <c:v>5</c:v>
                </c:pt>
                <c:pt idx="7984">
                  <c:v>3</c:v>
                </c:pt>
                <c:pt idx="7985">
                  <c:v>2</c:v>
                </c:pt>
                <c:pt idx="7986">
                  <c:v>1</c:v>
                </c:pt>
                <c:pt idx="7987">
                  <c:v>5</c:v>
                </c:pt>
                <c:pt idx="7988">
                  <c:v>1</c:v>
                </c:pt>
                <c:pt idx="7989">
                  <c:v>1</c:v>
                </c:pt>
                <c:pt idx="7990">
                  <c:v>5</c:v>
                </c:pt>
                <c:pt idx="7991">
                  <c:v>2</c:v>
                </c:pt>
                <c:pt idx="7992">
                  <c:v>1</c:v>
                </c:pt>
                <c:pt idx="7993">
                  <c:v>1</c:v>
                </c:pt>
                <c:pt idx="7994">
                  <c:v>1</c:v>
                </c:pt>
                <c:pt idx="7995">
                  <c:v>3</c:v>
                </c:pt>
                <c:pt idx="7996">
                  <c:v>2</c:v>
                </c:pt>
                <c:pt idx="7997">
                  <c:v>8</c:v>
                </c:pt>
                <c:pt idx="7998">
                  <c:v>3</c:v>
                </c:pt>
                <c:pt idx="7999">
                  <c:v>1</c:v>
                </c:pt>
                <c:pt idx="8000">
                  <c:v>5</c:v>
                </c:pt>
                <c:pt idx="8001">
                  <c:v>9</c:v>
                </c:pt>
                <c:pt idx="8002">
                  <c:v>1</c:v>
                </c:pt>
                <c:pt idx="8003">
                  <c:v>1</c:v>
                </c:pt>
                <c:pt idx="8004">
                  <c:v>1</c:v>
                </c:pt>
                <c:pt idx="8005">
                  <c:v>2</c:v>
                </c:pt>
                <c:pt idx="8006">
                  <c:v>5</c:v>
                </c:pt>
                <c:pt idx="8007">
                  <c:v>3</c:v>
                </c:pt>
                <c:pt idx="8008">
                  <c:v>8</c:v>
                </c:pt>
                <c:pt idx="8009">
                  <c:v>2</c:v>
                </c:pt>
                <c:pt idx="8010">
                  <c:v>2</c:v>
                </c:pt>
                <c:pt idx="8011">
                  <c:v>4</c:v>
                </c:pt>
                <c:pt idx="8012">
                  <c:v>7</c:v>
                </c:pt>
                <c:pt idx="8013">
                  <c:v>2</c:v>
                </c:pt>
                <c:pt idx="8014">
                  <c:v>3</c:v>
                </c:pt>
                <c:pt idx="8015">
                  <c:v>1</c:v>
                </c:pt>
                <c:pt idx="8016">
                  <c:v>2</c:v>
                </c:pt>
                <c:pt idx="8017">
                  <c:v>1</c:v>
                </c:pt>
                <c:pt idx="8018">
                  <c:v>3</c:v>
                </c:pt>
                <c:pt idx="8019">
                  <c:v>2</c:v>
                </c:pt>
                <c:pt idx="8020">
                  <c:v>1</c:v>
                </c:pt>
                <c:pt idx="8021">
                  <c:v>2</c:v>
                </c:pt>
                <c:pt idx="8022">
                  <c:v>4</c:v>
                </c:pt>
                <c:pt idx="8023">
                  <c:v>1</c:v>
                </c:pt>
                <c:pt idx="8024">
                  <c:v>2</c:v>
                </c:pt>
                <c:pt idx="8025">
                  <c:v>1</c:v>
                </c:pt>
                <c:pt idx="8026">
                  <c:v>1</c:v>
                </c:pt>
                <c:pt idx="8027">
                  <c:v>1</c:v>
                </c:pt>
                <c:pt idx="8028">
                  <c:v>1</c:v>
                </c:pt>
                <c:pt idx="8029">
                  <c:v>1</c:v>
                </c:pt>
                <c:pt idx="8030">
                  <c:v>1</c:v>
                </c:pt>
                <c:pt idx="8031">
                  <c:v>1</c:v>
                </c:pt>
                <c:pt idx="8032">
                  <c:v>2</c:v>
                </c:pt>
                <c:pt idx="8033">
                  <c:v>1</c:v>
                </c:pt>
                <c:pt idx="8034">
                  <c:v>2</c:v>
                </c:pt>
                <c:pt idx="8035">
                  <c:v>1</c:v>
                </c:pt>
                <c:pt idx="8036">
                  <c:v>1</c:v>
                </c:pt>
                <c:pt idx="8037">
                  <c:v>1</c:v>
                </c:pt>
                <c:pt idx="8038">
                  <c:v>5</c:v>
                </c:pt>
                <c:pt idx="8039">
                  <c:v>1</c:v>
                </c:pt>
                <c:pt idx="8040">
                  <c:v>3</c:v>
                </c:pt>
                <c:pt idx="8041">
                  <c:v>1</c:v>
                </c:pt>
                <c:pt idx="8042">
                  <c:v>2</c:v>
                </c:pt>
                <c:pt idx="8043">
                  <c:v>1</c:v>
                </c:pt>
                <c:pt idx="8044">
                  <c:v>1</c:v>
                </c:pt>
                <c:pt idx="8045">
                  <c:v>1</c:v>
                </c:pt>
                <c:pt idx="8046">
                  <c:v>3</c:v>
                </c:pt>
                <c:pt idx="8047">
                  <c:v>1</c:v>
                </c:pt>
                <c:pt idx="8048">
                  <c:v>1</c:v>
                </c:pt>
                <c:pt idx="8049">
                  <c:v>1</c:v>
                </c:pt>
                <c:pt idx="8050">
                  <c:v>2</c:v>
                </c:pt>
                <c:pt idx="8051">
                  <c:v>9</c:v>
                </c:pt>
                <c:pt idx="8052">
                  <c:v>4</c:v>
                </c:pt>
                <c:pt idx="8053">
                  <c:v>3</c:v>
                </c:pt>
                <c:pt idx="8054">
                  <c:v>3</c:v>
                </c:pt>
                <c:pt idx="8055">
                  <c:v>1</c:v>
                </c:pt>
                <c:pt idx="8056">
                  <c:v>1</c:v>
                </c:pt>
                <c:pt idx="8057">
                  <c:v>1</c:v>
                </c:pt>
                <c:pt idx="8058">
                  <c:v>3</c:v>
                </c:pt>
                <c:pt idx="8059">
                  <c:v>3</c:v>
                </c:pt>
                <c:pt idx="8060">
                  <c:v>3</c:v>
                </c:pt>
                <c:pt idx="8061">
                  <c:v>6</c:v>
                </c:pt>
                <c:pt idx="8062">
                  <c:v>2</c:v>
                </c:pt>
                <c:pt idx="8063">
                  <c:v>2</c:v>
                </c:pt>
                <c:pt idx="8064">
                  <c:v>1</c:v>
                </c:pt>
                <c:pt idx="8065">
                  <c:v>3</c:v>
                </c:pt>
                <c:pt idx="8066">
                  <c:v>1</c:v>
                </c:pt>
                <c:pt idx="8067">
                  <c:v>4</c:v>
                </c:pt>
                <c:pt idx="8068">
                  <c:v>2</c:v>
                </c:pt>
                <c:pt idx="8069">
                  <c:v>13</c:v>
                </c:pt>
                <c:pt idx="8070">
                  <c:v>1</c:v>
                </c:pt>
                <c:pt idx="8071">
                  <c:v>4</c:v>
                </c:pt>
                <c:pt idx="8072">
                  <c:v>2</c:v>
                </c:pt>
                <c:pt idx="8073">
                  <c:v>4</c:v>
                </c:pt>
                <c:pt idx="8074">
                  <c:v>3</c:v>
                </c:pt>
                <c:pt idx="8075">
                  <c:v>1</c:v>
                </c:pt>
                <c:pt idx="8076">
                  <c:v>4</c:v>
                </c:pt>
                <c:pt idx="8077">
                  <c:v>2</c:v>
                </c:pt>
                <c:pt idx="8078">
                  <c:v>1</c:v>
                </c:pt>
                <c:pt idx="8079">
                  <c:v>2</c:v>
                </c:pt>
                <c:pt idx="8080">
                  <c:v>1</c:v>
                </c:pt>
                <c:pt idx="8081">
                  <c:v>1</c:v>
                </c:pt>
                <c:pt idx="8082">
                  <c:v>1</c:v>
                </c:pt>
                <c:pt idx="8083">
                  <c:v>3</c:v>
                </c:pt>
                <c:pt idx="8084">
                  <c:v>2</c:v>
                </c:pt>
                <c:pt idx="8085">
                  <c:v>6</c:v>
                </c:pt>
                <c:pt idx="8086">
                  <c:v>1</c:v>
                </c:pt>
                <c:pt idx="8087">
                  <c:v>1</c:v>
                </c:pt>
                <c:pt idx="8088">
                  <c:v>13</c:v>
                </c:pt>
                <c:pt idx="8089">
                  <c:v>4</c:v>
                </c:pt>
                <c:pt idx="8090">
                  <c:v>2</c:v>
                </c:pt>
                <c:pt idx="8091">
                  <c:v>1</c:v>
                </c:pt>
                <c:pt idx="8092">
                  <c:v>2</c:v>
                </c:pt>
                <c:pt idx="8093">
                  <c:v>1</c:v>
                </c:pt>
                <c:pt idx="8094">
                  <c:v>4</c:v>
                </c:pt>
                <c:pt idx="8095">
                  <c:v>1</c:v>
                </c:pt>
                <c:pt idx="8096">
                  <c:v>2</c:v>
                </c:pt>
                <c:pt idx="8097">
                  <c:v>1</c:v>
                </c:pt>
                <c:pt idx="8098">
                  <c:v>1</c:v>
                </c:pt>
                <c:pt idx="8099">
                  <c:v>1</c:v>
                </c:pt>
                <c:pt idx="8100">
                  <c:v>1</c:v>
                </c:pt>
                <c:pt idx="8101">
                  <c:v>1</c:v>
                </c:pt>
                <c:pt idx="8102">
                  <c:v>1</c:v>
                </c:pt>
                <c:pt idx="8103">
                  <c:v>1</c:v>
                </c:pt>
                <c:pt idx="8104">
                  <c:v>1</c:v>
                </c:pt>
                <c:pt idx="8105">
                  <c:v>1</c:v>
                </c:pt>
                <c:pt idx="8106">
                  <c:v>1</c:v>
                </c:pt>
                <c:pt idx="8107">
                  <c:v>1</c:v>
                </c:pt>
                <c:pt idx="8108">
                  <c:v>1</c:v>
                </c:pt>
                <c:pt idx="8109">
                  <c:v>1</c:v>
                </c:pt>
                <c:pt idx="8110">
                  <c:v>6</c:v>
                </c:pt>
                <c:pt idx="8111">
                  <c:v>1</c:v>
                </c:pt>
                <c:pt idx="8112">
                  <c:v>1</c:v>
                </c:pt>
                <c:pt idx="8113">
                  <c:v>2</c:v>
                </c:pt>
                <c:pt idx="8114">
                  <c:v>1</c:v>
                </c:pt>
                <c:pt idx="8115">
                  <c:v>2</c:v>
                </c:pt>
                <c:pt idx="8116">
                  <c:v>1</c:v>
                </c:pt>
                <c:pt idx="8117">
                  <c:v>1</c:v>
                </c:pt>
                <c:pt idx="8118">
                  <c:v>3</c:v>
                </c:pt>
                <c:pt idx="8119">
                  <c:v>1</c:v>
                </c:pt>
                <c:pt idx="8120">
                  <c:v>5</c:v>
                </c:pt>
                <c:pt idx="8121">
                  <c:v>1</c:v>
                </c:pt>
                <c:pt idx="8122">
                  <c:v>1</c:v>
                </c:pt>
                <c:pt idx="8123">
                  <c:v>3</c:v>
                </c:pt>
                <c:pt idx="8124">
                  <c:v>2</c:v>
                </c:pt>
                <c:pt idx="8125">
                  <c:v>1</c:v>
                </c:pt>
                <c:pt idx="8126">
                  <c:v>1</c:v>
                </c:pt>
                <c:pt idx="8127">
                  <c:v>3</c:v>
                </c:pt>
                <c:pt idx="8128">
                  <c:v>3</c:v>
                </c:pt>
                <c:pt idx="8129">
                  <c:v>1</c:v>
                </c:pt>
                <c:pt idx="8130">
                  <c:v>2</c:v>
                </c:pt>
                <c:pt idx="8131">
                  <c:v>1</c:v>
                </c:pt>
                <c:pt idx="8132">
                  <c:v>1</c:v>
                </c:pt>
                <c:pt idx="8133">
                  <c:v>1</c:v>
                </c:pt>
                <c:pt idx="8134">
                  <c:v>1</c:v>
                </c:pt>
                <c:pt idx="8135">
                  <c:v>5</c:v>
                </c:pt>
                <c:pt idx="8136">
                  <c:v>4</c:v>
                </c:pt>
                <c:pt idx="8137">
                  <c:v>2</c:v>
                </c:pt>
                <c:pt idx="8138">
                  <c:v>2</c:v>
                </c:pt>
                <c:pt idx="8139">
                  <c:v>1</c:v>
                </c:pt>
                <c:pt idx="8140">
                  <c:v>1</c:v>
                </c:pt>
                <c:pt idx="8141">
                  <c:v>6</c:v>
                </c:pt>
                <c:pt idx="8142">
                  <c:v>2</c:v>
                </c:pt>
                <c:pt idx="8143">
                  <c:v>4</c:v>
                </c:pt>
                <c:pt idx="8144">
                  <c:v>1</c:v>
                </c:pt>
                <c:pt idx="8145">
                  <c:v>3</c:v>
                </c:pt>
                <c:pt idx="8146">
                  <c:v>2</c:v>
                </c:pt>
                <c:pt idx="8147">
                  <c:v>4</c:v>
                </c:pt>
                <c:pt idx="8148">
                  <c:v>1</c:v>
                </c:pt>
                <c:pt idx="8149">
                  <c:v>1</c:v>
                </c:pt>
                <c:pt idx="8150">
                  <c:v>1</c:v>
                </c:pt>
                <c:pt idx="8151">
                  <c:v>5</c:v>
                </c:pt>
                <c:pt idx="8152">
                  <c:v>3</c:v>
                </c:pt>
                <c:pt idx="8153">
                  <c:v>2</c:v>
                </c:pt>
                <c:pt idx="8154">
                  <c:v>1</c:v>
                </c:pt>
                <c:pt idx="8155">
                  <c:v>1</c:v>
                </c:pt>
                <c:pt idx="8156">
                  <c:v>2</c:v>
                </c:pt>
                <c:pt idx="8157">
                  <c:v>3</c:v>
                </c:pt>
                <c:pt idx="8158">
                  <c:v>3</c:v>
                </c:pt>
                <c:pt idx="8159">
                  <c:v>2</c:v>
                </c:pt>
                <c:pt idx="8160">
                  <c:v>5</c:v>
                </c:pt>
                <c:pt idx="8161">
                  <c:v>2</c:v>
                </c:pt>
                <c:pt idx="8162">
                  <c:v>1</c:v>
                </c:pt>
                <c:pt idx="8163">
                  <c:v>1</c:v>
                </c:pt>
                <c:pt idx="8164">
                  <c:v>1</c:v>
                </c:pt>
                <c:pt idx="8165">
                  <c:v>2</c:v>
                </c:pt>
                <c:pt idx="8166">
                  <c:v>2</c:v>
                </c:pt>
                <c:pt idx="8167">
                  <c:v>2</c:v>
                </c:pt>
                <c:pt idx="8168">
                  <c:v>2</c:v>
                </c:pt>
                <c:pt idx="8169">
                  <c:v>2</c:v>
                </c:pt>
                <c:pt idx="8170">
                  <c:v>1</c:v>
                </c:pt>
                <c:pt idx="8171">
                  <c:v>2</c:v>
                </c:pt>
                <c:pt idx="8172">
                  <c:v>1</c:v>
                </c:pt>
                <c:pt idx="8173">
                  <c:v>3</c:v>
                </c:pt>
                <c:pt idx="8174">
                  <c:v>1</c:v>
                </c:pt>
                <c:pt idx="8175">
                  <c:v>1</c:v>
                </c:pt>
                <c:pt idx="8176">
                  <c:v>2</c:v>
                </c:pt>
                <c:pt idx="8177">
                  <c:v>1</c:v>
                </c:pt>
                <c:pt idx="8178">
                  <c:v>1</c:v>
                </c:pt>
                <c:pt idx="8179">
                  <c:v>1</c:v>
                </c:pt>
                <c:pt idx="8180">
                  <c:v>2</c:v>
                </c:pt>
                <c:pt idx="8181">
                  <c:v>1</c:v>
                </c:pt>
                <c:pt idx="8182">
                  <c:v>1</c:v>
                </c:pt>
                <c:pt idx="8183">
                  <c:v>2</c:v>
                </c:pt>
                <c:pt idx="8184">
                  <c:v>1</c:v>
                </c:pt>
                <c:pt idx="8185">
                  <c:v>1</c:v>
                </c:pt>
                <c:pt idx="8186">
                  <c:v>1</c:v>
                </c:pt>
                <c:pt idx="8187">
                  <c:v>1</c:v>
                </c:pt>
                <c:pt idx="8188">
                  <c:v>2</c:v>
                </c:pt>
                <c:pt idx="8189">
                  <c:v>1</c:v>
                </c:pt>
                <c:pt idx="8190">
                  <c:v>3</c:v>
                </c:pt>
                <c:pt idx="8191">
                  <c:v>3</c:v>
                </c:pt>
                <c:pt idx="8192">
                  <c:v>1</c:v>
                </c:pt>
                <c:pt idx="8193">
                  <c:v>1</c:v>
                </c:pt>
                <c:pt idx="8194">
                  <c:v>1</c:v>
                </c:pt>
                <c:pt idx="8195">
                  <c:v>1</c:v>
                </c:pt>
                <c:pt idx="8196">
                  <c:v>1</c:v>
                </c:pt>
                <c:pt idx="8197">
                  <c:v>7</c:v>
                </c:pt>
                <c:pt idx="8198">
                  <c:v>1</c:v>
                </c:pt>
                <c:pt idx="8199">
                  <c:v>1</c:v>
                </c:pt>
                <c:pt idx="8200">
                  <c:v>2</c:v>
                </c:pt>
                <c:pt idx="8201">
                  <c:v>4</c:v>
                </c:pt>
                <c:pt idx="8202">
                  <c:v>2</c:v>
                </c:pt>
                <c:pt idx="8203">
                  <c:v>1</c:v>
                </c:pt>
                <c:pt idx="8204">
                  <c:v>8</c:v>
                </c:pt>
                <c:pt idx="8205">
                  <c:v>4</c:v>
                </c:pt>
                <c:pt idx="8206">
                  <c:v>1</c:v>
                </c:pt>
                <c:pt idx="8207">
                  <c:v>4</c:v>
                </c:pt>
                <c:pt idx="8208">
                  <c:v>3</c:v>
                </c:pt>
                <c:pt idx="8209">
                  <c:v>2</c:v>
                </c:pt>
                <c:pt idx="8210">
                  <c:v>2</c:v>
                </c:pt>
                <c:pt idx="8211">
                  <c:v>2</c:v>
                </c:pt>
                <c:pt idx="8212">
                  <c:v>1</c:v>
                </c:pt>
                <c:pt idx="8213">
                  <c:v>3</c:v>
                </c:pt>
                <c:pt idx="8214">
                  <c:v>10</c:v>
                </c:pt>
                <c:pt idx="8215">
                  <c:v>1</c:v>
                </c:pt>
                <c:pt idx="8216">
                  <c:v>3</c:v>
                </c:pt>
                <c:pt idx="8217">
                  <c:v>1</c:v>
                </c:pt>
                <c:pt idx="8218">
                  <c:v>2</c:v>
                </c:pt>
                <c:pt idx="8219">
                  <c:v>1</c:v>
                </c:pt>
                <c:pt idx="8220">
                  <c:v>1</c:v>
                </c:pt>
                <c:pt idx="8221">
                  <c:v>1</c:v>
                </c:pt>
                <c:pt idx="8222">
                  <c:v>2</c:v>
                </c:pt>
                <c:pt idx="8223">
                  <c:v>2</c:v>
                </c:pt>
                <c:pt idx="8224">
                  <c:v>2</c:v>
                </c:pt>
                <c:pt idx="8225">
                  <c:v>1</c:v>
                </c:pt>
                <c:pt idx="8226">
                  <c:v>5</c:v>
                </c:pt>
                <c:pt idx="8227">
                  <c:v>1</c:v>
                </c:pt>
                <c:pt idx="8228">
                  <c:v>4</c:v>
                </c:pt>
                <c:pt idx="8229">
                  <c:v>1</c:v>
                </c:pt>
                <c:pt idx="8230">
                  <c:v>2</c:v>
                </c:pt>
                <c:pt idx="8231">
                  <c:v>1</c:v>
                </c:pt>
                <c:pt idx="8232">
                  <c:v>2</c:v>
                </c:pt>
                <c:pt idx="8233">
                  <c:v>7</c:v>
                </c:pt>
                <c:pt idx="8234">
                  <c:v>6</c:v>
                </c:pt>
                <c:pt idx="8235">
                  <c:v>1</c:v>
                </c:pt>
                <c:pt idx="8236">
                  <c:v>2</c:v>
                </c:pt>
                <c:pt idx="8237">
                  <c:v>1</c:v>
                </c:pt>
                <c:pt idx="8238">
                  <c:v>1</c:v>
                </c:pt>
                <c:pt idx="8239">
                  <c:v>2</c:v>
                </c:pt>
                <c:pt idx="8240">
                  <c:v>1</c:v>
                </c:pt>
                <c:pt idx="8241">
                  <c:v>1</c:v>
                </c:pt>
                <c:pt idx="8242">
                  <c:v>2</c:v>
                </c:pt>
                <c:pt idx="8243">
                  <c:v>4</c:v>
                </c:pt>
                <c:pt idx="8244">
                  <c:v>1</c:v>
                </c:pt>
                <c:pt idx="8245">
                  <c:v>3</c:v>
                </c:pt>
                <c:pt idx="8246">
                  <c:v>1</c:v>
                </c:pt>
                <c:pt idx="8247">
                  <c:v>2</c:v>
                </c:pt>
                <c:pt idx="8248">
                  <c:v>3</c:v>
                </c:pt>
                <c:pt idx="8249">
                  <c:v>2</c:v>
                </c:pt>
                <c:pt idx="8250">
                  <c:v>1</c:v>
                </c:pt>
                <c:pt idx="8251">
                  <c:v>1</c:v>
                </c:pt>
                <c:pt idx="8252">
                  <c:v>1</c:v>
                </c:pt>
                <c:pt idx="8253">
                  <c:v>1</c:v>
                </c:pt>
                <c:pt idx="8254">
                  <c:v>1</c:v>
                </c:pt>
                <c:pt idx="8255">
                  <c:v>1</c:v>
                </c:pt>
                <c:pt idx="8256">
                  <c:v>1</c:v>
                </c:pt>
                <c:pt idx="8257">
                  <c:v>1</c:v>
                </c:pt>
                <c:pt idx="8258">
                  <c:v>1</c:v>
                </c:pt>
                <c:pt idx="8259">
                  <c:v>1</c:v>
                </c:pt>
                <c:pt idx="8260">
                  <c:v>1</c:v>
                </c:pt>
                <c:pt idx="8261">
                  <c:v>1</c:v>
                </c:pt>
                <c:pt idx="8262">
                  <c:v>1</c:v>
                </c:pt>
                <c:pt idx="8263">
                  <c:v>2</c:v>
                </c:pt>
                <c:pt idx="8264">
                  <c:v>1</c:v>
                </c:pt>
                <c:pt idx="8265">
                  <c:v>1</c:v>
                </c:pt>
                <c:pt idx="8266">
                  <c:v>1</c:v>
                </c:pt>
                <c:pt idx="8267">
                  <c:v>1</c:v>
                </c:pt>
                <c:pt idx="8268">
                  <c:v>7</c:v>
                </c:pt>
                <c:pt idx="8269">
                  <c:v>2</c:v>
                </c:pt>
                <c:pt idx="8270">
                  <c:v>2</c:v>
                </c:pt>
                <c:pt idx="8271">
                  <c:v>1</c:v>
                </c:pt>
                <c:pt idx="8272">
                  <c:v>2</c:v>
                </c:pt>
                <c:pt idx="8273">
                  <c:v>1</c:v>
                </c:pt>
                <c:pt idx="8274">
                  <c:v>1</c:v>
                </c:pt>
                <c:pt idx="8275">
                  <c:v>2</c:v>
                </c:pt>
                <c:pt idx="8276">
                  <c:v>4</c:v>
                </c:pt>
                <c:pt idx="8277">
                  <c:v>1</c:v>
                </c:pt>
                <c:pt idx="8278">
                  <c:v>2</c:v>
                </c:pt>
                <c:pt idx="8279">
                  <c:v>2</c:v>
                </c:pt>
                <c:pt idx="8280">
                  <c:v>1</c:v>
                </c:pt>
                <c:pt idx="8281">
                  <c:v>2</c:v>
                </c:pt>
                <c:pt idx="8282">
                  <c:v>2</c:v>
                </c:pt>
                <c:pt idx="8283">
                  <c:v>4</c:v>
                </c:pt>
                <c:pt idx="8284">
                  <c:v>1</c:v>
                </c:pt>
                <c:pt idx="8285">
                  <c:v>5</c:v>
                </c:pt>
                <c:pt idx="8286">
                  <c:v>3</c:v>
                </c:pt>
                <c:pt idx="8287">
                  <c:v>1</c:v>
                </c:pt>
                <c:pt idx="8288">
                  <c:v>2</c:v>
                </c:pt>
                <c:pt idx="8289">
                  <c:v>1</c:v>
                </c:pt>
                <c:pt idx="8290">
                  <c:v>1</c:v>
                </c:pt>
                <c:pt idx="8291">
                  <c:v>2</c:v>
                </c:pt>
                <c:pt idx="8292">
                  <c:v>2</c:v>
                </c:pt>
                <c:pt idx="8293">
                  <c:v>3</c:v>
                </c:pt>
                <c:pt idx="8294">
                  <c:v>1</c:v>
                </c:pt>
                <c:pt idx="8295">
                  <c:v>3</c:v>
                </c:pt>
                <c:pt idx="8296">
                  <c:v>1</c:v>
                </c:pt>
                <c:pt idx="8297">
                  <c:v>7</c:v>
                </c:pt>
                <c:pt idx="8298">
                  <c:v>1</c:v>
                </c:pt>
                <c:pt idx="8299">
                  <c:v>3</c:v>
                </c:pt>
                <c:pt idx="8300">
                  <c:v>4</c:v>
                </c:pt>
                <c:pt idx="8301">
                  <c:v>1</c:v>
                </c:pt>
                <c:pt idx="8302">
                  <c:v>1</c:v>
                </c:pt>
                <c:pt idx="8303">
                  <c:v>1</c:v>
                </c:pt>
                <c:pt idx="8304">
                  <c:v>5</c:v>
                </c:pt>
                <c:pt idx="8305">
                  <c:v>1</c:v>
                </c:pt>
                <c:pt idx="8306">
                  <c:v>3</c:v>
                </c:pt>
                <c:pt idx="8307">
                  <c:v>5</c:v>
                </c:pt>
                <c:pt idx="8308">
                  <c:v>2</c:v>
                </c:pt>
                <c:pt idx="8309">
                  <c:v>2</c:v>
                </c:pt>
                <c:pt idx="8310">
                  <c:v>1</c:v>
                </c:pt>
                <c:pt idx="8311">
                  <c:v>1</c:v>
                </c:pt>
                <c:pt idx="8312">
                  <c:v>4</c:v>
                </c:pt>
                <c:pt idx="8313">
                  <c:v>5</c:v>
                </c:pt>
                <c:pt idx="8314">
                  <c:v>5</c:v>
                </c:pt>
                <c:pt idx="8315">
                  <c:v>3</c:v>
                </c:pt>
                <c:pt idx="8316">
                  <c:v>9</c:v>
                </c:pt>
                <c:pt idx="8317">
                  <c:v>2</c:v>
                </c:pt>
                <c:pt idx="8318">
                  <c:v>1</c:v>
                </c:pt>
                <c:pt idx="8319">
                  <c:v>1</c:v>
                </c:pt>
                <c:pt idx="8320">
                  <c:v>3</c:v>
                </c:pt>
                <c:pt idx="8321">
                  <c:v>3</c:v>
                </c:pt>
                <c:pt idx="8322">
                  <c:v>1</c:v>
                </c:pt>
                <c:pt idx="8323">
                  <c:v>9</c:v>
                </c:pt>
                <c:pt idx="8324">
                  <c:v>1</c:v>
                </c:pt>
                <c:pt idx="8325">
                  <c:v>1</c:v>
                </c:pt>
                <c:pt idx="8326">
                  <c:v>2</c:v>
                </c:pt>
                <c:pt idx="8327">
                  <c:v>5</c:v>
                </c:pt>
                <c:pt idx="8328">
                  <c:v>1</c:v>
                </c:pt>
                <c:pt idx="8329">
                  <c:v>2</c:v>
                </c:pt>
                <c:pt idx="8330">
                  <c:v>3</c:v>
                </c:pt>
                <c:pt idx="8331">
                  <c:v>12</c:v>
                </c:pt>
                <c:pt idx="8332">
                  <c:v>4</c:v>
                </c:pt>
                <c:pt idx="8333">
                  <c:v>3</c:v>
                </c:pt>
                <c:pt idx="8334">
                  <c:v>2</c:v>
                </c:pt>
                <c:pt idx="8335">
                  <c:v>4</c:v>
                </c:pt>
                <c:pt idx="8336">
                  <c:v>2</c:v>
                </c:pt>
                <c:pt idx="8337">
                  <c:v>1</c:v>
                </c:pt>
                <c:pt idx="8338">
                  <c:v>1</c:v>
                </c:pt>
                <c:pt idx="8339">
                  <c:v>11</c:v>
                </c:pt>
                <c:pt idx="8340">
                  <c:v>2</c:v>
                </c:pt>
                <c:pt idx="8341">
                  <c:v>2</c:v>
                </c:pt>
                <c:pt idx="8342">
                  <c:v>2</c:v>
                </c:pt>
                <c:pt idx="8343">
                  <c:v>1</c:v>
                </c:pt>
                <c:pt idx="8344">
                  <c:v>1</c:v>
                </c:pt>
                <c:pt idx="8345">
                  <c:v>1</c:v>
                </c:pt>
                <c:pt idx="8346">
                  <c:v>1</c:v>
                </c:pt>
                <c:pt idx="8347">
                  <c:v>1</c:v>
                </c:pt>
                <c:pt idx="8348">
                  <c:v>1</c:v>
                </c:pt>
                <c:pt idx="8349">
                  <c:v>1</c:v>
                </c:pt>
                <c:pt idx="8350">
                  <c:v>1</c:v>
                </c:pt>
                <c:pt idx="8351">
                  <c:v>1</c:v>
                </c:pt>
                <c:pt idx="8352">
                  <c:v>2</c:v>
                </c:pt>
                <c:pt idx="8353">
                  <c:v>1</c:v>
                </c:pt>
                <c:pt idx="8354">
                  <c:v>1</c:v>
                </c:pt>
                <c:pt idx="8355">
                  <c:v>1</c:v>
                </c:pt>
                <c:pt idx="8356">
                  <c:v>1</c:v>
                </c:pt>
                <c:pt idx="8357">
                  <c:v>1</c:v>
                </c:pt>
                <c:pt idx="8358">
                  <c:v>1</c:v>
                </c:pt>
                <c:pt idx="8359">
                  <c:v>1</c:v>
                </c:pt>
                <c:pt idx="8360">
                  <c:v>1</c:v>
                </c:pt>
                <c:pt idx="8361">
                  <c:v>1</c:v>
                </c:pt>
                <c:pt idx="8362">
                  <c:v>2</c:v>
                </c:pt>
                <c:pt idx="8363">
                  <c:v>2</c:v>
                </c:pt>
                <c:pt idx="8364">
                  <c:v>2</c:v>
                </c:pt>
                <c:pt idx="8365">
                  <c:v>1</c:v>
                </c:pt>
                <c:pt idx="8366">
                  <c:v>11</c:v>
                </c:pt>
                <c:pt idx="8367">
                  <c:v>1</c:v>
                </c:pt>
                <c:pt idx="8368">
                  <c:v>3</c:v>
                </c:pt>
                <c:pt idx="8369">
                  <c:v>7</c:v>
                </c:pt>
                <c:pt idx="8370">
                  <c:v>2</c:v>
                </c:pt>
                <c:pt idx="8371">
                  <c:v>1</c:v>
                </c:pt>
                <c:pt idx="8372">
                  <c:v>2</c:v>
                </c:pt>
                <c:pt idx="8373">
                  <c:v>7</c:v>
                </c:pt>
                <c:pt idx="8374">
                  <c:v>1</c:v>
                </c:pt>
                <c:pt idx="8375">
                  <c:v>1</c:v>
                </c:pt>
                <c:pt idx="8376">
                  <c:v>3</c:v>
                </c:pt>
                <c:pt idx="8377">
                  <c:v>2</c:v>
                </c:pt>
                <c:pt idx="8378">
                  <c:v>3</c:v>
                </c:pt>
                <c:pt idx="8379">
                  <c:v>2</c:v>
                </c:pt>
                <c:pt idx="8380">
                  <c:v>1</c:v>
                </c:pt>
                <c:pt idx="8381">
                  <c:v>1</c:v>
                </c:pt>
                <c:pt idx="8382">
                  <c:v>6</c:v>
                </c:pt>
                <c:pt idx="8383">
                  <c:v>3</c:v>
                </c:pt>
                <c:pt idx="8384">
                  <c:v>1</c:v>
                </c:pt>
                <c:pt idx="8385">
                  <c:v>4</c:v>
                </c:pt>
                <c:pt idx="8386">
                  <c:v>3</c:v>
                </c:pt>
                <c:pt idx="8387">
                  <c:v>1</c:v>
                </c:pt>
                <c:pt idx="8388">
                  <c:v>1</c:v>
                </c:pt>
                <c:pt idx="8389">
                  <c:v>1</c:v>
                </c:pt>
                <c:pt idx="8390">
                  <c:v>1</c:v>
                </c:pt>
                <c:pt idx="8391">
                  <c:v>1</c:v>
                </c:pt>
                <c:pt idx="8392">
                  <c:v>4</c:v>
                </c:pt>
                <c:pt idx="8393">
                  <c:v>1</c:v>
                </c:pt>
                <c:pt idx="8394">
                  <c:v>1</c:v>
                </c:pt>
                <c:pt idx="8395">
                  <c:v>2</c:v>
                </c:pt>
                <c:pt idx="8396">
                  <c:v>2</c:v>
                </c:pt>
                <c:pt idx="8397">
                  <c:v>1</c:v>
                </c:pt>
                <c:pt idx="8398">
                  <c:v>1</c:v>
                </c:pt>
                <c:pt idx="8399">
                  <c:v>1</c:v>
                </c:pt>
                <c:pt idx="8400">
                  <c:v>3</c:v>
                </c:pt>
                <c:pt idx="8401">
                  <c:v>1</c:v>
                </c:pt>
                <c:pt idx="8402">
                  <c:v>1</c:v>
                </c:pt>
                <c:pt idx="8403">
                  <c:v>3</c:v>
                </c:pt>
                <c:pt idx="8404">
                  <c:v>1</c:v>
                </c:pt>
                <c:pt idx="8405">
                  <c:v>7</c:v>
                </c:pt>
                <c:pt idx="8406">
                  <c:v>1</c:v>
                </c:pt>
                <c:pt idx="8407">
                  <c:v>10</c:v>
                </c:pt>
                <c:pt idx="8408">
                  <c:v>2</c:v>
                </c:pt>
                <c:pt idx="8409">
                  <c:v>1</c:v>
                </c:pt>
                <c:pt idx="8410">
                  <c:v>1</c:v>
                </c:pt>
                <c:pt idx="8411">
                  <c:v>1</c:v>
                </c:pt>
                <c:pt idx="8412">
                  <c:v>5</c:v>
                </c:pt>
                <c:pt idx="8413">
                  <c:v>7</c:v>
                </c:pt>
                <c:pt idx="8414">
                  <c:v>1</c:v>
                </c:pt>
                <c:pt idx="8415">
                  <c:v>1</c:v>
                </c:pt>
                <c:pt idx="8416">
                  <c:v>2</c:v>
                </c:pt>
                <c:pt idx="8417">
                  <c:v>1</c:v>
                </c:pt>
                <c:pt idx="8418">
                  <c:v>3</c:v>
                </c:pt>
                <c:pt idx="8419">
                  <c:v>5</c:v>
                </c:pt>
                <c:pt idx="8420">
                  <c:v>3</c:v>
                </c:pt>
                <c:pt idx="8421">
                  <c:v>1</c:v>
                </c:pt>
                <c:pt idx="8422">
                  <c:v>1</c:v>
                </c:pt>
                <c:pt idx="8423">
                  <c:v>1</c:v>
                </c:pt>
                <c:pt idx="8424">
                  <c:v>1</c:v>
                </c:pt>
                <c:pt idx="8425">
                  <c:v>3</c:v>
                </c:pt>
                <c:pt idx="8426">
                  <c:v>2</c:v>
                </c:pt>
                <c:pt idx="8427">
                  <c:v>1</c:v>
                </c:pt>
                <c:pt idx="8428">
                  <c:v>1</c:v>
                </c:pt>
                <c:pt idx="8429">
                  <c:v>5</c:v>
                </c:pt>
                <c:pt idx="8430">
                  <c:v>1</c:v>
                </c:pt>
                <c:pt idx="8431">
                  <c:v>1</c:v>
                </c:pt>
                <c:pt idx="8432">
                  <c:v>1</c:v>
                </c:pt>
                <c:pt idx="8433">
                  <c:v>3</c:v>
                </c:pt>
                <c:pt idx="8434">
                  <c:v>5</c:v>
                </c:pt>
                <c:pt idx="8435">
                  <c:v>2</c:v>
                </c:pt>
                <c:pt idx="8436">
                  <c:v>4</c:v>
                </c:pt>
                <c:pt idx="8437">
                  <c:v>1</c:v>
                </c:pt>
                <c:pt idx="8438">
                  <c:v>1</c:v>
                </c:pt>
                <c:pt idx="8439">
                  <c:v>2</c:v>
                </c:pt>
                <c:pt idx="8440">
                  <c:v>4</c:v>
                </c:pt>
                <c:pt idx="8441">
                  <c:v>1</c:v>
                </c:pt>
                <c:pt idx="8442">
                  <c:v>1</c:v>
                </c:pt>
                <c:pt idx="8443">
                  <c:v>1</c:v>
                </c:pt>
                <c:pt idx="8444">
                  <c:v>1</c:v>
                </c:pt>
                <c:pt idx="8445">
                  <c:v>1</c:v>
                </c:pt>
                <c:pt idx="8446">
                  <c:v>1</c:v>
                </c:pt>
                <c:pt idx="8447">
                  <c:v>1</c:v>
                </c:pt>
                <c:pt idx="8448">
                  <c:v>2</c:v>
                </c:pt>
                <c:pt idx="8449">
                  <c:v>1</c:v>
                </c:pt>
                <c:pt idx="8450">
                  <c:v>1</c:v>
                </c:pt>
                <c:pt idx="8451">
                  <c:v>1</c:v>
                </c:pt>
                <c:pt idx="8452">
                  <c:v>1</c:v>
                </c:pt>
                <c:pt idx="8453">
                  <c:v>1</c:v>
                </c:pt>
                <c:pt idx="8454">
                  <c:v>1</c:v>
                </c:pt>
                <c:pt idx="8455">
                  <c:v>1</c:v>
                </c:pt>
                <c:pt idx="8456">
                  <c:v>3</c:v>
                </c:pt>
                <c:pt idx="8457">
                  <c:v>1</c:v>
                </c:pt>
                <c:pt idx="8458">
                  <c:v>1</c:v>
                </c:pt>
                <c:pt idx="8459">
                  <c:v>4</c:v>
                </c:pt>
                <c:pt idx="8460">
                  <c:v>1</c:v>
                </c:pt>
                <c:pt idx="8461">
                  <c:v>2</c:v>
                </c:pt>
                <c:pt idx="8462">
                  <c:v>1</c:v>
                </c:pt>
                <c:pt idx="8463">
                  <c:v>1</c:v>
                </c:pt>
                <c:pt idx="8464">
                  <c:v>3</c:v>
                </c:pt>
                <c:pt idx="8465">
                  <c:v>1</c:v>
                </c:pt>
                <c:pt idx="8466">
                  <c:v>1</c:v>
                </c:pt>
                <c:pt idx="8467">
                  <c:v>5</c:v>
                </c:pt>
                <c:pt idx="8468">
                  <c:v>2</c:v>
                </c:pt>
                <c:pt idx="8469">
                  <c:v>2</c:v>
                </c:pt>
                <c:pt idx="8470">
                  <c:v>1</c:v>
                </c:pt>
                <c:pt idx="8471">
                  <c:v>1</c:v>
                </c:pt>
                <c:pt idx="8472">
                  <c:v>4</c:v>
                </c:pt>
                <c:pt idx="8473">
                  <c:v>1</c:v>
                </c:pt>
                <c:pt idx="8474">
                  <c:v>1</c:v>
                </c:pt>
                <c:pt idx="8475">
                  <c:v>4</c:v>
                </c:pt>
                <c:pt idx="8476">
                  <c:v>3</c:v>
                </c:pt>
                <c:pt idx="8477">
                  <c:v>4</c:v>
                </c:pt>
                <c:pt idx="8478">
                  <c:v>3</c:v>
                </c:pt>
                <c:pt idx="8479">
                  <c:v>1</c:v>
                </c:pt>
                <c:pt idx="8480">
                  <c:v>2</c:v>
                </c:pt>
                <c:pt idx="8481">
                  <c:v>3</c:v>
                </c:pt>
                <c:pt idx="8482">
                  <c:v>1</c:v>
                </c:pt>
                <c:pt idx="8483">
                  <c:v>3</c:v>
                </c:pt>
                <c:pt idx="8484">
                  <c:v>1</c:v>
                </c:pt>
                <c:pt idx="8485">
                  <c:v>1</c:v>
                </c:pt>
                <c:pt idx="8486">
                  <c:v>2</c:v>
                </c:pt>
                <c:pt idx="8487">
                  <c:v>1</c:v>
                </c:pt>
                <c:pt idx="8488">
                  <c:v>3</c:v>
                </c:pt>
                <c:pt idx="8489">
                  <c:v>9</c:v>
                </c:pt>
                <c:pt idx="8490">
                  <c:v>1</c:v>
                </c:pt>
                <c:pt idx="8491">
                  <c:v>5</c:v>
                </c:pt>
                <c:pt idx="8492">
                  <c:v>4</c:v>
                </c:pt>
                <c:pt idx="8493">
                  <c:v>1</c:v>
                </c:pt>
                <c:pt idx="8494">
                  <c:v>4</c:v>
                </c:pt>
                <c:pt idx="8495">
                  <c:v>1</c:v>
                </c:pt>
                <c:pt idx="8496">
                  <c:v>1</c:v>
                </c:pt>
                <c:pt idx="8497">
                  <c:v>1</c:v>
                </c:pt>
                <c:pt idx="8498">
                  <c:v>9</c:v>
                </c:pt>
                <c:pt idx="8499">
                  <c:v>3</c:v>
                </c:pt>
                <c:pt idx="8500">
                  <c:v>4</c:v>
                </c:pt>
                <c:pt idx="8501">
                  <c:v>2</c:v>
                </c:pt>
                <c:pt idx="8502">
                  <c:v>1</c:v>
                </c:pt>
                <c:pt idx="8503">
                  <c:v>1</c:v>
                </c:pt>
                <c:pt idx="8504">
                  <c:v>3</c:v>
                </c:pt>
                <c:pt idx="8505">
                  <c:v>2</c:v>
                </c:pt>
                <c:pt idx="8506">
                  <c:v>1</c:v>
                </c:pt>
                <c:pt idx="8507">
                  <c:v>3</c:v>
                </c:pt>
                <c:pt idx="8508">
                  <c:v>3</c:v>
                </c:pt>
                <c:pt idx="8509">
                  <c:v>1</c:v>
                </c:pt>
                <c:pt idx="8510">
                  <c:v>2</c:v>
                </c:pt>
                <c:pt idx="8511">
                  <c:v>1</c:v>
                </c:pt>
                <c:pt idx="8512">
                  <c:v>2</c:v>
                </c:pt>
                <c:pt idx="8513">
                  <c:v>1</c:v>
                </c:pt>
                <c:pt idx="8514">
                  <c:v>3</c:v>
                </c:pt>
                <c:pt idx="8515">
                  <c:v>4</c:v>
                </c:pt>
                <c:pt idx="8516">
                  <c:v>1</c:v>
                </c:pt>
                <c:pt idx="8517">
                  <c:v>1</c:v>
                </c:pt>
                <c:pt idx="8518">
                  <c:v>4</c:v>
                </c:pt>
                <c:pt idx="8519">
                  <c:v>1</c:v>
                </c:pt>
                <c:pt idx="8520">
                  <c:v>1</c:v>
                </c:pt>
                <c:pt idx="8521">
                  <c:v>4</c:v>
                </c:pt>
                <c:pt idx="8522">
                  <c:v>2</c:v>
                </c:pt>
                <c:pt idx="8523">
                  <c:v>2</c:v>
                </c:pt>
                <c:pt idx="8524">
                  <c:v>13</c:v>
                </c:pt>
                <c:pt idx="8525">
                  <c:v>3</c:v>
                </c:pt>
                <c:pt idx="8526">
                  <c:v>2</c:v>
                </c:pt>
                <c:pt idx="8527">
                  <c:v>1</c:v>
                </c:pt>
                <c:pt idx="8528">
                  <c:v>2</c:v>
                </c:pt>
                <c:pt idx="8529">
                  <c:v>9</c:v>
                </c:pt>
                <c:pt idx="8530">
                  <c:v>1</c:v>
                </c:pt>
                <c:pt idx="8531">
                  <c:v>2</c:v>
                </c:pt>
                <c:pt idx="8532">
                  <c:v>3</c:v>
                </c:pt>
                <c:pt idx="8533">
                  <c:v>1</c:v>
                </c:pt>
                <c:pt idx="8534">
                  <c:v>2</c:v>
                </c:pt>
                <c:pt idx="8535">
                  <c:v>3</c:v>
                </c:pt>
                <c:pt idx="8536">
                  <c:v>5</c:v>
                </c:pt>
                <c:pt idx="8537">
                  <c:v>6</c:v>
                </c:pt>
                <c:pt idx="8538">
                  <c:v>4</c:v>
                </c:pt>
                <c:pt idx="8539">
                  <c:v>3</c:v>
                </c:pt>
                <c:pt idx="8540">
                  <c:v>1</c:v>
                </c:pt>
                <c:pt idx="8541">
                  <c:v>1</c:v>
                </c:pt>
                <c:pt idx="8542">
                  <c:v>1</c:v>
                </c:pt>
                <c:pt idx="8543">
                  <c:v>1</c:v>
                </c:pt>
                <c:pt idx="8544">
                  <c:v>1</c:v>
                </c:pt>
                <c:pt idx="8545">
                  <c:v>1</c:v>
                </c:pt>
                <c:pt idx="8546">
                  <c:v>1</c:v>
                </c:pt>
                <c:pt idx="8547">
                  <c:v>2</c:v>
                </c:pt>
                <c:pt idx="8548">
                  <c:v>1</c:v>
                </c:pt>
                <c:pt idx="8549">
                  <c:v>1</c:v>
                </c:pt>
                <c:pt idx="8550">
                  <c:v>1</c:v>
                </c:pt>
                <c:pt idx="8551">
                  <c:v>1</c:v>
                </c:pt>
                <c:pt idx="8552">
                  <c:v>3</c:v>
                </c:pt>
                <c:pt idx="8553">
                  <c:v>1</c:v>
                </c:pt>
                <c:pt idx="8554">
                  <c:v>1</c:v>
                </c:pt>
                <c:pt idx="8555">
                  <c:v>1</c:v>
                </c:pt>
                <c:pt idx="8556">
                  <c:v>1</c:v>
                </c:pt>
                <c:pt idx="8557">
                  <c:v>2</c:v>
                </c:pt>
                <c:pt idx="8558">
                  <c:v>4</c:v>
                </c:pt>
                <c:pt idx="8559">
                  <c:v>2</c:v>
                </c:pt>
                <c:pt idx="8560">
                  <c:v>2</c:v>
                </c:pt>
                <c:pt idx="8561">
                  <c:v>2</c:v>
                </c:pt>
                <c:pt idx="8562">
                  <c:v>23</c:v>
                </c:pt>
                <c:pt idx="8563">
                  <c:v>1</c:v>
                </c:pt>
                <c:pt idx="8564">
                  <c:v>1</c:v>
                </c:pt>
                <c:pt idx="8565">
                  <c:v>1</c:v>
                </c:pt>
                <c:pt idx="8566">
                  <c:v>1</c:v>
                </c:pt>
                <c:pt idx="8567">
                  <c:v>2</c:v>
                </c:pt>
                <c:pt idx="8568">
                  <c:v>2</c:v>
                </c:pt>
                <c:pt idx="8569">
                  <c:v>3</c:v>
                </c:pt>
                <c:pt idx="8570">
                  <c:v>1</c:v>
                </c:pt>
                <c:pt idx="8571">
                  <c:v>3</c:v>
                </c:pt>
                <c:pt idx="8572">
                  <c:v>1</c:v>
                </c:pt>
                <c:pt idx="8573">
                  <c:v>2</c:v>
                </c:pt>
                <c:pt idx="8574">
                  <c:v>1</c:v>
                </c:pt>
                <c:pt idx="8575">
                  <c:v>4</c:v>
                </c:pt>
                <c:pt idx="8576">
                  <c:v>10</c:v>
                </c:pt>
                <c:pt idx="8577">
                  <c:v>2</c:v>
                </c:pt>
                <c:pt idx="8578">
                  <c:v>4</c:v>
                </c:pt>
                <c:pt idx="8579">
                  <c:v>6</c:v>
                </c:pt>
                <c:pt idx="8580">
                  <c:v>8</c:v>
                </c:pt>
                <c:pt idx="8581">
                  <c:v>1</c:v>
                </c:pt>
                <c:pt idx="8582">
                  <c:v>2</c:v>
                </c:pt>
                <c:pt idx="8583">
                  <c:v>1</c:v>
                </c:pt>
                <c:pt idx="8584">
                  <c:v>1</c:v>
                </c:pt>
                <c:pt idx="8585">
                  <c:v>1</c:v>
                </c:pt>
                <c:pt idx="8586">
                  <c:v>1</c:v>
                </c:pt>
                <c:pt idx="8587">
                  <c:v>7</c:v>
                </c:pt>
                <c:pt idx="8588">
                  <c:v>1</c:v>
                </c:pt>
                <c:pt idx="8589">
                  <c:v>2</c:v>
                </c:pt>
                <c:pt idx="8590">
                  <c:v>1</c:v>
                </c:pt>
                <c:pt idx="8591">
                  <c:v>2</c:v>
                </c:pt>
                <c:pt idx="8592">
                  <c:v>2</c:v>
                </c:pt>
                <c:pt idx="8593">
                  <c:v>1</c:v>
                </c:pt>
                <c:pt idx="8594">
                  <c:v>3</c:v>
                </c:pt>
                <c:pt idx="8595">
                  <c:v>2</c:v>
                </c:pt>
                <c:pt idx="8596">
                  <c:v>6</c:v>
                </c:pt>
                <c:pt idx="8597">
                  <c:v>10</c:v>
                </c:pt>
                <c:pt idx="8598">
                  <c:v>1</c:v>
                </c:pt>
                <c:pt idx="8599">
                  <c:v>1</c:v>
                </c:pt>
                <c:pt idx="8600">
                  <c:v>1</c:v>
                </c:pt>
                <c:pt idx="8601">
                  <c:v>3</c:v>
                </c:pt>
                <c:pt idx="8602">
                  <c:v>2</c:v>
                </c:pt>
                <c:pt idx="8603">
                  <c:v>1</c:v>
                </c:pt>
                <c:pt idx="8604">
                  <c:v>10</c:v>
                </c:pt>
                <c:pt idx="8605">
                  <c:v>4</c:v>
                </c:pt>
                <c:pt idx="8606">
                  <c:v>2</c:v>
                </c:pt>
                <c:pt idx="8607">
                  <c:v>1</c:v>
                </c:pt>
                <c:pt idx="8608">
                  <c:v>1</c:v>
                </c:pt>
                <c:pt idx="8609">
                  <c:v>2</c:v>
                </c:pt>
                <c:pt idx="8610">
                  <c:v>2</c:v>
                </c:pt>
                <c:pt idx="8611">
                  <c:v>2</c:v>
                </c:pt>
                <c:pt idx="8612">
                  <c:v>1</c:v>
                </c:pt>
                <c:pt idx="8613">
                  <c:v>1</c:v>
                </c:pt>
                <c:pt idx="8614">
                  <c:v>1</c:v>
                </c:pt>
                <c:pt idx="8615">
                  <c:v>1</c:v>
                </c:pt>
                <c:pt idx="8616">
                  <c:v>1</c:v>
                </c:pt>
                <c:pt idx="8617">
                  <c:v>1</c:v>
                </c:pt>
                <c:pt idx="8618">
                  <c:v>2</c:v>
                </c:pt>
                <c:pt idx="8619">
                  <c:v>4</c:v>
                </c:pt>
                <c:pt idx="8620">
                  <c:v>4</c:v>
                </c:pt>
                <c:pt idx="8621">
                  <c:v>2</c:v>
                </c:pt>
                <c:pt idx="8622">
                  <c:v>1</c:v>
                </c:pt>
                <c:pt idx="8623">
                  <c:v>2</c:v>
                </c:pt>
                <c:pt idx="8624">
                  <c:v>2</c:v>
                </c:pt>
                <c:pt idx="8625">
                  <c:v>2</c:v>
                </c:pt>
                <c:pt idx="8626">
                  <c:v>1</c:v>
                </c:pt>
                <c:pt idx="8627">
                  <c:v>3</c:v>
                </c:pt>
                <c:pt idx="8628">
                  <c:v>1</c:v>
                </c:pt>
                <c:pt idx="8629">
                  <c:v>1</c:v>
                </c:pt>
                <c:pt idx="8630">
                  <c:v>1</c:v>
                </c:pt>
                <c:pt idx="8631">
                  <c:v>4</c:v>
                </c:pt>
                <c:pt idx="8632">
                  <c:v>1</c:v>
                </c:pt>
                <c:pt idx="8633">
                  <c:v>1</c:v>
                </c:pt>
                <c:pt idx="8634">
                  <c:v>1</c:v>
                </c:pt>
                <c:pt idx="8635">
                  <c:v>3</c:v>
                </c:pt>
                <c:pt idx="8636">
                  <c:v>1</c:v>
                </c:pt>
                <c:pt idx="8637">
                  <c:v>1</c:v>
                </c:pt>
                <c:pt idx="8638">
                  <c:v>1</c:v>
                </c:pt>
                <c:pt idx="8639">
                  <c:v>4</c:v>
                </c:pt>
                <c:pt idx="8640">
                  <c:v>1</c:v>
                </c:pt>
                <c:pt idx="8641">
                  <c:v>1</c:v>
                </c:pt>
                <c:pt idx="8642">
                  <c:v>1</c:v>
                </c:pt>
                <c:pt idx="8643">
                  <c:v>2</c:v>
                </c:pt>
                <c:pt idx="8644">
                  <c:v>1</c:v>
                </c:pt>
                <c:pt idx="8645">
                  <c:v>6</c:v>
                </c:pt>
                <c:pt idx="8646">
                  <c:v>2</c:v>
                </c:pt>
                <c:pt idx="8647">
                  <c:v>1</c:v>
                </c:pt>
                <c:pt idx="8648">
                  <c:v>2</c:v>
                </c:pt>
                <c:pt idx="8649">
                  <c:v>2</c:v>
                </c:pt>
                <c:pt idx="8650">
                  <c:v>1</c:v>
                </c:pt>
                <c:pt idx="8651">
                  <c:v>2</c:v>
                </c:pt>
                <c:pt idx="8652">
                  <c:v>1</c:v>
                </c:pt>
                <c:pt idx="8653">
                  <c:v>1</c:v>
                </c:pt>
                <c:pt idx="8654">
                  <c:v>1</c:v>
                </c:pt>
                <c:pt idx="8655">
                  <c:v>1</c:v>
                </c:pt>
                <c:pt idx="8656">
                  <c:v>1</c:v>
                </c:pt>
                <c:pt idx="8657">
                  <c:v>1</c:v>
                </c:pt>
                <c:pt idx="8658">
                  <c:v>1</c:v>
                </c:pt>
                <c:pt idx="8659">
                  <c:v>3</c:v>
                </c:pt>
                <c:pt idx="8660">
                  <c:v>1</c:v>
                </c:pt>
                <c:pt idx="8661">
                  <c:v>5</c:v>
                </c:pt>
                <c:pt idx="8662">
                  <c:v>5</c:v>
                </c:pt>
                <c:pt idx="8663">
                  <c:v>2</c:v>
                </c:pt>
                <c:pt idx="8664">
                  <c:v>1</c:v>
                </c:pt>
                <c:pt idx="8665">
                  <c:v>1</c:v>
                </c:pt>
                <c:pt idx="8666">
                  <c:v>1</c:v>
                </c:pt>
                <c:pt idx="8667">
                  <c:v>8</c:v>
                </c:pt>
                <c:pt idx="8668">
                  <c:v>1</c:v>
                </c:pt>
                <c:pt idx="8669">
                  <c:v>1</c:v>
                </c:pt>
                <c:pt idx="8670">
                  <c:v>3</c:v>
                </c:pt>
                <c:pt idx="8671">
                  <c:v>4</c:v>
                </c:pt>
                <c:pt idx="8672">
                  <c:v>3</c:v>
                </c:pt>
                <c:pt idx="8673">
                  <c:v>5</c:v>
                </c:pt>
                <c:pt idx="8674">
                  <c:v>3</c:v>
                </c:pt>
                <c:pt idx="8675">
                  <c:v>1</c:v>
                </c:pt>
                <c:pt idx="8676">
                  <c:v>3</c:v>
                </c:pt>
                <c:pt idx="8677">
                  <c:v>2</c:v>
                </c:pt>
                <c:pt idx="8678">
                  <c:v>2</c:v>
                </c:pt>
                <c:pt idx="8679">
                  <c:v>4</c:v>
                </c:pt>
                <c:pt idx="8680">
                  <c:v>1</c:v>
                </c:pt>
                <c:pt idx="8681">
                  <c:v>1</c:v>
                </c:pt>
                <c:pt idx="8682">
                  <c:v>1</c:v>
                </c:pt>
                <c:pt idx="8683">
                  <c:v>1</c:v>
                </c:pt>
                <c:pt idx="8684">
                  <c:v>1</c:v>
                </c:pt>
                <c:pt idx="8685">
                  <c:v>1</c:v>
                </c:pt>
                <c:pt idx="8686">
                  <c:v>3</c:v>
                </c:pt>
                <c:pt idx="8687">
                  <c:v>1</c:v>
                </c:pt>
                <c:pt idx="8688">
                  <c:v>1</c:v>
                </c:pt>
                <c:pt idx="8689">
                  <c:v>1</c:v>
                </c:pt>
                <c:pt idx="8690">
                  <c:v>3</c:v>
                </c:pt>
                <c:pt idx="8691">
                  <c:v>2</c:v>
                </c:pt>
                <c:pt idx="8692">
                  <c:v>2</c:v>
                </c:pt>
                <c:pt idx="8693">
                  <c:v>1</c:v>
                </c:pt>
                <c:pt idx="8694">
                  <c:v>2</c:v>
                </c:pt>
                <c:pt idx="8695">
                  <c:v>1</c:v>
                </c:pt>
                <c:pt idx="8696">
                  <c:v>1</c:v>
                </c:pt>
                <c:pt idx="8697">
                  <c:v>9</c:v>
                </c:pt>
                <c:pt idx="8698">
                  <c:v>4</c:v>
                </c:pt>
                <c:pt idx="8699">
                  <c:v>5</c:v>
                </c:pt>
                <c:pt idx="8700">
                  <c:v>6</c:v>
                </c:pt>
                <c:pt idx="8701">
                  <c:v>1</c:v>
                </c:pt>
                <c:pt idx="8702">
                  <c:v>1</c:v>
                </c:pt>
                <c:pt idx="8703">
                  <c:v>15</c:v>
                </c:pt>
                <c:pt idx="8704">
                  <c:v>3</c:v>
                </c:pt>
                <c:pt idx="8705">
                  <c:v>2</c:v>
                </c:pt>
                <c:pt idx="8706">
                  <c:v>2</c:v>
                </c:pt>
                <c:pt idx="8707">
                  <c:v>16</c:v>
                </c:pt>
                <c:pt idx="8708">
                  <c:v>2</c:v>
                </c:pt>
                <c:pt idx="8709">
                  <c:v>3</c:v>
                </c:pt>
                <c:pt idx="8710">
                  <c:v>5</c:v>
                </c:pt>
                <c:pt idx="8711">
                  <c:v>1</c:v>
                </c:pt>
                <c:pt idx="8712">
                  <c:v>2</c:v>
                </c:pt>
                <c:pt idx="8713">
                  <c:v>1</c:v>
                </c:pt>
                <c:pt idx="8714">
                  <c:v>4</c:v>
                </c:pt>
                <c:pt idx="8715">
                  <c:v>2</c:v>
                </c:pt>
                <c:pt idx="8716">
                  <c:v>3</c:v>
                </c:pt>
                <c:pt idx="8717">
                  <c:v>3</c:v>
                </c:pt>
                <c:pt idx="8718">
                  <c:v>18</c:v>
                </c:pt>
                <c:pt idx="8719">
                  <c:v>1</c:v>
                </c:pt>
                <c:pt idx="8720">
                  <c:v>1</c:v>
                </c:pt>
                <c:pt idx="8721">
                  <c:v>2</c:v>
                </c:pt>
                <c:pt idx="8722">
                  <c:v>1</c:v>
                </c:pt>
                <c:pt idx="8723">
                  <c:v>3</c:v>
                </c:pt>
                <c:pt idx="8724">
                  <c:v>1</c:v>
                </c:pt>
                <c:pt idx="8725">
                  <c:v>3</c:v>
                </c:pt>
                <c:pt idx="8726">
                  <c:v>4</c:v>
                </c:pt>
                <c:pt idx="8727">
                  <c:v>1</c:v>
                </c:pt>
                <c:pt idx="8728">
                  <c:v>3</c:v>
                </c:pt>
                <c:pt idx="8729">
                  <c:v>1</c:v>
                </c:pt>
                <c:pt idx="8730">
                  <c:v>1</c:v>
                </c:pt>
                <c:pt idx="8731">
                  <c:v>1</c:v>
                </c:pt>
                <c:pt idx="8732">
                  <c:v>1</c:v>
                </c:pt>
                <c:pt idx="8733">
                  <c:v>2</c:v>
                </c:pt>
                <c:pt idx="8734">
                  <c:v>3</c:v>
                </c:pt>
                <c:pt idx="8735">
                  <c:v>3</c:v>
                </c:pt>
                <c:pt idx="8736">
                  <c:v>1</c:v>
                </c:pt>
                <c:pt idx="8737">
                  <c:v>1</c:v>
                </c:pt>
                <c:pt idx="8738">
                  <c:v>6</c:v>
                </c:pt>
                <c:pt idx="8739">
                  <c:v>8</c:v>
                </c:pt>
                <c:pt idx="8740">
                  <c:v>1</c:v>
                </c:pt>
                <c:pt idx="8741">
                  <c:v>2</c:v>
                </c:pt>
                <c:pt idx="8742">
                  <c:v>2</c:v>
                </c:pt>
                <c:pt idx="8743">
                  <c:v>1</c:v>
                </c:pt>
                <c:pt idx="8744">
                  <c:v>1</c:v>
                </c:pt>
                <c:pt idx="8745">
                  <c:v>1</c:v>
                </c:pt>
                <c:pt idx="8746">
                  <c:v>1</c:v>
                </c:pt>
                <c:pt idx="8747">
                  <c:v>1</c:v>
                </c:pt>
                <c:pt idx="8748">
                  <c:v>4</c:v>
                </c:pt>
                <c:pt idx="8749">
                  <c:v>1</c:v>
                </c:pt>
                <c:pt idx="8750">
                  <c:v>1</c:v>
                </c:pt>
                <c:pt idx="8751">
                  <c:v>8</c:v>
                </c:pt>
                <c:pt idx="8752">
                  <c:v>1</c:v>
                </c:pt>
                <c:pt idx="8753">
                  <c:v>2</c:v>
                </c:pt>
                <c:pt idx="8754">
                  <c:v>2</c:v>
                </c:pt>
                <c:pt idx="8755">
                  <c:v>2</c:v>
                </c:pt>
                <c:pt idx="8756">
                  <c:v>1</c:v>
                </c:pt>
                <c:pt idx="8757">
                  <c:v>2</c:v>
                </c:pt>
                <c:pt idx="8758">
                  <c:v>2</c:v>
                </c:pt>
                <c:pt idx="8759">
                  <c:v>2</c:v>
                </c:pt>
                <c:pt idx="8760">
                  <c:v>3</c:v>
                </c:pt>
                <c:pt idx="8761">
                  <c:v>1</c:v>
                </c:pt>
                <c:pt idx="8762">
                  <c:v>2</c:v>
                </c:pt>
                <c:pt idx="8763">
                  <c:v>2</c:v>
                </c:pt>
                <c:pt idx="8764">
                  <c:v>2</c:v>
                </c:pt>
                <c:pt idx="8765">
                  <c:v>1</c:v>
                </c:pt>
                <c:pt idx="8766">
                  <c:v>1</c:v>
                </c:pt>
                <c:pt idx="8767">
                  <c:v>3</c:v>
                </c:pt>
                <c:pt idx="8768">
                  <c:v>1</c:v>
                </c:pt>
                <c:pt idx="8769">
                  <c:v>22</c:v>
                </c:pt>
                <c:pt idx="8770">
                  <c:v>5</c:v>
                </c:pt>
                <c:pt idx="8771">
                  <c:v>1</c:v>
                </c:pt>
                <c:pt idx="8772">
                  <c:v>3</c:v>
                </c:pt>
                <c:pt idx="8773">
                  <c:v>3</c:v>
                </c:pt>
                <c:pt idx="8774">
                  <c:v>1</c:v>
                </c:pt>
                <c:pt idx="8775">
                  <c:v>1</c:v>
                </c:pt>
                <c:pt idx="8776">
                  <c:v>1</c:v>
                </c:pt>
                <c:pt idx="8777">
                  <c:v>1</c:v>
                </c:pt>
                <c:pt idx="8778">
                  <c:v>2</c:v>
                </c:pt>
                <c:pt idx="8779">
                  <c:v>5</c:v>
                </c:pt>
                <c:pt idx="8780">
                  <c:v>1</c:v>
                </c:pt>
                <c:pt idx="8781">
                  <c:v>1</c:v>
                </c:pt>
                <c:pt idx="8782">
                  <c:v>1</c:v>
                </c:pt>
                <c:pt idx="8783">
                  <c:v>10</c:v>
                </c:pt>
                <c:pt idx="8784">
                  <c:v>1</c:v>
                </c:pt>
                <c:pt idx="8785">
                  <c:v>1</c:v>
                </c:pt>
                <c:pt idx="8786">
                  <c:v>1</c:v>
                </c:pt>
                <c:pt idx="8787">
                  <c:v>1</c:v>
                </c:pt>
                <c:pt idx="8788">
                  <c:v>1</c:v>
                </c:pt>
                <c:pt idx="8789">
                  <c:v>3</c:v>
                </c:pt>
                <c:pt idx="8790">
                  <c:v>1</c:v>
                </c:pt>
                <c:pt idx="8791">
                  <c:v>1</c:v>
                </c:pt>
                <c:pt idx="8792">
                  <c:v>3</c:v>
                </c:pt>
                <c:pt idx="8793">
                  <c:v>2</c:v>
                </c:pt>
                <c:pt idx="8794">
                  <c:v>2</c:v>
                </c:pt>
                <c:pt idx="8795">
                  <c:v>1</c:v>
                </c:pt>
                <c:pt idx="8796">
                  <c:v>1</c:v>
                </c:pt>
                <c:pt idx="8797">
                  <c:v>1</c:v>
                </c:pt>
                <c:pt idx="8798">
                  <c:v>2</c:v>
                </c:pt>
                <c:pt idx="8799">
                  <c:v>8</c:v>
                </c:pt>
                <c:pt idx="8800">
                  <c:v>1</c:v>
                </c:pt>
                <c:pt idx="8801">
                  <c:v>1</c:v>
                </c:pt>
                <c:pt idx="8802">
                  <c:v>6</c:v>
                </c:pt>
                <c:pt idx="8803">
                  <c:v>3</c:v>
                </c:pt>
                <c:pt idx="8804">
                  <c:v>4</c:v>
                </c:pt>
                <c:pt idx="8805">
                  <c:v>3</c:v>
                </c:pt>
                <c:pt idx="8806">
                  <c:v>1</c:v>
                </c:pt>
                <c:pt idx="8807">
                  <c:v>9</c:v>
                </c:pt>
                <c:pt idx="8808">
                  <c:v>4</c:v>
                </c:pt>
                <c:pt idx="8809">
                  <c:v>1</c:v>
                </c:pt>
                <c:pt idx="8810">
                  <c:v>1</c:v>
                </c:pt>
                <c:pt idx="8811">
                  <c:v>7</c:v>
                </c:pt>
                <c:pt idx="8812">
                  <c:v>4</c:v>
                </c:pt>
                <c:pt idx="8813">
                  <c:v>1</c:v>
                </c:pt>
                <c:pt idx="8814">
                  <c:v>1</c:v>
                </c:pt>
                <c:pt idx="8815">
                  <c:v>1</c:v>
                </c:pt>
                <c:pt idx="8816">
                  <c:v>1</c:v>
                </c:pt>
                <c:pt idx="8817">
                  <c:v>1</c:v>
                </c:pt>
                <c:pt idx="8818">
                  <c:v>1</c:v>
                </c:pt>
                <c:pt idx="8819">
                  <c:v>8</c:v>
                </c:pt>
                <c:pt idx="8820">
                  <c:v>1</c:v>
                </c:pt>
                <c:pt idx="8821">
                  <c:v>1</c:v>
                </c:pt>
                <c:pt idx="8822">
                  <c:v>3</c:v>
                </c:pt>
                <c:pt idx="8823">
                  <c:v>3</c:v>
                </c:pt>
                <c:pt idx="8824">
                  <c:v>1</c:v>
                </c:pt>
                <c:pt idx="8825">
                  <c:v>1</c:v>
                </c:pt>
                <c:pt idx="8826">
                  <c:v>1</c:v>
                </c:pt>
                <c:pt idx="8827">
                  <c:v>1</c:v>
                </c:pt>
                <c:pt idx="8828">
                  <c:v>1</c:v>
                </c:pt>
                <c:pt idx="8829">
                  <c:v>1</c:v>
                </c:pt>
                <c:pt idx="8830">
                  <c:v>1</c:v>
                </c:pt>
                <c:pt idx="8831">
                  <c:v>3</c:v>
                </c:pt>
                <c:pt idx="8832">
                  <c:v>3</c:v>
                </c:pt>
                <c:pt idx="8833">
                  <c:v>1</c:v>
                </c:pt>
                <c:pt idx="8834">
                  <c:v>2</c:v>
                </c:pt>
                <c:pt idx="8835">
                  <c:v>1</c:v>
                </c:pt>
                <c:pt idx="8836">
                  <c:v>1</c:v>
                </c:pt>
                <c:pt idx="8837">
                  <c:v>1</c:v>
                </c:pt>
                <c:pt idx="8838">
                  <c:v>3</c:v>
                </c:pt>
                <c:pt idx="8839">
                  <c:v>1</c:v>
                </c:pt>
                <c:pt idx="8840">
                  <c:v>1</c:v>
                </c:pt>
                <c:pt idx="8841">
                  <c:v>1</c:v>
                </c:pt>
                <c:pt idx="8842">
                  <c:v>1</c:v>
                </c:pt>
                <c:pt idx="8843">
                  <c:v>2</c:v>
                </c:pt>
                <c:pt idx="8844">
                  <c:v>2</c:v>
                </c:pt>
                <c:pt idx="8845">
                  <c:v>1</c:v>
                </c:pt>
                <c:pt idx="8846">
                  <c:v>1</c:v>
                </c:pt>
                <c:pt idx="8847">
                  <c:v>3</c:v>
                </c:pt>
                <c:pt idx="8848">
                  <c:v>5</c:v>
                </c:pt>
                <c:pt idx="8849">
                  <c:v>1</c:v>
                </c:pt>
                <c:pt idx="8850">
                  <c:v>1</c:v>
                </c:pt>
                <c:pt idx="8851">
                  <c:v>2</c:v>
                </c:pt>
                <c:pt idx="8852">
                  <c:v>3</c:v>
                </c:pt>
                <c:pt idx="8853">
                  <c:v>1</c:v>
                </c:pt>
                <c:pt idx="8854">
                  <c:v>1</c:v>
                </c:pt>
                <c:pt idx="8855">
                  <c:v>1</c:v>
                </c:pt>
                <c:pt idx="8856">
                  <c:v>1</c:v>
                </c:pt>
                <c:pt idx="8857">
                  <c:v>2</c:v>
                </c:pt>
                <c:pt idx="8858">
                  <c:v>4</c:v>
                </c:pt>
                <c:pt idx="8859">
                  <c:v>1</c:v>
                </c:pt>
                <c:pt idx="8860">
                  <c:v>1</c:v>
                </c:pt>
                <c:pt idx="8861">
                  <c:v>1</c:v>
                </c:pt>
                <c:pt idx="8862">
                  <c:v>7</c:v>
                </c:pt>
                <c:pt idx="8863">
                  <c:v>1</c:v>
                </c:pt>
                <c:pt idx="8864">
                  <c:v>6</c:v>
                </c:pt>
                <c:pt idx="8865">
                  <c:v>8</c:v>
                </c:pt>
                <c:pt idx="8866">
                  <c:v>8</c:v>
                </c:pt>
                <c:pt idx="8867">
                  <c:v>8</c:v>
                </c:pt>
                <c:pt idx="8868">
                  <c:v>1</c:v>
                </c:pt>
                <c:pt idx="8869">
                  <c:v>1</c:v>
                </c:pt>
                <c:pt idx="8870">
                  <c:v>8</c:v>
                </c:pt>
                <c:pt idx="8871">
                  <c:v>2</c:v>
                </c:pt>
                <c:pt idx="8872">
                  <c:v>2</c:v>
                </c:pt>
                <c:pt idx="8873">
                  <c:v>1</c:v>
                </c:pt>
                <c:pt idx="8874">
                  <c:v>1</c:v>
                </c:pt>
                <c:pt idx="8875">
                  <c:v>2</c:v>
                </c:pt>
                <c:pt idx="8876">
                  <c:v>3</c:v>
                </c:pt>
                <c:pt idx="8877">
                  <c:v>2</c:v>
                </c:pt>
                <c:pt idx="8878">
                  <c:v>1</c:v>
                </c:pt>
                <c:pt idx="8879">
                  <c:v>4</c:v>
                </c:pt>
                <c:pt idx="8880">
                  <c:v>3</c:v>
                </c:pt>
                <c:pt idx="8881">
                  <c:v>2</c:v>
                </c:pt>
                <c:pt idx="8882">
                  <c:v>1</c:v>
                </c:pt>
                <c:pt idx="8883">
                  <c:v>4</c:v>
                </c:pt>
                <c:pt idx="8884">
                  <c:v>2</c:v>
                </c:pt>
                <c:pt idx="8885">
                  <c:v>4</c:v>
                </c:pt>
                <c:pt idx="8886">
                  <c:v>1</c:v>
                </c:pt>
                <c:pt idx="8887">
                  <c:v>1</c:v>
                </c:pt>
                <c:pt idx="8888">
                  <c:v>3</c:v>
                </c:pt>
                <c:pt idx="8889">
                  <c:v>1</c:v>
                </c:pt>
                <c:pt idx="8890">
                  <c:v>4</c:v>
                </c:pt>
                <c:pt idx="8891">
                  <c:v>1</c:v>
                </c:pt>
                <c:pt idx="8892">
                  <c:v>2</c:v>
                </c:pt>
                <c:pt idx="8893">
                  <c:v>1</c:v>
                </c:pt>
                <c:pt idx="8894">
                  <c:v>1</c:v>
                </c:pt>
                <c:pt idx="8895">
                  <c:v>1</c:v>
                </c:pt>
                <c:pt idx="8896">
                  <c:v>1</c:v>
                </c:pt>
                <c:pt idx="8897">
                  <c:v>2</c:v>
                </c:pt>
                <c:pt idx="8898">
                  <c:v>1</c:v>
                </c:pt>
                <c:pt idx="8899">
                  <c:v>1</c:v>
                </c:pt>
                <c:pt idx="8900">
                  <c:v>3</c:v>
                </c:pt>
                <c:pt idx="8901">
                  <c:v>1</c:v>
                </c:pt>
                <c:pt idx="8902">
                  <c:v>3</c:v>
                </c:pt>
                <c:pt idx="8903">
                  <c:v>1</c:v>
                </c:pt>
                <c:pt idx="8904">
                  <c:v>1</c:v>
                </c:pt>
                <c:pt idx="8905">
                  <c:v>1</c:v>
                </c:pt>
                <c:pt idx="8906">
                  <c:v>2</c:v>
                </c:pt>
                <c:pt idx="8907">
                  <c:v>2</c:v>
                </c:pt>
                <c:pt idx="8908">
                  <c:v>1</c:v>
                </c:pt>
                <c:pt idx="8909">
                  <c:v>2</c:v>
                </c:pt>
                <c:pt idx="8910">
                  <c:v>1</c:v>
                </c:pt>
                <c:pt idx="8911">
                  <c:v>1</c:v>
                </c:pt>
                <c:pt idx="8912">
                  <c:v>7</c:v>
                </c:pt>
                <c:pt idx="8913">
                  <c:v>4</c:v>
                </c:pt>
                <c:pt idx="8914">
                  <c:v>6</c:v>
                </c:pt>
                <c:pt idx="8915">
                  <c:v>2</c:v>
                </c:pt>
                <c:pt idx="8916">
                  <c:v>1</c:v>
                </c:pt>
                <c:pt idx="8917">
                  <c:v>1</c:v>
                </c:pt>
                <c:pt idx="8918">
                  <c:v>3</c:v>
                </c:pt>
                <c:pt idx="8919">
                  <c:v>1</c:v>
                </c:pt>
                <c:pt idx="8920">
                  <c:v>1</c:v>
                </c:pt>
                <c:pt idx="8921">
                  <c:v>1</c:v>
                </c:pt>
                <c:pt idx="8922">
                  <c:v>1</c:v>
                </c:pt>
                <c:pt idx="8923">
                  <c:v>4</c:v>
                </c:pt>
                <c:pt idx="8924">
                  <c:v>3</c:v>
                </c:pt>
                <c:pt idx="8925">
                  <c:v>1</c:v>
                </c:pt>
                <c:pt idx="8926">
                  <c:v>1</c:v>
                </c:pt>
                <c:pt idx="8927">
                  <c:v>3</c:v>
                </c:pt>
                <c:pt idx="8928">
                  <c:v>1</c:v>
                </c:pt>
                <c:pt idx="8929">
                  <c:v>2</c:v>
                </c:pt>
                <c:pt idx="8930">
                  <c:v>1</c:v>
                </c:pt>
                <c:pt idx="8931">
                  <c:v>1</c:v>
                </c:pt>
                <c:pt idx="8932">
                  <c:v>1</c:v>
                </c:pt>
                <c:pt idx="8933">
                  <c:v>1</c:v>
                </c:pt>
                <c:pt idx="8934">
                  <c:v>1</c:v>
                </c:pt>
                <c:pt idx="8935">
                  <c:v>5</c:v>
                </c:pt>
                <c:pt idx="8936">
                  <c:v>1</c:v>
                </c:pt>
                <c:pt idx="8937">
                  <c:v>2</c:v>
                </c:pt>
                <c:pt idx="8938">
                  <c:v>1</c:v>
                </c:pt>
                <c:pt idx="8939">
                  <c:v>2</c:v>
                </c:pt>
                <c:pt idx="8940">
                  <c:v>1</c:v>
                </c:pt>
                <c:pt idx="8941">
                  <c:v>1</c:v>
                </c:pt>
                <c:pt idx="8942">
                  <c:v>1</c:v>
                </c:pt>
                <c:pt idx="8943">
                  <c:v>4</c:v>
                </c:pt>
                <c:pt idx="8944">
                  <c:v>5</c:v>
                </c:pt>
                <c:pt idx="8945">
                  <c:v>12</c:v>
                </c:pt>
                <c:pt idx="8946">
                  <c:v>2</c:v>
                </c:pt>
                <c:pt idx="8947">
                  <c:v>2</c:v>
                </c:pt>
                <c:pt idx="8948">
                  <c:v>1</c:v>
                </c:pt>
                <c:pt idx="8949">
                  <c:v>1</c:v>
                </c:pt>
                <c:pt idx="8950">
                  <c:v>2</c:v>
                </c:pt>
                <c:pt idx="8951">
                  <c:v>2</c:v>
                </c:pt>
                <c:pt idx="8952">
                  <c:v>1</c:v>
                </c:pt>
                <c:pt idx="8953">
                  <c:v>2</c:v>
                </c:pt>
                <c:pt idx="8954">
                  <c:v>1</c:v>
                </c:pt>
                <c:pt idx="8955">
                  <c:v>2</c:v>
                </c:pt>
                <c:pt idx="8956">
                  <c:v>4</c:v>
                </c:pt>
                <c:pt idx="8957">
                  <c:v>1</c:v>
                </c:pt>
                <c:pt idx="8958">
                  <c:v>4</c:v>
                </c:pt>
                <c:pt idx="8959">
                  <c:v>2</c:v>
                </c:pt>
                <c:pt idx="8960">
                  <c:v>3</c:v>
                </c:pt>
                <c:pt idx="8961">
                  <c:v>1</c:v>
                </c:pt>
                <c:pt idx="8962">
                  <c:v>2</c:v>
                </c:pt>
                <c:pt idx="8963">
                  <c:v>8</c:v>
                </c:pt>
                <c:pt idx="8964">
                  <c:v>3</c:v>
                </c:pt>
                <c:pt idx="8965">
                  <c:v>3</c:v>
                </c:pt>
                <c:pt idx="8966">
                  <c:v>2</c:v>
                </c:pt>
                <c:pt idx="8967">
                  <c:v>3</c:v>
                </c:pt>
                <c:pt idx="8968">
                  <c:v>1</c:v>
                </c:pt>
                <c:pt idx="8969">
                  <c:v>4</c:v>
                </c:pt>
                <c:pt idx="8970">
                  <c:v>2</c:v>
                </c:pt>
                <c:pt idx="8971">
                  <c:v>2</c:v>
                </c:pt>
                <c:pt idx="8972">
                  <c:v>6</c:v>
                </c:pt>
                <c:pt idx="8973">
                  <c:v>2</c:v>
                </c:pt>
                <c:pt idx="8974">
                  <c:v>2</c:v>
                </c:pt>
                <c:pt idx="8975">
                  <c:v>1</c:v>
                </c:pt>
                <c:pt idx="8976">
                  <c:v>1</c:v>
                </c:pt>
                <c:pt idx="8977">
                  <c:v>1</c:v>
                </c:pt>
                <c:pt idx="8978">
                  <c:v>1</c:v>
                </c:pt>
                <c:pt idx="8979">
                  <c:v>2</c:v>
                </c:pt>
                <c:pt idx="8980">
                  <c:v>1</c:v>
                </c:pt>
                <c:pt idx="8981">
                  <c:v>5</c:v>
                </c:pt>
                <c:pt idx="8982">
                  <c:v>1</c:v>
                </c:pt>
                <c:pt idx="8983">
                  <c:v>8</c:v>
                </c:pt>
                <c:pt idx="8984">
                  <c:v>14</c:v>
                </c:pt>
                <c:pt idx="8985">
                  <c:v>1</c:v>
                </c:pt>
                <c:pt idx="8986">
                  <c:v>1</c:v>
                </c:pt>
                <c:pt idx="8987">
                  <c:v>6</c:v>
                </c:pt>
                <c:pt idx="8988">
                  <c:v>1</c:v>
                </c:pt>
                <c:pt idx="8989">
                  <c:v>1</c:v>
                </c:pt>
                <c:pt idx="8990">
                  <c:v>1</c:v>
                </c:pt>
                <c:pt idx="8991">
                  <c:v>1</c:v>
                </c:pt>
                <c:pt idx="8992">
                  <c:v>1</c:v>
                </c:pt>
                <c:pt idx="8993">
                  <c:v>2</c:v>
                </c:pt>
                <c:pt idx="8994">
                  <c:v>1</c:v>
                </c:pt>
                <c:pt idx="8995">
                  <c:v>1</c:v>
                </c:pt>
                <c:pt idx="8996">
                  <c:v>1</c:v>
                </c:pt>
                <c:pt idx="8997">
                  <c:v>1</c:v>
                </c:pt>
                <c:pt idx="8998">
                  <c:v>2</c:v>
                </c:pt>
                <c:pt idx="8999">
                  <c:v>3</c:v>
                </c:pt>
                <c:pt idx="9000">
                  <c:v>5</c:v>
                </c:pt>
                <c:pt idx="9001">
                  <c:v>2</c:v>
                </c:pt>
                <c:pt idx="9002">
                  <c:v>3</c:v>
                </c:pt>
                <c:pt idx="9003">
                  <c:v>3</c:v>
                </c:pt>
                <c:pt idx="9004">
                  <c:v>6</c:v>
                </c:pt>
                <c:pt idx="9005">
                  <c:v>1</c:v>
                </c:pt>
                <c:pt idx="9006">
                  <c:v>1</c:v>
                </c:pt>
                <c:pt idx="9007">
                  <c:v>2</c:v>
                </c:pt>
                <c:pt idx="9008">
                  <c:v>2</c:v>
                </c:pt>
                <c:pt idx="9009">
                  <c:v>1</c:v>
                </c:pt>
                <c:pt idx="9010">
                  <c:v>2</c:v>
                </c:pt>
                <c:pt idx="9011">
                  <c:v>1</c:v>
                </c:pt>
                <c:pt idx="9012">
                  <c:v>2</c:v>
                </c:pt>
                <c:pt idx="9013">
                  <c:v>4</c:v>
                </c:pt>
                <c:pt idx="9014">
                  <c:v>1</c:v>
                </c:pt>
                <c:pt idx="9015">
                  <c:v>4</c:v>
                </c:pt>
                <c:pt idx="9016">
                  <c:v>1</c:v>
                </c:pt>
                <c:pt idx="9017">
                  <c:v>1</c:v>
                </c:pt>
                <c:pt idx="9018">
                  <c:v>1</c:v>
                </c:pt>
                <c:pt idx="9019">
                  <c:v>1</c:v>
                </c:pt>
                <c:pt idx="9020">
                  <c:v>5</c:v>
                </c:pt>
                <c:pt idx="9021">
                  <c:v>1</c:v>
                </c:pt>
                <c:pt idx="9022">
                  <c:v>5</c:v>
                </c:pt>
                <c:pt idx="9023">
                  <c:v>1</c:v>
                </c:pt>
                <c:pt idx="9024">
                  <c:v>1</c:v>
                </c:pt>
                <c:pt idx="9025">
                  <c:v>1</c:v>
                </c:pt>
                <c:pt idx="9026">
                  <c:v>1</c:v>
                </c:pt>
                <c:pt idx="9027">
                  <c:v>2</c:v>
                </c:pt>
                <c:pt idx="9028">
                  <c:v>1</c:v>
                </c:pt>
                <c:pt idx="9029">
                  <c:v>1</c:v>
                </c:pt>
                <c:pt idx="9030">
                  <c:v>1</c:v>
                </c:pt>
                <c:pt idx="9031">
                  <c:v>1</c:v>
                </c:pt>
                <c:pt idx="9032">
                  <c:v>1</c:v>
                </c:pt>
                <c:pt idx="9033">
                  <c:v>1</c:v>
                </c:pt>
                <c:pt idx="9034">
                  <c:v>1</c:v>
                </c:pt>
                <c:pt idx="9035">
                  <c:v>3</c:v>
                </c:pt>
                <c:pt idx="9036">
                  <c:v>1</c:v>
                </c:pt>
                <c:pt idx="9037">
                  <c:v>1</c:v>
                </c:pt>
                <c:pt idx="9038">
                  <c:v>1</c:v>
                </c:pt>
                <c:pt idx="9039">
                  <c:v>1</c:v>
                </c:pt>
                <c:pt idx="9040">
                  <c:v>1</c:v>
                </c:pt>
                <c:pt idx="9041">
                  <c:v>1</c:v>
                </c:pt>
                <c:pt idx="9042">
                  <c:v>1</c:v>
                </c:pt>
                <c:pt idx="9043">
                  <c:v>1</c:v>
                </c:pt>
                <c:pt idx="9044">
                  <c:v>1</c:v>
                </c:pt>
                <c:pt idx="9045">
                  <c:v>1</c:v>
                </c:pt>
                <c:pt idx="9046">
                  <c:v>1</c:v>
                </c:pt>
                <c:pt idx="9047">
                  <c:v>1</c:v>
                </c:pt>
                <c:pt idx="9048">
                  <c:v>2</c:v>
                </c:pt>
                <c:pt idx="9049">
                  <c:v>1</c:v>
                </c:pt>
                <c:pt idx="9050">
                  <c:v>1</c:v>
                </c:pt>
                <c:pt idx="9051">
                  <c:v>1</c:v>
                </c:pt>
                <c:pt idx="9052">
                  <c:v>1</c:v>
                </c:pt>
                <c:pt idx="9053">
                  <c:v>1</c:v>
                </c:pt>
                <c:pt idx="9054">
                  <c:v>1</c:v>
                </c:pt>
                <c:pt idx="9055">
                  <c:v>6</c:v>
                </c:pt>
                <c:pt idx="9056">
                  <c:v>18</c:v>
                </c:pt>
                <c:pt idx="9057">
                  <c:v>4</c:v>
                </c:pt>
                <c:pt idx="9058">
                  <c:v>2</c:v>
                </c:pt>
                <c:pt idx="9059">
                  <c:v>1</c:v>
                </c:pt>
                <c:pt idx="9060">
                  <c:v>2</c:v>
                </c:pt>
                <c:pt idx="9061">
                  <c:v>1</c:v>
                </c:pt>
                <c:pt idx="9062">
                  <c:v>2</c:v>
                </c:pt>
                <c:pt idx="9063">
                  <c:v>1</c:v>
                </c:pt>
                <c:pt idx="9064">
                  <c:v>1</c:v>
                </c:pt>
                <c:pt idx="9065">
                  <c:v>4</c:v>
                </c:pt>
                <c:pt idx="9066">
                  <c:v>2</c:v>
                </c:pt>
                <c:pt idx="9067">
                  <c:v>1</c:v>
                </c:pt>
                <c:pt idx="9068">
                  <c:v>1</c:v>
                </c:pt>
                <c:pt idx="9069">
                  <c:v>3</c:v>
                </c:pt>
                <c:pt idx="9070">
                  <c:v>1</c:v>
                </c:pt>
                <c:pt idx="9071">
                  <c:v>3</c:v>
                </c:pt>
                <c:pt idx="9072">
                  <c:v>2</c:v>
                </c:pt>
                <c:pt idx="9073">
                  <c:v>1</c:v>
                </c:pt>
                <c:pt idx="9074">
                  <c:v>19</c:v>
                </c:pt>
                <c:pt idx="9075">
                  <c:v>2</c:v>
                </c:pt>
                <c:pt idx="9076">
                  <c:v>19</c:v>
                </c:pt>
                <c:pt idx="9077">
                  <c:v>1</c:v>
                </c:pt>
                <c:pt idx="9078">
                  <c:v>2</c:v>
                </c:pt>
                <c:pt idx="9079">
                  <c:v>1</c:v>
                </c:pt>
                <c:pt idx="9080">
                  <c:v>3</c:v>
                </c:pt>
                <c:pt idx="9081">
                  <c:v>3</c:v>
                </c:pt>
                <c:pt idx="9082">
                  <c:v>1</c:v>
                </c:pt>
                <c:pt idx="9083">
                  <c:v>1</c:v>
                </c:pt>
                <c:pt idx="9084">
                  <c:v>1</c:v>
                </c:pt>
                <c:pt idx="9085">
                  <c:v>1</c:v>
                </c:pt>
                <c:pt idx="9086">
                  <c:v>2</c:v>
                </c:pt>
                <c:pt idx="9087">
                  <c:v>1</c:v>
                </c:pt>
                <c:pt idx="9088">
                  <c:v>3</c:v>
                </c:pt>
                <c:pt idx="9089">
                  <c:v>2</c:v>
                </c:pt>
                <c:pt idx="9090">
                  <c:v>1</c:v>
                </c:pt>
                <c:pt idx="9091">
                  <c:v>5</c:v>
                </c:pt>
                <c:pt idx="9092">
                  <c:v>1</c:v>
                </c:pt>
                <c:pt idx="9093">
                  <c:v>8</c:v>
                </c:pt>
                <c:pt idx="9094">
                  <c:v>1</c:v>
                </c:pt>
                <c:pt idx="9095">
                  <c:v>3</c:v>
                </c:pt>
                <c:pt idx="9096">
                  <c:v>1</c:v>
                </c:pt>
                <c:pt idx="9097">
                  <c:v>1</c:v>
                </c:pt>
                <c:pt idx="9098">
                  <c:v>2</c:v>
                </c:pt>
                <c:pt idx="9099">
                  <c:v>2</c:v>
                </c:pt>
                <c:pt idx="9100">
                  <c:v>6</c:v>
                </c:pt>
                <c:pt idx="9101">
                  <c:v>1</c:v>
                </c:pt>
                <c:pt idx="9102">
                  <c:v>2</c:v>
                </c:pt>
                <c:pt idx="9103">
                  <c:v>9</c:v>
                </c:pt>
                <c:pt idx="9104">
                  <c:v>2</c:v>
                </c:pt>
                <c:pt idx="9105">
                  <c:v>1</c:v>
                </c:pt>
                <c:pt idx="9106">
                  <c:v>4</c:v>
                </c:pt>
                <c:pt idx="9107">
                  <c:v>1</c:v>
                </c:pt>
                <c:pt idx="9108">
                  <c:v>5</c:v>
                </c:pt>
                <c:pt idx="9109">
                  <c:v>2</c:v>
                </c:pt>
                <c:pt idx="9110">
                  <c:v>2</c:v>
                </c:pt>
                <c:pt idx="9111">
                  <c:v>1</c:v>
                </c:pt>
                <c:pt idx="9112">
                  <c:v>2</c:v>
                </c:pt>
                <c:pt idx="9113">
                  <c:v>2</c:v>
                </c:pt>
                <c:pt idx="9114">
                  <c:v>1</c:v>
                </c:pt>
                <c:pt idx="9115">
                  <c:v>1</c:v>
                </c:pt>
                <c:pt idx="9116">
                  <c:v>1</c:v>
                </c:pt>
                <c:pt idx="9117">
                  <c:v>2</c:v>
                </c:pt>
                <c:pt idx="9118">
                  <c:v>3</c:v>
                </c:pt>
                <c:pt idx="9119">
                  <c:v>3</c:v>
                </c:pt>
                <c:pt idx="9120">
                  <c:v>4</c:v>
                </c:pt>
                <c:pt idx="9121">
                  <c:v>1</c:v>
                </c:pt>
                <c:pt idx="9122">
                  <c:v>2</c:v>
                </c:pt>
                <c:pt idx="9123">
                  <c:v>1</c:v>
                </c:pt>
                <c:pt idx="9124">
                  <c:v>1</c:v>
                </c:pt>
                <c:pt idx="9125">
                  <c:v>1</c:v>
                </c:pt>
                <c:pt idx="9126">
                  <c:v>1</c:v>
                </c:pt>
                <c:pt idx="9127">
                  <c:v>1</c:v>
                </c:pt>
                <c:pt idx="9128">
                  <c:v>1</c:v>
                </c:pt>
                <c:pt idx="9129">
                  <c:v>1</c:v>
                </c:pt>
                <c:pt idx="9130">
                  <c:v>1</c:v>
                </c:pt>
                <c:pt idx="9131">
                  <c:v>4</c:v>
                </c:pt>
                <c:pt idx="9132">
                  <c:v>1</c:v>
                </c:pt>
                <c:pt idx="9133">
                  <c:v>2</c:v>
                </c:pt>
                <c:pt idx="9134">
                  <c:v>2</c:v>
                </c:pt>
                <c:pt idx="9135">
                  <c:v>1</c:v>
                </c:pt>
                <c:pt idx="9136">
                  <c:v>2</c:v>
                </c:pt>
                <c:pt idx="9137">
                  <c:v>1</c:v>
                </c:pt>
                <c:pt idx="9138">
                  <c:v>1</c:v>
                </c:pt>
                <c:pt idx="9139">
                  <c:v>1</c:v>
                </c:pt>
                <c:pt idx="9140">
                  <c:v>1</c:v>
                </c:pt>
                <c:pt idx="9141">
                  <c:v>1</c:v>
                </c:pt>
                <c:pt idx="9142">
                  <c:v>2</c:v>
                </c:pt>
                <c:pt idx="9143">
                  <c:v>3</c:v>
                </c:pt>
                <c:pt idx="9144">
                  <c:v>1</c:v>
                </c:pt>
                <c:pt idx="9145">
                  <c:v>1</c:v>
                </c:pt>
                <c:pt idx="9146">
                  <c:v>8</c:v>
                </c:pt>
                <c:pt idx="9147">
                  <c:v>1</c:v>
                </c:pt>
                <c:pt idx="9148">
                  <c:v>2</c:v>
                </c:pt>
                <c:pt idx="9149">
                  <c:v>1</c:v>
                </c:pt>
                <c:pt idx="9150">
                  <c:v>1</c:v>
                </c:pt>
                <c:pt idx="9151">
                  <c:v>1</c:v>
                </c:pt>
                <c:pt idx="9152">
                  <c:v>1</c:v>
                </c:pt>
                <c:pt idx="9153">
                  <c:v>1</c:v>
                </c:pt>
                <c:pt idx="9154">
                  <c:v>1</c:v>
                </c:pt>
                <c:pt idx="9155">
                  <c:v>2</c:v>
                </c:pt>
                <c:pt idx="9156">
                  <c:v>1</c:v>
                </c:pt>
                <c:pt idx="9157">
                  <c:v>1</c:v>
                </c:pt>
                <c:pt idx="9158">
                  <c:v>6</c:v>
                </c:pt>
                <c:pt idx="9159">
                  <c:v>1</c:v>
                </c:pt>
                <c:pt idx="9160">
                  <c:v>5</c:v>
                </c:pt>
                <c:pt idx="9161">
                  <c:v>2</c:v>
                </c:pt>
                <c:pt idx="9162">
                  <c:v>14</c:v>
                </c:pt>
                <c:pt idx="9163">
                  <c:v>1</c:v>
                </c:pt>
                <c:pt idx="9164">
                  <c:v>5</c:v>
                </c:pt>
                <c:pt idx="9165">
                  <c:v>1</c:v>
                </c:pt>
                <c:pt idx="9166">
                  <c:v>2</c:v>
                </c:pt>
                <c:pt idx="9167">
                  <c:v>3</c:v>
                </c:pt>
                <c:pt idx="9168">
                  <c:v>5</c:v>
                </c:pt>
                <c:pt idx="9169">
                  <c:v>1</c:v>
                </c:pt>
                <c:pt idx="9170">
                  <c:v>1</c:v>
                </c:pt>
                <c:pt idx="9171">
                  <c:v>3</c:v>
                </c:pt>
                <c:pt idx="9172">
                  <c:v>18</c:v>
                </c:pt>
                <c:pt idx="9173">
                  <c:v>3</c:v>
                </c:pt>
                <c:pt idx="9174">
                  <c:v>3</c:v>
                </c:pt>
                <c:pt idx="9175">
                  <c:v>1</c:v>
                </c:pt>
                <c:pt idx="9176">
                  <c:v>1</c:v>
                </c:pt>
                <c:pt idx="9177">
                  <c:v>4</c:v>
                </c:pt>
                <c:pt idx="9178">
                  <c:v>1</c:v>
                </c:pt>
                <c:pt idx="9179">
                  <c:v>1</c:v>
                </c:pt>
                <c:pt idx="9180">
                  <c:v>1</c:v>
                </c:pt>
                <c:pt idx="9181">
                  <c:v>1</c:v>
                </c:pt>
                <c:pt idx="9182">
                  <c:v>1</c:v>
                </c:pt>
                <c:pt idx="9183">
                  <c:v>3</c:v>
                </c:pt>
                <c:pt idx="9184">
                  <c:v>1</c:v>
                </c:pt>
                <c:pt idx="9185">
                  <c:v>2</c:v>
                </c:pt>
                <c:pt idx="9186">
                  <c:v>3</c:v>
                </c:pt>
                <c:pt idx="9187">
                  <c:v>1</c:v>
                </c:pt>
                <c:pt idx="9188">
                  <c:v>2</c:v>
                </c:pt>
                <c:pt idx="9189">
                  <c:v>2</c:v>
                </c:pt>
                <c:pt idx="9190">
                  <c:v>1</c:v>
                </c:pt>
                <c:pt idx="9191">
                  <c:v>1</c:v>
                </c:pt>
                <c:pt idx="9192">
                  <c:v>1</c:v>
                </c:pt>
                <c:pt idx="9193">
                  <c:v>2</c:v>
                </c:pt>
                <c:pt idx="9194">
                  <c:v>1</c:v>
                </c:pt>
                <c:pt idx="9195">
                  <c:v>1</c:v>
                </c:pt>
                <c:pt idx="9196">
                  <c:v>2</c:v>
                </c:pt>
                <c:pt idx="9197">
                  <c:v>3</c:v>
                </c:pt>
                <c:pt idx="9198">
                  <c:v>1</c:v>
                </c:pt>
                <c:pt idx="9199">
                  <c:v>11</c:v>
                </c:pt>
                <c:pt idx="9200">
                  <c:v>1</c:v>
                </c:pt>
                <c:pt idx="9201">
                  <c:v>2</c:v>
                </c:pt>
                <c:pt idx="9202">
                  <c:v>6</c:v>
                </c:pt>
                <c:pt idx="9203">
                  <c:v>1</c:v>
                </c:pt>
                <c:pt idx="9204">
                  <c:v>2</c:v>
                </c:pt>
                <c:pt idx="9205">
                  <c:v>1</c:v>
                </c:pt>
                <c:pt idx="9206">
                  <c:v>2</c:v>
                </c:pt>
                <c:pt idx="9207">
                  <c:v>1</c:v>
                </c:pt>
                <c:pt idx="9208">
                  <c:v>1</c:v>
                </c:pt>
                <c:pt idx="9209">
                  <c:v>1</c:v>
                </c:pt>
                <c:pt idx="9210">
                  <c:v>2</c:v>
                </c:pt>
                <c:pt idx="9211">
                  <c:v>6</c:v>
                </c:pt>
                <c:pt idx="9212">
                  <c:v>1</c:v>
                </c:pt>
                <c:pt idx="9213">
                  <c:v>1</c:v>
                </c:pt>
                <c:pt idx="9214">
                  <c:v>1</c:v>
                </c:pt>
                <c:pt idx="9215">
                  <c:v>4</c:v>
                </c:pt>
                <c:pt idx="9216">
                  <c:v>1</c:v>
                </c:pt>
                <c:pt idx="9217">
                  <c:v>1</c:v>
                </c:pt>
                <c:pt idx="9218">
                  <c:v>2</c:v>
                </c:pt>
                <c:pt idx="9219">
                  <c:v>1</c:v>
                </c:pt>
                <c:pt idx="9220">
                  <c:v>1</c:v>
                </c:pt>
                <c:pt idx="9221">
                  <c:v>1</c:v>
                </c:pt>
                <c:pt idx="9222">
                  <c:v>1</c:v>
                </c:pt>
                <c:pt idx="9223">
                  <c:v>1</c:v>
                </c:pt>
                <c:pt idx="9224">
                  <c:v>1</c:v>
                </c:pt>
                <c:pt idx="9225">
                  <c:v>3</c:v>
                </c:pt>
                <c:pt idx="9226">
                  <c:v>1</c:v>
                </c:pt>
                <c:pt idx="9227">
                  <c:v>1</c:v>
                </c:pt>
                <c:pt idx="9228">
                  <c:v>2</c:v>
                </c:pt>
                <c:pt idx="9229">
                  <c:v>1</c:v>
                </c:pt>
                <c:pt idx="9230">
                  <c:v>6</c:v>
                </c:pt>
                <c:pt idx="9231">
                  <c:v>1</c:v>
                </c:pt>
                <c:pt idx="9232">
                  <c:v>1</c:v>
                </c:pt>
                <c:pt idx="9233">
                  <c:v>1</c:v>
                </c:pt>
                <c:pt idx="9234">
                  <c:v>2</c:v>
                </c:pt>
                <c:pt idx="9235">
                  <c:v>1</c:v>
                </c:pt>
                <c:pt idx="9236">
                  <c:v>1</c:v>
                </c:pt>
                <c:pt idx="9237">
                  <c:v>12</c:v>
                </c:pt>
                <c:pt idx="9238">
                  <c:v>1</c:v>
                </c:pt>
                <c:pt idx="9239">
                  <c:v>6</c:v>
                </c:pt>
                <c:pt idx="9240">
                  <c:v>1</c:v>
                </c:pt>
                <c:pt idx="9241">
                  <c:v>2</c:v>
                </c:pt>
                <c:pt idx="9242">
                  <c:v>4</c:v>
                </c:pt>
                <c:pt idx="9243">
                  <c:v>3</c:v>
                </c:pt>
                <c:pt idx="9244">
                  <c:v>3</c:v>
                </c:pt>
                <c:pt idx="9245">
                  <c:v>3</c:v>
                </c:pt>
                <c:pt idx="9246">
                  <c:v>1</c:v>
                </c:pt>
                <c:pt idx="9247">
                  <c:v>1</c:v>
                </c:pt>
                <c:pt idx="9248">
                  <c:v>1</c:v>
                </c:pt>
                <c:pt idx="9249">
                  <c:v>1</c:v>
                </c:pt>
                <c:pt idx="9250">
                  <c:v>1</c:v>
                </c:pt>
                <c:pt idx="9251">
                  <c:v>1</c:v>
                </c:pt>
                <c:pt idx="9252">
                  <c:v>2</c:v>
                </c:pt>
                <c:pt idx="9253">
                  <c:v>1</c:v>
                </c:pt>
                <c:pt idx="9254">
                  <c:v>3</c:v>
                </c:pt>
                <c:pt idx="9255">
                  <c:v>1</c:v>
                </c:pt>
                <c:pt idx="9256">
                  <c:v>3</c:v>
                </c:pt>
                <c:pt idx="9257">
                  <c:v>1</c:v>
                </c:pt>
                <c:pt idx="9258">
                  <c:v>2</c:v>
                </c:pt>
                <c:pt idx="9259">
                  <c:v>1</c:v>
                </c:pt>
                <c:pt idx="9260">
                  <c:v>1</c:v>
                </c:pt>
                <c:pt idx="9261">
                  <c:v>2</c:v>
                </c:pt>
                <c:pt idx="9262">
                  <c:v>1</c:v>
                </c:pt>
                <c:pt idx="9263">
                  <c:v>1</c:v>
                </c:pt>
                <c:pt idx="9264">
                  <c:v>15</c:v>
                </c:pt>
                <c:pt idx="9265">
                  <c:v>1</c:v>
                </c:pt>
                <c:pt idx="9266">
                  <c:v>2</c:v>
                </c:pt>
                <c:pt idx="9267">
                  <c:v>3</c:v>
                </c:pt>
                <c:pt idx="9268">
                  <c:v>1</c:v>
                </c:pt>
                <c:pt idx="9269">
                  <c:v>1</c:v>
                </c:pt>
                <c:pt idx="9270">
                  <c:v>3</c:v>
                </c:pt>
                <c:pt idx="9271">
                  <c:v>1</c:v>
                </c:pt>
                <c:pt idx="9272">
                  <c:v>2</c:v>
                </c:pt>
                <c:pt idx="9273">
                  <c:v>1</c:v>
                </c:pt>
                <c:pt idx="9274">
                  <c:v>3</c:v>
                </c:pt>
                <c:pt idx="9275">
                  <c:v>1</c:v>
                </c:pt>
                <c:pt idx="9276">
                  <c:v>2</c:v>
                </c:pt>
                <c:pt idx="9277">
                  <c:v>1</c:v>
                </c:pt>
                <c:pt idx="9278">
                  <c:v>1</c:v>
                </c:pt>
                <c:pt idx="9279">
                  <c:v>1</c:v>
                </c:pt>
                <c:pt idx="9280">
                  <c:v>7</c:v>
                </c:pt>
                <c:pt idx="9281">
                  <c:v>3</c:v>
                </c:pt>
                <c:pt idx="9282">
                  <c:v>1</c:v>
                </c:pt>
                <c:pt idx="9283">
                  <c:v>3</c:v>
                </c:pt>
                <c:pt idx="9284">
                  <c:v>3</c:v>
                </c:pt>
                <c:pt idx="9285">
                  <c:v>1</c:v>
                </c:pt>
                <c:pt idx="9286">
                  <c:v>1</c:v>
                </c:pt>
                <c:pt idx="9287">
                  <c:v>1</c:v>
                </c:pt>
                <c:pt idx="9288">
                  <c:v>7</c:v>
                </c:pt>
                <c:pt idx="9289">
                  <c:v>1</c:v>
                </c:pt>
                <c:pt idx="9290">
                  <c:v>1</c:v>
                </c:pt>
                <c:pt idx="9291">
                  <c:v>5</c:v>
                </c:pt>
                <c:pt idx="9292">
                  <c:v>1</c:v>
                </c:pt>
                <c:pt idx="9293">
                  <c:v>1</c:v>
                </c:pt>
                <c:pt idx="9294">
                  <c:v>1</c:v>
                </c:pt>
                <c:pt idx="9295">
                  <c:v>1</c:v>
                </c:pt>
                <c:pt idx="9296">
                  <c:v>15</c:v>
                </c:pt>
                <c:pt idx="9297">
                  <c:v>2</c:v>
                </c:pt>
                <c:pt idx="9298">
                  <c:v>1</c:v>
                </c:pt>
                <c:pt idx="9299">
                  <c:v>1</c:v>
                </c:pt>
                <c:pt idx="9300">
                  <c:v>2</c:v>
                </c:pt>
                <c:pt idx="9301">
                  <c:v>1</c:v>
                </c:pt>
                <c:pt idx="9302">
                  <c:v>3</c:v>
                </c:pt>
                <c:pt idx="9303">
                  <c:v>1</c:v>
                </c:pt>
                <c:pt idx="9304">
                  <c:v>2</c:v>
                </c:pt>
                <c:pt idx="9305">
                  <c:v>1</c:v>
                </c:pt>
                <c:pt idx="9306">
                  <c:v>1</c:v>
                </c:pt>
                <c:pt idx="9307">
                  <c:v>9</c:v>
                </c:pt>
                <c:pt idx="9308">
                  <c:v>1</c:v>
                </c:pt>
                <c:pt idx="9309">
                  <c:v>6</c:v>
                </c:pt>
                <c:pt idx="9310">
                  <c:v>2</c:v>
                </c:pt>
                <c:pt idx="9311">
                  <c:v>2</c:v>
                </c:pt>
                <c:pt idx="9312">
                  <c:v>3</c:v>
                </c:pt>
                <c:pt idx="9313">
                  <c:v>6</c:v>
                </c:pt>
                <c:pt idx="9314">
                  <c:v>2</c:v>
                </c:pt>
                <c:pt idx="9315">
                  <c:v>1</c:v>
                </c:pt>
                <c:pt idx="9316">
                  <c:v>2</c:v>
                </c:pt>
                <c:pt idx="9317">
                  <c:v>1</c:v>
                </c:pt>
                <c:pt idx="9318">
                  <c:v>1</c:v>
                </c:pt>
                <c:pt idx="9319">
                  <c:v>4</c:v>
                </c:pt>
                <c:pt idx="9320">
                  <c:v>15</c:v>
                </c:pt>
                <c:pt idx="9321">
                  <c:v>3</c:v>
                </c:pt>
                <c:pt idx="9322">
                  <c:v>4</c:v>
                </c:pt>
                <c:pt idx="9323">
                  <c:v>2</c:v>
                </c:pt>
                <c:pt idx="9324">
                  <c:v>1</c:v>
                </c:pt>
                <c:pt idx="9325">
                  <c:v>5</c:v>
                </c:pt>
                <c:pt idx="9326">
                  <c:v>1</c:v>
                </c:pt>
                <c:pt idx="9327">
                  <c:v>1</c:v>
                </c:pt>
                <c:pt idx="9328">
                  <c:v>1</c:v>
                </c:pt>
                <c:pt idx="9329">
                  <c:v>1</c:v>
                </c:pt>
                <c:pt idx="9330">
                  <c:v>2</c:v>
                </c:pt>
                <c:pt idx="9331">
                  <c:v>1</c:v>
                </c:pt>
                <c:pt idx="9332">
                  <c:v>1</c:v>
                </c:pt>
                <c:pt idx="9333">
                  <c:v>1</c:v>
                </c:pt>
                <c:pt idx="9334">
                  <c:v>1</c:v>
                </c:pt>
                <c:pt idx="9335">
                  <c:v>4</c:v>
                </c:pt>
                <c:pt idx="9336">
                  <c:v>1</c:v>
                </c:pt>
                <c:pt idx="9337">
                  <c:v>1</c:v>
                </c:pt>
                <c:pt idx="9338">
                  <c:v>1</c:v>
                </c:pt>
                <c:pt idx="9339">
                  <c:v>1</c:v>
                </c:pt>
                <c:pt idx="9340">
                  <c:v>1</c:v>
                </c:pt>
                <c:pt idx="9341">
                  <c:v>1</c:v>
                </c:pt>
                <c:pt idx="9342">
                  <c:v>2</c:v>
                </c:pt>
                <c:pt idx="9343">
                  <c:v>1</c:v>
                </c:pt>
                <c:pt idx="9344">
                  <c:v>4</c:v>
                </c:pt>
                <c:pt idx="9345">
                  <c:v>2</c:v>
                </c:pt>
                <c:pt idx="9346">
                  <c:v>1</c:v>
                </c:pt>
                <c:pt idx="9347">
                  <c:v>1</c:v>
                </c:pt>
                <c:pt idx="9348">
                  <c:v>1</c:v>
                </c:pt>
                <c:pt idx="9349">
                  <c:v>1</c:v>
                </c:pt>
                <c:pt idx="9350">
                  <c:v>2</c:v>
                </c:pt>
                <c:pt idx="9351">
                  <c:v>2</c:v>
                </c:pt>
                <c:pt idx="9352">
                  <c:v>1</c:v>
                </c:pt>
                <c:pt idx="9353">
                  <c:v>2</c:v>
                </c:pt>
                <c:pt idx="9354">
                  <c:v>2</c:v>
                </c:pt>
                <c:pt idx="9355">
                  <c:v>5</c:v>
                </c:pt>
                <c:pt idx="9356">
                  <c:v>1</c:v>
                </c:pt>
                <c:pt idx="9357">
                  <c:v>1</c:v>
                </c:pt>
                <c:pt idx="9358">
                  <c:v>1</c:v>
                </c:pt>
                <c:pt idx="9359">
                  <c:v>2</c:v>
                </c:pt>
                <c:pt idx="9360">
                  <c:v>3</c:v>
                </c:pt>
                <c:pt idx="9361">
                  <c:v>1</c:v>
                </c:pt>
                <c:pt idx="9362">
                  <c:v>8</c:v>
                </c:pt>
                <c:pt idx="9363">
                  <c:v>2</c:v>
                </c:pt>
                <c:pt idx="9364">
                  <c:v>1</c:v>
                </c:pt>
                <c:pt idx="9365">
                  <c:v>9</c:v>
                </c:pt>
                <c:pt idx="9366">
                  <c:v>1</c:v>
                </c:pt>
                <c:pt idx="9367">
                  <c:v>1</c:v>
                </c:pt>
                <c:pt idx="9368">
                  <c:v>1</c:v>
                </c:pt>
                <c:pt idx="9369">
                  <c:v>4</c:v>
                </c:pt>
                <c:pt idx="9370">
                  <c:v>1</c:v>
                </c:pt>
                <c:pt idx="9371">
                  <c:v>1</c:v>
                </c:pt>
                <c:pt idx="9372">
                  <c:v>1</c:v>
                </c:pt>
                <c:pt idx="9373">
                  <c:v>7</c:v>
                </c:pt>
                <c:pt idx="9374">
                  <c:v>4</c:v>
                </c:pt>
                <c:pt idx="9375">
                  <c:v>1</c:v>
                </c:pt>
                <c:pt idx="9376">
                  <c:v>1</c:v>
                </c:pt>
                <c:pt idx="9377">
                  <c:v>2</c:v>
                </c:pt>
                <c:pt idx="9378">
                  <c:v>4</c:v>
                </c:pt>
                <c:pt idx="9379">
                  <c:v>2</c:v>
                </c:pt>
                <c:pt idx="9380">
                  <c:v>1</c:v>
                </c:pt>
                <c:pt idx="9381">
                  <c:v>3</c:v>
                </c:pt>
                <c:pt idx="9382">
                  <c:v>9</c:v>
                </c:pt>
                <c:pt idx="9383">
                  <c:v>1</c:v>
                </c:pt>
                <c:pt idx="9384">
                  <c:v>1</c:v>
                </c:pt>
                <c:pt idx="9385">
                  <c:v>1</c:v>
                </c:pt>
                <c:pt idx="9386">
                  <c:v>4</c:v>
                </c:pt>
                <c:pt idx="9387">
                  <c:v>1</c:v>
                </c:pt>
                <c:pt idx="9388">
                  <c:v>1</c:v>
                </c:pt>
                <c:pt idx="9389">
                  <c:v>2</c:v>
                </c:pt>
                <c:pt idx="9390">
                  <c:v>1</c:v>
                </c:pt>
                <c:pt idx="9391">
                  <c:v>1</c:v>
                </c:pt>
                <c:pt idx="9392">
                  <c:v>1</c:v>
                </c:pt>
                <c:pt idx="9393">
                  <c:v>1</c:v>
                </c:pt>
                <c:pt idx="9394">
                  <c:v>4</c:v>
                </c:pt>
                <c:pt idx="9395">
                  <c:v>1</c:v>
                </c:pt>
                <c:pt idx="9396">
                  <c:v>3</c:v>
                </c:pt>
                <c:pt idx="9397">
                  <c:v>1</c:v>
                </c:pt>
                <c:pt idx="9398">
                  <c:v>1</c:v>
                </c:pt>
                <c:pt idx="9399">
                  <c:v>1</c:v>
                </c:pt>
                <c:pt idx="9400">
                  <c:v>1</c:v>
                </c:pt>
                <c:pt idx="9401">
                  <c:v>1</c:v>
                </c:pt>
                <c:pt idx="9402">
                  <c:v>4</c:v>
                </c:pt>
                <c:pt idx="9403">
                  <c:v>2</c:v>
                </c:pt>
                <c:pt idx="9404">
                  <c:v>1</c:v>
                </c:pt>
                <c:pt idx="9405">
                  <c:v>3</c:v>
                </c:pt>
                <c:pt idx="9406">
                  <c:v>1</c:v>
                </c:pt>
                <c:pt idx="9407">
                  <c:v>1</c:v>
                </c:pt>
                <c:pt idx="9408">
                  <c:v>1</c:v>
                </c:pt>
                <c:pt idx="9409">
                  <c:v>3</c:v>
                </c:pt>
                <c:pt idx="9410">
                  <c:v>1</c:v>
                </c:pt>
                <c:pt idx="9411">
                  <c:v>1</c:v>
                </c:pt>
                <c:pt idx="9412">
                  <c:v>6</c:v>
                </c:pt>
                <c:pt idx="9413">
                  <c:v>1</c:v>
                </c:pt>
                <c:pt idx="9414">
                  <c:v>1</c:v>
                </c:pt>
                <c:pt idx="9415">
                  <c:v>2</c:v>
                </c:pt>
                <c:pt idx="9416">
                  <c:v>1</c:v>
                </c:pt>
                <c:pt idx="9417">
                  <c:v>2</c:v>
                </c:pt>
                <c:pt idx="9418">
                  <c:v>3</c:v>
                </c:pt>
                <c:pt idx="9419">
                  <c:v>1</c:v>
                </c:pt>
                <c:pt idx="9420">
                  <c:v>1</c:v>
                </c:pt>
                <c:pt idx="9421">
                  <c:v>2</c:v>
                </c:pt>
                <c:pt idx="9422">
                  <c:v>1</c:v>
                </c:pt>
                <c:pt idx="9423">
                  <c:v>1</c:v>
                </c:pt>
                <c:pt idx="9424">
                  <c:v>4</c:v>
                </c:pt>
                <c:pt idx="9425">
                  <c:v>1</c:v>
                </c:pt>
                <c:pt idx="9426">
                  <c:v>1</c:v>
                </c:pt>
                <c:pt idx="9427">
                  <c:v>4</c:v>
                </c:pt>
                <c:pt idx="9428">
                  <c:v>3</c:v>
                </c:pt>
                <c:pt idx="9429">
                  <c:v>11</c:v>
                </c:pt>
                <c:pt idx="9430">
                  <c:v>1</c:v>
                </c:pt>
                <c:pt idx="9431">
                  <c:v>1</c:v>
                </c:pt>
                <c:pt idx="9432">
                  <c:v>3</c:v>
                </c:pt>
                <c:pt idx="9433">
                  <c:v>1</c:v>
                </c:pt>
                <c:pt idx="9434">
                  <c:v>1</c:v>
                </c:pt>
                <c:pt idx="9435">
                  <c:v>1</c:v>
                </c:pt>
                <c:pt idx="9436">
                  <c:v>2</c:v>
                </c:pt>
                <c:pt idx="9437">
                  <c:v>1</c:v>
                </c:pt>
                <c:pt idx="9438">
                  <c:v>1</c:v>
                </c:pt>
                <c:pt idx="9439">
                  <c:v>2</c:v>
                </c:pt>
                <c:pt idx="9440">
                  <c:v>2</c:v>
                </c:pt>
                <c:pt idx="9441">
                  <c:v>7</c:v>
                </c:pt>
                <c:pt idx="9442">
                  <c:v>1</c:v>
                </c:pt>
                <c:pt idx="9443">
                  <c:v>3</c:v>
                </c:pt>
                <c:pt idx="9444">
                  <c:v>1</c:v>
                </c:pt>
                <c:pt idx="9445">
                  <c:v>2</c:v>
                </c:pt>
                <c:pt idx="9446">
                  <c:v>2</c:v>
                </c:pt>
                <c:pt idx="9447">
                  <c:v>1</c:v>
                </c:pt>
                <c:pt idx="9448">
                  <c:v>2</c:v>
                </c:pt>
                <c:pt idx="9449">
                  <c:v>1</c:v>
                </c:pt>
                <c:pt idx="9450">
                  <c:v>1</c:v>
                </c:pt>
                <c:pt idx="9451">
                  <c:v>6</c:v>
                </c:pt>
                <c:pt idx="9452">
                  <c:v>1</c:v>
                </c:pt>
                <c:pt idx="9453">
                  <c:v>3</c:v>
                </c:pt>
                <c:pt idx="9454">
                  <c:v>1</c:v>
                </c:pt>
                <c:pt idx="9455">
                  <c:v>3</c:v>
                </c:pt>
                <c:pt idx="9456">
                  <c:v>1</c:v>
                </c:pt>
                <c:pt idx="9457">
                  <c:v>2</c:v>
                </c:pt>
                <c:pt idx="9458">
                  <c:v>2</c:v>
                </c:pt>
                <c:pt idx="9459">
                  <c:v>1</c:v>
                </c:pt>
                <c:pt idx="9460">
                  <c:v>1</c:v>
                </c:pt>
                <c:pt idx="9461">
                  <c:v>1</c:v>
                </c:pt>
                <c:pt idx="9462">
                  <c:v>1</c:v>
                </c:pt>
                <c:pt idx="9463">
                  <c:v>1</c:v>
                </c:pt>
                <c:pt idx="9464">
                  <c:v>7</c:v>
                </c:pt>
                <c:pt idx="9465">
                  <c:v>1</c:v>
                </c:pt>
                <c:pt idx="9466">
                  <c:v>1</c:v>
                </c:pt>
                <c:pt idx="9467">
                  <c:v>1</c:v>
                </c:pt>
                <c:pt idx="9468">
                  <c:v>1</c:v>
                </c:pt>
                <c:pt idx="9469">
                  <c:v>1</c:v>
                </c:pt>
                <c:pt idx="9470">
                  <c:v>2</c:v>
                </c:pt>
                <c:pt idx="9471">
                  <c:v>1</c:v>
                </c:pt>
                <c:pt idx="9472">
                  <c:v>1</c:v>
                </c:pt>
                <c:pt idx="9473">
                  <c:v>1</c:v>
                </c:pt>
                <c:pt idx="9474">
                  <c:v>5</c:v>
                </c:pt>
                <c:pt idx="9475">
                  <c:v>1</c:v>
                </c:pt>
                <c:pt idx="9476">
                  <c:v>1</c:v>
                </c:pt>
                <c:pt idx="9477">
                  <c:v>1</c:v>
                </c:pt>
                <c:pt idx="9478">
                  <c:v>1</c:v>
                </c:pt>
                <c:pt idx="9479">
                  <c:v>1</c:v>
                </c:pt>
                <c:pt idx="9480">
                  <c:v>1</c:v>
                </c:pt>
                <c:pt idx="9481">
                  <c:v>1</c:v>
                </c:pt>
                <c:pt idx="9482">
                  <c:v>2</c:v>
                </c:pt>
                <c:pt idx="9483">
                  <c:v>1</c:v>
                </c:pt>
                <c:pt idx="9484">
                  <c:v>1</c:v>
                </c:pt>
                <c:pt idx="9485">
                  <c:v>1</c:v>
                </c:pt>
                <c:pt idx="9486">
                  <c:v>8</c:v>
                </c:pt>
                <c:pt idx="9487">
                  <c:v>1</c:v>
                </c:pt>
                <c:pt idx="9488">
                  <c:v>1</c:v>
                </c:pt>
                <c:pt idx="9489">
                  <c:v>3</c:v>
                </c:pt>
                <c:pt idx="9490">
                  <c:v>3</c:v>
                </c:pt>
                <c:pt idx="9491">
                  <c:v>1</c:v>
                </c:pt>
                <c:pt idx="9492">
                  <c:v>1</c:v>
                </c:pt>
                <c:pt idx="9493">
                  <c:v>1</c:v>
                </c:pt>
                <c:pt idx="9494">
                  <c:v>3</c:v>
                </c:pt>
                <c:pt idx="9495">
                  <c:v>1</c:v>
                </c:pt>
                <c:pt idx="9496">
                  <c:v>1</c:v>
                </c:pt>
                <c:pt idx="9497">
                  <c:v>1</c:v>
                </c:pt>
                <c:pt idx="9498">
                  <c:v>1</c:v>
                </c:pt>
                <c:pt idx="9499">
                  <c:v>1</c:v>
                </c:pt>
                <c:pt idx="9500">
                  <c:v>3</c:v>
                </c:pt>
                <c:pt idx="9501">
                  <c:v>1</c:v>
                </c:pt>
                <c:pt idx="9502">
                  <c:v>1</c:v>
                </c:pt>
                <c:pt idx="9503">
                  <c:v>2</c:v>
                </c:pt>
                <c:pt idx="9504">
                  <c:v>1</c:v>
                </c:pt>
                <c:pt idx="9505">
                  <c:v>1</c:v>
                </c:pt>
                <c:pt idx="9506">
                  <c:v>5</c:v>
                </c:pt>
                <c:pt idx="9507">
                  <c:v>6</c:v>
                </c:pt>
                <c:pt idx="9508">
                  <c:v>2</c:v>
                </c:pt>
                <c:pt idx="9509">
                  <c:v>1</c:v>
                </c:pt>
                <c:pt idx="9510">
                  <c:v>5</c:v>
                </c:pt>
                <c:pt idx="9511">
                  <c:v>1</c:v>
                </c:pt>
                <c:pt idx="9512">
                  <c:v>1</c:v>
                </c:pt>
                <c:pt idx="9513">
                  <c:v>1</c:v>
                </c:pt>
                <c:pt idx="9514">
                  <c:v>1</c:v>
                </c:pt>
                <c:pt idx="9515">
                  <c:v>3</c:v>
                </c:pt>
                <c:pt idx="9516">
                  <c:v>1</c:v>
                </c:pt>
                <c:pt idx="9517">
                  <c:v>1</c:v>
                </c:pt>
                <c:pt idx="9518">
                  <c:v>1</c:v>
                </c:pt>
                <c:pt idx="9519">
                  <c:v>1</c:v>
                </c:pt>
                <c:pt idx="9520">
                  <c:v>3</c:v>
                </c:pt>
                <c:pt idx="9521">
                  <c:v>1</c:v>
                </c:pt>
                <c:pt idx="9522">
                  <c:v>2</c:v>
                </c:pt>
                <c:pt idx="9523">
                  <c:v>1</c:v>
                </c:pt>
                <c:pt idx="9524">
                  <c:v>3</c:v>
                </c:pt>
                <c:pt idx="9525">
                  <c:v>1</c:v>
                </c:pt>
                <c:pt idx="9526">
                  <c:v>2</c:v>
                </c:pt>
                <c:pt idx="9527">
                  <c:v>1</c:v>
                </c:pt>
                <c:pt idx="9528">
                  <c:v>1</c:v>
                </c:pt>
                <c:pt idx="9529">
                  <c:v>1</c:v>
                </c:pt>
                <c:pt idx="9530">
                  <c:v>2</c:v>
                </c:pt>
                <c:pt idx="9531">
                  <c:v>3</c:v>
                </c:pt>
                <c:pt idx="9532">
                  <c:v>1</c:v>
                </c:pt>
                <c:pt idx="9533">
                  <c:v>1</c:v>
                </c:pt>
                <c:pt idx="9534">
                  <c:v>1</c:v>
                </c:pt>
                <c:pt idx="9535">
                  <c:v>2</c:v>
                </c:pt>
                <c:pt idx="9536">
                  <c:v>4</c:v>
                </c:pt>
                <c:pt idx="9537">
                  <c:v>1</c:v>
                </c:pt>
                <c:pt idx="9538">
                  <c:v>3</c:v>
                </c:pt>
                <c:pt idx="9539">
                  <c:v>1</c:v>
                </c:pt>
                <c:pt idx="9540">
                  <c:v>2</c:v>
                </c:pt>
                <c:pt idx="9541">
                  <c:v>1</c:v>
                </c:pt>
                <c:pt idx="9542">
                  <c:v>1</c:v>
                </c:pt>
                <c:pt idx="9543">
                  <c:v>1</c:v>
                </c:pt>
                <c:pt idx="9544">
                  <c:v>1</c:v>
                </c:pt>
                <c:pt idx="9545">
                  <c:v>2</c:v>
                </c:pt>
                <c:pt idx="9546">
                  <c:v>1</c:v>
                </c:pt>
                <c:pt idx="9547">
                  <c:v>1</c:v>
                </c:pt>
                <c:pt idx="9548">
                  <c:v>1</c:v>
                </c:pt>
                <c:pt idx="9549">
                  <c:v>1</c:v>
                </c:pt>
                <c:pt idx="9550">
                  <c:v>3</c:v>
                </c:pt>
                <c:pt idx="9551">
                  <c:v>1</c:v>
                </c:pt>
                <c:pt idx="9552">
                  <c:v>5</c:v>
                </c:pt>
                <c:pt idx="9553">
                  <c:v>1</c:v>
                </c:pt>
                <c:pt idx="9554">
                  <c:v>1</c:v>
                </c:pt>
                <c:pt idx="9555">
                  <c:v>3</c:v>
                </c:pt>
                <c:pt idx="9556">
                  <c:v>8</c:v>
                </c:pt>
                <c:pt idx="9557">
                  <c:v>1</c:v>
                </c:pt>
                <c:pt idx="9558">
                  <c:v>1</c:v>
                </c:pt>
                <c:pt idx="9559">
                  <c:v>3</c:v>
                </c:pt>
                <c:pt idx="9560">
                  <c:v>1</c:v>
                </c:pt>
                <c:pt idx="9561">
                  <c:v>1</c:v>
                </c:pt>
                <c:pt idx="9562">
                  <c:v>1</c:v>
                </c:pt>
                <c:pt idx="9563">
                  <c:v>2</c:v>
                </c:pt>
                <c:pt idx="9564">
                  <c:v>7</c:v>
                </c:pt>
                <c:pt idx="9565">
                  <c:v>1</c:v>
                </c:pt>
                <c:pt idx="9566">
                  <c:v>1</c:v>
                </c:pt>
                <c:pt idx="9567">
                  <c:v>1</c:v>
                </c:pt>
                <c:pt idx="9568">
                  <c:v>1</c:v>
                </c:pt>
                <c:pt idx="9569">
                  <c:v>1</c:v>
                </c:pt>
                <c:pt idx="9570">
                  <c:v>1</c:v>
                </c:pt>
                <c:pt idx="9571">
                  <c:v>4</c:v>
                </c:pt>
                <c:pt idx="9572">
                  <c:v>3</c:v>
                </c:pt>
                <c:pt idx="9573">
                  <c:v>1</c:v>
                </c:pt>
                <c:pt idx="9574">
                  <c:v>2</c:v>
                </c:pt>
                <c:pt idx="9575">
                  <c:v>1</c:v>
                </c:pt>
                <c:pt idx="9576">
                  <c:v>1</c:v>
                </c:pt>
                <c:pt idx="9577">
                  <c:v>1</c:v>
                </c:pt>
                <c:pt idx="9578">
                  <c:v>1</c:v>
                </c:pt>
                <c:pt idx="9579">
                  <c:v>2</c:v>
                </c:pt>
                <c:pt idx="9580">
                  <c:v>2</c:v>
                </c:pt>
                <c:pt idx="9581">
                  <c:v>4</c:v>
                </c:pt>
                <c:pt idx="9582">
                  <c:v>3</c:v>
                </c:pt>
                <c:pt idx="9583">
                  <c:v>1</c:v>
                </c:pt>
                <c:pt idx="9584">
                  <c:v>2</c:v>
                </c:pt>
                <c:pt idx="9585">
                  <c:v>1</c:v>
                </c:pt>
                <c:pt idx="9586">
                  <c:v>1</c:v>
                </c:pt>
                <c:pt idx="9587">
                  <c:v>1</c:v>
                </c:pt>
                <c:pt idx="9588">
                  <c:v>2</c:v>
                </c:pt>
                <c:pt idx="9589">
                  <c:v>1</c:v>
                </c:pt>
                <c:pt idx="9590">
                  <c:v>1</c:v>
                </c:pt>
                <c:pt idx="9591">
                  <c:v>1</c:v>
                </c:pt>
                <c:pt idx="9592">
                  <c:v>1</c:v>
                </c:pt>
                <c:pt idx="9593">
                  <c:v>1</c:v>
                </c:pt>
                <c:pt idx="9594">
                  <c:v>2</c:v>
                </c:pt>
                <c:pt idx="9595">
                  <c:v>1</c:v>
                </c:pt>
                <c:pt idx="9596">
                  <c:v>1</c:v>
                </c:pt>
                <c:pt idx="9597">
                  <c:v>1</c:v>
                </c:pt>
                <c:pt idx="9598">
                  <c:v>3</c:v>
                </c:pt>
                <c:pt idx="9599">
                  <c:v>1</c:v>
                </c:pt>
                <c:pt idx="9600">
                  <c:v>1</c:v>
                </c:pt>
                <c:pt idx="9601">
                  <c:v>1</c:v>
                </c:pt>
                <c:pt idx="9602">
                  <c:v>1</c:v>
                </c:pt>
                <c:pt idx="9603">
                  <c:v>1</c:v>
                </c:pt>
                <c:pt idx="9604">
                  <c:v>1</c:v>
                </c:pt>
                <c:pt idx="9605">
                  <c:v>1</c:v>
                </c:pt>
                <c:pt idx="9606">
                  <c:v>1</c:v>
                </c:pt>
                <c:pt idx="9607">
                  <c:v>1</c:v>
                </c:pt>
                <c:pt idx="9608">
                  <c:v>1</c:v>
                </c:pt>
                <c:pt idx="9609">
                  <c:v>1</c:v>
                </c:pt>
                <c:pt idx="9610">
                  <c:v>6</c:v>
                </c:pt>
                <c:pt idx="9611">
                  <c:v>2</c:v>
                </c:pt>
                <c:pt idx="9612">
                  <c:v>1</c:v>
                </c:pt>
                <c:pt idx="9613">
                  <c:v>1</c:v>
                </c:pt>
                <c:pt idx="9614">
                  <c:v>4</c:v>
                </c:pt>
                <c:pt idx="9615">
                  <c:v>1</c:v>
                </c:pt>
                <c:pt idx="9616">
                  <c:v>1</c:v>
                </c:pt>
                <c:pt idx="9617">
                  <c:v>1</c:v>
                </c:pt>
                <c:pt idx="9618">
                  <c:v>1</c:v>
                </c:pt>
                <c:pt idx="9619">
                  <c:v>1</c:v>
                </c:pt>
                <c:pt idx="9620">
                  <c:v>2</c:v>
                </c:pt>
                <c:pt idx="9621">
                  <c:v>1</c:v>
                </c:pt>
                <c:pt idx="9622">
                  <c:v>2</c:v>
                </c:pt>
                <c:pt idx="9623">
                  <c:v>16</c:v>
                </c:pt>
                <c:pt idx="9624">
                  <c:v>2</c:v>
                </c:pt>
                <c:pt idx="9625">
                  <c:v>1</c:v>
                </c:pt>
                <c:pt idx="9626">
                  <c:v>1</c:v>
                </c:pt>
                <c:pt idx="9627">
                  <c:v>12</c:v>
                </c:pt>
                <c:pt idx="9628">
                  <c:v>1</c:v>
                </c:pt>
                <c:pt idx="9629">
                  <c:v>1</c:v>
                </c:pt>
                <c:pt idx="9630">
                  <c:v>1</c:v>
                </c:pt>
                <c:pt idx="9631">
                  <c:v>1</c:v>
                </c:pt>
                <c:pt idx="9632">
                  <c:v>2</c:v>
                </c:pt>
                <c:pt idx="9633">
                  <c:v>1</c:v>
                </c:pt>
                <c:pt idx="9634">
                  <c:v>3</c:v>
                </c:pt>
                <c:pt idx="9635">
                  <c:v>1</c:v>
                </c:pt>
                <c:pt idx="9636">
                  <c:v>7</c:v>
                </c:pt>
                <c:pt idx="9637">
                  <c:v>2</c:v>
                </c:pt>
                <c:pt idx="9638">
                  <c:v>1</c:v>
                </c:pt>
                <c:pt idx="9639">
                  <c:v>2</c:v>
                </c:pt>
                <c:pt idx="9640">
                  <c:v>1</c:v>
                </c:pt>
                <c:pt idx="9641">
                  <c:v>5</c:v>
                </c:pt>
                <c:pt idx="9642">
                  <c:v>1</c:v>
                </c:pt>
                <c:pt idx="9643">
                  <c:v>1</c:v>
                </c:pt>
                <c:pt idx="9644">
                  <c:v>1</c:v>
                </c:pt>
                <c:pt idx="9645">
                  <c:v>1</c:v>
                </c:pt>
                <c:pt idx="9646">
                  <c:v>1</c:v>
                </c:pt>
                <c:pt idx="9647">
                  <c:v>2</c:v>
                </c:pt>
                <c:pt idx="9648">
                  <c:v>2</c:v>
                </c:pt>
                <c:pt idx="9649">
                  <c:v>2</c:v>
                </c:pt>
                <c:pt idx="9650">
                  <c:v>2</c:v>
                </c:pt>
                <c:pt idx="9651">
                  <c:v>1</c:v>
                </c:pt>
                <c:pt idx="9652">
                  <c:v>2</c:v>
                </c:pt>
                <c:pt idx="9653">
                  <c:v>1</c:v>
                </c:pt>
                <c:pt idx="9654">
                  <c:v>1</c:v>
                </c:pt>
                <c:pt idx="9655">
                  <c:v>1</c:v>
                </c:pt>
                <c:pt idx="9656">
                  <c:v>1</c:v>
                </c:pt>
                <c:pt idx="9657">
                  <c:v>1</c:v>
                </c:pt>
                <c:pt idx="9658">
                  <c:v>3</c:v>
                </c:pt>
                <c:pt idx="9659">
                  <c:v>2</c:v>
                </c:pt>
                <c:pt idx="9660">
                  <c:v>12</c:v>
                </c:pt>
                <c:pt idx="9661">
                  <c:v>3</c:v>
                </c:pt>
                <c:pt idx="9662">
                  <c:v>2</c:v>
                </c:pt>
                <c:pt idx="9663">
                  <c:v>2</c:v>
                </c:pt>
                <c:pt idx="9664">
                  <c:v>1</c:v>
                </c:pt>
                <c:pt idx="9665">
                  <c:v>1</c:v>
                </c:pt>
                <c:pt idx="9666">
                  <c:v>5</c:v>
                </c:pt>
                <c:pt idx="9667">
                  <c:v>1</c:v>
                </c:pt>
                <c:pt idx="9668">
                  <c:v>1</c:v>
                </c:pt>
                <c:pt idx="9669">
                  <c:v>1</c:v>
                </c:pt>
                <c:pt idx="9670">
                  <c:v>3</c:v>
                </c:pt>
                <c:pt idx="9671">
                  <c:v>1</c:v>
                </c:pt>
                <c:pt idx="9672">
                  <c:v>2</c:v>
                </c:pt>
                <c:pt idx="9673">
                  <c:v>1</c:v>
                </c:pt>
                <c:pt idx="9674">
                  <c:v>1</c:v>
                </c:pt>
                <c:pt idx="9675">
                  <c:v>1</c:v>
                </c:pt>
                <c:pt idx="9676">
                  <c:v>3</c:v>
                </c:pt>
                <c:pt idx="9677">
                  <c:v>1</c:v>
                </c:pt>
                <c:pt idx="9678">
                  <c:v>2</c:v>
                </c:pt>
                <c:pt idx="9679">
                  <c:v>1</c:v>
                </c:pt>
                <c:pt idx="9680">
                  <c:v>2</c:v>
                </c:pt>
                <c:pt idx="9681">
                  <c:v>2</c:v>
                </c:pt>
                <c:pt idx="9682">
                  <c:v>3</c:v>
                </c:pt>
                <c:pt idx="9683">
                  <c:v>2</c:v>
                </c:pt>
                <c:pt idx="9684">
                  <c:v>2</c:v>
                </c:pt>
                <c:pt idx="9685">
                  <c:v>1</c:v>
                </c:pt>
                <c:pt idx="9686">
                  <c:v>1</c:v>
                </c:pt>
                <c:pt idx="9687">
                  <c:v>1</c:v>
                </c:pt>
                <c:pt idx="9688">
                  <c:v>2</c:v>
                </c:pt>
                <c:pt idx="9689">
                  <c:v>3</c:v>
                </c:pt>
                <c:pt idx="9690">
                  <c:v>1</c:v>
                </c:pt>
                <c:pt idx="9691">
                  <c:v>6</c:v>
                </c:pt>
                <c:pt idx="9692">
                  <c:v>2</c:v>
                </c:pt>
                <c:pt idx="9693">
                  <c:v>5</c:v>
                </c:pt>
                <c:pt idx="9694">
                  <c:v>1</c:v>
                </c:pt>
                <c:pt idx="9695">
                  <c:v>1</c:v>
                </c:pt>
                <c:pt idx="9696">
                  <c:v>2</c:v>
                </c:pt>
                <c:pt idx="9697">
                  <c:v>1</c:v>
                </c:pt>
                <c:pt idx="9698">
                  <c:v>3</c:v>
                </c:pt>
                <c:pt idx="9699">
                  <c:v>3</c:v>
                </c:pt>
                <c:pt idx="9700">
                  <c:v>2</c:v>
                </c:pt>
                <c:pt idx="9701">
                  <c:v>1</c:v>
                </c:pt>
                <c:pt idx="9702">
                  <c:v>1</c:v>
                </c:pt>
                <c:pt idx="9703">
                  <c:v>1</c:v>
                </c:pt>
                <c:pt idx="9704">
                  <c:v>2</c:v>
                </c:pt>
                <c:pt idx="9705">
                  <c:v>1</c:v>
                </c:pt>
                <c:pt idx="9706">
                  <c:v>1</c:v>
                </c:pt>
                <c:pt idx="9707">
                  <c:v>2</c:v>
                </c:pt>
                <c:pt idx="9708">
                  <c:v>1</c:v>
                </c:pt>
                <c:pt idx="9709">
                  <c:v>1</c:v>
                </c:pt>
                <c:pt idx="9710">
                  <c:v>3</c:v>
                </c:pt>
                <c:pt idx="9711">
                  <c:v>1</c:v>
                </c:pt>
                <c:pt idx="9712">
                  <c:v>2</c:v>
                </c:pt>
                <c:pt idx="9713">
                  <c:v>1</c:v>
                </c:pt>
                <c:pt idx="9714">
                  <c:v>1</c:v>
                </c:pt>
                <c:pt idx="9715">
                  <c:v>1</c:v>
                </c:pt>
                <c:pt idx="9716">
                  <c:v>1</c:v>
                </c:pt>
                <c:pt idx="9717">
                  <c:v>6</c:v>
                </c:pt>
                <c:pt idx="9718">
                  <c:v>1</c:v>
                </c:pt>
                <c:pt idx="9719">
                  <c:v>1</c:v>
                </c:pt>
                <c:pt idx="9720">
                  <c:v>1</c:v>
                </c:pt>
                <c:pt idx="9721">
                  <c:v>3</c:v>
                </c:pt>
                <c:pt idx="9722">
                  <c:v>1</c:v>
                </c:pt>
                <c:pt idx="9723">
                  <c:v>1</c:v>
                </c:pt>
                <c:pt idx="9724">
                  <c:v>1</c:v>
                </c:pt>
                <c:pt idx="9725">
                  <c:v>3</c:v>
                </c:pt>
                <c:pt idx="9726">
                  <c:v>1</c:v>
                </c:pt>
                <c:pt idx="9727">
                  <c:v>3</c:v>
                </c:pt>
                <c:pt idx="9728">
                  <c:v>1</c:v>
                </c:pt>
                <c:pt idx="9729">
                  <c:v>1</c:v>
                </c:pt>
                <c:pt idx="9730">
                  <c:v>1</c:v>
                </c:pt>
                <c:pt idx="9731">
                  <c:v>5</c:v>
                </c:pt>
                <c:pt idx="9732">
                  <c:v>1</c:v>
                </c:pt>
                <c:pt idx="9733">
                  <c:v>8</c:v>
                </c:pt>
                <c:pt idx="9734">
                  <c:v>2</c:v>
                </c:pt>
                <c:pt idx="9735">
                  <c:v>3</c:v>
                </c:pt>
                <c:pt idx="9736">
                  <c:v>4</c:v>
                </c:pt>
                <c:pt idx="9737">
                  <c:v>2</c:v>
                </c:pt>
                <c:pt idx="9738">
                  <c:v>1</c:v>
                </c:pt>
                <c:pt idx="9739">
                  <c:v>2</c:v>
                </c:pt>
                <c:pt idx="9740">
                  <c:v>1</c:v>
                </c:pt>
                <c:pt idx="9741">
                  <c:v>1</c:v>
                </c:pt>
                <c:pt idx="9742">
                  <c:v>2</c:v>
                </c:pt>
                <c:pt idx="9743">
                  <c:v>2</c:v>
                </c:pt>
                <c:pt idx="9744">
                  <c:v>3</c:v>
                </c:pt>
                <c:pt idx="9745">
                  <c:v>1</c:v>
                </c:pt>
                <c:pt idx="9746">
                  <c:v>4</c:v>
                </c:pt>
                <c:pt idx="9747">
                  <c:v>2</c:v>
                </c:pt>
                <c:pt idx="9748">
                  <c:v>1</c:v>
                </c:pt>
                <c:pt idx="9749">
                  <c:v>1</c:v>
                </c:pt>
                <c:pt idx="9750">
                  <c:v>2</c:v>
                </c:pt>
                <c:pt idx="9751">
                  <c:v>4</c:v>
                </c:pt>
                <c:pt idx="9752">
                  <c:v>6</c:v>
                </c:pt>
                <c:pt idx="9753">
                  <c:v>3</c:v>
                </c:pt>
                <c:pt idx="9754">
                  <c:v>3</c:v>
                </c:pt>
                <c:pt idx="9755">
                  <c:v>1</c:v>
                </c:pt>
                <c:pt idx="9756">
                  <c:v>10</c:v>
                </c:pt>
                <c:pt idx="9757">
                  <c:v>1</c:v>
                </c:pt>
                <c:pt idx="9758">
                  <c:v>1</c:v>
                </c:pt>
                <c:pt idx="9759">
                  <c:v>1</c:v>
                </c:pt>
                <c:pt idx="9760">
                  <c:v>1</c:v>
                </c:pt>
                <c:pt idx="9761">
                  <c:v>1</c:v>
                </c:pt>
                <c:pt idx="9762">
                  <c:v>2</c:v>
                </c:pt>
                <c:pt idx="9763">
                  <c:v>1</c:v>
                </c:pt>
                <c:pt idx="9764">
                  <c:v>3</c:v>
                </c:pt>
                <c:pt idx="9765">
                  <c:v>1</c:v>
                </c:pt>
                <c:pt idx="9766">
                  <c:v>1</c:v>
                </c:pt>
                <c:pt idx="9767">
                  <c:v>1</c:v>
                </c:pt>
                <c:pt idx="9768">
                  <c:v>1</c:v>
                </c:pt>
                <c:pt idx="9769">
                  <c:v>1</c:v>
                </c:pt>
                <c:pt idx="9770">
                  <c:v>1</c:v>
                </c:pt>
                <c:pt idx="9771">
                  <c:v>1</c:v>
                </c:pt>
                <c:pt idx="9772">
                  <c:v>2</c:v>
                </c:pt>
                <c:pt idx="9773">
                  <c:v>3</c:v>
                </c:pt>
                <c:pt idx="9774">
                  <c:v>1</c:v>
                </c:pt>
                <c:pt idx="9775">
                  <c:v>2</c:v>
                </c:pt>
                <c:pt idx="9776">
                  <c:v>1</c:v>
                </c:pt>
                <c:pt idx="9777">
                  <c:v>1</c:v>
                </c:pt>
                <c:pt idx="9778">
                  <c:v>1</c:v>
                </c:pt>
                <c:pt idx="9779">
                  <c:v>1</c:v>
                </c:pt>
                <c:pt idx="9780">
                  <c:v>4</c:v>
                </c:pt>
                <c:pt idx="9781">
                  <c:v>1</c:v>
                </c:pt>
                <c:pt idx="9782">
                  <c:v>1</c:v>
                </c:pt>
                <c:pt idx="9783">
                  <c:v>3</c:v>
                </c:pt>
                <c:pt idx="9784">
                  <c:v>1</c:v>
                </c:pt>
                <c:pt idx="9785">
                  <c:v>1</c:v>
                </c:pt>
                <c:pt idx="9786">
                  <c:v>3</c:v>
                </c:pt>
                <c:pt idx="9787">
                  <c:v>1</c:v>
                </c:pt>
                <c:pt idx="9788">
                  <c:v>1</c:v>
                </c:pt>
                <c:pt idx="9789">
                  <c:v>1</c:v>
                </c:pt>
                <c:pt idx="9790">
                  <c:v>1</c:v>
                </c:pt>
                <c:pt idx="9791">
                  <c:v>1</c:v>
                </c:pt>
                <c:pt idx="9792">
                  <c:v>13</c:v>
                </c:pt>
                <c:pt idx="9793">
                  <c:v>2</c:v>
                </c:pt>
                <c:pt idx="9794">
                  <c:v>1</c:v>
                </c:pt>
                <c:pt idx="9795">
                  <c:v>7</c:v>
                </c:pt>
                <c:pt idx="9796">
                  <c:v>2</c:v>
                </c:pt>
                <c:pt idx="9797">
                  <c:v>3</c:v>
                </c:pt>
                <c:pt idx="9798">
                  <c:v>1</c:v>
                </c:pt>
                <c:pt idx="9799">
                  <c:v>1</c:v>
                </c:pt>
                <c:pt idx="9800">
                  <c:v>1</c:v>
                </c:pt>
                <c:pt idx="9801">
                  <c:v>2</c:v>
                </c:pt>
                <c:pt idx="9802">
                  <c:v>2</c:v>
                </c:pt>
                <c:pt idx="9803">
                  <c:v>1</c:v>
                </c:pt>
                <c:pt idx="9804">
                  <c:v>3</c:v>
                </c:pt>
                <c:pt idx="9805">
                  <c:v>3</c:v>
                </c:pt>
                <c:pt idx="9806">
                  <c:v>1</c:v>
                </c:pt>
                <c:pt idx="9807">
                  <c:v>1</c:v>
                </c:pt>
                <c:pt idx="9808">
                  <c:v>1</c:v>
                </c:pt>
                <c:pt idx="9809">
                  <c:v>2</c:v>
                </c:pt>
                <c:pt idx="9810">
                  <c:v>1</c:v>
                </c:pt>
                <c:pt idx="9811">
                  <c:v>2</c:v>
                </c:pt>
                <c:pt idx="9812">
                  <c:v>4</c:v>
                </c:pt>
                <c:pt idx="9813">
                  <c:v>2</c:v>
                </c:pt>
                <c:pt idx="9814">
                  <c:v>1</c:v>
                </c:pt>
                <c:pt idx="9815">
                  <c:v>1</c:v>
                </c:pt>
                <c:pt idx="9816">
                  <c:v>1</c:v>
                </c:pt>
                <c:pt idx="9817">
                  <c:v>1</c:v>
                </c:pt>
                <c:pt idx="9818">
                  <c:v>2</c:v>
                </c:pt>
                <c:pt idx="9819">
                  <c:v>3</c:v>
                </c:pt>
                <c:pt idx="9820">
                  <c:v>2</c:v>
                </c:pt>
                <c:pt idx="9821">
                  <c:v>2</c:v>
                </c:pt>
                <c:pt idx="9822">
                  <c:v>2</c:v>
                </c:pt>
                <c:pt idx="9823">
                  <c:v>1</c:v>
                </c:pt>
                <c:pt idx="9824">
                  <c:v>1</c:v>
                </c:pt>
                <c:pt idx="9825">
                  <c:v>4</c:v>
                </c:pt>
                <c:pt idx="9826">
                  <c:v>5</c:v>
                </c:pt>
                <c:pt idx="9827">
                  <c:v>5</c:v>
                </c:pt>
                <c:pt idx="9828">
                  <c:v>3</c:v>
                </c:pt>
                <c:pt idx="9829">
                  <c:v>1</c:v>
                </c:pt>
                <c:pt idx="9830">
                  <c:v>1</c:v>
                </c:pt>
                <c:pt idx="9831">
                  <c:v>2</c:v>
                </c:pt>
                <c:pt idx="9832">
                  <c:v>1</c:v>
                </c:pt>
                <c:pt idx="9833">
                  <c:v>2</c:v>
                </c:pt>
                <c:pt idx="9834">
                  <c:v>1</c:v>
                </c:pt>
                <c:pt idx="9835">
                  <c:v>1</c:v>
                </c:pt>
                <c:pt idx="9836">
                  <c:v>1</c:v>
                </c:pt>
                <c:pt idx="9837">
                  <c:v>1</c:v>
                </c:pt>
                <c:pt idx="9838">
                  <c:v>1</c:v>
                </c:pt>
                <c:pt idx="9839">
                  <c:v>1</c:v>
                </c:pt>
                <c:pt idx="9840">
                  <c:v>1</c:v>
                </c:pt>
                <c:pt idx="9841">
                  <c:v>2</c:v>
                </c:pt>
                <c:pt idx="9842">
                  <c:v>2</c:v>
                </c:pt>
                <c:pt idx="9843">
                  <c:v>3</c:v>
                </c:pt>
                <c:pt idx="9844">
                  <c:v>2</c:v>
                </c:pt>
                <c:pt idx="9845">
                  <c:v>1</c:v>
                </c:pt>
                <c:pt idx="9846">
                  <c:v>1</c:v>
                </c:pt>
                <c:pt idx="9847">
                  <c:v>1</c:v>
                </c:pt>
                <c:pt idx="9848">
                  <c:v>1</c:v>
                </c:pt>
                <c:pt idx="9849">
                  <c:v>1</c:v>
                </c:pt>
                <c:pt idx="9850">
                  <c:v>6</c:v>
                </c:pt>
                <c:pt idx="9851">
                  <c:v>1</c:v>
                </c:pt>
                <c:pt idx="9852">
                  <c:v>1</c:v>
                </c:pt>
                <c:pt idx="9853">
                  <c:v>1</c:v>
                </c:pt>
                <c:pt idx="9854">
                  <c:v>1</c:v>
                </c:pt>
                <c:pt idx="9855">
                  <c:v>1</c:v>
                </c:pt>
                <c:pt idx="9856">
                  <c:v>1</c:v>
                </c:pt>
                <c:pt idx="9857">
                  <c:v>1</c:v>
                </c:pt>
                <c:pt idx="9858">
                  <c:v>3</c:v>
                </c:pt>
                <c:pt idx="9859">
                  <c:v>1</c:v>
                </c:pt>
                <c:pt idx="9860">
                  <c:v>1</c:v>
                </c:pt>
                <c:pt idx="9861">
                  <c:v>1</c:v>
                </c:pt>
                <c:pt idx="9862">
                  <c:v>1</c:v>
                </c:pt>
                <c:pt idx="9863">
                  <c:v>1</c:v>
                </c:pt>
                <c:pt idx="9864">
                  <c:v>4</c:v>
                </c:pt>
                <c:pt idx="9865">
                  <c:v>2</c:v>
                </c:pt>
                <c:pt idx="9866">
                  <c:v>1</c:v>
                </c:pt>
                <c:pt idx="9867">
                  <c:v>1</c:v>
                </c:pt>
                <c:pt idx="9868">
                  <c:v>1</c:v>
                </c:pt>
                <c:pt idx="9869">
                  <c:v>2</c:v>
                </c:pt>
                <c:pt idx="9870">
                  <c:v>1</c:v>
                </c:pt>
                <c:pt idx="9871">
                  <c:v>1</c:v>
                </c:pt>
                <c:pt idx="9872">
                  <c:v>3</c:v>
                </c:pt>
                <c:pt idx="9873">
                  <c:v>2</c:v>
                </c:pt>
                <c:pt idx="9874">
                  <c:v>1</c:v>
                </c:pt>
                <c:pt idx="9875">
                  <c:v>1</c:v>
                </c:pt>
                <c:pt idx="9876">
                  <c:v>2</c:v>
                </c:pt>
                <c:pt idx="9877">
                  <c:v>4</c:v>
                </c:pt>
                <c:pt idx="9878">
                  <c:v>1</c:v>
                </c:pt>
                <c:pt idx="9879">
                  <c:v>2</c:v>
                </c:pt>
                <c:pt idx="9880">
                  <c:v>1</c:v>
                </c:pt>
                <c:pt idx="9881">
                  <c:v>2</c:v>
                </c:pt>
                <c:pt idx="9882">
                  <c:v>1</c:v>
                </c:pt>
                <c:pt idx="9883">
                  <c:v>2</c:v>
                </c:pt>
                <c:pt idx="9884">
                  <c:v>4</c:v>
                </c:pt>
                <c:pt idx="9885">
                  <c:v>1</c:v>
                </c:pt>
                <c:pt idx="9886">
                  <c:v>2</c:v>
                </c:pt>
                <c:pt idx="9887">
                  <c:v>1</c:v>
                </c:pt>
                <c:pt idx="9888">
                  <c:v>5</c:v>
                </c:pt>
                <c:pt idx="9889">
                  <c:v>1</c:v>
                </c:pt>
                <c:pt idx="9890">
                  <c:v>1</c:v>
                </c:pt>
                <c:pt idx="9891">
                  <c:v>1</c:v>
                </c:pt>
                <c:pt idx="9892">
                  <c:v>6</c:v>
                </c:pt>
                <c:pt idx="9893">
                  <c:v>1</c:v>
                </c:pt>
                <c:pt idx="9894">
                  <c:v>1</c:v>
                </c:pt>
                <c:pt idx="9895">
                  <c:v>1</c:v>
                </c:pt>
                <c:pt idx="9896">
                  <c:v>1</c:v>
                </c:pt>
                <c:pt idx="9897">
                  <c:v>2</c:v>
                </c:pt>
                <c:pt idx="9898">
                  <c:v>1</c:v>
                </c:pt>
                <c:pt idx="9899">
                  <c:v>1</c:v>
                </c:pt>
                <c:pt idx="9900">
                  <c:v>1</c:v>
                </c:pt>
                <c:pt idx="9901">
                  <c:v>3</c:v>
                </c:pt>
                <c:pt idx="9902">
                  <c:v>2</c:v>
                </c:pt>
                <c:pt idx="9903">
                  <c:v>1</c:v>
                </c:pt>
                <c:pt idx="9904">
                  <c:v>2</c:v>
                </c:pt>
                <c:pt idx="9905">
                  <c:v>1</c:v>
                </c:pt>
                <c:pt idx="9906">
                  <c:v>1</c:v>
                </c:pt>
                <c:pt idx="9907">
                  <c:v>1</c:v>
                </c:pt>
                <c:pt idx="9908">
                  <c:v>2</c:v>
                </c:pt>
                <c:pt idx="9909">
                  <c:v>1</c:v>
                </c:pt>
                <c:pt idx="9910">
                  <c:v>1</c:v>
                </c:pt>
                <c:pt idx="9911">
                  <c:v>1</c:v>
                </c:pt>
                <c:pt idx="9912">
                  <c:v>3</c:v>
                </c:pt>
                <c:pt idx="9913">
                  <c:v>1</c:v>
                </c:pt>
                <c:pt idx="9914">
                  <c:v>3</c:v>
                </c:pt>
                <c:pt idx="9915">
                  <c:v>1</c:v>
                </c:pt>
                <c:pt idx="9916">
                  <c:v>1</c:v>
                </c:pt>
                <c:pt idx="9917">
                  <c:v>3</c:v>
                </c:pt>
                <c:pt idx="9918">
                  <c:v>1</c:v>
                </c:pt>
                <c:pt idx="9919">
                  <c:v>1</c:v>
                </c:pt>
                <c:pt idx="9920">
                  <c:v>2</c:v>
                </c:pt>
                <c:pt idx="9921">
                  <c:v>6</c:v>
                </c:pt>
                <c:pt idx="9922">
                  <c:v>1</c:v>
                </c:pt>
                <c:pt idx="9923">
                  <c:v>1</c:v>
                </c:pt>
                <c:pt idx="9924">
                  <c:v>3</c:v>
                </c:pt>
                <c:pt idx="9925">
                  <c:v>4</c:v>
                </c:pt>
                <c:pt idx="9926">
                  <c:v>1</c:v>
                </c:pt>
                <c:pt idx="9927">
                  <c:v>1</c:v>
                </c:pt>
                <c:pt idx="9928">
                  <c:v>4</c:v>
                </c:pt>
                <c:pt idx="9929">
                  <c:v>3</c:v>
                </c:pt>
                <c:pt idx="9930">
                  <c:v>2</c:v>
                </c:pt>
                <c:pt idx="9931">
                  <c:v>1</c:v>
                </c:pt>
                <c:pt idx="9932">
                  <c:v>2</c:v>
                </c:pt>
                <c:pt idx="9933">
                  <c:v>9</c:v>
                </c:pt>
                <c:pt idx="9934">
                  <c:v>2</c:v>
                </c:pt>
                <c:pt idx="9935">
                  <c:v>1</c:v>
                </c:pt>
                <c:pt idx="9936">
                  <c:v>1</c:v>
                </c:pt>
                <c:pt idx="9937">
                  <c:v>1</c:v>
                </c:pt>
                <c:pt idx="9938">
                  <c:v>1</c:v>
                </c:pt>
                <c:pt idx="9939">
                  <c:v>1</c:v>
                </c:pt>
                <c:pt idx="9940">
                  <c:v>4</c:v>
                </c:pt>
                <c:pt idx="9941">
                  <c:v>3</c:v>
                </c:pt>
                <c:pt idx="9942">
                  <c:v>1</c:v>
                </c:pt>
                <c:pt idx="9943">
                  <c:v>2</c:v>
                </c:pt>
                <c:pt idx="9944">
                  <c:v>1</c:v>
                </c:pt>
                <c:pt idx="9945">
                  <c:v>2</c:v>
                </c:pt>
                <c:pt idx="9946">
                  <c:v>9</c:v>
                </c:pt>
                <c:pt idx="9947">
                  <c:v>2</c:v>
                </c:pt>
                <c:pt idx="9948">
                  <c:v>1</c:v>
                </c:pt>
                <c:pt idx="9949">
                  <c:v>3</c:v>
                </c:pt>
                <c:pt idx="9950">
                  <c:v>1</c:v>
                </c:pt>
                <c:pt idx="9951">
                  <c:v>2</c:v>
                </c:pt>
                <c:pt idx="9952">
                  <c:v>2</c:v>
                </c:pt>
                <c:pt idx="9953">
                  <c:v>2</c:v>
                </c:pt>
                <c:pt idx="9954">
                  <c:v>4</c:v>
                </c:pt>
                <c:pt idx="9955">
                  <c:v>1</c:v>
                </c:pt>
                <c:pt idx="9956">
                  <c:v>1</c:v>
                </c:pt>
                <c:pt idx="9957">
                  <c:v>1</c:v>
                </c:pt>
                <c:pt idx="9958">
                  <c:v>1</c:v>
                </c:pt>
                <c:pt idx="9959">
                  <c:v>1</c:v>
                </c:pt>
                <c:pt idx="9960">
                  <c:v>1</c:v>
                </c:pt>
                <c:pt idx="9961">
                  <c:v>4</c:v>
                </c:pt>
                <c:pt idx="9962">
                  <c:v>1</c:v>
                </c:pt>
                <c:pt idx="9963">
                  <c:v>3</c:v>
                </c:pt>
                <c:pt idx="9964">
                  <c:v>1</c:v>
                </c:pt>
                <c:pt idx="9965">
                  <c:v>2</c:v>
                </c:pt>
                <c:pt idx="9966">
                  <c:v>1</c:v>
                </c:pt>
                <c:pt idx="9967">
                  <c:v>2</c:v>
                </c:pt>
                <c:pt idx="9968">
                  <c:v>1</c:v>
                </c:pt>
                <c:pt idx="9969">
                  <c:v>1</c:v>
                </c:pt>
                <c:pt idx="9970">
                  <c:v>1</c:v>
                </c:pt>
                <c:pt idx="9971">
                  <c:v>1</c:v>
                </c:pt>
                <c:pt idx="9972">
                  <c:v>1</c:v>
                </c:pt>
                <c:pt idx="9973">
                  <c:v>1</c:v>
                </c:pt>
                <c:pt idx="9974">
                  <c:v>2</c:v>
                </c:pt>
                <c:pt idx="9975">
                  <c:v>1</c:v>
                </c:pt>
                <c:pt idx="9976">
                  <c:v>1</c:v>
                </c:pt>
                <c:pt idx="9977">
                  <c:v>2</c:v>
                </c:pt>
                <c:pt idx="9978">
                  <c:v>1</c:v>
                </c:pt>
                <c:pt idx="9979">
                  <c:v>1</c:v>
                </c:pt>
                <c:pt idx="9980">
                  <c:v>1</c:v>
                </c:pt>
                <c:pt idx="9981">
                  <c:v>1</c:v>
                </c:pt>
                <c:pt idx="9982">
                  <c:v>1</c:v>
                </c:pt>
                <c:pt idx="9983">
                  <c:v>1</c:v>
                </c:pt>
                <c:pt idx="9984">
                  <c:v>1</c:v>
                </c:pt>
                <c:pt idx="9985">
                  <c:v>1</c:v>
                </c:pt>
                <c:pt idx="9986">
                  <c:v>1</c:v>
                </c:pt>
                <c:pt idx="9987">
                  <c:v>1</c:v>
                </c:pt>
                <c:pt idx="9988">
                  <c:v>1</c:v>
                </c:pt>
                <c:pt idx="9989">
                  <c:v>1</c:v>
                </c:pt>
                <c:pt idx="9990">
                  <c:v>1</c:v>
                </c:pt>
                <c:pt idx="9991">
                  <c:v>2</c:v>
                </c:pt>
                <c:pt idx="9992">
                  <c:v>4</c:v>
                </c:pt>
                <c:pt idx="9993">
                  <c:v>3</c:v>
                </c:pt>
                <c:pt idx="9994">
                  <c:v>1</c:v>
                </c:pt>
                <c:pt idx="9995">
                  <c:v>1</c:v>
                </c:pt>
                <c:pt idx="9996">
                  <c:v>1</c:v>
                </c:pt>
                <c:pt idx="9997">
                  <c:v>2</c:v>
                </c:pt>
                <c:pt idx="9998">
                  <c:v>1</c:v>
                </c:pt>
                <c:pt idx="9999">
                  <c:v>5</c:v>
                </c:pt>
                <c:pt idx="10000">
                  <c:v>3</c:v>
                </c:pt>
                <c:pt idx="10001">
                  <c:v>4</c:v>
                </c:pt>
                <c:pt idx="10002">
                  <c:v>1</c:v>
                </c:pt>
                <c:pt idx="10003">
                  <c:v>1</c:v>
                </c:pt>
                <c:pt idx="10004">
                  <c:v>2</c:v>
                </c:pt>
                <c:pt idx="10005">
                  <c:v>1</c:v>
                </c:pt>
                <c:pt idx="10006">
                  <c:v>1</c:v>
                </c:pt>
                <c:pt idx="10007">
                  <c:v>1</c:v>
                </c:pt>
                <c:pt idx="10008">
                  <c:v>1</c:v>
                </c:pt>
                <c:pt idx="10009">
                  <c:v>4</c:v>
                </c:pt>
                <c:pt idx="10010">
                  <c:v>3</c:v>
                </c:pt>
                <c:pt idx="10011">
                  <c:v>8</c:v>
                </c:pt>
                <c:pt idx="10012">
                  <c:v>2</c:v>
                </c:pt>
                <c:pt idx="10013">
                  <c:v>1</c:v>
                </c:pt>
                <c:pt idx="10014">
                  <c:v>1</c:v>
                </c:pt>
                <c:pt idx="10015">
                  <c:v>2</c:v>
                </c:pt>
                <c:pt idx="10016">
                  <c:v>3</c:v>
                </c:pt>
                <c:pt idx="10017">
                  <c:v>1</c:v>
                </c:pt>
                <c:pt idx="10018">
                  <c:v>3</c:v>
                </c:pt>
                <c:pt idx="10019">
                  <c:v>1</c:v>
                </c:pt>
                <c:pt idx="10020">
                  <c:v>2</c:v>
                </c:pt>
                <c:pt idx="10021">
                  <c:v>3</c:v>
                </c:pt>
                <c:pt idx="10022">
                  <c:v>2</c:v>
                </c:pt>
                <c:pt idx="10023">
                  <c:v>5</c:v>
                </c:pt>
                <c:pt idx="10024">
                  <c:v>1</c:v>
                </c:pt>
                <c:pt idx="10025">
                  <c:v>2</c:v>
                </c:pt>
                <c:pt idx="10026">
                  <c:v>1</c:v>
                </c:pt>
                <c:pt idx="10027">
                  <c:v>2</c:v>
                </c:pt>
                <c:pt idx="10028">
                  <c:v>3</c:v>
                </c:pt>
                <c:pt idx="10029">
                  <c:v>1</c:v>
                </c:pt>
                <c:pt idx="10030">
                  <c:v>1</c:v>
                </c:pt>
                <c:pt idx="10031">
                  <c:v>1</c:v>
                </c:pt>
                <c:pt idx="10032">
                  <c:v>1</c:v>
                </c:pt>
                <c:pt idx="10033">
                  <c:v>2</c:v>
                </c:pt>
                <c:pt idx="10034">
                  <c:v>1</c:v>
                </c:pt>
                <c:pt idx="10035">
                  <c:v>1</c:v>
                </c:pt>
                <c:pt idx="10036">
                  <c:v>9</c:v>
                </c:pt>
                <c:pt idx="10037">
                  <c:v>1</c:v>
                </c:pt>
                <c:pt idx="10038">
                  <c:v>2</c:v>
                </c:pt>
                <c:pt idx="10039">
                  <c:v>1</c:v>
                </c:pt>
                <c:pt idx="10040">
                  <c:v>4</c:v>
                </c:pt>
                <c:pt idx="10041">
                  <c:v>2</c:v>
                </c:pt>
                <c:pt idx="10042">
                  <c:v>3</c:v>
                </c:pt>
                <c:pt idx="10043">
                  <c:v>3</c:v>
                </c:pt>
                <c:pt idx="10044">
                  <c:v>2</c:v>
                </c:pt>
                <c:pt idx="10045">
                  <c:v>1</c:v>
                </c:pt>
                <c:pt idx="10046">
                  <c:v>1</c:v>
                </c:pt>
                <c:pt idx="10047">
                  <c:v>2</c:v>
                </c:pt>
                <c:pt idx="10048">
                  <c:v>1</c:v>
                </c:pt>
                <c:pt idx="10049">
                  <c:v>1</c:v>
                </c:pt>
                <c:pt idx="10050">
                  <c:v>2</c:v>
                </c:pt>
                <c:pt idx="10051">
                  <c:v>2</c:v>
                </c:pt>
                <c:pt idx="10052">
                  <c:v>2</c:v>
                </c:pt>
                <c:pt idx="10053">
                  <c:v>4</c:v>
                </c:pt>
                <c:pt idx="10054">
                  <c:v>3</c:v>
                </c:pt>
                <c:pt idx="10055">
                  <c:v>2</c:v>
                </c:pt>
                <c:pt idx="10056">
                  <c:v>1</c:v>
                </c:pt>
                <c:pt idx="10057">
                  <c:v>1</c:v>
                </c:pt>
                <c:pt idx="10058">
                  <c:v>2</c:v>
                </c:pt>
                <c:pt idx="10059">
                  <c:v>1</c:v>
                </c:pt>
                <c:pt idx="10060">
                  <c:v>2</c:v>
                </c:pt>
                <c:pt idx="10061">
                  <c:v>1</c:v>
                </c:pt>
                <c:pt idx="10062">
                  <c:v>1</c:v>
                </c:pt>
                <c:pt idx="10063">
                  <c:v>2</c:v>
                </c:pt>
                <c:pt idx="10064">
                  <c:v>4</c:v>
                </c:pt>
                <c:pt idx="10065">
                  <c:v>6</c:v>
                </c:pt>
                <c:pt idx="10066">
                  <c:v>1</c:v>
                </c:pt>
                <c:pt idx="10067">
                  <c:v>1</c:v>
                </c:pt>
                <c:pt idx="10068">
                  <c:v>3</c:v>
                </c:pt>
                <c:pt idx="10069">
                  <c:v>1</c:v>
                </c:pt>
                <c:pt idx="10070">
                  <c:v>2</c:v>
                </c:pt>
                <c:pt idx="10071">
                  <c:v>3</c:v>
                </c:pt>
                <c:pt idx="10072">
                  <c:v>1</c:v>
                </c:pt>
                <c:pt idx="10073">
                  <c:v>4</c:v>
                </c:pt>
                <c:pt idx="10074">
                  <c:v>2</c:v>
                </c:pt>
                <c:pt idx="10075">
                  <c:v>1</c:v>
                </c:pt>
                <c:pt idx="10076">
                  <c:v>1</c:v>
                </c:pt>
                <c:pt idx="10077">
                  <c:v>3</c:v>
                </c:pt>
                <c:pt idx="10078">
                  <c:v>1</c:v>
                </c:pt>
                <c:pt idx="10079">
                  <c:v>1</c:v>
                </c:pt>
                <c:pt idx="10080">
                  <c:v>3</c:v>
                </c:pt>
                <c:pt idx="10081">
                  <c:v>1</c:v>
                </c:pt>
                <c:pt idx="10082">
                  <c:v>1</c:v>
                </c:pt>
                <c:pt idx="10083">
                  <c:v>1</c:v>
                </c:pt>
                <c:pt idx="10084">
                  <c:v>1</c:v>
                </c:pt>
                <c:pt idx="10085">
                  <c:v>1</c:v>
                </c:pt>
                <c:pt idx="10086">
                  <c:v>2</c:v>
                </c:pt>
                <c:pt idx="10087">
                  <c:v>5</c:v>
                </c:pt>
                <c:pt idx="10088">
                  <c:v>2</c:v>
                </c:pt>
                <c:pt idx="10089">
                  <c:v>5</c:v>
                </c:pt>
                <c:pt idx="10090">
                  <c:v>2</c:v>
                </c:pt>
                <c:pt idx="10091">
                  <c:v>1</c:v>
                </c:pt>
                <c:pt idx="10092">
                  <c:v>1</c:v>
                </c:pt>
                <c:pt idx="10093">
                  <c:v>1</c:v>
                </c:pt>
                <c:pt idx="10094">
                  <c:v>1</c:v>
                </c:pt>
                <c:pt idx="10095">
                  <c:v>1</c:v>
                </c:pt>
                <c:pt idx="10096">
                  <c:v>3</c:v>
                </c:pt>
                <c:pt idx="10097">
                  <c:v>1</c:v>
                </c:pt>
                <c:pt idx="10098">
                  <c:v>1</c:v>
                </c:pt>
                <c:pt idx="10099">
                  <c:v>1</c:v>
                </c:pt>
                <c:pt idx="10100">
                  <c:v>1</c:v>
                </c:pt>
                <c:pt idx="10101">
                  <c:v>1</c:v>
                </c:pt>
                <c:pt idx="10102">
                  <c:v>1</c:v>
                </c:pt>
                <c:pt idx="10103">
                  <c:v>1</c:v>
                </c:pt>
                <c:pt idx="10104">
                  <c:v>2</c:v>
                </c:pt>
                <c:pt idx="10105">
                  <c:v>1</c:v>
                </c:pt>
                <c:pt idx="10106">
                  <c:v>1</c:v>
                </c:pt>
                <c:pt idx="10107">
                  <c:v>1</c:v>
                </c:pt>
                <c:pt idx="10108">
                  <c:v>1</c:v>
                </c:pt>
                <c:pt idx="10109">
                  <c:v>1</c:v>
                </c:pt>
                <c:pt idx="10110">
                  <c:v>1</c:v>
                </c:pt>
                <c:pt idx="10111">
                  <c:v>1</c:v>
                </c:pt>
                <c:pt idx="10112">
                  <c:v>1</c:v>
                </c:pt>
                <c:pt idx="10113">
                  <c:v>2</c:v>
                </c:pt>
                <c:pt idx="10114">
                  <c:v>1</c:v>
                </c:pt>
                <c:pt idx="10115">
                  <c:v>1</c:v>
                </c:pt>
                <c:pt idx="10116">
                  <c:v>2</c:v>
                </c:pt>
                <c:pt idx="10117">
                  <c:v>1</c:v>
                </c:pt>
                <c:pt idx="10118">
                  <c:v>1</c:v>
                </c:pt>
                <c:pt idx="10119">
                  <c:v>1</c:v>
                </c:pt>
                <c:pt idx="10120">
                  <c:v>1</c:v>
                </c:pt>
                <c:pt idx="10121">
                  <c:v>1</c:v>
                </c:pt>
                <c:pt idx="10122">
                  <c:v>1</c:v>
                </c:pt>
                <c:pt idx="10123">
                  <c:v>7</c:v>
                </c:pt>
                <c:pt idx="10124">
                  <c:v>5</c:v>
                </c:pt>
                <c:pt idx="10125">
                  <c:v>2</c:v>
                </c:pt>
                <c:pt idx="10126">
                  <c:v>5</c:v>
                </c:pt>
                <c:pt idx="10127">
                  <c:v>1</c:v>
                </c:pt>
                <c:pt idx="10128">
                  <c:v>1</c:v>
                </c:pt>
                <c:pt idx="10129">
                  <c:v>1</c:v>
                </c:pt>
                <c:pt idx="10130">
                  <c:v>3</c:v>
                </c:pt>
                <c:pt idx="10131">
                  <c:v>3</c:v>
                </c:pt>
                <c:pt idx="10132">
                  <c:v>1</c:v>
                </c:pt>
                <c:pt idx="10133">
                  <c:v>1</c:v>
                </c:pt>
                <c:pt idx="10134">
                  <c:v>1</c:v>
                </c:pt>
                <c:pt idx="10135">
                  <c:v>3</c:v>
                </c:pt>
                <c:pt idx="10136">
                  <c:v>1</c:v>
                </c:pt>
                <c:pt idx="10137">
                  <c:v>1</c:v>
                </c:pt>
                <c:pt idx="10138">
                  <c:v>1</c:v>
                </c:pt>
                <c:pt idx="10139">
                  <c:v>2</c:v>
                </c:pt>
                <c:pt idx="10140">
                  <c:v>1</c:v>
                </c:pt>
                <c:pt idx="10141">
                  <c:v>1</c:v>
                </c:pt>
                <c:pt idx="10142">
                  <c:v>2</c:v>
                </c:pt>
                <c:pt idx="10143">
                  <c:v>1</c:v>
                </c:pt>
                <c:pt idx="10144">
                  <c:v>1</c:v>
                </c:pt>
                <c:pt idx="10145">
                  <c:v>1</c:v>
                </c:pt>
                <c:pt idx="10146">
                  <c:v>11</c:v>
                </c:pt>
                <c:pt idx="10147">
                  <c:v>6</c:v>
                </c:pt>
                <c:pt idx="10148">
                  <c:v>13</c:v>
                </c:pt>
                <c:pt idx="10149">
                  <c:v>1</c:v>
                </c:pt>
                <c:pt idx="10150">
                  <c:v>1</c:v>
                </c:pt>
                <c:pt idx="10151">
                  <c:v>1</c:v>
                </c:pt>
                <c:pt idx="10152">
                  <c:v>1</c:v>
                </c:pt>
                <c:pt idx="10153">
                  <c:v>1</c:v>
                </c:pt>
                <c:pt idx="10154">
                  <c:v>1</c:v>
                </c:pt>
                <c:pt idx="10155">
                  <c:v>1</c:v>
                </c:pt>
                <c:pt idx="10156">
                  <c:v>1</c:v>
                </c:pt>
                <c:pt idx="10157">
                  <c:v>1</c:v>
                </c:pt>
                <c:pt idx="10158">
                  <c:v>1</c:v>
                </c:pt>
                <c:pt idx="10159">
                  <c:v>1</c:v>
                </c:pt>
                <c:pt idx="10160">
                  <c:v>1</c:v>
                </c:pt>
                <c:pt idx="10161">
                  <c:v>1</c:v>
                </c:pt>
                <c:pt idx="10162">
                  <c:v>2</c:v>
                </c:pt>
                <c:pt idx="10163">
                  <c:v>1</c:v>
                </c:pt>
                <c:pt idx="10164">
                  <c:v>1</c:v>
                </c:pt>
                <c:pt idx="10165">
                  <c:v>4</c:v>
                </c:pt>
                <c:pt idx="10166">
                  <c:v>2</c:v>
                </c:pt>
                <c:pt idx="10167">
                  <c:v>3</c:v>
                </c:pt>
                <c:pt idx="10168">
                  <c:v>2</c:v>
                </c:pt>
                <c:pt idx="10169">
                  <c:v>1</c:v>
                </c:pt>
                <c:pt idx="10170">
                  <c:v>7</c:v>
                </c:pt>
                <c:pt idx="10171">
                  <c:v>1</c:v>
                </c:pt>
                <c:pt idx="10172">
                  <c:v>10</c:v>
                </c:pt>
                <c:pt idx="10173">
                  <c:v>1</c:v>
                </c:pt>
                <c:pt idx="10174">
                  <c:v>1</c:v>
                </c:pt>
                <c:pt idx="10175">
                  <c:v>2</c:v>
                </c:pt>
                <c:pt idx="10176">
                  <c:v>2</c:v>
                </c:pt>
                <c:pt idx="10177">
                  <c:v>1</c:v>
                </c:pt>
                <c:pt idx="10178">
                  <c:v>1</c:v>
                </c:pt>
                <c:pt idx="10179">
                  <c:v>1</c:v>
                </c:pt>
                <c:pt idx="10180">
                  <c:v>1</c:v>
                </c:pt>
                <c:pt idx="10181">
                  <c:v>2</c:v>
                </c:pt>
                <c:pt idx="10182">
                  <c:v>1</c:v>
                </c:pt>
                <c:pt idx="10183">
                  <c:v>1</c:v>
                </c:pt>
                <c:pt idx="10184">
                  <c:v>3</c:v>
                </c:pt>
                <c:pt idx="10185">
                  <c:v>5</c:v>
                </c:pt>
                <c:pt idx="10186">
                  <c:v>1</c:v>
                </c:pt>
                <c:pt idx="10187">
                  <c:v>1</c:v>
                </c:pt>
                <c:pt idx="10188">
                  <c:v>1</c:v>
                </c:pt>
                <c:pt idx="10189">
                  <c:v>2</c:v>
                </c:pt>
                <c:pt idx="10190">
                  <c:v>1</c:v>
                </c:pt>
                <c:pt idx="10191">
                  <c:v>1</c:v>
                </c:pt>
                <c:pt idx="10192">
                  <c:v>1</c:v>
                </c:pt>
                <c:pt idx="10193">
                  <c:v>1</c:v>
                </c:pt>
                <c:pt idx="10194">
                  <c:v>1</c:v>
                </c:pt>
                <c:pt idx="10195">
                  <c:v>1</c:v>
                </c:pt>
                <c:pt idx="10196">
                  <c:v>5</c:v>
                </c:pt>
                <c:pt idx="10197">
                  <c:v>4</c:v>
                </c:pt>
                <c:pt idx="10198">
                  <c:v>2</c:v>
                </c:pt>
                <c:pt idx="10199">
                  <c:v>1</c:v>
                </c:pt>
                <c:pt idx="10200">
                  <c:v>1</c:v>
                </c:pt>
                <c:pt idx="10201">
                  <c:v>1</c:v>
                </c:pt>
                <c:pt idx="10202">
                  <c:v>2</c:v>
                </c:pt>
                <c:pt idx="10203">
                  <c:v>1</c:v>
                </c:pt>
                <c:pt idx="10204">
                  <c:v>1</c:v>
                </c:pt>
                <c:pt idx="10205">
                  <c:v>2</c:v>
                </c:pt>
                <c:pt idx="10206">
                  <c:v>1</c:v>
                </c:pt>
                <c:pt idx="10207">
                  <c:v>1</c:v>
                </c:pt>
                <c:pt idx="10208">
                  <c:v>3</c:v>
                </c:pt>
                <c:pt idx="10209">
                  <c:v>13</c:v>
                </c:pt>
                <c:pt idx="10210">
                  <c:v>2</c:v>
                </c:pt>
                <c:pt idx="10211">
                  <c:v>1</c:v>
                </c:pt>
                <c:pt idx="10212">
                  <c:v>1</c:v>
                </c:pt>
                <c:pt idx="10213">
                  <c:v>1</c:v>
                </c:pt>
                <c:pt idx="10214">
                  <c:v>1</c:v>
                </c:pt>
                <c:pt idx="10215">
                  <c:v>2</c:v>
                </c:pt>
                <c:pt idx="10216">
                  <c:v>1</c:v>
                </c:pt>
                <c:pt idx="10217">
                  <c:v>1</c:v>
                </c:pt>
                <c:pt idx="10218">
                  <c:v>1</c:v>
                </c:pt>
                <c:pt idx="10219">
                  <c:v>1</c:v>
                </c:pt>
                <c:pt idx="10220">
                  <c:v>5</c:v>
                </c:pt>
                <c:pt idx="10221">
                  <c:v>12</c:v>
                </c:pt>
                <c:pt idx="10222">
                  <c:v>1</c:v>
                </c:pt>
                <c:pt idx="10223">
                  <c:v>1</c:v>
                </c:pt>
                <c:pt idx="10224">
                  <c:v>1</c:v>
                </c:pt>
                <c:pt idx="10225">
                  <c:v>2</c:v>
                </c:pt>
                <c:pt idx="10226">
                  <c:v>1</c:v>
                </c:pt>
                <c:pt idx="10227">
                  <c:v>2</c:v>
                </c:pt>
                <c:pt idx="10228">
                  <c:v>1</c:v>
                </c:pt>
                <c:pt idx="10229">
                  <c:v>1</c:v>
                </c:pt>
                <c:pt idx="10230">
                  <c:v>2</c:v>
                </c:pt>
                <c:pt idx="10231">
                  <c:v>1</c:v>
                </c:pt>
                <c:pt idx="10232">
                  <c:v>1</c:v>
                </c:pt>
                <c:pt idx="10233">
                  <c:v>1</c:v>
                </c:pt>
                <c:pt idx="10234">
                  <c:v>1</c:v>
                </c:pt>
                <c:pt idx="10235">
                  <c:v>1</c:v>
                </c:pt>
                <c:pt idx="10236">
                  <c:v>1</c:v>
                </c:pt>
                <c:pt idx="10237">
                  <c:v>2</c:v>
                </c:pt>
                <c:pt idx="10238">
                  <c:v>1</c:v>
                </c:pt>
                <c:pt idx="10239">
                  <c:v>2</c:v>
                </c:pt>
                <c:pt idx="10240">
                  <c:v>1</c:v>
                </c:pt>
                <c:pt idx="10241">
                  <c:v>1</c:v>
                </c:pt>
                <c:pt idx="10242">
                  <c:v>1</c:v>
                </c:pt>
                <c:pt idx="10243">
                  <c:v>4</c:v>
                </c:pt>
                <c:pt idx="10244">
                  <c:v>1</c:v>
                </c:pt>
                <c:pt idx="10245">
                  <c:v>5</c:v>
                </c:pt>
                <c:pt idx="10246">
                  <c:v>1</c:v>
                </c:pt>
                <c:pt idx="10247">
                  <c:v>4</c:v>
                </c:pt>
                <c:pt idx="10248">
                  <c:v>5</c:v>
                </c:pt>
                <c:pt idx="10249">
                  <c:v>1</c:v>
                </c:pt>
                <c:pt idx="10250">
                  <c:v>1</c:v>
                </c:pt>
                <c:pt idx="10251">
                  <c:v>1</c:v>
                </c:pt>
                <c:pt idx="10252">
                  <c:v>1</c:v>
                </c:pt>
                <c:pt idx="10253">
                  <c:v>1</c:v>
                </c:pt>
                <c:pt idx="10254">
                  <c:v>1</c:v>
                </c:pt>
                <c:pt idx="10255">
                  <c:v>1</c:v>
                </c:pt>
                <c:pt idx="10256">
                  <c:v>1</c:v>
                </c:pt>
                <c:pt idx="10257">
                  <c:v>1</c:v>
                </c:pt>
                <c:pt idx="10258">
                  <c:v>1</c:v>
                </c:pt>
                <c:pt idx="10259">
                  <c:v>1</c:v>
                </c:pt>
                <c:pt idx="10260">
                  <c:v>2</c:v>
                </c:pt>
                <c:pt idx="10261">
                  <c:v>2</c:v>
                </c:pt>
                <c:pt idx="10262">
                  <c:v>2</c:v>
                </c:pt>
                <c:pt idx="10263">
                  <c:v>1</c:v>
                </c:pt>
                <c:pt idx="10264">
                  <c:v>1</c:v>
                </c:pt>
                <c:pt idx="10265">
                  <c:v>2</c:v>
                </c:pt>
                <c:pt idx="10266">
                  <c:v>1</c:v>
                </c:pt>
                <c:pt idx="10267">
                  <c:v>2</c:v>
                </c:pt>
                <c:pt idx="10268">
                  <c:v>1</c:v>
                </c:pt>
                <c:pt idx="10269">
                  <c:v>2</c:v>
                </c:pt>
                <c:pt idx="10270">
                  <c:v>1</c:v>
                </c:pt>
                <c:pt idx="10271">
                  <c:v>1</c:v>
                </c:pt>
                <c:pt idx="10272">
                  <c:v>2</c:v>
                </c:pt>
                <c:pt idx="10273">
                  <c:v>4</c:v>
                </c:pt>
                <c:pt idx="10274">
                  <c:v>1</c:v>
                </c:pt>
                <c:pt idx="10275">
                  <c:v>5</c:v>
                </c:pt>
                <c:pt idx="10276">
                  <c:v>2</c:v>
                </c:pt>
                <c:pt idx="10277">
                  <c:v>1</c:v>
                </c:pt>
                <c:pt idx="10278">
                  <c:v>1</c:v>
                </c:pt>
                <c:pt idx="10279">
                  <c:v>1</c:v>
                </c:pt>
                <c:pt idx="10280">
                  <c:v>1</c:v>
                </c:pt>
                <c:pt idx="10281">
                  <c:v>1</c:v>
                </c:pt>
                <c:pt idx="10282">
                  <c:v>4</c:v>
                </c:pt>
                <c:pt idx="10283">
                  <c:v>3</c:v>
                </c:pt>
                <c:pt idx="10284">
                  <c:v>1</c:v>
                </c:pt>
                <c:pt idx="10285">
                  <c:v>1</c:v>
                </c:pt>
                <c:pt idx="10286">
                  <c:v>7</c:v>
                </c:pt>
                <c:pt idx="10287">
                  <c:v>2</c:v>
                </c:pt>
                <c:pt idx="10288">
                  <c:v>1</c:v>
                </c:pt>
                <c:pt idx="10289">
                  <c:v>1</c:v>
                </c:pt>
                <c:pt idx="10290">
                  <c:v>1</c:v>
                </c:pt>
                <c:pt idx="10291">
                  <c:v>2</c:v>
                </c:pt>
                <c:pt idx="10292">
                  <c:v>8</c:v>
                </c:pt>
                <c:pt idx="10293">
                  <c:v>4</c:v>
                </c:pt>
                <c:pt idx="10294">
                  <c:v>3</c:v>
                </c:pt>
                <c:pt idx="10295">
                  <c:v>2</c:v>
                </c:pt>
                <c:pt idx="10296">
                  <c:v>11</c:v>
                </c:pt>
                <c:pt idx="10297">
                  <c:v>2</c:v>
                </c:pt>
                <c:pt idx="10298">
                  <c:v>1</c:v>
                </c:pt>
                <c:pt idx="10299">
                  <c:v>1</c:v>
                </c:pt>
                <c:pt idx="10300">
                  <c:v>1</c:v>
                </c:pt>
                <c:pt idx="10301">
                  <c:v>5</c:v>
                </c:pt>
                <c:pt idx="10302">
                  <c:v>1</c:v>
                </c:pt>
                <c:pt idx="10303">
                  <c:v>2</c:v>
                </c:pt>
                <c:pt idx="10304">
                  <c:v>3</c:v>
                </c:pt>
                <c:pt idx="10305">
                  <c:v>1</c:v>
                </c:pt>
                <c:pt idx="10306">
                  <c:v>2</c:v>
                </c:pt>
                <c:pt idx="10307">
                  <c:v>2</c:v>
                </c:pt>
                <c:pt idx="10308">
                  <c:v>2</c:v>
                </c:pt>
                <c:pt idx="10309">
                  <c:v>2</c:v>
                </c:pt>
                <c:pt idx="10310">
                  <c:v>2</c:v>
                </c:pt>
                <c:pt idx="10311">
                  <c:v>1</c:v>
                </c:pt>
                <c:pt idx="10312">
                  <c:v>1</c:v>
                </c:pt>
                <c:pt idx="10313">
                  <c:v>1</c:v>
                </c:pt>
                <c:pt idx="10314">
                  <c:v>4</c:v>
                </c:pt>
                <c:pt idx="10315">
                  <c:v>3</c:v>
                </c:pt>
                <c:pt idx="10316">
                  <c:v>2</c:v>
                </c:pt>
                <c:pt idx="10317">
                  <c:v>2</c:v>
                </c:pt>
                <c:pt idx="10318">
                  <c:v>2</c:v>
                </c:pt>
                <c:pt idx="10319">
                  <c:v>1</c:v>
                </c:pt>
                <c:pt idx="10320">
                  <c:v>3</c:v>
                </c:pt>
                <c:pt idx="10321">
                  <c:v>1</c:v>
                </c:pt>
                <c:pt idx="10322">
                  <c:v>2</c:v>
                </c:pt>
                <c:pt idx="10323">
                  <c:v>5</c:v>
                </c:pt>
                <c:pt idx="10324">
                  <c:v>1</c:v>
                </c:pt>
                <c:pt idx="10325">
                  <c:v>2</c:v>
                </c:pt>
                <c:pt idx="10326">
                  <c:v>2</c:v>
                </c:pt>
                <c:pt idx="10327">
                  <c:v>1</c:v>
                </c:pt>
                <c:pt idx="10328">
                  <c:v>1</c:v>
                </c:pt>
                <c:pt idx="10329">
                  <c:v>3</c:v>
                </c:pt>
                <c:pt idx="10330">
                  <c:v>1</c:v>
                </c:pt>
                <c:pt idx="10331">
                  <c:v>1</c:v>
                </c:pt>
                <c:pt idx="10332">
                  <c:v>4</c:v>
                </c:pt>
                <c:pt idx="10333">
                  <c:v>1</c:v>
                </c:pt>
                <c:pt idx="10334">
                  <c:v>1</c:v>
                </c:pt>
                <c:pt idx="10335">
                  <c:v>2</c:v>
                </c:pt>
                <c:pt idx="10336">
                  <c:v>4</c:v>
                </c:pt>
                <c:pt idx="10337">
                  <c:v>1</c:v>
                </c:pt>
                <c:pt idx="10338">
                  <c:v>4</c:v>
                </c:pt>
                <c:pt idx="10339">
                  <c:v>2</c:v>
                </c:pt>
                <c:pt idx="10340">
                  <c:v>9</c:v>
                </c:pt>
                <c:pt idx="10341">
                  <c:v>5</c:v>
                </c:pt>
                <c:pt idx="10342">
                  <c:v>32</c:v>
                </c:pt>
                <c:pt idx="10343">
                  <c:v>2</c:v>
                </c:pt>
                <c:pt idx="10344">
                  <c:v>1</c:v>
                </c:pt>
                <c:pt idx="10345">
                  <c:v>1</c:v>
                </c:pt>
                <c:pt idx="10346">
                  <c:v>6</c:v>
                </c:pt>
                <c:pt idx="10347">
                  <c:v>3</c:v>
                </c:pt>
                <c:pt idx="10348">
                  <c:v>1</c:v>
                </c:pt>
                <c:pt idx="10349">
                  <c:v>1</c:v>
                </c:pt>
                <c:pt idx="10350">
                  <c:v>2</c:v>
                </c:pt>
                <c:pt idx="10351">
                  <c:v>1</c:v>
                </c:pt>
                <c:pt idx="10352">
                  <c:v>2</c:v>
                </c:pt>
                <c:pt idx="10353">
                  <c:v>1</c:v>
                </c:pt>
                <c:pt idx="10354">
                  <c:v>5</c:v>
                </c:pt>
                <c:pt idx="10355">
                  <c:v>1</c:v>
                </c:pt>
                <c:pt idx="10356">
                  <c:v>1</c:v>
                </c:pt>
                <c:pt idx="10357">
                  <c:v>2</c:v>
                </c:pt>
                <c:pt idx="10358">
                  <c:v>1</c:v>
                </c:pt>
                <c:pt idx="10359">
                  <c:v>2</c:v>
                </c:pt>
                <c:pt idx="10360">
                  <c:v>1</c:v>
                </c:pt>
                <c:pt idx="10361">
                  <c:v>1</c:v>
                </c:pt>
                <c:pt idx="10362">
                  <c:v>1</c:v>
                </c:pt>
                <c:pt idx="10363">
                  <c:v>1</c:v>
                </c:pt>
                <c:pt idx="10364">
                  <c:v>1</c:v>
                </c:pt>
                <c:pt idx="10365">
                  <c:v>1</c:v>
                </c:pt>
                <c:pt idx="10366">
                  <c:v>1</c:v>
                </c:pt>
                <c:pt idx="10367">
                  <c:v>1</c:v>
                </c:pt>
                <c:pt idx="10368">
                  <c:v>2</c:v>
                </c:pt>
                <c:pt idx="10369">
                  <c:v>2</c:v>
                </c:pt>
                <c:pt idx="10370">
                  <c:v>1</c:v>
                </c:pt>
                <c:pt idx="10371">
                  <c:v>1</c:v>
                </c:pt>
                <c:pt idx="10372">
                  <c:v>1</c:v>
                </c:pt>
                <c:pt idx="10373">
                  <c:v>1</c:v>
                </c:pt>
                <c:pt idx="10374">
                  <c:v>1</c:v>
                </c:pt>
                <c:pt idx="10375">
                  <c:v>1</c:v>
                </c:pt>
                <c:pt idx="10376">
                  <c:v>1</c:v>
                </c:pt>
                <c:pt idx="10377">
                  <c:v>1</c:v>
                </c:pt>
                <c:pt idx="10378">
                  <c:v>1</c:v>
                </c:pt>
                <c:pt idx="10379">
                  <c:v>1</c:v>
                </c:pt>
                <c:pt idx="10380">
                  <c:v>1</c:v>
                </c:pt>
                <c:pt idx="10381">
                  <c:v>1</c:v>
                </c:pt>
                <c:pt idx="10382">
                  <c:v>3</c:v>
                </c:pt>
                <c:pt idx="10383">
                  <c:v>1</c:v>
                </c:pt>
                <c:pt idx="10384">
                  <c:v>1</c:v>
                </c:pt>
                <c:pt idx="10385">
                  <c:v>3</c:v>
                </c:pt>
                <c:pt idx="10386">
                  <c:v>2</c:v>
                </c:pt>
                <c:pt idx="10387">
                  <c:v>2</c:v>
                </c:pt>
                <c:pt idx="10388">
                  <c:v>3</c:v>
                </c:pt>
                <c:pt idx="10389">
                  <c:v>1</c:v>
                </c:pt>
                <c:pt idx="10390">
                  <c:v>2</c:v>
                </c:pt>
                <c:pt idx="10391">
                  <c:v>1</c:v>
                </c:pt>
                <c:pt idx="10392">
                  <c:v>1</c:v>
                </c:pt>
                <c:pt idx="10393">
                  <c:v>2</c:v>
                </c:pt>
                <c:pt idx="10394">
                  <c:v>2</c:v>
                </c:pt>
                <c:pt idx="10395">
                  <c:v>1</c:v>
                </c:pt>
                <c:pt idx="10396">
                  <c:v>2</c:v>
                </c:pt>
                <c:pt idx="10397">
                  <c:v>2</c:v>
                </c:pt>
                <c:pt idx="10398">
                  <c:v>1</c:v>
                </c:pt>
                <c:pt idx="10399">
                  <c:v>4</c:v>
                </c:pt>
                <c:pt idx="10400">
                  <c:v>1</c:v>
                </c:pt>
                <c:pt idx="10401">
                  <c:v>4</c:v>
                </c:pt>
                <c:pt idx="10402">
                  <c:v>1</c:v>
                </c:pt>
                <c:pt idx="10403">
                  <c:v>1</c:v>
                </c:pt>
                <c:pt idx="10404">
                  <c:v>1</c:v>
                </c:pt>
                <c:pt idx="10405">
                  <c:v>1</c:v>
                </c:pt>
                <c:pt idx="10406">
                  <c:v>1</c:v>
                </c:pt>
                <c:pt idx="10407">
                  <c:v>2</c:v>
                </c:pt>
                <c:pt idx="10408">
                  <c:v>1</c:v>
                </c:pt>
                <c:pt idx="10409">
                  <c:v>1</c:v>
                </c:pt>
                <c:pt idx="10410">
                  <c:v>1</c:v>
                </c:pt>
                <c:pt idx="10411">
                  <c:v>4</c:v>
                </c:pt>
                <c:pt idx="10412">
                  <c:v>1</c:v>
                </c:pt>
                <c:pt idx="10413">
                  <c:v>2</c:v>
                </c:pt>
                <c:pt idx="10414">
                  <c:v>1</c:v>
                </c:pt>
                <c:pt idx="10415">
                  <c:v>1</c:v>
                </c:pt>
                <c:pt idx="10416">
                  <c:v>4</c:v>
                </c:pt>
                <c:pt idx="10417">
                  <c:v>2</c:v>
                </c:pt>
                <c:pt idx="10418">
                  <c:v>2</c:v>
                </c:pt>
                <c:pt idx="10419">
                  <c:v>1</c:v>
                </c:pt>
                <c:pt idx="10420">
                  <c:v>1</c:v>
                </c:pt>
                <c:pt idx="10421">
                  <c:v>3</c:v>
                </c:pt>
                <c:pt idx="10422">
                  <c:v>1</c:v>
                </c:pt>
                <c:pt idx="10423">
                  <c:v>1</c:v>
                </c:pt>
                <c:pt idx="10424">
                  <c:v>11</c:v>
                </c:pt>
                <c:pt idx="10425">
                  <c:v>9</c:v>
                </c:pt>
                <c:pt idx="10426">
                  <c:v>1</c:v>
                </c:pt>
                <c:pt idx="10427">
                  <c:v>1</c:v>
                </c:pt>
                <c:pt idx="10428">
                  <c:v>2</c:v>
                </c:pt>
                <c:pt idx="10429">
                  <c:v>1</c:v>
                </c:pt>
                <c:pt idx="10430">
                  <c:v>1</c:v>
                </c:pt>
                <c:pt idx="10431">
                  <c:v>1</c:v>
                </c:pt>
                <c:pt idx="10432">
                  <c:v>1</c:v>
                </c:pt>
                <c:pt idx="10433">
                  <c:v>1</c:v>
                </c:pt>
                <c:pt idx="10434">
                  <c:v>1</c:v>
                </c:pt>
                <c:pt idx="10435">
                  <c:v>1</c:v>
                </c:pt>
                <c:pt idx="10436">
                  <c:v>1</c:v>
                </c:pt>
                <c:pt idx="10437">
                  <c:v>2</c:v>
                </c:pt>
                <c:pt idx="10438">
                  <c:v>1</c:v>
                </c:pt>
                <c:pt idx="10439">
                  <c:v>1</c:v>
                </c:pt>
                <c:pt idx="10440">
                  <c:v>1</c:v>
                </c:pt>
                <c:pt idx="10441">
                  <c:v>3</c:v>
                </c:pt>
                <c:pt idx="10442">
                  <c:v>5</c:v>
                </c:pt>
                <c:pt idx="10443">
                  <c:v>1</c:v>
                </c:pt>
                <c:pt idx="10444">
                  <c:v>1</c:v>
                </c:pt>
                <c:pt idx="10445">
                  <c:v>3</c:v>
                </c:pt>
                <c:pt idx="10446">
                  <c:v>1</c:v>
                </c:pt>
                <c:pt idx="10447">
                  <c:v>9</c:v>
                </c:pt>
                <c:pt idx="10448">
                  <c:v>2</c:v>
                </c:pt>
                <c:pt idx="10449">
                  <c:v>3</c:v>
                </c:pt>
                <c:pt idx="10450">
                  <c:v>1</c:v>
                </c:pt>
                <c:pt idx="10451">
                  <c:v>2</c:v>
                </c:pt>
                <c:pt idx="10452">
                  <c:v>4</c:v>
                </c:pt>
                <c:pt idx="10453">
                  <c:v>1</c:v>
                </c:pt>
                <c:pt idx="10454">
                  <c:v>2</c:v>
                </c:pt>
                <c:pt idx="10455">
                  <c:v>1</c:v>
                </c:pt>
                <c:pt idx="10456">
                  <c:v>2</c:v>
                </c:pt>
                <c:pt idx="10457">
                  <c:v>1</c:v>
                </c:pt>
                <c:pt idx="10458">
                  <c:v>1</c:v>
                </c:pt>
                <c:pt idx="10459">
                  <c:v>1</c:v>
                </c:pt>
                <c:pt idx="10460">
                  <c:v>1</c:v>
                </c:pt>
                <c:pt idx="10461">
                  <c:v>1</c:v>
                </c:pt>
                <c:pt idx="10462">
                  <c:v>1</c:v>
                </c:pt>
                <c:pt idx="10463">
                  <c:v>1</c:v>
                </c:pt>
                <c:pt idx="10464">
                  <c:v>1</c:v>
                </c:pt>
                <c:pt idx="10465">
                  <c:v>2</c:v>
                </c:pt>
                <c:pt idx="10466">
                  <c:v>1</c:v>
                </c:pt>
                <c:pt idx="10467">
                  <c:v>2</c:v>
                </c:pt>
                <c:pt idx="10468">
                  <c:v>2</c:v>
                </c:pt>
                <c:pt idx="10469">
                  <c:v>3</c:v>
                </c:pt>
                <c:pt idx="10470">
                  <c:v>2</c:v>
                </c:pt>
                <c:pt idx="10471">
                  <c:v>1</c:v>
                </c:pt>
                <c:pt idx="10472">
                  <c:v>1</c:v>
                </c:pt>
                <c:pt idx="10473">
                  <c:v>1</c:v>
                </c:pt>
                <c:pt idx="10474">
                  <c:v>2</c:v>
                </c:pt>
                <c:pt idx="10475">
                  <c:v>1</c:v>
                </c:pt>
                <c:pt idx="10476">
                  <c:v>12</c:v>
                </c:pt>
                <c:pt idx="10477">
                  <c:v>5</c:v>
                </c:pt>
                <c:pt idx="10478">
                  <c:v>2</c:v>
                </c:pt>
                <c:pt idx="10479">
                  <c:v>5</c:v>
                </c:pt>
                <c:pt idx="10480">
                  <c:v>3</c:v>
                </c:pt>
                <c:pt idx="10481">
                  <c:v>1</c:v>
                </c:pt>
                <c:pt idx="10482">
                  <c:v>1</c:v>
                </c:pt>
                <c:pt idx="10483">
                  <c:v>3</c:v>
                </c:pt>
                <c:pt idx="10484">
                  <c:v>1</c:v>
                </c:pt>
                <c:pt idx="10485">
                  <c:v>1</c:v>
                </c:pt>
                <c:pt idx="10486">
                  <c:v>1</c:v>
                </c:pt>
                <c:pt idx="10487">
                  <c:v>1</c:v>
                </c:pt>
                <c:pt idx="10488">
                  <c:v>1</c:v>
                </c:pt>
                <c:pt idx="10489">
                  <c:v>1</c:v>
                </c:pt>
                <c:pt idx="10490">
                  <c:v>1</c:v>
                </c:pt>
                <c:pt idx="10491">
                  <c:v>1</c:v>
                </c:pt>
                <c:pt idx="10492">
                  <c:v>1</c:v>
                </c:pt>
                <c:pt idx="10493">
                  <c:v>2</c:v>
                </c:pt>
                <c:pt idx="10494">
                  <c:v>1</c:v>
                </c:pt>
                <c:pt idx="10495">
                  <c:v>1</c:v>
                </c:pt>
                <c:pt idx="10496">
                  <c:v>1</c:v>
                </c:pt>
                <c:pt idx="10497">
                  <c:v>4</c:v>
                </c:pt>
                <c:pt idx="10498">
                  <c:v>2</c:v>
                </c:pt>
                <c:pt idx="10499">
                  <c:v>4</c:v>
                </c:pt>
                <c:pt idx="10500">
                  <c:v>1</c:v>
                </c:pt>
                <c:pt idx="10501">
                  <c:v>1</c:v>
                </c:pt>
                <c:pt idx="10502">
                  <c:v>1</c:v>
                </c:pt>
                <c:pt idx="10503">
                  <c:v>1</c:v>
                </c:pt>
                <c:pt idx="10504">
                  <c:v>1</c:v>
                </c:pt>
                <c:pt idx="10505">
                  <c:v>1</c:v>
                </c:pt>
                <c:pt idx="10506">
                  <c:v>2</c:v>
                </c:pt>
                <c:pt idx="10507">
                  <c:v>4</c:v>
                </c:pt>
                <c:pt idx="10508">
                  <c:v>2</c:v>
                </c:pt>
                <c:pt idx="10509">
                  <c:v>1</c:v>
                </c:pt>
                <c:pt idx="10510">
                  <c:v>1</c:v>
                </c:pt>
                <c:pt idx="10511">
                  <c:v>1</c:v>
                </c:pt>
                <c:pt idx="10512">
                  <c:v>1</c:v>
                </c:pt>
                <c:pt idx="10513">
                  <c:v>1</c:v>
                </c:pt>
                <c:pt idx="10514">
                  <c:v>1</c:v>
                </c:pt>
                <c:pt idx="10515">
                  <c:v>1</c:v>
                </c:pt>
                <c:pt idx="10516">
                  <c:v>1</c:v>
                </c:pt>
                <c:pt idx="10517">
                  <c:v>1</c:v>
                </c:pt>
                <c:pt idx="10518">
                  <c:v>1</c:v>
                </c:pt>
                <c:pt idx="10519">
                  <c:v>1</c:v>
                </c:pt>
                <c:pt idx="10520">
                  <c:v>2</c:v>
                </c:pt>
                <c:pt idx="10521">
                  <c:v>3</c:v>
                </c:pt>
                <c:pt idx="10522">
                  <c:v>1</c:v>
                </c:pt>
                <c:pt idx="10523">
                  <c:v>1</c:v>
                </c:pt>
                <c:pt idx="10524">
                  <c:v>2</c:v>
                </c:pt>
                <c:pt idx="10525">
                  <c:v>1</c:v>
                </c:pt>
                <c:pt idx="10526">
                  <c:v>1</c:v>
                </c:pt>
                <c:pt idx="10527">
                  <c:v>1</c:v>
                </c:pt>
                <c:pt idx="10528">
                  <c:v>1</c:v>
                </c:pt>
                <c:pt idx="10529">
                  <c:v>1</c:v>
                </c:pt>
                <c:pt idx="10530">
                  <c:v>1</c:v>
                </c:pt>
                <c:pt idx="10531">
                  <c:v>1</c:v>
                </c:pt>
                <c:pt idx="10532">
                  <c:v>2</c:v>
                </c:pt>
                <c:pt idx="10533">
                  <c:v>1</c:v>
                </c:pt>
                <c:pt idx="10534">
                  <c:v>2</c:v>
                </c:pt>
                <c:pt idx="10535">
                  <c:v>1</c:v>
                </c:pt>
                <c:pt idx="10536">
                  <c:v>1</c:v>
                </c:pt>
                <c:pt idx="10537">
                  <c:v>1</c:v>
                </c:pt>
                <c:pt idx="10538">
                  <c:v>1</c:v>
                </c:pt>
                <c:pt idx="10539">
                  <c:v>1</c:v>
                </c:pt>
                <c:pt idx="10540">
                  <c:v>1</c:v>
                </c:pt>
                <c:pt idx="10541">
                  <c:v>1</c:v>
                </c:pt>
                <c:pt idx="10542">
                  <c:v>1</c:v>
                </c:pt>
                <c:pt idx="10543">
                  <c:v>1</c:v>
                </c:pt>
                <c:pt idx="10544">
                  <c:v>1</c:v>
                </c:pt>
                <c:pt idx="10545">
                  <c:v>2</c:v>
                </c:pt>
                <c:pt idx="10546">
                  <c:v>2</c:v>
                </c:pt>
                <c:pt idx="10547">
                  <c:v>1</c:v>
                </c:pt>
                <c:pt idx="10548">
                  <c:v>1</c:v>
                </c:pt>
                <c:pt idx="10549">
                  <c:v>1</c:v>
                </c:pt>
                <c:pt idx="10550">
                  <c:v>6</c:v>
                </c:pt>
                <c:pt idx="10551">
                  <c:v>1</c:v>
                </c:pt>
                <c:pt idx="10552">
                  <c:v>1</c:v>
                </c:pt>
                <c:pt idx="10553">
                  <c:v>2</c:v>
                </c:pt>
                <c:pt idx="10554">
                  <c:v>1</c:v>
                </c:pt>
                <c:pt idx="10555">
                  <c:v>2</c:v>
                </c:pt>
                <c:pt idx="10556">
                  <c:v>1</c:v>
                </c:pt>
                <c:pt idx="10557">
                  <c:v>4</c:v>
                </c:pt>
                <c:pt idx="10558">
                  <c:v>1</c:v>
                </c:pt>
                <c:pt idx="10559">
                  <c:v>3</c:v>
                </c:pt>
                <c:pt idx="10560">
                  <c:v>1</c:v>
                </c:pt>
                <c:pt idx="10561">
                  <c:v>5</c:v>
                </c:pt>
                <c:pt idx="10562">
                  <c:v>3</c:v>
                </c:pt>
                <c:pt idx="10563">
                  <c:v>1</c:v>
                </c:pt>
                <c:pt idx="10564">
                  <c:v>1</c:v>
                </c:pt>
                <c:pt idx="10565">
                  <c:v>2</c:v>
                </c:pt>
                <c:pt idx="10566">
                  <c:v>1</c:v>
                </c:pt>
                <c:pt idx="10567">
                  <c:v>1</c:v>
                </c:pt>
                <c:pt idx="10568">
                  <c:v>1</c:v>
                </c:pt>
                <c:pt idx="10569">
                  <c:v>1</c:v>
                </c:pt>
                <c:pt idx="10570">
                  <c:v>1</c:v>
                </c:pt>
                <c:pt idx="10571">
                  <c:v>1</c:v>
                </c:pt>
                <c:pt idx="10572">
                  <c:v>2</c:v>
                </c:pt>
                <c:pt idx="10573">
                  <c:v>7</c:v>
                </c:pt>
                <c:pt idx="10574">
                  <c:v>4</c:v>
                </c:pt>
                <c:pt idx="10575">
                  <c:v>1</c:v>
                </c:pt>
                <c:pt idx="10576">
                  <c:v>3</c:v>
                </c:pt>
                <c:pt idx="10577">
                  <c:v>2</c:v>
                </c:pt>
                <c:pt idx="10578">
                  <c:v>2</c:v>
                </c:pt>
                <c:pt idx="10579">
                  <c:v>1</c:v>
                </c:pt>
                <c:pt idx="10580">
                  <c:v>2</c:v>
                </c:pt>
                <c:pt idx="10581">
                  <c:v>3</c:v>
                </c:pt>
                <c:pt idx="10582">
                  <c:v>6</c:v>
                </c:pt>
                <c:pt idx="10583">
                  <c:v>6</c:v>
                </c:pt>
                <c:pt idx="10584">
                  <c:v>1</c:v>
                </c:pt>
                <c:pt idx="10585">
                  <c:v>1</c:v>
                </c:pt>
                <c:pt idx="10586">
                  <c:v>1</c:v>
                </c:pt>
                <c:pt idx="10587">
                  <c:v>9</c:v>
                </c:pt>
                <c:pt idx="10588">
                  <c:v>3</c:v>
                </c:pt>
                <c:pt idx="10589">
                  <c:v>1</c:v>
                </c:pt>
                <c:pt idx="10590">
                  <c:v>3</c:v>
                </c:pt>
                <c:pt idx="10591">
                  <c:v>1</c:v>
                </c:pt>
                <c:pt idx="10592">
                  <c:v>1</c:v>
                </c:pt>
                <c:pt idx="10593">
                  <c:v>2</c:v>
                </c:pt>
                <c:pt idx="10594">
                  <c:v>1</c:v>
                </c:pt>
                <c:pt idx="10595">
                  <c:v>1</c:v>
                </c:pt>
                <c:pt idx="10596">
                  <c:v>7</c:v>
                </c:pt>
                <c:pt idx="10597">
                  <c:v>5</c:v>
                </c:pt>
                <c:pt idx="10598">
                  <c:v>2</c:v>
                </c:pt>
                <c:pt idx="10599">
                  <c:v>1</c:v>
                </c:pt>
                <c:pt idx="10600">
                  <c:v>1</c:v>
                </c:pt>
                <c:pt idx="10601">
                  <c:v>2</c:v>
                </c:pt>
                <c:pt idx="10602">
                  <c:v>3</c:v>
                </c:pt>
                <c:pt idx="10603">
                  <c:v>5</c:v>
                </c:pt>
                <c:pt idx="10604">
                  <c:v>3</c:v>
                </c:pt>
                <c:pt idx="10605">
                  <c:v>2</c:v>
                </c:pt>
                <c:pt idx="10606">
                  <c:v>1</c:v>
                </c:pt>
                <c:pt idx="10607">
                  <c:v>1</c:v>
                </c:pt>
                <c:pt idx="10608">
                  <c:v>4</c:v>
                </c:pt>
                <c:pt idx="10609">
                  <c:v>2</c:v>
                </c:pt>
                <c:pt idx="10610">
                  <c:v>1</c:v>
                </c:pt>
                <c:pt idx="10611">
                  <c:v>1</c:v>
                </c:pt>
                <c:pt idx="10612">
                  <c:v>1</c:v>
                </c:pt>
                <c:pt idx="10613">
                  <c:v>2</c:v>
                </c:pt>
                <c:pt idx="10614">
                  <c:v>1</c:v>
                </c:pt>
                <c:pt idx="10615">
                  <c:v>3</c:v>
                </c:pt>
                <c:pt idx="10616">
                  <c:v>2</c:v>
                </c:pt>
                <c:pt idx="10617">
                  <c:v>1</c:v>
                </c:pt>
                <c:pt idx="10618">
                  <c:v>1</c:v>
                </c:pt>
                <c:pt idx="10619">
                  <c:v>1</c:v>
                </c:pt>
                <c:pt idx="10620">
                  <c:v>2</c:v>
                </c:pt>
                <c:pt idx="10621">
                  <c:v>1</c:v>
                </c:pt>
                <c:pt idx="10622">
                  <c:v>1</c:v>
                </c:pt>
                <c:pt idx="10623">
                  <c:v>2</c:v>
                </c:pt>
                <c:pt idx="10624">
                  <c:v>1</c:v>
                </c:pt>
                <c:pt idx="10625">
                  <c:v>1</c:v>
                </c:pt>
                <c:pt idx="10626">
                  <c:v>3</c:v>
                </c:pt>
                <c:pt idx="10627">
                  <c:v>1</c:v>
                </c:pt>
                <c:pt idx="10628">
                  <c:v>1</c:v>
                </c:pt>
                <c:pt idx="10629">
                  <c:v>1</c:v>
                </c:pt>
                <c:pt idx="10630">
                  <c:v>1</c:v>
                </c:pt>
                <c:pt idx="10631">
                  <c:v>1</c:v>
                </c:pt>
                <c:pt idx="10632">
                  <c:v>1</c:v>
                </c:pt>
                <c:pt idx="10633">
                  <c:v>1</c:v>
                </c:pt>
                <c:pt idx="10634">
                  <c:v>1</c:v>
                </c:pt>
                <c:pt idx="10635">
                  <c:v>1</c:v>
                </c:pt>
                <c:pt idx="10636">
                  <c:v>1</c:v>
                </c:pt>
                <c:pt idx="10637">
                  <c:v>2</c:v>
                </c:pt>
                <c:pt idx="10638">
                  <c:v>2</c:v>
                </c:pt>
                <c:pt idx="10639">
                  <c:v>1</c:v>
                </c:pt>
                <c:pt idx="10640">
                  <c:v>1</c:v>
                </c:pt>
                <c:pt idx="10641">
                  <c:v>1</c:v>
                </c:pt>
                <c:pt idx="10642">
                  <c:v>1</c:v>
                </c:pt>
                <c:pt idx="10643">
                  <c:v>1</c:v>
                </c:pt>
                <c:pt idx="10644">
                  <c:v>1</c:v>
                </c:pt>
                <c:pt idx="10645">
                  <c:v>2</c:v>
                </c:pt>
                <c:pt idx="10646">
                  <c:v>1</c:v>
                </c:pt>
                <c:pt idx="10647">
                  <c:v>2</c:v>
                </c:pt>
                <c:pt idx="10648">
                  <c:v>1</c:v>
                </c:pt>
                <c:pt idx="10649">
                  <c:v>1</c:v>
                </c:pt>
                <c:pt idx="10650">
                  <c:v>1</c:v>
                </c:pt>
                <c:pt idx="10651">
                  <c:v>4</c:v>
                </c:pt>
                <c:pt idx="10652">
                  <c:v>1</c:v>
                </c:pt>
                <c:pt idx="10653">
                  <c:v>1</c:v>
                </c:pt>
                <c:pt idx="10654">
                  <c:v>2</c:v>
                </c:pt>
                <c:pt idx="10655">
                  <c:v>1</c:v>
                </c:pt>
                <c:pt idx="10656">
                  <c:v>2</c:v>
                </c:pt>
                <c:pt idx="10657">
                  <c:v>3</c:v>
                </c:pt>
                <c:pt idx="10658">
                  <c:v>2</c:v>
                </c:pt>
                <c:pt idx="10659">
                  <c:v>1</c:v>
                </c:pt>
                <c:pt idx="10660">
                  <c:v>3</c:v>
                </c:pt>
                <c:pt idx="10661">
                  <c:v>1</c:v>
                </c:pt>
                <c:pt idx="10662">
                  <c:v>1</c:v>
                </c:pt>
                <c:pt idx="10663">
                  <c:v>1</c:v>
                </c:pt>
                <c:pt idx="10664">
                  <c:v>1</c:v>
                </c:pt>
                <c:pt idx="10665">
                  <c:v>1</c:v>
                </c:pt>
                <c:pt idx="10666">
                  <c:v>1</c:v>
                </c:pt>
                <c:pt idx="10667">
                  <c:v>2</c:v>
                </c:pt>
                <c:pt idx="10668">
                  <c:v>2</c:v>
                </c:pt>
                <c:pt idx="10669">
                  <c:v>1</c:v>
                </c:pt>
                <c:pt idx="10670">
                  <c:v>1</c:v>
                </c:pt>
                <c:pt idx="10671">
                  <c:v>6</c:v>
                </c:pt>
                <c:pt idx="10672">
                  <c:v>2</c:v>
                </c:pt>
                <c:pt idx="10673">
                  <c:v>1</c:v>
                </c:pt>
                <c:pt idx="10674">
                  <c:v>2</c:v>
                </c:pt>
                <c:pt idx="10675">
                  <c:v>2</c:v>
                </c:pt>
                <c:pt idx="10676">
                  <c:v>1</c:v>
                </c:pt>
                <c:pt idx="10677">
                  <c:v>1</c:v>
                </c:pt>
                <c:pt idx="10678">
                  <c:v>4</c:v>
                </c:pt>
                <c:pt idx="10679">
                  <c:v>3</c:v>
                </c:pt>
                <c:pt idx="10680">
                  <c:v>5</c:v>
                </c:pt>
                <c:pt idx="10681">
                  <c:v>4</c:v>
                </c:pt>
                <c:pt idx="10682">
                  <c:v>1</c:v>
                </c:pt>
                <c:pt idx="10683">
                  <c:v>4</c:v>
                </c:pt>
                <c:pt idx="10684">
                  <c:v>1</c:v>
                </c:pt>
                <c:pt idx="10685">
                  <c:v>1</c:v>
                </c:pt>
                <c:pt idx="10686">
                  <c:v>1</c:v>
                </c:pt>
                <c:pt idx="10687">
                  <c:v>1</c:v>
                </c:pt>
                <c:pt idx="10688">
                  <c:v>1</c:v>
                </c:pt>
                <c:pt idx="10689">
                  <c:v>2</c:v>
                </c:pt>
                <c:pt idx="10690">
                  <c:v>1</c:v>
                </c:pt>
                <c:pt idx="10691">
                  <c:v>2</c:v>
                </c:pt>
                <c:pt idx="10692">
                  <c:v>2</c:v>
                </c:pt>
                <c:pt idx="10693">
                  <c:v>2</c:v>
                </c:pt>
                <c:pt idx="10694">
                  <c:v>2</c:v>
                </c:pt>
                <c:pt idx="10695">
                  <c:v>1</c:v>
                </c:pt>
                <c:pt idx="10696">
                  <c:v>1</c:v>
                </c:pt>
                <c:pt idx="10697">
                  <c:v>4</c:v>
                </c:pt>
                <c:pt idx="10698">
                  <c:v>5</c:v>
                </c:pt>
                <c:pt idx="10699">
                  <c:v>3</c:v>
                </c:pt>
                <c:pt idx="10700">
                  <c:v>2</c:v>
                </c:pt>
                <c:pt idx="10701">
                  <c:v>2</c:v>
                </c:pt>
                <c:pt idx="10702">
                  <c:v>3</c:v>
                </c:pt>
                <c:pt idx="10703">
                  <c:v>1</c:v>
                </c:pt>
                <c:pt idx="10704">
                  <c:v>1</c:v>
                </c:pt>
                <c:pt idx="10705">
                  <c:v>2</c:v>
                </c:pt>
                <c:pt idx="10706">
                  <c:v>1</c:v>
                </c:pt>
                <c:pt idx="10707">
                  <c:v>1</c:v>
                </c:pt>
                <c:pt idx="10708">
                  <c:v>1</c:v>
                </c:pt>
                <c:pt idx="10709">
                  <c:v>1</c:v>
                </c:pt>
                <c:pt idx="10710">
                  <c:v>1</c:v>
                </c:pt>
                <c:pt idx="10711">
                  <c:v>1</c:v>
                </c:pt>
                <c:pt idx="10712">
                  <c:v>1</c:v>
                </c:pt>
                <c:pt idx="10713">
                  <c:v>1</c:v>
                </c:pt>
                <c:pt idx="10714">
                  <c:v>1</c:v>
                </c:pt>
                <c:pt idx="10715">
                  <c:v>1</c:v>
                </c:pt>
                <c:pt idx="10716">
                  <c:v>1</c:v>
                </c:pt>
                <c:pt idx="10717">
                  <c:v>1</c:v>
                </c:pt>
                <c:pt idx="10718">
                  <c:v>1</c:v>
                </c:pt>
                <c:pt idx="10719">
                  <c:v>4</c:v>
                </c:pt>
                <c:pt idx="10720">
                  <c:v>1</c:v>
                </c:pt>
                <c:pt idx="10721">
                  <c:v>1</c:v>
                </c:pt>
                <c:pt idx="10722">
                  <c:v>1</c:v>
                </c:pt>
                <c:pt idx="10723">
                  <c:v>1</c:v>
                </c:pt>
                <c:pt idx="10724">
                  <c:v>10</c:v>
                </c:pt>
                <c:pt idx="10725">
                  <c:v>1</c:v>
                </c:pt>
                <c:pt idx="10726">
                  <c:v>1</c:v>
                </c:pt>
                <c:pt idx="10727">
                  <c:v>1</c:v>
                </c:pt>
                <c:pt idx="10728">
                  <c:v>4</c:v>
                </c:pt>
                <c:pt idx="10729">
                  <c:v>1</c:v>
                </c:pt>
                <c:pt idx="10730">
                  <c:v>4</c:v>
                </c:pt>
                <c:pt idx="10731">
                  <c:v>3</c:v>
                </c:pt>
                <c:pt idx="10732">
                  <c:v>1</c:v>
                </c:pt>
                <c:pt idx="10733">
                  <c:v>1</c:v>
                </c:pt>
                <c:pt idx="10734">
                  <c:v>1</c:v>
                </c:pt>
                <c:pt idx="10735">
                  <c:v>2</c:v>
                </c:pt>
                <c:pt idx="10736">
                  <c:v>1</c:v>
                </c:pt>
                <c:pt idx="10737">
                  <c:v>1</c:v>
                </c:pt>
                <c:pt idx="10738">
                  <c:v>2</c:v>
                </c:pt>
                <c:pt idx="10739">
                  <c:v>3</c:v>
                </c:pt>
                <c:pt idx="10740">
                  <c:v>1</c:v>
                </c:pt>
                <c:pt idx="10741">
                  <c:v>1</c:v>
                </c:pt>
                <c:pt idx="10742">
                  <c:v>2</c:v>
                </c:pt>
                <c:pt idx="10743">
                  <c:v>3</c:v>
                </c:pt>
                <c:pt idx="10744">
                  <c:v>1</c:v>
                </c:pt>
                <c:pt idx="10745">
                  <c:v>1</c:v>
                </c:pt>
                <c:pt idx="10746">
                  <c:v>2</c:v>
                </c:pt>
                <c:pt idx="10747">
                  <c:v>2</c:v>
                </c:pt>
                <c:pt idx="10748">
                  <c:v>3</c:v>
                </c:pt>
                <c:pt idx="10749">
                  <c:v>2</c:v>
                </c:pt>
                <c:pt idx="10750">
                  <c:v>3</c:v>
                </c:pt>
                <c:pt idx="10751">
                  <c:v>1</c:v>
                </c:pt>
                <c:pt idx="10752">
                  <c:v>2</c:v>
                </c:pt>
                <c:pt idx="10753">
                  <c:v>1</c:v>
                </c:pt>
                <c:pt idx="10754">
                  <c:v>1</c:v>
                </c:pt>
                <c:pt idx="10755">
                  <c:v>1</c:v>
                </c:pt>
                <c:pt idx="10756">
                  <c:v>1</c:v>
                </c:pt>
                <c:pt idx="10757">
                  <c:v>1</c:v>
                </c:pt>
                <c:pt idx="10758">
                  <c:v>1</c:v>
                </c:pt>
                <c:pt idx="10759">
                  <c:v>1</c:v>
                </c:pt>
                <c:pt idx="10760">
                  <c:v>2</c:v>
                </c:pt>
                <c:pt idx="10761">
                  <c:v>1</c:v>
                </c:pt>
                <c:pt idx="10762">
                  <c:v>1</c:v>
                </c:pt>
                <c:pt idx="10763">
                  <c:v>2</c:v>
                </c:pt>
                <c:pt idx="10764">
                  <c:v>1</c:v>
                </c:pt>
                <c:pt idx="10765">
                  <c:v>4</c:v>
                </c:pt>
                <c:pt idx="10766">
                  <c:v>1</c:v>
                </c:pt>
                <c:pt idx="10767">
                  <c:v>4</c:v>
                </c:pt>
                <c:pt idx="10768">
                  <c:v>1</c:v>
                </c:pt>
                <c:pt idx="10769">
                  <c:v>8</c:v>
                </c:pt>
                <c:pt idx="10770">
                  <c:v>1</c:v>
                </c:pt>
                <c:pt idx="10771">
                  <c:v>1</c:v>
                </c:pt>
                <c:pt idx="10772">
                  <c:v>2</c:v>
                </c:pt>
                <c:pt idx="10773">
                  <c:v>1</c:v>
                </c:pt>
                <c:pt idx="10774">
                  <c:v>2</c:v>
                </c:pt>
                <c:pt idx="10775">
                  <c:v>11</c:v>
                </c:pt>
                <c:pt idx="10776">
                  <c:v>5</c:v>
                </c:pt>
                <c:pt idx="10777">
                  <c:v>5</c:v>
                </c:pt>
                <c:pt idx="10778">
                  <c:v>1</c:v>
                </c:pt>
                <c:pt idx="10779">
                  <c:v>4</c:v>
                </c:pt>
                <c:pt idx="10780">
                  <c:v>3</c:v>
                </c:pt>
                <c:pt idx="10781">
                  <c:v>1</c:v>
                </c:pt>
                <c:pt idx="10782">
                  <c:v>1</c:v>
                </c:pt>
                <c:pt idx="10783">
                  <c:v>1</c:v>
                </c:pt>
                <c:pt idx="10784">
                  <c:v>1</c:v>
                </c:pt>
                <c:pt idx="10785">
                  <c:v>1</c:v>
                </c:pt>
                <c:pt idx="10786">
                  <c:v>1</c:v>
                </c:pt>
                <c:pt idx="10787">
                  <c:v>1</c:v>
                </c:pt>
                <c:pt idx="10788">
                  <c:v>1</c:v>
                </c:pt>
                <c:pt idx="10789">
                  <c:v>1</c:v>
                </c:pt>
                <c:pt idx="10790">
                  <c:v>1</c:v>
                </c:pt>
                <c:pt idx="10791">
                  <c:v>1</c:v>
                </c:pt>
                <c:pt idx="10792">
                  <c:v>1</c:v>
                </c:pt>
                <c:pt idx="10793">
                  <c:v>2</c:v>
                </c:pt>
                <c:pt idx="10794">
                  <c:v>1</c:v>
                </c:pt>
                <c:pt idx="10795">
                  <c:v>1</c:v>
                </c:pt>
                <c:pt idx="10796">
                  <c:v>1</c:v>
                </c:pt>
                <c:pt idx="10797">
                  <c:v>1</c:v>
                </c:pt>
                <c:pt idx="10798">
                  <c:v>3</c:v>
                </c:pt>
                <c:pt idx="10799">
                  <c:v>2</c:v>
                </c:pt>
                <c:pt idx="10800">
                  <c:v>1</c:v>
                </c:pt>
                <c:pt idx="10801">
                  <c:v>1</c:v>
                </c:pt>
                <c:pt idx="10802">
                  <c:v>1</c:v>
                </c:pt>
                <c:pt idx="10803">
                  <c:v>1</c:v>
                </c:pt>
                <c:pt idx="10804">
                  <c:v>1</c:v>
                </c:pt>
                <c:pt idx="10805">
                  <c:v>2</c:v>
                </c:pt>
                <c:pt idx="10806">
                  <c:v>1</c:v>
                </c:pt>
                <c:pt idx="10807">
                  <c:v>1</c:v>
                </c:pt>
                <c:pt idx="10808">
                  <c:v>2</c:v>
                </c:pt>
                <c:pt idx="10809">
                  <c:v>1</c:v>
                </c:pt>
                <c:pt idx="10810">
                  <c:v>2</c:v>
                </c:pt>
                <c:pt idx="10811">
                  <c:v>1</c:v>
                </c:pt>
                <c:pt idx="10812">
                  <c:v>1</c:v>
                </c:pt>
                <c:pt idx="10813">
                  <c:v>1</c:v>
                </c:pt>
                <c:pt idx="10814">
                  <c:v>1</c:v>
                </c:pt>
                <c:pt idx="10815">
                  <c:v>1</c:v>
                </c:pt>
                <c:pt idx="10816">
                  <c:v>1</c:v>
                </c:pt>
                <c:pt idx="10817">
                  <c:v>1</c:v>
                </c:pt>
                <c:pt idx="10818">
                  <c:v>1</c:v>
                </c:pt>
                <c:pt idx="10819">
                  <c:v>1</c:v>
                </c:pt>
                <c:pt idx="10820">
                  <c:v>1</c:v>
                </c:pt>
                <c:pt idx="10821">
                  <c:v>1</c:v>
                </c:pt>
                <c:pt idx="10822">
                  <c:v>1</c:v>
                </c:pt>
                <c:pt idx="10823">
                  <c:v>1</c:v>
                </c:pt>
                <c:pt idx="10824">
                  <c:v>1</c:v>
                </c:pt>
                <c:pt idx="10825">
                  <c:v>1</c:v>
                </c:pt>
                <c:pt idx="10826">
                  <c:v>7</c:v>
                </c:pt>
                <c:pt idx="10827">
                  <c:v>4</c:v>
                </c:pt>
                <c:pt idx="10828">
                  <c:v>1</c:v>
                </c:pt>
                <c:pt idx="10829">
                  <c:v>1</c:v>
                </c:pt>
                <c:pt idx="10830">
                  <c:v>1</c:v>
                </c:pt>
                <c:pt idx="10831">
                  <c:v>1</c:v>
                </c:pt>
                <c:pt idx="10832">
                  <c:v>2</c:v>
                </c:pt>
                <c:pt idx="10833">
                  <c:v>3</c:v>
                </c:pt>
                <c:pt idx="10834">
                  <c:v>1</c:v>
                </c:pt>
                <c:pt idx="10835">
                  <c:v>1</c:v>
                </c:pt>
                <c:pt idx="10836">
                  <c:v>1</c:v>
                </c:pt>
                <c:pt idx="10837">
                  <c:v>5</c:v>
                </c:pt>
                <c:pt idx="10838">
                  <c:v>1</c:v>
                </c:pt>
                <c:pt idx="10839">
                  <c:v>1</c:v>
                </c:pt>
                <c:pt idx="10840">
                  <c:v>1</c:v>
                </c:pt>
                <c:pt idx="10841">
                  <c:v>2</c:v>
                </c:pt>
                <c:pt idx="10842">
                  <c:v>1</c:v>
                </c:pt>
                <c:pt idx="10843">
                  <c:v>4</c:v>
                </c:pt>
                <c:pt idx="10844">
                  <c:v>1</c:v>
                </c:pt>
                <c:pt idx="10845">
                  <c:v>1</c:v>
                </c:pt>
                <c:pt idx="10846">
                  <c:v>1</c:v>
                </c:pt>
                <c:pt idx="10847">
                  <c:v>1</c:v>
                </c:pt>
                <c:pt idx="10848">
                  <c:v>1</c:v>
                </c:pt>
                <c:pt idx="10849">
                  <c:v>2</c:v>
                </c:pt>
                <c:pt idx="10850">
                  <c:v>1</c:v>
                </c:pt>
                <c:pt idx="10851">
                  <c:v>2</c:v>
                </c:pt>
                <c:pt idx="10852">
                  <c:v>1</c:v>
                </c:pt>
                <c:pt idx="10853">
                  <c:v>1</c:v>
                </c:pt>
                <c:pt idx="10854">
                  <c:v>1</c:v>
                </c:pt>
                <c:pt idx="10855">
                  <c:v>1</c:v>
                </c:pt>
                <c:pt idx="10856">
                  <c:v>1</c:v>
                </c:pt>
                <c:pt idx="10857">
                  <c:v>1</c:v>
                </c:pt>
                <c:pt idx="10858">
                  <c:v>3</c:v>
                </c:pt>
                <c:pt idx="10859">
                  <c:v>1</c:v>
                </c:pt>
                <c:pt idx="10860">
                  <c:v>1</c:v>
                </c:pt>
                <c:pt idx="10861">
                  <c:v>2</c:v>
                </c:pt>
                <c:pt idx="10862">
                  <c:v>2</c:v>
                </c:pt>
                <c:pt idx="10863">
                  <c:v>2</c:v>
                </c:pt>
                <c:pt idx="10864">
                  <c:v>1</c:v>
                </c:pt>
                <c:pt idx="10865">
                  <c:v>1</c:v>
                </c:pt>
                <c:pt idx="10866">
                  <c:v>1</c:v>
                </c:pt>
                <c:pt idx="10867">
                  <c:v>2</c:v>
                </c:pt>
                <c:pt idx="10868">
                  <c:v>1</c:v>
                </c:pt>
                <c:pt idx="10869">
                  <c:v>1</c:v>
                </c:pt>
                <c:pt idx="10870">
                  <c:v>1</c:v>
                </c:pt>
                <c:pt idx="10871">
                  <c:v>1</c:v>
                </c:pt>
                <c:pt idx="10872">
                  <c:v>3</c:v>
                </c:pt>
                <c:pt idx="10873">
                  <c:v>1</c:v>
                </c:pt>
                <c:pt idx="10874">
                  <c:v>1</c:v>
                </c:pt>
                <c:pt idx="10875">
                  <c:v>2</c:v>
                </c:pt>
                <c:pt idx="10876">
                  <c:v>1</c:v>
                </c:pt>
                <c:pt idx="10877">
                  <c:v>2</c:v>
                </c:pt>
                <c:pt idx="10878">
                  <c:v>2</c:v>
                </c:pt>
                <c:pt idx="10879">
                  <c:v>3</c:v>
                </c:pt>
                <c:pt idx="10880">
                  <c:v>1</c:v>
                </c:pt>
                <c:pt idx="10881">
                  <c:v>1</c:v>
                </c:pt>
                <c:pt idx="10882">
                  <c:v>2</c:v>
                </c:pt>
                <c:pt idx="10883">
                  <c:v>2</c:v>
                </c:pt>
                <c:pt idx="10884">
                  <c:v>1</c:v>
                </c:pt>
                <c:pt idx="10885">
                  <c:v>2</c:v>
                </c:pt>
                <c:pt idx="10886">
                  <c:v>4</c:v>
                </c:pt>
                <c:pt idx="10887">
                  <c:v>1</c:v>
                </c:pt>
                <c:pt idx="10888">
                  <c:v>1</c:v>
                </c:pt>
                <c:pt idx="10889">
                  <c:v>1</c:v>
                </c:pt>
                <c:pt idx="10890">
                  <c:v>1</c:v>
                </c:pt>
                <c:pt idx="10891">
                  <c:v>2</c:v>
                </c:pt>
                <c:pt idx="10892">
                  <c:v>3</c:v>
                </c:pt>
                <c:pt idx="10893">
                  <c:v>5</c:v>
                </c:pt>
                <c:pt idx="10894">
                  <c:v>2</c:v>
                </c:pt>
                <c:pt idx="10895">
                  <c:v>1</c:v>
                </c:pt>
                <c:pt idx="10896">
                  <c:v>2</c:v>
                </c:pt>
                <c:pt idx="10897">
                  <c:v>1</c:v>
                </c:pt>
                <c:pt idx="10898">
                  <c:v>3</c:v>
                </c:pt>
                <c:pt idx="10899">
                  <c:v>3</c:v>
                </c:pt>
                <c:pt idx="10900">
                  <c:v>3</c:v>
                </c:pt>
                <c:pt idx="10901">
                  <c:v>2</c:v>
                </c:pt>
                <c:pt idx="10902">
                  <c:v>3</c:v>
                </c:pt>
                <c:pt idx="10903">
                  <c:v>4</c:v>
                </c:pt>
                <c:pt idx="10904">
                  <c:v>4</c:v>
                </c:pt>
                <c:pt idx="10905">
                  <c:v>1</c:v>
                </c:pt>
                <c:pt idx="10906">
                  <c:v>1</c:v>
                </c:pt>
                <c:pt idx="10907">
                  <c:v>2</c:v>
                </c:pt>
                <c:pt idx="10908">
                  <c:v>1</c:v>
                </c:pt>
                <c:pt idx="10909">
                  <c:v>1</c:v>
                </c:pt>
                <c:pt idx="10910">
                  <c:v>2</c:v>
                </c:pt>
                <c:pt idx="10911">
                  <c:v>3</c:v>
                </c:pt>
                <c:pt idx="10912">
                  <c:v>1</c:v>
                </c:pt>
                <c:pt idx="10913">
                  <c:v>1</c:v>
                </c:pt>
                <c:pt idx="10914">
                  <c:v>1</c:v>
                </c:pt>
                <c:pt idx="10915">
                  <c:v>1</c:v>
                </c:pt>
                <c:pt idx="10916">
                  <c:v>1</c:v>
                </c:pt>
                <c:pt idx="10917">
                  <c:v>1</c:v>
                </c:pt>
                <c:pt idx="10918">
                  <c:v>1</c:v>
                </c:pt>
                <c:pt idx="10919">
                  <c:v>1</c:v>
                </c:pt>
                <c:pt idx="10920">
                  <c:v>1</c:v>
                </c:pt>
                <c:pt idx="10921">
                  <c:v>1</c:v>
                </c:pt>
                <c:pt idx="10922">
                  <c:v>1</c:v>
                </c:pt>
                <c:pt idx="10923">
                  <c:v>2</c:v>
                </c:pt>
                <c:pt idx="10924">
                  <c:v>1</c:v>
                </c:pt>
                <c:pt idx="10925">
                  <c:v>1</c:v>
                </c:pt>
                <c:pt idx="10926">
                  <c:v>1</c:v>
                </c:pt>
                <c:pt idx="10927">
                  <c:v>1</c:v>
                </c:pt>
                <c:pt idx="10928">
                  <c:v>1</c:v>
                </c:pt>
                <c:pt idx="10929">
                  <c:v>2</c:v>
                </c:pt>
                <c:pt idx="10930">
                  <c:v>2</c:v>
                </c:pt>
                <c:pt idx="10931">
                  <c:v>4</c:v>
                </c:pt>
                <c:pt idx="10932">
                  <c:v>1</c:v>
                </c:pt>
                <c:pt idx="10933">
                  <c:v>1</c:v>
                </c:pt>
                <c:pt idx="10934">
                  <c:v>1</c:v>
                </c:pt>
                <c:pt idx="10935">
                  <c:v>1</c:v>
                </c:pt>
                <c:pt idx="10936">
                  <c:v>2</c:v>
                </c:pt>
                <c:pt idx="10937">
                  <c:v>1</c:v>
                </c:pt>
                <c:pt idx="10938">
                  <c:v>5</c:v>
                </c:pt>
                <c:pt idx="10939">
                  <c:v>1</c:v>
                </c:pt>
                <c:pt idx="10940">
                  <c:v>1</c:v>
                </c:pt>
                <c:pt idx="10941">
                  <c:v>1</c:v>
                </c:pt>
                <c:pt idx="10942">
                  <c:v>1</c:v>
                </c:pt>
                <c:pt idx="10943">
                  <c:v>1</c:v>
                </c:pt>
                <c:pt idx="10944">
                  <c:v>1</c:v>
                </c:pt>
                <c:pt idx="10945">
                  <c:v>1</c:v>
                </c:pt>
                <c:pt idx="10946">
                  <c:v>1</c:v>
                </c:pt>
                <c:pt idx="10947">
                  <c:v>1</c:v>
                </c:pt>
                <c:pt idx="10948">
                  <c:v>1</c:v>
                </c:pt>
                <c:pt idx="10949">
                  <c:v>1</c:v>
                </c:pt>
                <c:pt idx="10950">
                  <c:v>1</c:v>
                </c:pt>
                <c:pt idx="10951">
                  <c:v>1</c:v>
                </c:pt>
                <c:pt idx="10952">
                  <c:v>1</c:v>
                </c:pt>
                <c:pt idx="10953">
                  <c:v>7</c:v>
                </c:pt>
                <c:pt idx="10954">
                  <c:v>1</c:v>
                </c:pt>
                <c:pt idx="10955">
                  <c:v>1</c:v>
                </c:pt>
                <c:pt idx="10956">
                  <c:v>1</c:v>
                </c:pt>
                <c:pt idx="10957">
                  <c:v>1</c:v>
                </c:pt>
                <c:pt idx="10958">
                  <c:v>1</c:v>
                </c:pt>
                <c:pt idx="10959">
                  <c:v>1</c:v>
                </c:pt>
                <c:pt idx="10960">
                  <c:v>1</c:v>
                </c:pt>
                <c:pt idx="10961">
                  <c:v>2</c:v>
                </c:pt>
                <c:pt idx="10962">
                  <c:v>1</c:v>
                </c:pt>
                <c:pt idx="10963">
                  <c:v>1</c:v>
                </c:pt>
                <c:pt idx="10964">
                  <c:v>1</c:v>
                </c:pt>
                <c:pt idx="10965">
                  <c:v>1</c:v>
                </c:pt>
                <c:pt idx="10966">
                  <c:v>1</c:v>
                </c:pt>
                <c:pt idx="10967">
                  <c:v>1</c:v>
                </c:pt>
                <c:pt idx="10968">
                  <c:v>4</c:v>
                </c:pt>
                <c:pt idx="10969">
                  <c:v>1</c:v>
                </c:pt>
                <c:pt idx="10970">
                  <c:v>1</c:v>
                </c:pt>
                <c:pt idx="10971">
                  <c:v>1</c:v>
                </c:pt>
                <c:pt idx="10972">
                  <c:v>1</c:v>
                </c:pt>
                <c:pt idx="10973">
                  <c:v>1</c:v>
                </c:pt>
                <c:pt idx="10974">
                  <c:v>1</c:v>
                </c:pt>
                <c:pt idx="10975">
                  <c:v>1</c:v>
                </c:pt>
                <c:pt idx="10976">
                  <c:v>1</c:v>
                </c:pt>
                <c:pt idx="10977">
                  <c:v>1</c:v>
                </c:pt>
                <c:pt idx="10978">
                  <c:v>2</c:v>
                </c:pt>
                <c:pt idx="10979">
                  <c:v>1</c:v>
                </c:pt>
                <c:pt idx="10980">
                  <c:v>5</c:v>
                </c:pt>
                <c:pt idx="10981">
                  <c:v>9</c:v>
                </c:pt>
                <c:pt idx="10982">
                  <c:v>1</c:v>
                </c:pt>
                <c:pt idx="10983">
                  <c:v>1</c:v>
                </c:pt>
                <c:pt idx="10984">
                  <c:v>1</c:v>
                </c:pt>
                <c:pt idx="10985">
                  <c:v>1</c:v>
                </c:pt>
                <c:pt idx="10986">
                  <c:v>1</c:v>
                </c:pt>
                <c:pt idx="10987">
                  <c:v>2</c:v>
                </c:pt>
                <c:pt idx="10988">
                  <c:v>1</c:v>
                </c:pt>
                <c:pt idx="10989">
                  <c:v>1</c:v>
                </c:pt>
                <c:pt idx="10990">
                  <c:v>1</c:v>
                </c:pt>
                <c:pt idx="10991">
                  <c:v>2</c:v>
                </c:pt>
                <c:pt idx="10992">
                  <c:v>2</c:v>
                </c:pt>
                <c:pt idx="10993">
                  <c:v>1</c:v>
                </c:pt>
                <c:pt idx="10994">
                  <c:v>1</c:v>
                </c:pt>
                <c:pt idx="10995">
                  <c:v>5</c:v>
                </c:pt>
                <c:pt idx="10996">
                  <c:v>1</c:v>
                </c:pt>
                <c:pt idx="10997">
                  <c:v>1</c:v>
                </c:pt>
                <c:pt idx="10998">
                  <c:v>3</c:v>
                </c:pt>
                <c:pt idx="10999">
                  <c:v>1</c:v>
                </c:pt>
                <c:pt idx="11000">
                  <c:v>1</c:v>
                </c:pt>
                <c:pt idx="11001">
                  <c:v>3</c:v>
                </c:pt>
                <c:pt idx="11002">
                  <c:v>1</c:v>
                </c:pt>
                <c:pt idx="11003">
                  <c:v>2</c:v>
                </c:pt>
                <c:pt idx="11004">
                  <c:v>4</c:v>
                </c:pt>
                <c:pt idx="11005">
                  <c:v>1</c:v>
                </c:pt>
                <c:pt idx="11006">
                  <c:v>1</c:v>
                </c:pt>
                <c:pt idx="11007">
                  <c:v>1</c:v>
                </c:pt>
                <c:pt idx="11008">
                  <c:v>1</c:v>
                </c:pt>
                <c:pt idx="11009">
                  <c:v>3</c:v>
                </c:pt>
                <c:pt idx="11010">
                  <c:v>1</c:v>
                </c:pt>
                <c:pt idx="11011">
                  <c:v>1</c:v>
                </c:pt>
                <c:pt idx="11012">
                  <c:v>2</c:v>
                </c:pt>
                <c:pt idx="11013">
                  <c:v>2</c:v>
                </c:pt>
                <c:pt idx="11014">
                  <c:v>1</c:v>
                </c:pt>
                <c:pt idx="11015">
                  <c:v>1</c:v>
                </c:pt>
                <c:pt idx="11016">
                  <c:v>1</c:v>
                </c:pt>
                <c:pt idx="11017">
                  <c:v>1</c:v>
                </c:pt>
                <c:pt idx="11018">
                  <c:v>1</c:v>
                </c:pt>
                <c:pt idx="11019">
                  <c:v>1</c:v>
                </c:pt>
                <c:pt idx="11020">
                  <c:v>1</c:v>
                </c:pt>
                <c:pt idx="11021">
                  <c:v>1</c:v>
                </c:pt>
                <c:pt idx="11022">
                  <c:v>1</c:v>
                </c:pt>
                <c:pt idx="11023">
                  <c:v>1</c:v>
                </c:pt>
                <c:pt idx="11024">
                  <c:v>4</c:v>
                </c:pt>
                <c:pt idx="11025">
                  <c:v>1</c:v>
                </c:pt>
                <c:pt idx="11026">
                  <c:v>3</c:v>
                </c:pt>
                <c:pt idx="11027">
                  <c:v>1</c:v>
                </c:pt>
                <c:pt idx="11028">
                  <c:v>1</c:v>
                </c:pt>
                <c:pt idx="11029">
                  <c:v>1</c:v>
                </c:pt>
                <c:pt idx="11030">
                  <c:v>1</c:v>
                </c:pt>
                <c:pt idx="11031">
                  <c:v>1</c:v>
                </c:pt>
                <c:pt idx="11032">
                  <c:v>2</c:v>
                </c:pt>
                <c:pt idx="11033">
                  <c:v>1</c:v>
                </c:pt>
                <c:pt idx="11034">
                  <c:v>3</c:v>
                </c:pt>
                <c:pt idx="11035">
                  <c:v>1</c:v>
                </c:pt>
                <c:pt idx="11036">
                  <c:v>1</c:v>
                </c:pt>
                <c:pt idx="11037">
                  <c:v>2</c:v>
                </c:pt>
                <c:pt idx="11038">
                  <c:v>1</c:v>
                </c:pt>
                <c:pt idx="11039">
                  <c:v>1</c:v>
                </c:pt>
                <c:pt idx="11040">
                  <c:v>2</c:v>
                </c:pt>
                <c:pt idx="11041">
                  <c:v>3</c:v>
                </c:pt>
                <c:pt idx="11042">
                  <c:v>2</c:v>
                </c:pt>
                <c:pt idx="11043">
                  <c:v>1</c:v>
                </c:pt>
                <c:pt idx="11044">
                  <c:v>9</c:v>
                </c:pt>
                <c:pt idx="11045">
                  <c:v>1</c:v>
                </c:pt>
                <c:pt idx="11046">
                  <c:v>1</c:v>
                </c:pt>
                <c:pt idx="11047">
                  <c:v>1</c:v>
                </c:pt>
                <c:pt idx="11048">
                  <c:v>1</c:v>
                </c:pt>
                <c:pt idx="11049">
                  <c:v>1</c:v>
                </c:pt>
                <c:pt idx="11050">
                  <c:v>4</c:v>
                </c:pt>
                <c:pt idx="11051">
                  <c:v>2</c:v>
                </c:pt>
                <c:pt idx="11052">
                  <c:v>1</c:v>
                </c:pt>
                <c:pt idx="11053">
                  <c:v>2</c:v>
                </c:pt>
                <c:pt idx="11054">
                  <c:v>1</c:v>
                </c:pt>
                <c:pt idx="11055">
                  <c:v>1</c:v>
                </c:pt>
                <c:pt idx="11056">
                  <c:v>2</c:v>
                </c:pt>
                <c:pt idx="11057">
                  <c:v>1</c:v>
                </c:pt>
                <c:pt idx="11058">
                  <c:v>1</c:v>
                </c:pt>
                <c:pt idx="11059">
                  <c:v>1</c:v>
                </c:pt>
                <c:pt idx="11060">
                  <c:v>3</c:v>
                </c:pt>
                <c:pt idx="11061">
                  <c:v>1</c:v>
                </c:pt>
                <c:pt idx="11062">
                  <c:v>1</c:v>
                </c:pt>
                <c:pt idx="11063">
                  <c:v>1</c:v>
                </c:pt>
                <c:pt idx="11064">
                  <c:v>2</c:v>
                </c:pt>
                <c:pt idx="11065">
                  <c:v>1</c:v>
                </c:pt>
                <c:pt idx="11066">
                  <c:v>3</c:v>
                </c:pt>
                <c:pt idx="11067">
                  <c:v>1</c:v>
                </c:pt>
                <c:pt idx="11068">
                  <c:v>1</c:v>
                </c:pt>
                <c:pt idx="11069">
                  <c:v>2</c:v>
                </c:pt>
                <c:pt idx="11070">
                  <c:v>2</c:v>
                </c:pt>
                <c:pt idx="11071">
                  <c:v>2</c:v>
                </c:pt>
                <c:pt idx="11072">
                  <c:v>1</c:v>
                </c:pt>
                <c:pt idx="11073">
                  <c:v>4</c:v>
                </c:pt>
                <c:pt idx="11074">
                  <c:v>4</c:v>
                </c:pt>
                <c:pt idx="11075">
                  <c:v>2</c:v>
                </c:pt>
                <c:pt idx="11076">
                  <c:v>4</c:v>
                </c:pt>
                <c:pt idx="11077">
                  <c:v>3</c:v>
                </c:pt>
                <c:pt idx="11078">
                  <c:v>2</c:v>
                </c:pt>
                <c:pt idx="11079">
                  <c:v>3</c:v>
                </c:pt>
                <c:pt idx="11080">
                  <c:v>1</c:v>
                </c:pt>
                <c:pt idx="11081">
                  <c:v>1</c:v>
                </c:pt>
                <c:pt idx="11082">
                  <c:v>1</c:v>
                </c:pt>
                <c:pt idx="11083">
                  <c:v>1</c:v>
                </c:pt>
                <c:pt idx="11084">
                  <c:v>1</c:v>
                </c:pt>
                <c:pt idx="11085">
                  <c:v>1</c:v>
                </c:pt>
                <c:pt idx="11086">
                  <c:v>1</c:v>
                </c:pt>
                <c:pt idx="11087">
                  <c:v>1</c:v>
                </c:pt>
                <c:pt idx="11088">
                  <c:v>3</c:v>
                </c:pt>
                <c:pt idx="11089">
                  <c:v>3</c:v>
                </c:pt>
                <c:pt idx="11090">
                  <c:v>2</c:v>
                </c:pt>
                <c:pt idx="11091">
                  <c:v>1</c:v>
                </c:pt>
                <c:pt idx="11092">
                  <c:v>1</c:v>
                </c:pt>
                <c:pt idx="11093">
                  <c:v>1</c:v>
                </c:pt>
                <c:pt idx="11094">
                  <c:v>1</c:v>
                </c:pt>
                <c:pt idx="11095">
                  <c:v>1</c:v>
                </c:pt>
                <c:pt idx="11096">
                  <c:v>3</c:v>
                </c:pt>
                <c:pt idx="11097">
                  <c:v>2</c:v>
                </c:pt>
                <c:pt idx="11098">
                  <c:v>3</c:v>
                </c:pt>
                <c:pt idx="11099">
                  <c:v>1</c:v>
                </c:pt>
                <c:pt idx="11100">
                  <c:v>1</c:v>
                </c:pt>
                <c:pt idx="11101">
                  <c:v>2</c:v>
                </c:pt>
                <c:pt idx="11102">
                  <c:v>1</c:v>
                </c:pt>
                <c:pt idx="11103">
                  <c:v>5</c:v>
                </c:pt>
                <c:pt idx="11104">
                  <c:v>10</c:v>
                </c:pt>
                <c:pt idx="11105">
                  <c:v>2</c:v>
                </c:pt>
                <c:pt idx="11106">
                  <c:v>2</c:v>
                </c:pt>
                <c:pt idx="11107">
                  <c:v>2</c:v>
                </c:pt>
                <c:pt idx="11108">
                  <c:v>3</c:v>
                </c:pt>
                <c:pt idx="11109">
                  <c:v>2</c:v>
                </c:pt>
                <c:pt idx="11110">
                  <c:v>1</c:v>
                </c:pt>
                <c:pt idx="11111">
                  <c:v>1</c:v>
                </c:pt>
                <c:pt idx="11112">
                  <c:v>1</c:v>
                </c:pt>
                <c:pt idx="11113">
                  <c:v>1</c:v>
                </c:pt>
                <c:pt idx="11114">
                  <c:v>1</c:v>
                </c:pt>
                <c:pt idx="11115">
                  <c:v>1</c:v>
                </c:pt>
                <c:pt idx="11116">
                  <c:v>1</c:v>
                </c:pt>
                <c:pt idx="11117">
                  <c:v>1</c:v>
                </c:pt>
                <c:pt idx="11118">
                  <c:v>3</c:v>
                </c:pt>
                <c:pt idx="11119">
                  <c:v>1</c:v>
                </c:pt>
                <c:pt idx="11120">
                  <c:v>1</c:v>
                </c:pt>
                <c:pt idx="11121">
                  <c:v>1</c:v>
                </c:pt>
                <c:pt idx="11122">
                  <c:v>1</c:v>
                </c:pt>
                <c:pt idx="11123">
                  <c:v>1</c:v>
                </c:pt>
                <c:pt idx="11124">
                  <c:v>1</c:v>
                </c:pt>
                <c:pt idx="11125">
                  <c:v>2</c:v>
                </c:pt>
                <c:pt idx="11126">
                  <c:v>1</c:v>
                </c:pt>
                <c:pt idx="11127">
                  <c:v>1</c:v>
                </c:pt>
                <c:pt idx="11128">
                  <c:v>1</c:v>
                </c:pt>
                <c:pt idx="11129">
                  <c:v>1</c:v>
                </c:pt>
                <c:pt idx="11130">
                  <c:v>1</c:v>
                </c:pt>
                <c:pt idx="11131">
                  <c:v>1</c:v>
                </c:pt>
                <c:pt idx="11132">
                  <c:v>1</c:v>
                </c:pt>
                <c:pt idx="11133">
                  <c:v>1</c:v>
                </c:pt>
                <c:pt idx="11134">
                  <c:v>1</c:v>
                </c:pt>
                <c:pt idx="11135">
                  <c:v>1</c:v>
                </c:pt>
                <c:pt idx="11136">
                  <c:v>1</c:v>
                </c:pt>
                <c:pt idx="11137">
                  <c:v>1</c:v>
                </c:pt>
                <c:pt idx="11138">
                  <c:v>1</c:v>
                </c:pt>
                <c:pt idx="11139">
                  <c:v>1</c:v>
                </c:pt>
                <c:pt idx="11140">
                  <c:v>1</c:v>
                </c:pt>
                <c:pt idx="11141">
                  <c:v>1</c:v>
                </c:pt>
                <c:pt idx="11142">
                  <c:v>2</c:v>
                </c:pt>
                <c:pt idx="11143">
                  <c:v>1</c:v>
                </c:pt>
                <c:pt idx="11144">
                  <c:v>1</c:v>
                </c:pt>
                <c:pt idx="11145">
                  <c:v>2</c:v>
                </c:pt>
                <c:pt idx="11146">
                  <c:v>1</c:v>
                </c:pt>
                <c:pt idx="11147">
                  <c:v>1</c:v>
                </c:pt>
                <c:pt idx="11148">
                  <c:v>1</c:v>
                </c:pt>
                <c:pt idx="11149">
                  <c:v>1</c:v>
                </c:pt>
                <c:pt idx="11150">
                  <c:v>2</c:v>
                </c:pt>
                <c:pt idx="11151">
                  <c:v>1</c:v>
                </c:pt>
                <c:pt idx="11152">
                  <c:v>1</c:v>
                </c:pt>
                <c:pt idx="11153">
                  <c:v>1</c:v>
                </c:pt>
                <c:pt idx="11154">
                  <c:v>1</c:v>
                </c:pt>
                <c:pt idx="11155">
                  <c:v>2</c:v>
                </c:pt>
                <c:pt idx="11156">
                  <c:v>1</c:v>
                </c:pt>
                <c:pt idx="11157">
                  <c:v>1</c:v>
                </c:pt>
                <c:pt idx="11158">
                  <c:v>1</c:v>
                </c:pt>
                <c:pt idx="11159">
                  <c:v>5</c:v>
                </c:pt>
                <c:pt idx="11160">
                  <c:v>3</c:v>
                </c:pt>
                <c:pt idx="11161">
                  <c:v>2</c:v>
                </c:pt>
                <c:pt idx="11162">
                  <c:v>2</c:v>
                </c:pt>
                <c:pt idx="11163">
                  <c:v>1</c:v>
                </c:pt>
                <c:pt idx="11164">
                  <c:v>1</c:v>
                </c:pt>
                <c:pt idx="11165">
                  <c:v>1</c:v>
                </c:pt>
                <c:pt idx="11166">
                  <c:v>1</c:v>
                </c:pt>
                <c:pt idx="11167">
                  <c:v>1</c:v>
                </c:pt>
                <c:pt idx="11168">
                  <c:v>1</c:v>
                </c:pt>
                <c:pt idx="11169">
                  <c:v>1</c:v>
                </c:pt>
                <c:pt idx="11170">
                  <c:v>1</c:v>
                </c:pt>
                <c:pt idx="11171">
                  <c:v>1</c:v>
                </c:pt>
                <c:pt idx="11172">
                  <c:v>2</c:v>
                </c:pt>
                <c:pt idx="11173">
                  <c:v>1</c:v>
                </c:pt>
                <c:pt idx="11174">
                  <c:v>1</c:v>
                </c:pt>
                <c:pt idx="11175">
                  <c:v>1</c:v>
                </c:pt>
                <c:pt idx="11176">
                  <c:v>1</c:v>
                </c:pt>
                <c:pt idx="11177">
                  <c:v>2</c:v>
                </c:pt>
                <c:pt idx="11178">
                  <c:v>1</c:v>
                </c:pt>
                <c:pt idx="11179">
                  <c:v>1</c:v>
                </c:pt>
                <c:pt idx="11180">
                  <c:v>1</c:v>
                </c:pt>
                <c:pt idx="11181">
                  <c:v>1</c:v>
                </c:pt>
                <c:pt idx="11182">
                  <c:v>4</c:v>
                </c:pt>
                <c:pt idx="11183">
                  <c:v>1</c:v>
                </c:pt>
                <c:pt idx="11184">
                  <c:v>1</c:v>
                </c:pt>
                <c:pt idx="11185">
                  <c:v>2</c:v>
                </c:pt>
                <c:pt idx="11186">
                  <c:v>1</c:v>
                </c:pt>
                <c:pt idx="11187">
                  <c:v>1</c:v>
                </c:pt>
                <c:pt idx="11188">
                  <c:v>2</c:v>
                </c:pt>
                <c:pt idx="11189">
                  <c:v>2</c:v>
                </c:pt>
                <c:pt idx="11190">
                  <c:v>5</c:v>
                </c:pt>
                <c:pt idx="11191">
                  <c:v>1</c:v>
                </c:pt>
                <c:pt idx="11192">
                  <c:v>1</c:v>
                </c:pt>
                <c:pt idx="11193">
                  <c:v>1</c:v>
                </c:pt>
                <c:pt idx="11194">
                  <c:v>1</c:v>
                </c:pt>
                <c:pt idx="11195">
                  <c:v>1</c:v>
                </c:pt>
                <c:pt idx="11196">
                  <c:v>1</c:v>
                </c:pt>
                <c:pt idx="11197">
                  <c:v>1</c:v>
                </c:pt>
                <c:pt idx="11198">
                  <c:v>2</c:v>
                </c:pt>
                <c:pt idx="11199">
                  <c:v>1</c:v>
                </c:pt>
                <c:pt idx="11200">
                  <c:v>1</c:v>
                </c:pt>
                <c:pt idx="11201">
                  <c:v>1</c:v>
                </c:pt>
                <c:pt idx="11202">
                  <c:v>2</c:v>
                </c:pt>
                <c:pt idx="11203">
                  <c:v>1</c:v>
                </c:pt>
                <c:pt idx="11204">
                  <c:v>1</c:v>
                </c:pt>
                <c:pt idx="11205">
                  <c:v>1</c:v>
                </c:pt>
                <c:pt idx="11206">
                  <c:v>2</c:v>
                </c:pt>
                <c:pt idx="11207">
                  <c:v>1</c:v>
                </c:pt>
                <c:pt idx="11208">
                  <c:v>3</c:v>
                </c:pt>
                <c:pt idx="11209">
                  <c:v>3</c:v>
                </c:pt>
                <c:pt idx="11210">
                  <c:v>1</c:v>
                </c:pt>
                <c:pt idx="11211">
                  <c:v>1</c:v>
                </c:pt>
                <c:pt idx="11212">
                  <c:v>5</c:v>
                </c:pt>
                <c:pt idx="11213">
                  <c:v>2</c:v>
                </c:pt>
                <c:pt idx="11214">
                  <c:v>1</c:v>
                </c:pt>
                <c:pt idx="11215">
                  <c:v>1</c:v>
                </c:pt>
                <c:pt idx="11216">
                  <c:v>1</c:v>
                </c:pt>
                <c:pt idx="11217">
                  <c:v>1</c:v>
                </c:pt>
                <c:pt idx="11218">
                  <c:v>1</c:v>
                </c:pt>
                <c:pt idx="11219">
                  <c:v>2</c:v>
                </c:pt>
                <c:pt idx="11220">
                  <c:v>1</c:v>
                </c:pt>
                <c:pt idx="11221">
                  <c:v>2</c:v>
                </c:pt>
                <c:pt idx="11222">
                  <c:v>2</c:v>
                </c:pt>
                <c:pt idx="11223">
                  <c:v>1</c:v>
                </c:pt>
                <c:pt idx="11224">
                  <c:v>1</c:v>
                </c:pt>
                <c:pt idx="11225">
                  <c:v>2</c:v>
                </c:pt>
                <c:pt idx="11226">
                  <c:v>1</c:v>
                </c:pt>
                <c:pt idx="11227">
                  <c:v>1</c:v>
                </c:pt>
                <c:pt idx="11228">
                  <c:v>2</c:v>
                </c:pt>
                <c:pt idx="11229">
                  <c:v>1</c:v>
                </c:pt>
                <c:pt idx="11230">
                  <c:v>1</c:v>
                </c:pt>
                <c:pt idx="11231">
                  <c:v>2</c:v>
                </c:pt>
                <c:pt idx="11232">
                  <c:v>1</c:v>
                </c:pt>
                <c:pt idx="11233">
                  <c:v>3</c:v>
                </c:pt>
                <c:pt idx="11234">
                  <c:v>1</c:v>
                </c:pt>
                <c:pt idx="11235">
                  <c:v>2</c:v>
                </c:pt>
                <c:pt idx="11236">
                  <c:v>1</c:v>
                </c:pt>
                <c:pt idx="11237">
                  <c:v>1</c:v>
                </c:pt>
                <c:pt idx="11238">
                  <c:v>2</c:v>
                </c:pt>
                <c:pt idx="11239">
                  <c:v>2</c:v>
                </c:pt>
                <c:pt idx="11240">
                  <c:v>1</c:v>
                </c:pt>
                <c:pt idx="11241">
                  <c:v>1</c:v>
                </c:pt>
                <c:pt idx="11242">
                  <c:v>3</c:v>
                </c:pt>
                <c:pt idx="11243">
                  <c:v>2</c:v>
                </c:pt>
                <c:pt idx="11244">
                  <c:v>1</c:v>
                </c:pt>
                <c:pt idx="11245">
                  <c:v>1</c:v>
                </c:pt>
                <c:pt idx="11246">
                  <c:v>1</c:v>
                </c:pt>
                <c:pt idx="11247">
                  <c:v>1</c:v>
                </c:pt>
                <c:pt idx="11248">
                  <c:v>1</c:v>
                </c:pt>
                <c:pt idx="11249">
                  <c:v>1</c:v>
                </c:pt>
                <c:pt idx="11250">
                  <c:v>2</c:v>
                </c:pt>
                <c:pt idx="11251">
                  <c:v>2</c:v>
                </c:pt>
                <c:pt idx="11252">
                  <c:v>1</c:v>
                </c:pt>
                <c:pt idx="11253">
                  <c:v>1</c:v>
                </c:pt>
                <c:pt idx="11254">
                  <c:v>5</c:v>
                </c:pt>
                <c:pt idx="11255">
                  <c:v>1</c:v>
                </c:pt>
                <c:pt idx="11256">
                  <c:v>2</c:v>
                </c:pt>
                <c:pt idx="11257">
                  <c:v>1</c:v>
                </c:pt>
                <c:pt idx="11258">
                  <c:v>2</c:v>
                </c:pt>
                <c:pt idx="11259">
                  <c:v>1</c:v>
                </c:pt>
                <c:pt idx="11260">
                  <c:v>1</c:v>
                </c:pt>
                <c:pt idx="11261">
                  <c:v>1</c:v>
                </c:pt>
                <c:pt idx="11262">
                  <c:v>6</c:v>
                </c:pt>
                <c:pt idx="11263">
                  <c:v>1</c:v>
                </c:pt>
                <c:pt idx="11264">
                  <c:v>2</c:v>
                </c:pt>
                <c:pt idx="11265">
                  <c:v>1</c:v>
                </c:pt>
                <c:pt idx="11266">
                  <c:v>1</c:v>
                </c:pt>
                <c:pt idx="11267">
                  <c:v>3</c:v>
                </c:pt>
                <c:pt idx="11268">
                  <c:v>1</c:v>
                </c:pt>
                <c:pt idx="11269">
                  <c:v>1</c:v>
                </c:pt>
                <c:pt idx="11270">
                  <c:v>1</c:v>
                </c:pt>
                <c:pt idx="11271">
                  <c:v>1</c:v>
                </c:pt>
                <c:pt idx="11272">
                  <c:v>2</c:v>
                </c:pt>
                <c:pt idx="11273">
                  <c:v>1</c:v>
                </c:pt>
                <c:pt idx="11274">
                  <c:v>1</c:v>
                </c:pt>
                <c:pt idx="11275">
                  <c:v>2</c:v>
                </c:pt>
                <c:pt idx="11276">
                  <c:v>2</c:v>
                </c:pt>
                <c:pt idx="11277">
                  <c:v>1</c:v>
                </c:pt>
                <c:pt idx="11278">
                  <c:v>1</c:v>
                </c:pt>
                <c:pt idx="11279">
                  <c:v>3</c:v>
                </c:pt>
                <c:pt idx="11280">
                  <c:v>1</c:v>
                </c:pt>
                <c:pt idx="11281">
                  <c:v>1</c:v>
                </c:pt>
                <c:pt idx="11282">
                  <c:v>1</c:v>
                </c:pt>
                <c:pt idx="11283">
                  <c:v>1</c:v>
                </c:pt>
                <c:pt idx="11284">
                  <c:v>1</c:v>
                </c:pt>
                <c:pt idx="11285">
                  <c:v>1</c:v>
                </c:pt>
                <c:pt idx="11286">
                  <c:v>1</c:v>
                </c:pt>
                <c:pt idx="11287">
                  <c:v>1</c:v>
                </c:pt>
                <c:pt idx="11288">
                  <c:v>1</c:v>
                </c:pt>
                <c:pt idx="11289">
                  <c:v>1</c:v>
                </c:pt>
                <c:pt idx="11290">
                  <c:v>1</c:v>
                </c:pt>
                <c:pt idx="11291">
                  <c:v>1</c:v>
                </c:pt>
                <c:pt idx="11292">
                  <c:v>1</c:v>
                </c:pt>
                <c:pt idx="11293">
                  <c:v>1</c:v>
                </c:pt>
                <c:pt idx="11294">
                  <c:v>3</c:v>
                </c:pt>
                <c:pt idx="11295">
                  <c:v>1</c:v>
                </c:pt>
                <c:pt idx="11296">
                  <c:v>1</c:v>
                </c:pt>
                <c:pt idx="11297">
                  <c:v>1</c:v>
                </c:pt>
                <c:pt idx="11298">
                  <c:v>1</c:v>
                </c:pt>
                <c:pt idx="11299">
                  <c:v>2</c:v>
                </c:pt>
                <c:pt idx="11300">
                  <c:v>1</c:v>
                </c:pt>
                <c:pt idx="11301">
                  <c:v>4</c:v>
                </c:pt>
                <c:pt idx="11302">
                  <c:v>1</c:v>
                </c:pt>
                <c:pt idx="11303">
                  <c:v>3</c:v>
                </c:pt>
                <c:pt idx="11304">
                  <c:v>1</c:v>
                </c:pt>
                <c:pt idx="11305">
                  <c:v>1</c:v>
                </c:pt>
                <c:pt idx="11306">
                  <c:v>1</c:v>
                </c:pt>
                <c:pt idx="11307">
                  <c:v>1</c:v>
                </c:pt>
                <c:pt idx="11308">
                  <c:v>1</c:v>
                </c:pt>
                <c:pt idx="11309">
                  <c:v>1</c:v>
                </c:pt>
                <c:pt idx="11310">
                  <c:v>1</c:v>
                </c:pt>
                <c:pt idx="11311">
                  <c:v>1</c:v>
                </c:pt>
                <c:pt idx="11312">
                  <c:v>1</c:v>
                </c:pt>
                <c:pt idx="11313">
                  <c:v>1</c:v>
                </c:pt>
                <c:pt idx="11314">
                  <c:v>1</c:v>
                </c:pt>
                <c:pt idx="11315">
                  <c:v>1</c:v>
                </c:pt>
                <c:pt idx="11316">
                  <c:v>1</c:v>
                </c:pt>
                <c:pt idx="11317">
                  <c:v>4</c:v>
                </c:pt>
                <c:pt idx="11318">
                  <c:v>1</c:v>
                </c:pt>
                <c:pt idx="11319">
                  <c:v>1</c:v>
                </c:pt>
                <c:pt idx="11320">
                  <c:v>1</c:v>
                </c:pt>
                <c:pt idx="11321">
                  <c:v>1</c:v>
                </c:pt>
                <c:pt idx="11322">
                  <c:v>1</c:v>
                </c:pt>
                <c:pt idx="11323">
                  <c:v>2</c:v>
                </c:pt>
                <c:pt idx="11324">
                  <c:v>5</c:v>
                </c:pt>
                <c:pt idx="11325">
                  <c:v>2</c:v>
                </c:pt>
                <c:pt idx="11326">
                  <c:v>2</c:v>
                </c:pt>
                <c:pt idx="11327">
                  <c:v>3</c:v>
                </c:pt>
                <c:pt idx="11328">
                  <c:v>1</c:v>
                </c:pt>
                <c:pt idx="11329">
                  <c:v>1</c:v>
                </c:pt>
                <c:pt idx="11330">
                  <c:v>1</c:v>
                </c:pt>
                <c:pt idx="11331">
                  <c:v>2</c:v>
                </c:pt>
                <c:pt idx="11332">
                  <c:v>7</c:v>
                </c:pt>
                <c:pt idx="11333">
                  <c:v>1</c:v>
                </c:pt>
                <c:pt idx="11334">
                  <c:v>4</c:v>
                </c:pt>
                <c:pt idx="11335">
                  <c:v>1</c:v>
                </c:pt>
                <c:pt idx="11336">
                  <c:v>1</c:v>
                </c:pt>
                <c:pt idx="11337">
                  <c:v>2</c:v>
                </c:pt>
                <c:pt idx="11338">
                  <c:v>1</c:v>
                </c:pt>
                <c:pt idx="11339">
                  <c:v>1</c:v>
                </c:pt>
                <c:pt idx="11340">
                  <c:v>1</c:v>
                </c:pt>
                <c:pt idx="11341">
                  <c:v>1</c:v>
                </c:pt>
                <c:pt idx="11342">
                  <c:v>1</c:v>
                </c:pt>
                <c:pt idx="11343">
                  <c:v>1</c:v>
                </c:pt>
                <c:pt idx="11344">
                  <c:v>1</c:v>
                </c:pt>
                <c:pt idx="11345">
                  <c:v>1</c:v>
                </c:pt>
                <c:pt idx="11346">
                  <c:v>1</c:v>
                </c:pt>
                <c:pt idx="11347">
                  <c:v>2</c:v>
                </c:pt>
                <c:pt idx="11348">
                  <c:v>1</c:v>
                </c:pt>
                <c:pt idx="11349">
                  <c:v>1</c:v>
                </c:pt>
                <c:pt idx="11350">
                  <c:v>1</c:v>
                </c:pt>
                <c:pt idx="11351">
                  <c:v>4</c:v>
                </c:pt>
                <c:pt idx="11352">
                  <c:v>8</c:v>
                </c:pt>
                <c:pt idx="11353">
                  <c:v>1</c:v>
                </c:pt>
                <c:pt idx="11354">
                  <c:v>1</c:v>
                </c:pt>
                <c:pt idx="11355">
                  <c:v>1</c:v>
                </c:pt>
                <c:pt idx="11356">
                  <c:v>1</c:v>
                </c:pt>
                <c:pt idx="11357">
                  <c:v>1</c:v>
                </c:pt>
                <c:pt idx="11358">
                  <c:v>2</c:v>
                </c:pt>
                <c:pt idx="11359">
                  <c:v>1</c:v>
                </c:pt>
                <c:pt idx="11360">
                  <c:v>2</c:v>
                </c:pt>
                <c:pt idx="11361">
                  <c:v>2</c:v>
                </c:pt>
                <c:pt idx="11362">
                  <c:v>1</c:v>
                </c:pt>
                <c:pt idx="11363">
                  <c:v>1</c:v>
                </c:pt>
                <c:pt idx="11364">
                  <c:v>1</c:v>
                </c:pt>
                <c:pt idx="11365">
                  <c:v>1</c:v>
                </c:pt>
                <c:pt idx="11366">
                  <c:v>2</c:v>
                </c:pt>
                <c:pt idx="11367">
                  <c:v>1</c:v>
                </c:pt>
                <c:pt idx="11368">
                  <c:v>2</c:v>
                </c:pt>
                <c:pt idx="11369">
                  <c:v>1</c:v>
                </c:pt>
                <c:pt idx="11370">
                  <c:v>1</c:v>
                </c:pt>
                <c:pt idx="11371">
                  <c:v>1</c:v>
                </c:pt>
                <c:pt idx="11372">
                  <c:v>2</c:v>
                </c:pt>
                <c:pt idx="11373">
                  <c:v>2</c:v>
                </c:pt>
                <c:pt idx="11374">
                  <c:v>1</c:v>
                </c:pt>
                <c:pt idx="11375">
                  <c:v>1</c:v>
                </c:pt>
                <c:pt idx="11376">
                  <c:v>1</c:v>
                </c:pt>
                <c:pt idx="11377">
                  <c:v>1</c:v>
                </c:pt>
                <c:pt idx="11378">
                  <c:v>1</c:v>
                </c:pt>
                <c:pt idx="11379">
                  <c:v>1</c:v>
                </c:pt>
                <c:pt idx="11380">
                  <c:v>2</c:v>
                </c:pt>
                <c:pt idx="11381">
                  <c:v>5</c:v>
                </c:pt>
                <c:pt idx="11382">
                  <c:v>3</c:v>
                </c:pt>
                <c:pt idx="11383">
                  <c:v>4</c:v>
                </c:pt>
                <c:pt idx="11384">
                  <c:v>2</c:v>
                </c:pt>
                <c:pt idx="11385">
                  <c:v>1</c:v>
                </c:pt>
                <c:pt idx="11386">
                  <c:v>1</c:v>
                </c:pt>
                <c:pt idx="11387">
                  <c:v>1</c:v>
                </c:pt>
                <c:pt idx="11388">
                  <c:v>1</c:v>
                </c:pt>
                <c:pt idx="11389">
                  <c:v>3</c:v>
                </c:pt>
                <c:pt idx="11390">
                  <c:v>1</c:v>
                </c:pt>
                <c:pt idx="11391">
                  <c:v>1</c:v>
                </c:pt>
                <c:pt idx="11392">
                  <c:v>2</c:v>
                </c:pt>
                <c:pt idx="11393">
                  <c:v>2</c:v>
                </c:pt>
                <c:pt idx="11394">
                  <c:v>1</c:v>
                </c:pt>
                <c:pt idx="11395">
                  <c:v>1</c:v>
                </c:pt>
                <c:pt idx="11396">
                  <c:v>1</c:v>
                </c:pt>
                <c:pt idx="11397">
                  <c:v>1</c:v>
                </c:pt>
                <c:pt idx="11398">
                  <c:v>2</c:v>
                </c:pt>
                <c:pt idx="11399">
                  <c:v>1</c:v>
                </c:pt>
                <c:pt idx="11400">
                  <c:v>3</c:v>
                </c:pt>
                <c:pt idx="11401">
                  <c:v>1</c:v>
                </c:pt>
                <c:pt idx="11402">
                  <c:v>1</c:v>
                </c:pt>
                <c:pt idx="11403">
                  <c:v>4</c:v>
                </c:pt>
                <c:pt idx="11404">
                  <c:v>6</c:v>
                </c:pt>
                <c:pt idx="11405">
                  <c:v>3</c:v>
                </c:pt>
                <c:pt idx="11406">
                  <c:v>4</c:v>
                </c:pt>
                <c:pt idx="11407">
                  <c:v>2</c:v>
                </c:pt>
                <c:pt idx="11408">
                  <c:v>5</c:v>
                </c:pt>
                <c:pt idx="11409">
                  <c:v>2</c:v>
                </c:pt>
                <c:pt idx="11410">
                  <c:v>2</c:v>
                </c:pt>
                <c:pt idx="11411">
                  <c:v>1</c:v>
                </c:pt>
                <c:pt idx="11412">
                  <c:v>1</c:v>
                </c:pt>
                <c:pt idx="11413">
                  <c:v>2</c:v>
                </c:pt>
                <c:pt idx="11414">
                  <c:v>1</c:v>
                </c:pt>
                <c:pt idx="11415">
                  <c:v>1</c:v>
                </c:pt>
                <c:pt idx="11416">
                  <c:v>1</c:v>
                </c:pt>
                <c:pt idx="11417">
                  <c:v>1</c:v>
                </c:pt>
                <c:pt idx="11418">
                  <c:v>1</c:v>
                </c:pt>
                <c:pt idx="11419">
                  <c:v>1</c:v>
                </c:pt>
                <c:pt idx="11420">
                  <c:v>2</c:v>
                </c:pt>
                <c:pt idx="11421">
                  <c:v>1</c:v>
                </c:pt>
                <c:pt idx="11422">
                  <c:v>1</c:v>
                </c:pt>
                <c:pt idx="11423">
                  <c:v>1</c:v>
                </c:pt>
                <c:pt idx="11424">
                  <c:v>1</c:v>
                </c:pt>
                <c:pt idx="11425">
                  <c:v>2</c:v>
                </c:pt>
                <c:pt idx="11426">
                  <c:v>1</c:v>
                </c:pt>
                <c:pt idx="11427">
                  <c:v>1</c:v>
                </c:pt>
                <c:pt idx="11428">
                  <c:v>1</c:v>
                </c:pt>
                <c:pt idx="11429">
                  <c:v>1</c:v>
                </c:pt>
                <c:pt idx="11430">
                  <c:v>1</c:v>
                </c:pt>
                <c:pt idx="11431">
                  <c:v>1</c:v>
                </c:pt>
                <c:pt idx="11432">
                  <c:v>1</c:v>
                </c:pt>
                <c:pt idx="11433">
                  <c:v>1</c:v>
                </c:pt>
                <c:pt idx="11434">
                  <c:v>1</c:v>
                </c:pt>
                <c:pt idx="11435">
                  <c:v>1</c:v>
                </c:pt>
                <c:pt idx="11436">
                  <c:v>1</c:v>
                </c:pt>
                <c:pt idx="11437">
                  <c:v>1</c:v>
                </c:pt>
                <c:pt idx="11438">
                  <c:v>1</c:v>
                </c:pt>
                <c:pt idx="11439">
                  <c:v>1</c:v>
                </c:pt>
                <c:pt idx="11440">
                  <c:v>1</c:v>
                </c:pt>
                <c:pt idx="11441">
                  <c:v>1</c:v>
                </c:pt>
                <c:pt idx="11442">
                  <c:v>2</c:v>
                </c:pt>
                <c:pt idx="11443">
                  <c:v>1</c:v>
                </c:pt>
                <c:pt idx="11444">
                  <c:v>1</c:v>
                </c:pt>
                <c:pt idx="11445">
                  <c:v>1</c:v>
                </c:pt>
                <c:pt idx="11446">
                  <c:v>1</c:v>
                </c:pt>
                <c:pt idx="11447">
                  <c:v>1</c:v>
                </c:pt>
                <c:pt idx="11448">
                  <c:v>1</c:v>
                </c:pt>
                <c:pt idx="11449">
                  <c:v>1</c:v>
                </c:pt>
                <c:pt idx="11450">
                  <c:v>1</c:v>
                </c:pt>
                <c:pt idx="11451">
                  <c:v>4</c:v>
                </c:pt>
                <c:pt idx="11452">
                  <c:v>1</c:v>
                </c:pt>
                <c:pt idx="11453">
                  <c:v>1</c:v>
                </c:pt>
                <c:pt idx="11454">
                  <c:v>2</c:v>
                </c:pt>
                <c:pt idx="11455">
                  <c:v>8</c:v>
                </c:pt>
                <c:pt idx="11456">
                  <c:v>4</c:v>
                </c:pt>
                <c:pt idx="11457">
                  <c:v>1</c:v>
                </c:pt>
                <c:pt idx="11458">
                  <c:v>2</c:v>
                </c:pt>
                <c:pt idx="11459">
                  <c:v>2</c:v>
                </c:pt>
                <c:pt idx="11460">
                  <c:v>2</c:v>
                </c:pt>
                <c:pt idx="11461">
                  <c:v>2</c:v>
                </c:pt>
                <c:pt idx="11462">
                  <c:v>1</c:v>
                </c:pt>
                <c:pt idx="11463">
                  <c:v>1</c:v>
                </c:pt>
                <c:pt idx="11464">
                  <c:v>1</c:v>
                </c:pt>
                <c:pt idx="11465">
                  <c:v>1</c:v>
                </c:pt>
                <c:pt idx="11466">
                  <c:v>1</c:v>
                </c:pt>
                <c:pt idx="11467">
                  <c:v>8</c:v>
                </c:pt>
                <c:pt idx="11468">
                  <c:v>1</c:v>
                </c:pt>
                <c:pt idx="11469">
                  <c:v>1</c:v>
                </c:pt>
                <c:pt idx="11470">
                  <c:v>1</c:v>
                </c:pt>
                <c:pt idx="11471">
                  <c:v>2</c:v>
                </c:pt>
                <c:pt idx="11472">
                  <c:v>3</c:v>
                </c:pt>
                <c:pt idx="11473">
                  <c:v>1</c:v>
                </c:pt>
                <c:pt idx="11474">
                  <c:v>1</c:v>
                </c:pt>
                <c:pt idx="11475">
                  <c:v>1</c:v>
                </c:pt>
                <c:pt idx="11476">
                  <c:v>2</c:v>
                </c:pt>
                <c:pt idx="11477">
                  <c:v>2</c:v>
                </c:pt>
                <c:pt idx="11478">
                  <c:v>1</c:v>
                </c:pt>
                <c:pt idx="11479">
                  <c:v>2</c:v>
                </c:pt>
                <c:pt idx="11480">
                  <c:v>4</c:v>
                </c:pt>
                <c:pt idx="11481">
                  <c:v>1</c:v>
                </c:pt>
                <c:pt idx="11482">
                  <c:v>2</c:v>
                </c:pt>
                <c:pt idx="11483">
                  <c:v>2</c:v>
                </c:pt>
                <c:pt idx="11484">
                  <c:v>1</c:v>
                </c:pt>
                <c:pt idx="11485">
                  <c:v>1</c:v>
                </c:pt>
                <c:pt idx="11486">
                  <c:v>2</c:v>
                </c:pt>
                <c:pt idx="11487">
                  <c:v>2</c:v>
                </c:pt>
                <c:pt idx="11488">
                  <c:v>2</c:v>
                </c:pt>
                <c:pt idx="11489">
                  <c:v>2</c:v>
                </c:pt>
                <c:pt idx="11490">
                  <c:v>1</c:v>
                </c:pt>
                <c:pt idx="11491">
                  <c:v>2</c:v>
                </c:pt>
                <c:pt idx="11492">
                  <c:v>1</c:v>
                </c:pt>
                <c:pt idx="11493">
                  <c:v>2</c:v>
                </c:pt>
                <c:pt idx="11494">
                  <c:v>1</c:v>
                </c:pt>
                <c:pt idx="11495">
                  <c:v>2</c:v>
                </c:pt>
                <c:pt idx="11496">
                  <c:v>1</c:v>
                </c:pt>
                <c:pt idx="11497">
                  <c:v>1</c:v>
                </c:pt>
                <c:pt idx="11498">
                  <c:v>1</c:v>
                </c:pt>
                <c:pt idx="11499">
                  <c:v>1</c:v>
                </c:pt>
                <c:pt idx="11500">
                  <c:v>1</c:v>
                </c:pt>
                <c:pt idx="11501">
                  <c:v>1</c:v>
                </c:pt>
                <c:pt idx="11502">
                  <c:v>1</c:v>
                </c:pt>
                <c:pt idx="11503">
                  <c:v>1</c:v>
                </c:pt>
                <c:pt idx="11504">
                  <c:v>1</c:v>
                </c:pt>
                <c:pt idx="11505">
                  <c:v>1</c:v>
                </c:pt>
                <c:pt idx="11506">
                  <c:v>1</c:v>
                </c:pt>
                <c:pt idx="11507">
                  <c:v>1</c:v>
                </c:pt>
                <c:pt idx="11508">
                  <c:v>1</c:v>
                </c:pt>
                <c:pt idx="11509">
                  <c:v>2</c:v>
                </c:pt>
                <c:pt idx="11510">
                  <c:v>1</c:v>
                </c:pt>
                <c:pt idx="11511">
                  <c:v>1</c:v>
                </c:pt>
                <c:pt idx="11512">
                  <c:v>1</c:v>
                </c:pt>
                <c:pt idx="11513">
                  <c:v>1</c:v>
                </c:pt>
                <c:pt idx="11514">
                  <c:v>1</c:v>
                </c:pt>
                <c:pt idx="11515">
                  <c:v>1</c:v>
                </c:pt>
                <c:pt idx="11516">
                  <c:v>4</c:v>
                </c:pt>
                <c:pt idx="11517">
                  <c:v>3</c:v>
                </c:pt>
                <c:pt idx="11518">
                  <c:v>2</c:v>
                </c:pt>
                <c:pt idx="11519">
                  <c:v>2</c:v>
                </c:pt>
                <c:pt idx="11520">
                  <c:v>1</c:v>
                </c:pt>
                <c:pt idx="11521">
                  <c:v>1</c:v>
                </c:pt>
                <c:pt idx="11522">
                  <c:v>1</c:v>
                </c:pt>
                <c:pt idx="11523">
                  <c:v>5</c:v>
                </c:pt>
                <c:pt idx="11524">
                  <c:v>1</c:v>
                </c:pt>
                <c:pt idx="11525">
                  <c:v>3</c:v>
                </c:pt>
                <c:pt idx="11526">
                  <c:v>2</c:v>
                </c:pt>
                <c:pt idx="11527">
                  <c:v>1</c:v>
                </c:pt>
                <c:pt idx="11528">
                  <c:v>1</c:v>
                </c:pt>
                <c:pt idx="11529">
                  <c:v>1</c:v>
                </c:pt>
                <c:pt idx="11530">
                  <c:v>1</c:v>
                </c:pt>
                <c:pt idx="11531">
                  <c:v>1</c:v>
                </c:pt>
                <c:pt idx="11532">
                  <c:v>3</c:v>
                </c:pt>
                <c:pt idx="11533">
                  <c:v>1</c:v>
                </c:pt>
                <c:pt idx="11534">
                  <c:v>1</c:v>
                </c:pt>
                <c:pt idx="11535">
                  <c:v>1</c:v>
                </c:pt>
                <c:pt idx="11536">
                  <c:v>1</c:v>
                </c:pt>
                <c:pt idx="11537">
                  <c:v>3</c:v>
                </c:pt>
                <c:pt idx="11538">
                  <c:v>1</c:v>
                </c:pt>
                <c:pt idx="11539">
                  <c:v>2</c:v>
                </c:pt>
                <c:pt idx="11540">
                  <c:v>2</c:v>
                </c:pt>
                <c:pt idx="11541">
                  <c:v>1</c:v>
                </c:pt>
                <c:pt idx="11542">
                  <c:v>1</c:v>
                </c:pt>
                <c:pt idx="11543">
                  <c:v>1</c:v>
                </c:pt>
                <c:pt idx="11544">
                  <c:v>1</c:v>
                </c:pt>
                <c:pt idx="11545">
                  <c:v>2</c:v>
                </c:pt>
                <c:pt idx="11546">
                  <c:v>4</c:v>
                </c:pt>
                <c:pt idx="11547">
                  <c:v>1</c:v>
                </c:pt>
                <c:pt idx="11548">
                  <c:v>2</c:v>
                </c:pt>
                <c:pt idx="11549">
                  <c:v>1</c:v>
                </c:pt>
                <c:pt idx="11550">
                  <c:v>1</c:v>
                </c:pt>
                <c:pt idx="11551">
                  <c:v>1</c:v>
                </c:pt>
                <c:pt idx="11552">
                  <c:v>1</c:v>
                </c:pt>
                <c:pt idx="11553">
                  <c:v>2</c:v>
                </c:pt>
                <c:pt idx="11554">
                  <c:v>11</c:v>
                </c:pt>
                <c:pt idx="11555">
                  <c:v>2</c:v>
                </c:pt>
                <c:pt idx="11556">
                  <c:v>4</c:v>
                </c:pt>
                <c:pt idx="11557">
                  <c:v>1</c:v>
                </c:pt>
                <c:pt idx="11558">
                  <c:v>2</c:v>
                </c:pt>
                <c:pt idx="11559">
                  <c:v>1</c:v>
                </c:pt>
                <c:pt idx="11560">
                  <c:v>2</c:v>
                </c:pt>
                <c:pt idx="11561">
                  <c:v>2</c:v>
                </c:pt>
                <c:pt idx="11562">
                  <c:v>1</c:v>
                </c:pt>
                <c:pt idx="11563">
                  <c:v>2</c:v>
                </c:pt>
                <c:pt idx="11564">
                  <c:v>1</c:v>
                </c:pt>
                <c:pt idx="11565">
                  <c:v>2</c:v>
                </c:pt>
                <c:pt idx="11566">
                  <c:v>2</c:v>
                </c:pt>
                <c:pt idx="11567">
                  <c:v>1</c:v>
                </c:pt>
                <c:pt idx="11568">
                  <c:v>2</c:v>
                </c:pt>
                <c:pt idx="11569">
                  <c:v>1</c:v>
                </c:pt>
                <c:pt idx="11570">
                  <c:v>1</c:v>
                </c:pt>
                <c:pt idx="11571">
                  <c:v>2</c:v>
                </c:pt>
                <c:pt idx="11572">
                  <c:v>1</c:v>
                </c:pt>
                <c:pt idx="11573">
                  <c:v>1</c:v>
                </c:pt>
                <c:pt idx="11574">
                  <c:v>1</c:v>
                </c:pt>
                <c:pt idx="11575">
                  <c:v>1</c:v>
                </c:pt>
                <c:pt idx="11576">
                  <c:v>1</c:v>
                </c:pt>
                <c:pt idx="11577">
                  <c:v>2</c:v>
                </c:pt>
                <c:pt idx="11578">
                  <c:v>1</c:v>
                </c:pt>
                <c:pt idx="11579">
                  <c:v>3</c:v>
                </c:pt>
                <c:pt idx="11580">
                  <c:v>1</c:v>
                </c:pt>
                <c:pt idx="11581">
                  <c:v>2</c:v>
                </c:pt>
                <c:pt idx="11582">
                  <c:v>1</c:v>
                </c:pt>
                <c:pt idx="11583">
                  <c:v>2</c:v>
                </c:pt>
                <c:pt idx="11584">
                  <c:v>3</c:v>
                </c:pt>
                <c:pt idx="11585">
                  <c:v>1</c:v>
                </c:pt>
                <c:pt idx="11586">
                  <c:v>3</c:v>
                </c:pt>
                <c:pt idx="11587">
                  <c:v>1</c:v>
                </c:pt>
                <c:pt idx="11588">
                  <c:v>1</c:v>
                </c:pt>
                <c:pt idx="11589">
                  <c:v>2</c:v>
                </c:pt>
                <c:pt idx="11590">
                  <c:v>1</c:v>
                </c:pt>
                <c:pt idx="11591">
                  <c:v>2</c:v>
                </c:pt>
                <c:pt idx="11592">
                  <c:v>5</c:v>
                </c:pt>
                <c:pt idx="11593">
                  <c:v>4</c:v>
                </c:pt>
                <c:pt idx="11594">
                  <c:v>3</c:v>
                </c:pt>
                <c:pt idx="11595">
                  <c:v>1</c:v>
                </c:pt>
                <c:pt idx="11596">
                  <c:v>2</c:v>
                </c:pt>
                <c:pt idx="11597">
                  <c:v>1</c:v>
                </c:pt>
                <c:pt idx="11598">
                  <c:v>4</c:v>
                </c:pt>
                <c:pt idx="11599">
                  <c:v>1</c:v>
                </c:pt>
                <c:pt idx="11600">
                  <c:v>1</c:v>
                </c:pt>
                <c:pt idx="11601">
                  <c:v>1</c:v>
                </c:pt>
                <c:pt idx="11602">
                  <c:v>2</c:v>
                </c:pt>
                <c:pt idx="11603">
                  <c:v>1</c:v>
                </c:pt>
                <c:pt idx="11604">
                  <c:v>1</c:v>
                </c:pt>
                <c:pt idx="11605">
                  <c:v>1</c:v>
                </c:pt>
                <c:pt idx="11606">
                  <c:v>1</c:v>
                </c:pt>
                <c:pt idx="11607">
                  <c:v>2</c:v>
                </c:pt>
                <c:pt idx="11608">
                  <c:v>1</c:v>
                </c:pt>
                <c:pt idx="11609">
                  <c:v>1</c:v>
                </c:pt>
                <c:pt idx="11610">
                  <c:v>2</c:v>
                </c:pt>
                <c:pt idx="11611">
                  <c:v>4</c:v>
                </c:pt>
                <c:pt idx="11612">
                  <c:v>3</c:v>
                </c:pt>
                <c:pt idx="11613">
                  <c:v>3</c:v>
                </c:pt>
                <c:pt idx="11614">
                  <c:v>1</c:v>
                </c:pt>
                <c:pt idx="11615">
                  <c:v>1</c:v>
                </c:pt>
                <c:pt idx="11616">
                  <c:v>1</c:v>
                </c:pt>
                <c:pt idx="11617">
                  <c:v>1</c:v>
                </c:pt>
                <c:pt idx="11618">
                  <c:v>1</c:v>
                </c:pt>
                <c:pt idx="11619">
                  <c:v>1</c:v>
                </c:pt>
                <c:pt idx="11620">
                  <c:v>2</c:v>
                </c:pt>
                <c:pt idx="11621">
                  <c:v>1</c:v>
                </c:pt>
                <c:pt idx="11622">
                  <c:v>1</c:v>
                </c:pt>
                <c:pt idx="11623">
                  <c:v>3</c:v>
                </c:pt>
                <c:pt idx="11624">
                  <c:v>1</c:v>
                </c:pt>
                <c:pt idx="11625">
                  <c:v>1</c:v>
                </c:pt>
                <c:pt idx="11626">
                  <c:v>1</c:v>
                </c:pt>
                <c:pt idx="11627">
                  <c:v>1</c:v>
                </c:pt>
                <c:pt idx="11628">
                  <c:v>2</c:v>
                </c:pt>
                <c:pt idx="11629">
                  <c:v>4</c:v>
                </c:pt>
                <c:pt idx="11630">
                  <c:v>1</c:v>
                </c:pt>
                <c:pt idx="11631">
                  <c:v>2</c:v>
                </c:pt>
                <c:pt idx="11632">
                  <c:v>1</c:v>
                </c:pt>
                <c:pt idx="11633">
                  <c:v>1</c:v>
                </c:pt>
                <c:pt idx="11634">
                  <c:v>2</c:v>
                </c:pt>
                <c:pt idx="11635">
                  <c:v>3</c:v>
                </c:pt>
                <c:pt idx="11636">
                  <c:v>2</c:v>
                </c:pt>
                <c:pt idx="11637">
                  <c:v>1</c:v>
                </c:pt>
                <c:pt idx="11638">
                  <c:v>1</c:v>
                </c:pt>
                <c:pt idx="11639">
                  <c:v>1</c:v>
                </c:pt>
                <c:pt idx="11640">
                  <c:v>1</c:v>
                </c:pt>
                <c:pt idx="11641">
                  <c:v>3</c:v>
                </c:pt>
                <c:pt idx="11642">
                  <c:v>1</c:v>
                </c:pt>
                <c:pt idx="11643">
                  <c:v>1</c:v>
                </c:pt>
                <c:pt idx="11644">
                  <c:v>1</c:v>
                </c:pt>
                <c:pt idx="11645">
                  <c:v>1</c:v>
                </c:pt>
                <c:pt idx="11646">
                  <c:v>1</c:v>
                </c:pt>
                <c:pt idx="11647">
                  <c:v>1</c:v>
                </c:pt>
                <c:pt idx="11648">
                  <c:v>1</c:v>
                </c:pt>
                <c:pt idx="11649">
                  <c:v>1</c:v>
                </c:pt>
                <c:pt idx="11650">
                  <c:v>1</c:v>
                </c:pt>
                <c:pt idx="11651">
                  <c:v>3</c:v>
                </c:pt>
                <c:pt idx="11652">
                  <c:v>1</c:v>
                </c:pt>
                <c:pt idx="11653">
                  <c:v>3</c:v>
                </c:pt>
                <c:pt idx="11654">
                  <c:v>2</c:v>
                </c:pt>
                <c:pt idx="11655">
                  <c:v>1</c:v>
                </c:pt>
                <c:pt idx="11656">
                  <c:v>1</c:v>
                </c:pt>
                <c:pt idx="11657">
                  <c:v>1</c:v>
                </c:pt>
                <c:pt idx="11658">
                  <c:v>3</c:v>
                </c:pt>
                <c:pt idx="11659">
                  <c:v>1</c:v>
                </c:pt>
                <c:pt idx="11660">
                  <c:v>2</c:v>
                </c:pt>
                <c:pt idx="11661">
                  <c:v>2</c:v>
                </c:pt>
                <c:pt idx="11662">
                  <c:v>3</c:v>
                </c:pt>
                <c:pt idx="11663">
                  <c:v>2</c:v>
                </c:pt>
                <c:pt idx="11664">
                  <c:v>1</c:v>
                </c:pt>
                <c:pt idx="11665">
                  <c:v>1</c:v>
                </c:pt>
                <c:pt idx="11666">
                  <c:v>2</c:v>
                </c:pt>
                <c:pt idx="11667">
                  <c:v>1</c:v>
                </c:pt>
                <c:pt idx="11668">
                  <c:v>3</c:v>
                </c:pt>
                <c:pt idx="11669">
                  <c:v>2</c:v>
                </c:pt>
                <c:pt idx="11670">
                  <c:v>1</c:v>
                </c:pt>
                <c:pt idx="11671">
                  <c:v>2</c:v>
                </c:pt>
                <c:pt idx="11672">
                  <c:v>2</c:v>
                </c:pt>
                <c:pt idx="11673">
                  <c:v>1</c:v>
                </c:pt>
                <c:pt idx="11674">
                  <c:v>1</c:v>
                </c:pt>
                <c:pt idx="11675">
                  <c:v>1</c:v>
                </c:pt>
                <c:pt idx="11676">
                  <c:v>1</c:v>
                </c:pt>
                <c:pt idx="11677">
                  <c:v>1</c:v>
                </c:pt>
                <c:pt idx="11678">
                  <c:v>1</c:v>
                </c:pt>
                <c:pt idx="11679">
                  <c:v>1</c:v>
                </c:pt>
                <c:pt idx="11680">
                  <c:v>2</c:v>
                </c:pt>
                <c:pt idx="11681">
                  <c:v>1</c:v>
                </c:pt>
                <c:pt idx="11682">
                  <c:v>2</c:v>
                </c:pt>
                <c:pt idx="11683">
                  <c:v>1</c:v>
                </c:pt>
                <c:pt idx="11684">
                  <c:v>2</c:v>
                </c:pt>
                <c:pt idx="11685">
                  <c:v>2</c:v>
                </c:pt>
                <c:pt idx="11686">
                  <c:v>1</c:v>
                </c:pt>
                <c:pt idx="11687">
                  <c:v>1</c:v>
                </c:pt>
                <c:pt idx="11688">
                  <c:v>1</c:v>
                </c:pt>
                <c:pt idx="11689">
                  <c:v>1</c:v>
                </c:pt>
                <c:pt idx="11690">
                  <c:v>3</c:v>
                </c:pt>
                <c:pt idx="11691">
                  <c:v>1</c:v>
                </c:pt>
                <c:pt idx="11692">
                  <c:v>1</c:v>
                </c:pt>
                <c:pt idx="11693">
                  <c:v>1</c:v>
                </c:pt>
                <c:pt idx="11694">
                  <c:v>2</c:v>
                </c:pt>
                <c:pt idx="11695">
                  <c:v>1</c:v>
                </c:pt>
                <c:pt idx="11696">
                  <c:v>1</c:v>
                </c:pt>
                <c:pt idx="11697">
                  <c:v>3</c:v>
                </c:pt>
                <c:pt idx="11698">
                  <c:v>1</c:v>
                </c:pt>
                <c:pt idx="11699">
                  <c:v>1</c:v>
                </c:pt>
                <c:pt idx="11700">
                  <c:v>3</c:v>
                </c:pt>
                <c:pt idx="11701">
                  <c:v>2</c:v>
                </c:pt>
                <c:pt idx="11702">
                  <c:v>1</c:v>
                </c:pt>
                <c:pt idx="11703">
                  <c:v>2</c:v>
                </c:pt>
                <c:pt idx="11704">
                  <c:v>1</c:v>
                </c:pt>
                <c:pt idx="11705">
                  <c:v>1</c:v>
                </c:pt>
                <c:pt idx="11706">
                  <c:v>1</c:v>
                </c:pt>
                <c:pt idx="11707">
                  <c:v>1</c:v>
                </c:pt>
                <c:pt idx="11708">
                  <c:v>2</c:v>
                </c:pt>
                <c:pt idx="11709">
                  <c:v>1</c:v>
                </c:pt>
                <c:pt idx="11710">
                  <c:v>1</c:v>
                </c:pt>
                <c:pt idx="11711">
                  <c:v>1</c:v>
                </c:pt>
                <c:pt idx="11712">
                  <c:v>1</c:v>
                </c:pt>
                <c:pt idx="11713">
                  <c:v>1</c:v>
                </c:pt>
                <c:pt idx="11714">
                  <c:v>2</c:v>
                </c:pt>
                <c:pt idx="11715">
                  <c:v>1</c:v>
                </c:pt>
                <c:pt idx="11716">
                  <c:v>1</c:v>
                </c:pt>
                <c:pt idx="11717">
                  <c:v>2</c:v>
                </c:pt>
                <c:pt idx="11718">
                  <c:v>1</c:v>
                </c:pt>
                <c:pt idx="11719">
                  <c:v>1</c:v>
                </c:pt>
                <c:pt idx="11720">
                  <c:v>1</c:v>
                </c:pt>
                <c:pt idx="11721">
                  <c:v>1</c:v>
                </c:pt>
                <c:pt idx="11722">
                  <c:v>1</c:v>
                </c:pt>
                <c:pt idx="11723">
                  <c:v>4</c:v>
                </c:pt>
                <c:pt idx="11724">
                  <c:v>2</c:v>
                </c:pt>
                <c:pt idx="11725">
                  <c:v>1</c:v>
                </c:pt>
                <c:pt idx="11726">
                  <c:v>2</c:v>
                </c:pt>
                <c:pt idx="11727">
                  <c:v>1</c:v>
                </c:pt>
                <c:pt idx="11728">
                  <c:v>1</c:v>
                </c:pt>
                <c:pt idx="11729">
                  <c:v>1</c:v>
                </c:pt>
                <c:pt idx="11730">
                  <c:v>1</c:v>
                </c:pt>
                <c:pt idx="11731">
                  <c:v>1</c:v>
                </c:pt>
                <c:pt idx="11732">
                  <c:v>1</c:v>
                </c:pt>
                <c:pt idx="11733">
                  <c:v>1</c:v>
                </c:pt>
                <c:pt idx="11734">
                  <c:v>1</c:v>
                </c:pt>
                <c:pt idx="11735">
                  <c:v>1</c:v>
                </c:pt>
                <c:pt idx="11736">
                  <c:v>1</c:v>
                </c:pt>
                <c:pt idx="11737">
                  <c:v>1</c:v>
                </c:pt>
                <c:pt idx="11738">
                  <c:v>1</c:v>
                </c:pt>
                <c:pt idx="11739">
                  <c:v>4</c:v>
                </c:pt>
                <c:pt idx="11740">
                  <c:v>1</c:v>
                </c:pt>
                <c:pt idx="11741">
                  <c:v>1</c:v>
                </c:pt>
                <c:pt idx="11742">
                  <c:v>2</c:v>
                </c:pt>
                <c:pt idx="11743">
                  <c:v>1</c:v>
                </c:pt>
                <c:pt idx="11744">
                  <c:v>1</c:v>
                </c:pt>
                <c:pt idx="11745">
                  <c:v>2</c:v>
                </c:pt>
                <c:pt idx="11746">
                  <c:v>1</c:v>
                </c:pt>
                <c:pt idx="11747">
                  <c:v>1</c:v>
                </c:pt>
                <c:pt idx="11748">
                  <c:v>1</c:v>
                </c:pt>
                <c:pt idx="11749">
                  <c:v>1</c:v>
                </c:pt>
                <c:pt idx="11750">
                  <c:v>1</c:v>
                </c:pt>
                <c:pt idx="11751">
                  <c:v>1</c:v>
                </c:pt>
                <c:pt idx="11752">
                  <c:v>4</c:v>
                </c:pt>
                <c:pt idx="11753">
                  <c:v>4</c:v>
                </c:pt>
                <c:pt idx="11754">
                  <c:v>1</c:v>
                </c:pt>
                <c:pt idx="11755">
                  <c:v>1</c:v>
                </c:pt>
                <c:pt idx="11756">
                  <c:v>3</c:v>
                </c:pt>
                <c:pt idx="11757">
                  <c:v>1</c:v>
                </c:pt>
                <c:pt idx="11758">
                  <c:v>2</c:v>
                </c:pt>
                <c:pt idx="11759">
                  <c:v>1</c:v>
                </c:pt>
                <c:pt idx="11760">
                  <c:v>1</c:v>
                </c:pt>
                <c:pt idx="11761">
                  <c:v>1</c:v>
                </c:pt>
                <c:pt idx="11762">
                  <c:v>1</c:v>
                </c:pt>
                <c:pt idx="11763">
                  <c:v>1</c:v>
                </c:pt>
                <c:pt idx="11764">
                  <c:v>1</c:v>
                </c:pt>
                <c:pt idx="11765">
                  <c:v>1</c:v>
                </c:pt>
                <c:pt idx="11766">
                  <c:v>1</c:v>
                </c:pt>
                <c:pt idx="11767">
                  <c:v>1</c:v>
                </c:pt>
                <c:pt idx="11768">
                  <c:v>2</c:v>
                </c:pt>
                <c:pt idx="11769">
                  <c:v>1</c:v>
                </c:pt>
                <c:pt idx="11770">
                  <c:v>1</c:v>
                </c:pt>
                <c:pt idx="11771">
                  <c:v>1</c:v>
                </c:pt>
                <c:pt idx="11772">
                  <c:v>1</c:v>
                </c:pt>
                <c:pt idx="11773">
                  <c:v>1</c:v>
                </c:pt>
                <c:pt idx="11774">
                  <c:v>2</c:v>
                </c:pt>
                <c:pt idx="11775">
                  <c:v>1</c:v>
                </c:pt>
                <c:pt idx="11776">
                  <c:v>1</c:v>
                </c:pt>
                <c:pt idx="11777">
                  <c:v>1</c:v>
                </c:pt>
                <c:pt idx="11778">
                  <c:v>1</c:v>
                </c:pt>
                <c:pt idx="11779">
                  <c:v>1</c:v>
                </c:pt>
                <c:pt idx="11780">
                  <c:v>1</c:v>
                </c:pt>
                <c:pt idx="11781">
                  <c:v>2</c:v>
                </c:pt>
                <c:pt idx="11782">
                  <c:v>1</c:v>
                </c:pt>
                <c:pt idx="11783">
                  <c:v>1</c:v>
                </c:pt>
                <c:pt idx="11784">
                  <c:v>1</c:v>
                </c:pt>
                <c:pt idx="11785">
                  <c:v>1</c:v>
                </c:pt>
                <c:pt idx="11786">
                  <c:v>2</c:v>
                </c:pt>
                <c:pt idx="11787">
                  <c:v>3</c:v>
                </c:pt>
                <c:pt idx="11788">
                  <c:v>1</c:v>
                </c:pt>
                <c:pt idx="11789">
                  <c:v>1</c:v>
                </c:pt>
                <c:pt idx="11790">
                  <c:v>2</c:v>
                </c:pt>
                <c:pt idx="11791">
                  <c:v>1</c:v>
                </c:pt>
                <c:pt idx="11792">
                  <c:v>1</c:v>
                </c:pt>
                <c:pt idx="11793">
                  <c:v>1</c:v>
                </c:pt>
                <c:pt idx="11794">
                  <c:v>1</c:v>
                </c:pt>
                <c:pt idx="11795">
                  <c:v>1</c:v>
                </c:pt>
                <c:pt idx="11796">
                  <c:v>1</c:v>
                </c:pt>
                <c:pt idx="11797">
                  <c:v>1</c:v>
                </c:pt>
                <c:pt idx="11798">
                  <c:v>2</c:v>
                </c:pt>
                <c:pt idx="11799">
                  <c:v>1</c:v>
                </c:pt>
                <c:pt idx="11800">
                  <c:v>2</c:v>
                </c:pt>
                <c:pt idx="11801">
                  <c:v>3</c:v>
                </c:pt>
                <c:pt idx="11802">
                  <c:v>1</c:v>
                </c:pt>
                <c:pt idx="11803">
                  <c:v>1</c:v>
                </c:pt>
                <c:pt idx="11804">
                  <c:v>3</c:v>
                </c:pt>
                <c:pt idx="11805">
                  <c:v>1</c:v>
                </c:pt>
                <c:pt idx="11806">
                  <c:v>1</c:v>
                </c:pt>
                <c:pt idx="11807">
                  <c:v>1</c:v>
                </c:pt>
                <c:pt idx="11808">
                  <c:v>3</c:v>
                </c:pt>
                <c:pt idx="11809">
                  <c:v>1</c:v>
                </c:pt>
                <c:pt idx="11810">
                  <c:v>3</c:v>
                </c:pt>
                <c:pt idx="11811">
                  <c:v>2</c:v>
                </c:pt>
                <c:pt idx="11812">
                  <c:v>1</c:v>
                </c:pt>
                <c:pt idx="11813">
                  <c:v>1</c:v>
                </c:pt>
                <c:pt idx="11814">
                  <c:v>2</c:v>
                </c:pt>
                <c:pt idx="11815">
                  <c:v>1</c:v>
                </c:pt>
                <c:pt idx="11816">
                  <c:v>3</c:v>
                </c:pt>
                <c:pt idx="11817">
                  <c:v>2</c:v>
                </c:pt>
                <c:pt idx="11818">
                  <c:v>2</c:v>
                </c:pt>
                <c:pt idx="11819">
                  <c:v>1</c:v>
                </c:pt>
                <c:pt idx="11820">
                  <c:v>3</c:v>
                </c:pt>
                <c:pt idx="11821">
                  <c:v>1</c:v>
                </c:pt>
                <c:pt idx="11822">
                  <c:v>1</c:v>
                </c:pt>
                <c:pt idx="11823">
                  <c:v>1</c:v>
                </c:pt>
                <c:pt idx="11824">
                  <c:v>1</c:v>
                </c:pt>
                <c:pt idx="11825">
                  <c:v>1</c:v>
                </c:pt>
                <c:pt idx="11826">
                  <c:v>1</c:v>
                </c:pt>
                <c:pt idx="11827">
                  <c:v>1</c:v>
                </c:pt>
                <c:pt idx="11828">
                  <c:v>5</c:v>
                </c:pt>
                <c:pt idx="11829">
                  <c:v>3</c:v>
                </c:pt>
                <c:pt idx="11830">
                  <c:v>2</c:v>
                </c:pt>
                <c:pt idx="11831">
                  <c:v>1</c:v>
                </c:pt>
                <c:pt idx="11832">
                  <c:v>1</c:v>
                </c:pt>
                <c:pt idx="11833">
                  <c:v>1</c:v>
                </c:pt>
                <c:pt idx="11834">
                  <c:v>1</c:v>
                </c:pt>
                <c:pt idx="11835">
                  <c:v>2</c:v>
                </c:pt>
                <c:pt idx="11836">
                  <c:v>1</c:v>
                </c:pt>
                <c:pt idx="11837">
                  <c:v>1</c:v>
                </c:pt>
                <c:pt idx="11838">
                  <c:v>2</c:v>
                </c:pt>
                <c:pt idx="11839">
                  <c:v>1</c:v>
                </c:pt>
                <c:pt idx="11840">
                  <c:v>1</c:v>
                </c:pt>
                <c:pt idx="11841">
                  <c:v>1</c:v>
                </c:pt>
                <c:pt idx="11842">
                  <c:v>2</c:v>
                </c:pt>
                <c:pt idx="11843">
                  <c:v>1</c:v>
                </c:pt>
                <c:pt idx="11844">
                  <c:v>5</c:v>
                </c:pt>
                <c:pt idx="11845">
                  <c:v>1</c:v>
                </c:pt>
                <c:pt idx="11846">
                  <c:v>1</c:v>
                </c:pt>
                <c:pt idx="11847">
                  <c:v>1</c:v>
                </c:pt>
                <c:pt idx="11848">
                  <c:v>2</c:v>
                </c:pt>
                <c:pt idx="11849">
                  <c:v>1</c:v>
                </c:pt>
                <c:pt idx="11850">
                  <c:v>2</c:v>
                </c:pt>
                <c:pt idx="11851">
                  <c:v>1</c:v>
                </c:pt>
                <c:pt idx="11852">
                  <c:v>1</c:v>
                </c:pt>
                <c:pt idx="11853">
                  <c:v>1</c:v>
                </c:pt>
                <c:pt idx="11854">
                  <c:v>1</c:v>
                </c:pt>
                <c:pt idx="11855">
                  <c:v>1</c:v>
                </c:pt>
                <c:pt idx="11856">
                  <c:v>2</c:v>
                </c:pt>
                <c:pt idx="11857">
                  <c:v>3</c:v>
                </c:pt>
                <c:pt idx="11858">
                  <c:v>2</c:v>
                </c:pt>
                <c:pt idx="11859">
                  <c:v>2</c:v>
                </c:pt>
                <c:pt idx="11860">
                  <c:v>2</c:v>
                </c:pt>
                <c:pt idx="11861">
                  <c:v>1</c:v>
                </c:pt>
                <c:pt idx="11862">
                  <c:v>5</c:v>
                </c:pt>
                <c:pt idx="11863">
                  <c:v>1</c:v>
                </c:pt>
                <c:pt idx="11864">
                  <c:v>1</c:v>
                </c:pt>
                <c:pt idx="11865">
                  <c:v>1</c:v>
                </c:pt>
                <c:pt idx="11866">
                  <c:v>1</c:v>
                </c:pt>
                <c:pt idx="11867">
                  <c:v>1</c:v>
                </c:pt>
                <c:pt idx="11868">
                  <c:v>1</c:v>
                </c:pt>
                <c:pt idx="11869">
                  <c:v>1</c:v>
                </c:pt>
                <c:pt idx="11870">
                  <c:v>1</c:v>
                </c:pt>
                <c:pt idx="11871">
                  <c:v>1</c:v>
                </c:pt>
                <c:pt idx="11872">
                  <c:v>2</c:v>
                </c:pt>
                <c:pt idx="11873">
                  <c:v>1</c:v>
                </c:pt>
                <c:pt idx="11874">
                  <c:v>2</c:v>
                </c:pt>
                <c:pt idx="11875">
                  <c:v>3</c:v>
                </c:pt>
                <c:pt idx="11876">
                  <c:v>1</c:v>
                </c:pt>
                <c:pt idx="11877">
                  <c:v>1</c:v>
                </c:pt>
                <c:pt idx="11878">
                  <c:v>1</c:v>
                </c:pt>
                <c:pt idx="11879">
                  <c:v>1</c:v>
                </c:pt>
                <c:pt idx="11880">
                  <c:v>1</c:v>
                </c:pt>
                <c:pt idx="11881">
                  <c:v>1</c:v>
                </c:pt>
                <c:pt idx="11882">
                  <c:v>1</c:v>
                </c:pt>
                <c:pt idx="11883">
                  <c:v>1</c:v>
                </c:pt>
                <c:pt idx="11884">
                  <c:v>3</c:v>
                </c:pt>
                <c:pt idx="11885">
                  <c:v>1</c:v>
                </c:pt>
                <c:pt idx="11886">
                  <c:v>1</c:v>
                </c:pt>
                <c:pt idx="11887">
                  <c:v>1</c:v>
                </c:pt>
                <c:pt idx="11888">
                  <c:v>2</c:v>
                </c:pt>
                <c:pt idx="11889">
                  <c:v>2</c:v>
                </c:pt>
                <c:pt idx="11890">
                  <c:v>1</c:v>
                </c:pt>
                <c:pt idx="11891">
                  <c:v>1</c:v>
                </c:pt>
                <c:pt idx="11892">
                  <c:v>1</c:v>
                </c:pt>
                <c:pt idx="11893">
                  <c:v>2</c:v>
                </c:pt>
                <c:pt idx="11894">
                  <c:v>1</c:v>
                </c:pt>
                <c:pt idx="11895">
                  <c:v>1</c:v>
                </c:pt>
                <c:pt idx="11896">
                  <c:v>1</c:v>
                </c:pt>
                <c:pt idx="11897">
                  <c:v>3</c:v>
                </c:pt>
                <c:pt idx="11898">
                  <c:v>2</c:v>
                </c:pt>
                <c:pt idx="11899">
                  <c:v>1</c:v>
                </c:pt>
                <c:pt idx="11900">
                  <c:v>1</c:v>
                </c:pt>
                <c:pt idx="11901">
                  <c:v>1</c:v>
                </c:pt>
                <c:pt idx="11902">
                  <c:v>1</c:v>
                </c:pt>
                <c:pt idx="11903">
                  <c:v>1</c:v>
                </c:pt>
                <c:pt idx="11904">
                  <c:v>2</c:v>
                </c:pt>
                <c:pt idx="11905">
                  <c:v>3</c:v>
                </c:pt>
                <c:pt idx="11906">
                  <c:v>1</c:v>
                </c:pt>
                <c:pt idx="11907">
                  <c:v>1</c:v>
                </c:pt>
                <c:pt idx="11908">
                  <c:v>3</c:v>
                </c:pt>
                <c:pt idx="11909">
                  <c:v>1</c:v>
                </c:pt>
                <c:pt idx="11910">
                  <c:v>1</c:v>
                </c:pt>
                <c:pt idx="11911">
                  <c:v>1</c:v>
                </c:pt>
                <c:pt idx="11912">
                  <c:v>3</c:v>
                </c:pt>
                <c:pt idx="11913">
                  <c:v>1</c:v>
                </c:pt>
                <c:pt idx="11914">
                  <c:v>1</c:v>
                </c:pt>
                <c:pt idx="11915">
                  <c:v>1</c:v>
                </c:pt>
                <c:pt idx="11916">
                  <c:v>3</c:v>
                </c:pt>
                <c:pt idx="11917">
                  <c:v>2</c:v>
                </c:pt>
                <c:pt idx="11918">
                  <c:v>1</c:v>
                </c:pt>
                <c:pt idx="11919">
                  <c:v>3</c:v>
                </c:pt>
                <c:pt idx="11920">
                  <c:v>2</c:v>
                </c:pt>
                <c:pt idx="11921">
                  <c:v>1</c:v>
                </c:pt>
                <c:pt idx="11922">
                  <c:v>2</c:v>
                </c:pt>
                <c:pt idx="11923">
                  <c:v>1</c:v>
                </c:pt>
                <c:pt idx="11924">
                  <c:v>2</c:v>
                </c:pt>
                <c:pt idx="11925">
                  <c:v>3</c:v>
                </c:pt>
                <c:pt idx="11926">
                  <c:v>1</c:v>
                </c:pt>
                <c:pt idx="11927">
                  <c:v>1</c:v>
                </c:pt>
                <c:pt idx="11928">
                  <c:v>1</c:v>
                </c:pt>
                <c:pt idx="11929">
                  <c:v>2</c:v>
                </c:pt>
                <c:pt idx="11930">
                  <c:v>1</c:v>
                </c:pt>
                <c:pt idx="11931">
                  <c:v>1</c:v>
                </c:pt>
                <c:pt idx="11932">
                  <c:v>1</c:v>
                </c:pt>
                <c:pt idx="11933">
                  <c:v>1</c:v>
                </c:pt>
                <c:pt idx="11934">
                  <c:v>1</c:v>
                </c:pt>
                <c:pt idx="11935">
                  <c:v>1</c:v>
                </c:pt>
                <c:pt idx="11936">
                  <c:v>2</c:v>
                </c:pt>
                <c:pt idx="11937">
                  <c:v>3</c:v>
                </c:pt>
                <c:pt idx="11938">
                  <c:v>4</c:v>
                </c:pt>
                <c:pt idx="11939">
                  <c:v>2</c:v>
                </c:pt>
                <c:pt idx="11940">
                  <c:v>1</c:v>
                </c:pt>
                <c:pt idx="11941">
                  <c:v>1</c:v>
                </c:pt>
                <c:pt idx="11942">
                  <c:v>1</c:v>
                </c:pt>
                <c:pt idx="11943">
                  <c:v>1</c:v>
                </c:pt>
                <c:pt idx="11944">
                  <c:v>1</c:v>
                </c:pt>
                <c:pt idx="11945">
                  <c:v>1</c:v>
                </c:pt>
                <c:pt idx="11946">
                  <c:v>1</c:v>
                </c:pt>
                <c:pt idx="11947">
                  <c:v>1</c:v>
                </c:pt>
                <c:pt idx="11948">
                  <c:v>1</c:v>
                </c:pt>
                <c:pt idx="11949">
                  <c:v>1</c:v>
                </c:pt>
                <c:pt idx="11950">
                  <c:v>1</c:v>
                </c:pt>
                <c:pt idx="11951">
                  <c:v>1</c:v>
                </c:pt>
                <c:pt idx="11952">
                  <c:v>1</c:v>
                </c:pt>
                <c:pt idx="11953">
                  <c:v>1</c:v>
                </c:pt>
                <c:pt idx="11954">
                  <c:v>2</c:v>
                </c:pt>
                <c:pt idx="11955">
                  <c:v>1</c:v>
                </c:pt>
                <c:pt idx="11956">
                  <c:v>2</c:v>
                </c:pt>
                <c:pt idx="11957">
                  <c:v>1</c:v>
                </c:pt>
                <c:pt idx="11958">
                  <c:v>1</c:v>
                </c:pt>
                <c:pt idx="11959">
                  <c:v>1</c:v>
                </c:pt>
                <c:pt idx="11960">
                  <c:v>5</c:v>
                </c:pt>
                <c:pt idx="11961">
                  <c:v>1</c:v>
                </c:pt>
                <c:pt idx="11962">
                  <c:v>1</c:v>
                </c:pt>
                <c:pt idx="11963">
                  <c:v>1</c:v>
                </c:pt>
                <c:pt idx="11964">
                  <c:v>2</c:v>
                </c:pt>
                <c:pt idx="11965">
                  <c:v>1</c:v>
                </c:pt>
                <c:pt idx="11966">
                  <c:v>2</c:v>
                </c:pt>
                <c:pt idx="11967">
                  <c:v>1</c:v>
                </c:pt>
                <c:pt idx="11968">
                  <c:v>1</c:v>
                </c:pt>
                <c:pt idx="11969">
                  <c:v>2</c:v>
                </c:pt>
                <c:pt idx="11970">
                  <c:v>1</c:v>
                </c:pt>
                <c:pt idx="11971">
                  <c:v>1</c:v>
                </c:pt>
                <c:pt idx="11972">
                  <c:v>1</c:v>
                </c:pt>
                <c:pt idx="11973">
                  <c:v>1</c:v>
                </c:pt>
                <c:pt idx="11974">
                  <c:v>2</c:v>
                </c:pt>
                <c:pt idx="11975">
                  <c:v>1</c:v>
                </c:pt>
                <c:pt idx="11976">
                  <c:v>1</c:v>
                </c:pt>
                <c:pt idx="11977">
                  <c:v>1</c:v>
                </c:pt>
                <c:pt idx="11978">
                  <c:v>2</c:v>
                </c:pt>
                <c:pt idx="11979">
                  <c:v>1</c:v>
                </c:pt>
                <c:pt idx="11980">
                  <c:v>1</c:v>
                </c:pt>
                <c:pt idx="11981">
                  <c:v>1</c:v>
                </c:pt>
                <c:pt idx="11982">
                  <c:v>4</c:v>
                </c:pt>
                <c:pt idx="11983">
                  <c:v>1</c:v>
                </c:pt>
                <c:pt idx="11984">
                  <c:v>1</c:v>
                </c:pt>
                <c:pt idx="11985">
                  <c:v>1</c:v>
                </c:pt>
                <c:pt idx="11986">
                  <c:v>1</c:v>
                </c:pt>
                <c:pt idx="11987">
                  <c:v>1</c:v>
                </c:pt>
                <c:pt idx="11988">
                  <c:v>1</c:v>
                </c:pt>
                <c:pt idx="11989">
                  <c:v>2</c:v>
                </c:pt>
                <c:pt idx="11990">
                  <c:v>3</c:v>
                </c:pt>
                <c:pt idx="11991">
                  <c:v>1</c:v>
                </c:pt>
                <c:pt idx="11992">
                  <c:v>2</c:v>
                </c:pt>
                <c:pt idx="11993">
                  <c:v>3</c:v>
                </c:pt>
                <c:pt idx="11994">
                  <c:v>1</c:v>
                </c:pt>
                <c:pt idx="11995">
                  <c:v>2</c:v>
                </c:pt>
                <c:pt idx="11996">
                  <c:v>2</c:v>
                </c:pt>
                <c:pt idx="11997">
                  <c:v>8</c:v>
                </c:pt>
                <c:pt idx="11998">
                  <c:v>3</c:v>
                </c:pt>
                <c:pt idx="11999">
                  <c:v>4</c:v>
                </c:pt>
                <c:pt idx="12000">
                  <c:v>2</c:v>
                </c:pt>
                <c:pt idx="12001">
                  <c:v>2</c:v>
                </c:pt>
                <c:pt idx="12002">
                  <c:v>1</c:v>
                </c:pt>
                <c:pt idx="12003">
                  <c:v>2</c:v>
                </c:pt>
                <c:pt idx="12004">
                  <c:v>1</c:v>
                </c:pt>
                <c:pt idx="12005">
                  <c:v>1</c:v>
                </c:pt>
                <c:pt idx="12006">
                  <c:v>5</c:v>
                </c:pt>
                <c:pt idx="12007">
                  <c:v>2</c:v>
                </c:pt>
                <c:pt idx="12008">
                  <c:v>1</c:v>
                </c:pt>
                <c:pt idx="12009">
                  <c:v>1</c:v>
                </c:pt>
                <c:pt idx="12010">
                  <c:v>1</c:v>
                </c:pt>
                <c:pt idx="12011">
                  <c:v>1</c:v>
                </c:pt>
                <c:pt idx="12012">
                  <c:v>2</c:v>
                </c:pt>
                <c:pt idx="12013">
                  <c:v>1</c:v>
                </c:pt>
                <c:pt idx="12014">
                  <c:v>1</c:v>
                </c:pt>
                <c:pt idx="12015">
                  <c:v>1</c:v>
                </c:pt>
                <c:pt idx="12016">
                  <c:v>2</c:v>
                </c:pt>
                <c:pt idx="12017">
                  <c:v>1</c:v>
                </c:pt>
                <c:pt idx="12018">
                  <c:v>1</c:v>
                </c:pt>
                <c:pt idx="12019">
                  <c:v>1</c:v>
                </c:pt>
                <c:pt idx="12020">
                  <c:v>1</c:v>
                </c:pt>
                <c:pt idx="12021">
                  <c:v>1</c:v>
                </c:pt>
                <c:pt idx="12022">
                  <c:v>1</c:v>
                </c:pt>
                <c:pt idx="12023">
                  <c:v>1</c:v>
                </c:pt>
                <c:pt idx="12024">
                  <c:v>1</c:v>
                </c:pt>
                <c:pt idx="12025">
                  <c:v>1</c:v>
                </c:pt>
                <c:pt idx="12026">
                  <c:v>1</c:v>
                </c:pt>
                <c:pt idx="12027">
                  <c:v>2</c:v>
                </c:pt>
                <c:pt idx="12028">
                  <c:v>2</c:v>
                </c:pt>
                <c:pt idx="12029">
                  <c:v>1</c:v>
                </c:pt>
                <c:pt idx="12030">
                  <c:v>1</c:v>
                </c:pt>
                <c:pt idx="12031">
                  <c:v>1</c:v>
                </c:pt>
                <c:pt idx="12032">
                  <c:v>2</c:v>
                </c:pt>
                <c:pt idx="12033">
                  <c:v>2</c:v>
                </c:pt>
                <c:pt idx="12034">
                  <c:v>1</c:v>
                </c:pt>
                <c:pt idx="12035">
                  <c:v>1</c:v>
                </c:pt>
                <c:pt idx="12036">
                  <c:v>1</c:v>
                </c:pt>
                <c:pt idx="12037">
                  <c:v>1</c:v>
                </c:pt>
                <c:pt idx="12038">
                  <c:v>1</c:v>
                </c:pt>
                <c:pt idx="12039">
                  <c:v>1</c:v>
                </c:pt>
                <c:pt idx="12040">
                  <c:v>1</c:v>
                </c:pt>
                <c:pt idx="12041">
                  <c:v>2</c:v>
                </c:pt>
                <c:pt idx="12042">
                  <c:v>1</c:v>
                </c:pt>
                <c:pt idx="12043">
                  <c:v>1</c:v>
                </c:pt>
                <c:pt idx="12044">
                  <c:v>6</c:v>
                </c:pt>
                <c:pt idx="12045">
                  <c:v>1</c:v>
                </c:pt>
                <c:pt idx="12046">
                  <c:v>1</c:v>
                </c:pt>
                <c:pt idx="12047">
                  <c:v>1</c:v>
                </c:pt>
                <c:pt idx="12048">
                  <c:v>1</c:v>
                </c:pt>
                <c:pt idx="12049">
                  <c:v>1</c:v>
                </c:pt>
                <c:pt idx="12050">
                  <c:v>2</c:v>
                </c:pt>
                <c:pt idx="12051">
                  <c:v>4</c:v>
                </c:pt>
                <c:pt idx="12052">
                  <c:v>1</c:v>
                </c:pt>
                <c:pt idx="12053">
                  <c:v>1</c:v>
                </c:pt>
                <c:pt idx="12054">
                  <c:v>1</c:v>
                </c:pt>
                <c:pt idx="12055">
                  <c:v>2</c:v>
                </c:pt>
                <c:pt idx="12056">
                  <c:v>1</c:v>
                </c:pt>
                <c:pt idx="12057">
                  <c:v>1</c:v>
                </c:pt>
                <c:pt idx="12058">
                  <c:v>1</c:v>
                </c:pt>
                <c:pt idx="12059">
                  <c:v>2</c:v>
                </c:pt>
                <c:pt idx="12060">
                  <c:v>1</c:v>
                </c:pt>
                <c:pt idx="12061">
                  <c:v>1</c:v>
                </c:pt>
                <c:pt idx="12062">
                  <c:v>1</c:v>
                </c:pt>
                <c:pt idx="12063">
                  <c:v>2</c:v>
                </c:pt>
                <c:pt idx="12064">
                  <c:v>1</c:v>
                </c:pt>
                <c:pt idx="12065">
                  <c:v>1</c:v>
                </c:pt>
                <c:pt idx="12066">
                  <c:v>1</c:v>
                </c:pt>
                <c:pt idx="12067">
                  <c:v>1</c:v>
                </c:pt>
                <c:pt idx="12068">
                  <c:v>1</c:v>
                </c:pt>
                <c:pt idx="12069">
                  <c:v>2</c:v>
                </c:pt>
                <c:pt idx="12070">
                  <c:v>3</c:v>
                </c:pt>
                <c:pt idx="12071">
                  <c:v>1</c:v>
                </c:pt>
                <c:pt idx="12072">
                  <c:v>1</c:v>
                </c:pt>
                <c:pt idx="12073">
                  <c:v>1</c:v>
                </c:pt>
                <c:pt idx="12074">
                  <c:v>6</c:v>
                </c:pt>
                <c:pt idx="12075">
                  <c:v>1</c:v>
                </c:pt>
                <c:pt idx="12076">
                  <c:v>3</c:v>
                </c:pt>
                <c:pt idx="12077">
                  <c:v>3</c:v>
                </c:pt>
                <c:pt idx="12078">
                  <c:v>1</c:v>
                </c:pt>
                <c:pt idx="12079">
                  <c:v>2</c:v>
                </c:pt>
                <c:pt idx="12080">
                  <c:v>1</c:v>
                </c:pt>
                <c:pt idx="12081">
                  <c:v>2</c:v>
                </c:pt>
                <c:pt idx="12082">
                  <c:v>1</c:v>
                </c:pt>
                <c:pt idx="12083">
                  <c:v>1</c:v>
                </c:pt>
                <c:pt idx="12084">
                  <c:v>1</c:v>
                </c:pt>
                <c:pt idx="12085">
                  <c:v>1</c:v>
                </c:pt>
                <c:pt idx="12086">
                  <c:v>1</c:v>
                </c:pt>
                <c:pt idx="12087">
                  <c:v>1</c:v>
                </c:pt>
                <c:pt idx="12088">
                  <c:v>1</c:v>
                </c:pt>
                <c:pt idx="12089">
                  <c:v>1</c:v>
                </c:pt>
                <c:pt idx="12090">
                  <c:v>1</c:v>
                </c:pt>
                <c:pt idx="12091">
                  <c:v>1</c:v>
                </c:pt>
                <c:pt idx="12092">
                  <c:v>1</c:v>
                </c:pt>
                <c:pt idx="12093">
                  <c:v>1</c:v>
                </c:pt>
                <c:pt idx="12094">
                  <c:v>1</c:v>
                </c:pt>
                <c:pt idx="12095">
                  <c:v>1</c:v>
                </c:pt>
                <c:pt idx="12096">
                  <c:v>2</c:v>
                </c:pt>
                <c:pt idx="12097">
                  <c:v>1</c:v>
                </c:pt>
                <c:pt idx="12098">
                  <c:v>1</c:v>
                </c:pt>
                <c:pt idx="12099">
                  <c:v>2</c:v>
                </c:pt>
                <c:pt idx="12100">
                  <c:v>2</c:v>
                </c:pt>
                <c:pt idx="12101">
                  <c:v>2</c:v>
                </c:pt>
                <c:pt idx="12102">
                  <c:v>1</c:v>
                </c:pt>
                <c:pt idx="12103">
                  <c:v>2</c:v>
                </c:pt>
                <c:pt idx="12104">
                  <c:v>2</c:v>
                </c:pt>
                <c:pt idx="12105">
                  <c:v>1</c:v>
                </c:pt>
                <c:pt idx="12106">
                  <c:v>1</c:v>
                </c:pt>
                <c:pt idx="12107">
                  <c:v>1</c:v>
                </c:pt>
                <c:pt idx="12108">
                  <c:v>1</c:v>
                </c:pt>
                <c:pt idx="12109">
                  <c:v>2</c:v>
                </c:pt>
                <c:pt idx="12110">
                  <c:v>1</c:v>
                </c:pt>
                <c:pt idx="12111">
                  <c:v>2</c:v>
                </c:pt>
                <c:pt idx="12112">
                  <c:v>3</c:v>
                </c:pt>
                <c:pt idx="12113">
                  <c:v>1</c:v>
                </c:pt>
                <c:pt idx="12114">
                  <c:v>1</c:v>
                </c:pt>
                <c:pt idx="12115">
                  <c:v>1</c:v>
                </c:pt>
                <c:pt idx="12116">
                  <c:v>1</c:v>
                </c:pt>
                <c:pt idx="12117">
                  <c:v>1</c:v>
                </c:pt>
                <c:pt idx="12118">
                  <c:v>1</c:v>
                </c:pt>
                <c:pt idx="12119">
                  <c:v>1</c:v>
                </c:pt>
                <c:pt idx="12120">
                  <c:v>3</c:v>
                </c:pt>
                <c:pt idx="12121">
                  <c:v>2</c:v>
                </c:pt>
                <c:pt idx="12122">
                  <c:v>1</c:v>
                </c:pt>
                <c:pt idx="12123">
                  <c:v>1</c:v>
                </c:pt>
                <c:pt idx="12124">
                  <c:v>1</c:v>
                </c:pt>
                <c:pt idx="12125">
                  <c:v>2</c:v>
                </c:pt>
                <c:pt idx="12126">
                  <c:v>1</c:v>
                </c:pt>
                <c:pt idx="12127">
                  <c:v>2</c:v>
                </c:pt>
                <c:pt idx="12128">
                  <c:v>1</c:v>
                </c:pt>
                <c:pt idx="12129">
                  <c:v>1</c:v>
                </c:pt>
                <c:pt idx="12130">
                  <c:v>3</c:v>
                </c:pt>
                <c:pt idx="12131">
                  <c:v>1</c:v>
                </c:pt>
                <c:pt idx="12132">
                  <c:v>2</c:v>
                </c:pt>
                <c:pt idx="12133">
                  <c:v>3</c:v>
                </c:pt>
                <c:pt idx="12134">
                  <c:v>2</c:v>
                </c:pt>
                <c:pt idx="12135">
                  <c:v>1</c:v>
                </c:pt>
                <c:pt idx="12136">
                  <c:v>1</c:v>
                </c:pt>
                <c:pt idx="12137">
                  <c:v>1</c:v>
                </c:pt>
                <c:pt idx="12138">
                  <c:v>1</c:v>
                </c:pt>
                <c:pt idx="12139">
                  <c:v>1</c:v>
                </c:pt>
                <c:pt idx="12140">
                  <c:v>1</c:v>
                </c:pt>
                <c:pt idx="12141">
                  <c:v>1</c:v>
                </c:pt>
                <c:pt idx="12142">
                  <c:v>2</c:v>
                </c:pt>
                <c:pt idx="12143">
                  <c:v>2</c:v>
                </c:pt>
                <c:pt idx="12144">
                  <c:v>1</c:v>
                </c:pt>
                <c:pt idx="12145">
                  <c:v>2</c:v>
                </c:pt>
                <c:pt idx="12146">
                  <c:v>1</c:v>
                </c:pt>
                <c:pt idx="12147">
                  <c:v>2</c:v>
                </c:pt>
                <c:pt idx="12148">
                  <c:v>2</c:v>
                </c:pt>
                <c:pt idx="12149">
                  <c:v>1</c:v>
                </c:pt>
                <c:pt idx="12150">
                  <c:v>1</c:v>
                </c:pt>
                <c:pt idx="12151">
                  <c:v>2</c:v>
                </c:pt>
                <c:pt idx="12152">
                  <c:v>1</c:v>
                </c:pt>
                <c:pt idx="12153">
                  <c:v>1</c:v>
                </c:pt>
                <c:pt idx="12154">
                  <c:v>1</c:v>
                </c:pt>
                <c:pt idx="12155">
                  <c:v>2</c:v>
                </c:pt>
                <c:pt idx="12156">
                  <c:v>4</c:v>
                </c:pt>
                <c:pt idx="12157">
                  <c:v>2</c:v>
                </c:pt>
                <c:pt idx="12158">
                  <c:v>2</c:v>
                </c:pt>
                <c:pt idx="12159">
                  <c:v>4</c:v>
                </c:pt>
                <c:pt idx="12160">
                  <c:v>5</c:v>
                </c:pt>
                <c:pt idx="12161">
                  <c:v>1</c:v>
                </c:pt>
                <c:pt idx="12162">
                  <c:v>1</c:v>
                </c:pt>
                <c:pt idx="12163">
                  <c:v>1</c:v>
                </c:pt>
                <c:pt idx="12164">
                  <c:v>1</c:v>
                </c:pt>
                <c:pt idx="12165">
                  <c:v>1</c:v>
                </c:pt>
                <c:pt idx="12166">
                  <c:v>1</c:v>
                </c:pt>
                <c:pt idx="12167">
                  <c:v>1</c:v>
                </c:pt>
                <c:pt idx="12168">
                  <c:v>1</c:v>
                </c:pt>
                <c:pt idx="12169">
                  <c:v>1</c:v>
                </c:pt>
                <c:pt idx="12170">
                  <c:v>1</c:v>
                </c:pt>
                <c:pt idx="12171">
                  <c:v>2</c:v>
                </c:pt>
                <c:pt idx="12172">
                  <c:v>1</c:v>
                </c:pt>
                <c:pt idx="12173">
                  <c:v>1</c:v>
                </c:pt>
                <c:pt idx="12174">
                  <c:v>2</c:v>
                </c:pt>
                <c:pt idx="12175">
                  <c:v>1</c:v>
                </c:pt>
                <c:pt idx="12176">
                  <c:v>1</c:v>
                </c:pt>
                <c:pt idx="12177">
                  <c:v>1</c:v>
                </c:pt>
                <c:pt idx="12178">
                  <c:v>1</c:v>
                </c:pt>
                <c:pt idx="12179">
                  <c:v>1</c:v>
                </c:pt>
                <c:pt idx="12180">
                  <c:v>1</c:v>
                </c:pt>
                <c:pt idx="12181">
                  <c:v>1</c:v>
                </c:pt>
                <c:pt idx="12182">
                  <c:v>3</c:v>
                </c:pt>
                <c:pt idx="12183">
                  <c:v>2</c:v>
                </c:pt>
                <c:pt idx="12184">
                  <c:v>1</c:v>
                </c:pt>
                <c:pt idx="12185">
                  <c:v>1</c:v>
                </c:pt>
                <c:pt idx="12186">
                  <c:v>1</c:v>
                </c:pt>
                <c:pt idx="12187">
                  <c:v>1</c:v>
                </c:pt>
                <c:pt idx="12188">
                  <c:v>1</c:v>
                </c:pt>
                <c:pt idx="12189">
                  <c:v>1</c:v>
                </c:pt>
                <c:pt idx="12190">
                  <c:v>7</c:v>
                </c:pt>
                <c:pt idx="12191">
                  <c:v>1</c:v>
                </c:pt>
                <c:pt idx="12192">
                  <c:v>1</c:v>
                </c:pt>
                <c:pt idx="12193">
                  <c:v>1</c:v>
                </c:pt>
                <c:pt idx="12194">
                  <c:v>1</c:v>
                </c:pt>
                <c:pt idx="12195">
                  <c:v>1</c:v>
                </c:pt>
                <c:pt idx="12196">
                  <c:v>1</c:v>
                </c:pt>
                <c:pt idx="12197">
                  <c:v>2</c:v>
                </c:pt>
                <c:pt idx="12198">
                  <c:v>1</c:v>
                </c:pt>
                <c:pt idx="12199">
                  <c:v>1</c:v>
                </c:pt>
                <c:pt idx="12200">
                  <c:v>1</c:v>
                </c:pt>
                <c:pt idx="12201">
                  <c:v>1</c:v>
                </c:pt>
                <c:pt idx="12202">
                  <c:v>1</c:v>
                </c:pt>
                <c:pt idx="12203">
                  <c:v>1</c:v>
                </c:pt>
                <c:pt idx="12204">
                  <c:v>1</c:v>
                </c:pt>
                <c:pt idx="12205">
                  <c:v>1</c:v>
                </c:pt>
                <c:pt idx="12206">
                  <c:v>1</c:v>
                </c:pt>
                <c:pt idx="12207">
                  <c:v>1</c:v>
                </c:pt>
                <c:pt idx="12208">
                  <c:v>1</c:v>
                </c:pt>
                <c:pt idx="12209">
                  <c:v>1</c:v>
                </c:pt>
                <c:pt idx="12210">
                  <c:v>1</c:v>
                </c:pt>
                <c:pt idx="12211">
                  <c:v>1</c:v>
                </c:pt>
                <c:pt idx="12212">
                  <c:v>1</c:v>
                </c:pt>
                <c:pt idx="12213">
                  <c:v>2</c:v>
                </c:pt>
                <c:pt idx="12214">
                  <c:v>1</c:v>
                </c:pt>
                <c:pt idx="12215">
                  <c:v>2</c:v>
                </c:pt>
                <c:pt idx="12216">
                  <c:v>2</c:v>
                </c:pt>
                <c:pt idx="12217">
                  <c:v>3</c:v>
                </c:pt>
                <c:pt idx="12218">
                  <c:v>1</c:v>
                </c:pt>
                <c:pt idx="12219">
                  <c:v>1</c:v>
                </c:pt>
                <c:pt idx="12220">
                  <c:v>1</c:v>
                </c:pt>
                <c:pt idx="12221">
                  <c:v>1</c:v>
                </c:pt>
                <c:pt idx="12222">
                  <c:v>2</c:v>
                </c:pt>
                <c:pt idx="12223">
                  <c:v>1</c:v>
                </c:pt>
                <c:pt idx="12224">
                  <c:v>2</c:v>
                </c:pt>
                <c:pt idx="12225">
                  <c:v>1</c:v>
                </c:pt>
                <c:pt idx="12226">
                  <c:v>1</c:v>
                </c:pt>
                <c:pt idx="12227">
                  <c:v>1</c:v>
                </c:pt>
                <c:pt idx="12228">
                  <c:v>2</c:v>
                </c:pt>
                <c:pt idx="12229">
                  <c:v>2</c:v>
                </c:pt>
                <c:pt idx="12230">
                  <c:v>1</c:v>
                </c:pt>
                <c:pt idx="12231">
                  <c:v>1</c:v>
                </c:pt>
                <c:pt idx="12232">
                  <c:v>1</c:v>
                </c:pt>
                <c:pt idx="12233">
                  <c:v>1</c:v>
                </c:pt>
                <c:pt idx="12234">
                  <c:v>1</c:v>
                </c:pt>
                <c:pt idx="12235">
                  <c:v>2</c:v>
                </c:pt>
                <c:pt idx="12236">
                  <c:v>1</c:v>
                </c:pt>
                <c:pt idx="12237">
                  <c:v>1</c:v>
                </c:pt>
                <c:pt idx="12238">
                  <c:v>1</c:v>
                </c:pt>
                <c:pt idx="12239">
                  <c:v>1</c:v>
                </c:pt>
                <c:pt idx="12240">
                  <c:v>1</c:v>
                </c:pt>
                <c:pt idx="12241">
                  <c:v>2</c:v>
                </c:pt>
                <c:pt idx="12242">
                  <c:v>1</c:v>
                </c:pt>
                <c:pt idx="12243">
                  <c:v>1</c:v>
                </c:pt>
                <c:pt idx="12244">
                  <c:v>1</c:v>
                </c:pt>
                <c:pt idx="12245">
                  <c:v>1</c:v>
                </c:pt>
                <c:pt idx="12246">
                  <c:v>1</c:v>
                </c:pt>
                <c:pt idx="12247">
                  <c:v>1</c:v>
                </c:pt>
                <c:pt idx="12248">
                  <c:v>1</c:v>
                </c:pt>
                <c:pt idx="12249">
                  <c:v>1</c:v>
                </c:pt>
                <c:pt idx="12250">
                  <c:v>1</c:v>
                </c:pt>
                <c:pt idx="12251">
                  <c:v>1</c:v>
                </c:pt>
                <c:pt idx="12252">
                  <c:v>1</c:v>
                </c:pt>
                <c:pt idx="12253">
                  <c:v>1</c:v>
                </c:pt>
                <c:pt idx="12254">
                  <c:v>3</c:v>
                </c:pt>
                <c:pt idx="12255">
                  <c:v>4</c:v>
                </c:pt>
                <c:pt idx="12256">
                  <c:v>2</c:v>
                </c:pt>
                <c:pt idx="12257">
                  <c:v>2</c:v>
                </c:pt>
                <c:pt idx="12258">
                  <c:v>1</c:v>
                </c:pt>
                <c:pt idx="12259">
                  <c:v>2</c:v>
                </c:pt>
                <c:pt idx="12260">
                  <c:v>3</c:v>
                </c:pt>
                <c:pt idx="12261">
                  <c:v>1</c:v>
                </c:pt>
                <c:pt idx="12262">
                  <c:v>1</c:v>
                </c:pt>
                <c:pt idx="12263">
                  <c:v>1</c:v>
                </c:pt>
                <c:pt idx="12264">
                  <c:v>1</c:v>
                </c:pt>
                <c:pt idx="12265">
                  <c:v>1</c:v>
                </c:pt>
                <c:pt idx="12266">
                  <c:v>1</c:v>
                </c:pt>
                <c:pt idx="12267">
                  <c:v>1</c:v>
                </c:pt>
                <c:pt idx="12268">
                  <c:v>1</c:v>
                </c:pt>
                <c:pt idx="12269">
                  <c:v>1</c:v>
                </c:pt>
                <c:pt idx="12270">
                  <c:v>1</c:v>
                </c:pt>
                <c:pt idx="12271">
                  <c:v>1</c:v>
                </c:pt>
                <c:pt idx="12272">
                  <c:v>1</c:v>
                </c:pt>
                <c:pt idx="12273">
                  <c:v>1</c:v>
                </c:pt>
                <c:pt idx="12274">
                  <c:v>1</c:v>
                </c:pt>
                <c:pt idx="12275">
                  <c:v>1</c:v>
                </c:pt>
                <c:pt idx="12276">
                  <c:v>1</c:v>
                </c:pt>
                <c:pt idx="12277">
                  <c:v>1</c:v>
                </c:pt>
                <c:pt idx="12278">
                  <c:v>1</c:v>
                </c:pt>
                <c:pt idx="12279">
                  <c:v>2</c:v>
                </c:pt>
                <c:pt idx="12280">
                  <c:v>1</c:v>
                </c:pt>
                <c:pt idx="12281">
                  <c:v>2</c:v>
                </c:pt>
                <c:pt idx="12282">
                  <c:v>1</c:v>
                </c:pt>
                <c:pt idx="12283">
                  <c:v>1</c:v>
                </c:pt>
                <c:pt idx="12284">
                  <c:v>1</c:v>
                </c:pt>
                <c:pt idx="12285">
                  <c:v>1</c:v>
                </c:pt>
                <c:pt idx="12286">
                  <c:v>1</c:v>
                </c:pt>
                <c:pt idx="12287">
                  <c:v>1</c:v>
                </c:pt>
                <c:pt idx="12288">
                  <c:v>1</c:v>
                </c:pt>
                <c:pt idx="12289">
                  <c:v>1</c:v>
                </c:pt>
                <c:pt idx="12290">
                  <c:v>1</c:v>
                </c:pt>
                <c:pt idx="12291">
                  <c:v>1</c:v>
                </c:pt>
                <c:pt idx="12292">
                  <c:v>1</c:v>
                </c:pt>
                <c:pt idx="12293">
                  <c:v>1</c:v>
                </c:pt>
                <c:pt idx="12294">
                  <c:v>3</c:v>
                </c:pt>
                <c:pt idx="12295">
                  <c:v>1</c:v>
                </c:pt>
                <c:pt idx="12296">
                  <c:v>1</c:v>
                </c:pt>
                <c:pt idx="12297">
                  <c:v>2</c:v>
                </c:pt>
                <c:pt idx="12298">
                  <c:v>1</c:v>
                </c:pt>
                <c:pt idx="12299">
                  <c:v>1</c:v>
                </c:pt>
                <c:pt idx="12300">
                  <c:v>1</c:v>
                </c:pt>
                <c:pt idx="12301">
                  <c:v>3</c:v>
                </c:pt>
                <c:pt idx="12302">
                  <c:v>1</c:v>
                </c:pt>
                <c:pt idx="12303">
                  <c:v>1</c:v>
                </c:pt>
                <c:pt idx="12304">
                  <c:v>1</c:v>
                </c:pt>
                <c:pt idx="12305">
                  <c:v>1</c:v>
                </c:pt>
                <c:pt idx="12306">
                  <c:v>1</c:v>
                </c:pt>
                <c:pt idx="12307">
                  <c:v>1</c:v>
                </c:pt>
                <c:pt idx="12308">
                  <c:v>1</c:v>
                </c:pt>
                <c:pt idx="12309">
                  <c:v>1</c:v>
                </c:pt>
                <c:pt idx="12310">
                  <c:v>1</c:v>
                </c:pt>
                <c:pt idx="12311">
                  <c:v>1</c:v>
                </c:pt>
                <c:pt idx="12312">
                  <c:v>1</c:v>
                </c:pt>
                <c:pt idx="12313">
                  <c:v>1</c:v>
                </c:pt>
                <c:pt idx="12314">
                  <c:v>1</c:v>
                </c:pt>
                <c:pt idx="12315">
                  <c:v>1</c:v>
                </c:pt>
                <c:pt idx="12316">
                  <c:v>1</c:v>
                </c:pt>
                <c:pt idx="12317">
                  <c:v>1</c:v>
                </c:pt>
                <c:pt idx="12318">
                  <c:v>1</c:v>
                </c:pt>
                <c:pt idx="12319">
                  <c:v>1</c:v>
                </c:pt>
                <c:pt idx="12320">
                  <c:v>1</c:v>
                </c:pt>
                <c:pt idx="12321">
                  <c:v>1</c:v>
                </c:pt>
                <c:pt idx="12322">
                  <c:v>1</c:v>
                </c:pt>
                <c:pt idx="12323">
                  <c:v>1</c:v>
                </c:pt>
                <c:pt idx="12324">
                  <c:v>2</c:v>
                </c:pt>
                <c:pt idx="12325">
                  <c:v>1</c:v>
                </c:pt>
                <c:pt idx="12326">
                  <c:v>2</c:v>
                </c:pt>
                <c:pt idx="12327">
                  <c:v>1</c:v>
                </c:pt>
                <c:pt idx="12328">
                  <c:v>2</c:v>
                </c:pt>
                <c:pt idx="12329">
                  <c:v>1</c:v>
                </c:pt>
                <c:pt idx="12330">
                  <c:v>3</c:v>
                </c:pt>
                <c:pt idx="12331">
                  <c:v>2</c:v>
                </c:pt>
                <c:pt idx="12332">
                  <c:v>1</c:v>
                </c:pt>
                <c:pt idx="12333">
                  <c:v>2</c:v>
                </c:pt>
                <c:pt idx="12334">
                  <c:v>1</c:v>
                </c:pt>
                <c:pt idx="12335">
                  <c:v>2</c:v>
                </c:pt>
                <c:pt idx="12336">
                  <c:v>2</c:v>
                </c:pt>
                <c:pt idx="12337">
                  <c:v>1</c:v>
                </c:pt>
                <c:pt idx="12338">
                  <c:v>2</c:v>
                </c:pt>
                <c:pt idx="12339">
                  <c:v>1</c:v>
                </c:pt>
                <c:pt idx="12340">
                  <c:v>3</c:v>
                </c:pt>
                <c:pt idx="12341">
                  <c:v>1</c:v>
                </c:pt>
                <c:pt idx="12342">
                  <c:v>1</c:v>
                </c:pt>
                <c:pt idx="12343">
                  <c:v>1</c:v>
                </c:pt>
                <c:pt idx="12344">
                  <c:v>1</c:v>
                </c:pt>
                <c:pt idx="12345">
                  <c:v>1</c:v>
                </c:pt>
                <c:pt idx="12346">
                  <c:v>1</c:v>
                </c:pt>
                <c:pt idx="12347">
                  <c:v>1</c:v>
                </c:pt>
                <c:pt idx="12348">
                  <c:v>2</c:v>
                </c:pt>
                <c:pt idx="12349">
                  <c:v>1</c:v>
                </c:pt>
                <c:pt idx="12350">
                  <c:v>1</c:v>
                </c:pt>
                <c:pt idx="12351">
                  <c:v>1</c:v>
                </c:pt>
                <c:pt idx="12352">
                  <c:v>1</c:v>
                </c:pt>
                <c:pt idx="12353">
                  <c:v>1</c:v>
                </c:pt>
                <c:pt idx="12354">
                  <c:v>1</c:v>
                </c:pt>
                <c:pt idx="12355">
                  <c:v>1</c:v>
                </c:pt>
                <c:pt idx="12356">
                  <c:v>1</c:v>
                </c:pt>
                <c:pt idx="12357">
                  <c:v>1</c:v>
                </c:pt>
                <c:pt idx="12358">
                  <c:v>1</c:v>
                </c:pt>
                <c:pt idx="12359">
                  <c:v>1</c:v>
                </c:pt>
                <c:pt idx="12360">
                  <c:v>1</c:v>
                </c:pt>
                <c:pt idx="12361">
                  <c:v>1</c:v>
                </c:pt>
                <c:pt idx="12362">
                  <c:v>1</c:v>
                </c:pt>
                <c:pt idx="12363">
                  <c:v>1</c:v>
                </c:pt>
                <c:pt idx="12364">
                  <c:v>1</c:v>
                </c:pt>
                <c:pt idx="12365">
                  <c:v>1</c:v>
                </c:pt>
                <c:pt idx="12366">
                  <c:v>1</c:v>
                </c:pt>
                <c:pt idx="12367">
                  <c:v>1</c:v>
                </c:pt>
                <c:pt idx="12368">
                  <c:v>6</c:v>
                </c:pt>
                <c:pt idx="12369">
                  <c:v>2</c:v>
                </c:pt>
                <c:pt idx="12370">
                  <c:v>2</c:v>
                </c:pt>
                <c:pt idx="12371">
                  <c:v>1</c:v>
                </c:pt>
                <c:pt idx="12372">
                  <c:v>1</c:v>
                </c:pt>
                <c:pt idx="12373">
                  <c:v>2</c:v>
                </c:pt>
                <c:pt idx="12374">
                  <c:v>5</c:v>
                </c:pt>
                <c:pt idx="12375">
                  <c:v>3</c:v>
                </c:pt>
                <c:pt idx="12376">
                  <c:v>1</c:v>
                </c:pt>
                <c:pt idx="12377">
                  <c:v>2</c:v>
                </c:pt>
                <c:pt idx="12378">
                  <c:v>1</c:v>
                </c:pt>
                <c:pt idx="12379">
                  <c:v>1</c:v>
                </c:pt>
                <c:pt idx="12380">
                  <c:v>1</c:v>
                </c:pt>
                <c:pt idx="12381">
                  <c:v>1</c:v>
                </c:pt>
                <c:pt idx="12382">
                  <c:v>2</c:v>
                </c:pt>
                <c:pt idx="12383">
                  <c:v>1</c:v>
                </c:pt>
                <c:pt idx="12384">
                  <c:v>1</c:v>
                </c:pt>
                <c:pt idx="12385">
                  <c:v>1</c:v>
                </c:pt>
                <c:pt idx="12386">
                  <c:v>1</c:v>
                </c:pt>
                <c:pt idx="12387">
                  <c:v>2</c:v>
                </c:pt>
                <c:pt idx="12388">
                  <c:v>1</c:v>
                </c:pt>
                <c:pt idx="12389">
                  <c:v>1</c:v>
                </c:pt>
                <c:pt idx="12390">
                  <c:v>1</c:v>
                </c:pt>
                <c:pt idx="12391">
                  <c:v>1</c:v>
                </c:pt>
                <c:pt idx="12392">
                  <c:v>1</c:v>
                </c:pt>
                <c:pt idx="12393">
                  <c:v>1</c:v>
                </c:pt>
                <c:pt idx="12394">
                  <c:v>1</c:v>
                </c:pt>
                <c:pt idx="12395">
                  <c:v>1</c:v>
                </c:pt>
                <c:pt idx="12396">
                  <c:v>1</c:v>
                </c:pt>
                <c:pt idx="12397">
                  <c:v>1</c:v>
                </c:pt>
                <c:pt idx="12398">
                  <c:v>1</c:v>
                </c:pt>
                <c:pt idx="12399">
                  <c:v>1</c:v>
                </c:pt>
                <c:pt idx="12400">
                  <c:v>1</c:v>
                </c:pt>
                <c:pt idx="12401">
                  <c:v>1</c:v>
                </c:pt>
                <c:pt idx="12402">
                  <c:v>1</c:v>
                </c:pt>
                <c:pt idx="12403">
                  <c:v>1</c:v>
                </c:pt>
                <c:pt idx="12404">
                  <c:v>3</c:v>
                </c:pt>
                <c:pt idx="12405">
                  <c:v>1</c:v>
                </c:pt>
                <c:pt idx="12406">
                  <c:v>1</c:v>
                </c:pt>
                <c:pt idx="12407">
                  <c:v>1</c:v>
                </c:pt>
                <c:pt idx="12408">
                  <c:v>2</c:v>
                </c:pt>
                <c:pt idx="12409">
                  <c:v>1</c:v>
                </c:pt>
                <c:pt idx="12410">
                  <c:v>1</c:v>
                </c:pt>
                <c:pt idx="12411">
                  <c:v>1</c:v>
                </c:pt>
                <c:pt idx="12412">
                  <c:v>1</c:v>
                </c:pt>
                <c:pt idx="12413">
                  <c:v>1</c:v>
                </c:pt>
                <c:pt idx="12414">
                  <c:v>1</c:v>
                </c:pt>
                <c:pt idx="12415">
                  <c:v>3</c:v>
                </c:pt>
                <c:pt idx="12416">
                  <c:v>3</c:v>
                </c:pt>
                <c:pt idx="12417">
                  <c:v>2</c:v>
                </c:pt>
                <c:pt idx="12418">
                  <c:v>1</c:v>
                </c:pt>
                <c:pt idx="12419">
                  <c:v>1</c:v>
                </c:pt>
                <c:pt idx="12420">
                  <c:v>1</c:v>
                </c:pt>
                <c:pt idx="12421">
                  <c:v>1</c:v>
                </c:pt>
                <c:pt idx="12422">
                  <c:v>2</c:v>
                </c:pt>
                <c:pt idx="12423">
                  <c:v>2</c:v>
                </c:pt>
                <c:pt idx="12424">
                  <c:v>1</c:v>
                </c:pt>
                <c:pt idx="12425">
                  <c:v>2</c:v>
                </c:pt>
                <c:pt idx="12426">
                  <c:v>1</c:v>
                </c:pt>
                <c:pt idx="12427">
                  <c:v>1</c:v>
                </c:pt>
                <c:pt idx="12428">
                  <c:v>1</c:v>
                </c:pt>
                <c:pt idx="12429">
                  <c:v>1</c:v>
                </c:pt>
                <c:pt idx="12430">
                  <c:v>1</c:v>
                </c:pt>
                <c:pt idx="12431">
                  <c:v>1</c:v>
                </c:pt>
                <c:pt idx="12432">
                  <c:v>1</c:v>
                </c:pt>
                <c:pt idx="12433">
                  <c:v>2</c:v>
                </c:pt>
                <c:pt idx="12434">
                  <c:v>6</c:v>
                </c:pt>
                <c:pt idx="12435">
                  <c:v>2</c:v>
                </c:pt>
                <c:pt idx="12436">
                  <c:v>3</c:v>
                </c:pt>
                <c:pt idx="12437">
                  <c:v>3</c:v>
                </c:pt>
                <c:pt idx="12438">
                  <c:v>4</c:v>
                </c:pt>
                <c:pt idx="12439">
                  <c:v>1</c:v>
                </c:pt>
                <c:pt idx="12440">
                  <c:v>1</c:v>
                </c:pt>
                <c:pt idx="12441">
                  <c:v>2</c:v>
                </c:pt>
                <c:pt idx="12442">
                  <c:v>1</c:v>
                </c:pt>
                <c:pt idx="12443">
                  <c:v>2</c:v>
                </c:pt>
                <c:pt idx="12444">
                  <c:v>2</c:v>
                </c:pt>
                <c:pt idx="12445">
                  <c:v>2</c:v>
                </c:pt>
                <c:pt idx="12446">
                  <c:v>1</c:v>
                </c:pt>
                <c:pt idx="12447">
                  <c:v>1</c:v>
                </c:pt>
                <c:pt idx="12448">
                  <c:v>1</c:v>
                </c:pt>
                <c:pt idx="12449">
                  <c:v>1</c:v>
                </c:pt>
                <c:pt idx="12450">
                  <c:v>1</c:v>
                </c:pt>
                <c:pt idx="12451">
                  <c:v>1</c:v>
                </c:pt>
                <c:pt idx="12452">
                  <c:v>1</c:v>
                </c:pt>
                <c:pt idx="12453">
                  <c:v>1</c:v>
                </c:pt>
                <c:pt idx="12454">
                  <c:v>1</c:v>
                </c:pt>
                <c:pt idx="12455">
                  <c:v>1</c:v>
                </c:pt>
                <c:pt idx="12456">
                  <c:v>1</c:v>
                </c:pt>
                <c:pt idx="12457">
                  <c:v>1</c:v>
                </c:pt>
                <c:pt idx="12458">
                  <c:v>1</c:v>
                </c:pt>
                <c:pt idx="12459">
                  <c:v>1</c:v>
                </c:pt>
                <c:pt idx="12460">
                  <c:v>1</c:v>
                </c:pt>
                <c:pt idx="12461">
                  <c:v>2</c:v>
                </c:pt>
                <c:pt idx="12462">
                  <c:v>1</c:v>
                </c:pt>
                <c:pt idx="12463">
                  <c:v>1</c:v>
                </c:pt>
                <c:pt idx="12464">
                  <c:v>1</c:v>
                </c:pt>
                <c:pt idx="12465">
                  <c:v>1</c:v>
                </c:pt>
                <c:pt idx="12466">
                  <c:v>4</c:v>
                </c:pt>
                <c:pt idx="12467">
                  <c:v>2</c:v>
                </c:pt>
                <c:pt idx="12468">
                  <c:v>2</c:v>
                </c:pt>
                <c:pt idx="12469">
                  <c:v>2</c:v>
                </c:pt>
                <c:pt idx="12470">
                  <c:v>2</c:v>
                </c:pt>
                <c:pt idx="12471">
                  <c:v>3</c:v>
                </c:pt>
                <c:pt idx="12472">
                  <c:v>2</c:v>
                </c:pt>
                <c:pt idx="12473">
                  <c:v>1</c:v>
                </c:pt>
                <c:pt idx="12474">
                  <c:v>1</c:v>
                </c:pt>
                <c:pt idx="12475">
                  <c:v>1</c:v>
                </c:pt>
                <c:pt idx="12476">
                  <c:v>1</c:v>
                </c:pt>
                <c:pt idx="12477">
                  <c:v>1</c:v>
                </c:pt>
                <c:pt idx="12478">
                  <c:v>1</c:v>
                </c:pt>
                <c:pt idx="12479">
                  <c:v>1</c:v>
                </c:pt>
                <c:pt idx="12480">
                  <c:v>2</c:v>
                </c:pt>
                <c:pt idx="12481">
                  <c:v>1</c:v>
                </c:pt>
                <c:pt idx="12482">
                  <c:v>1</c:v>
                </c:pt>
                <c:pt idx="12483">
                  <c:v>1</c:v>
                </c:pt>
                <c:pt idx="12484">
                  <c:v>1</c:v>
                </c:pt>
                <c:pt idx="12485">
                  <c:v>2</c:v>
                </c:pt>
                <c:pt idx="12486">
                  <c:v>1</c:v>
                </c:pt>
                <c:pt idx="12487">
                  <c:v>1</c:v>
                </c:pt>
                <c:pt idx="12488">
                  <c:v>1</c:v>
                </c:pt>
                <c:pt idx="12489">
                  <c:v>1</c:v>
                </c:pt>
                <c:pt idx="12490">
                  <c:v>2</c:v>
                </c:pt>
                <c:pt idx="12491">
                  <c:v>1</c:v>
                </c:pt>
                <c:pt idx="12492">
                  <c:v>1</c:v>
                </c:pt>
                <c:pt idx="12493">
                  <c:v>3</c:v>
                </c:pt>
                <c:pt idx="12494">
                  <c:v>1</c:v>
                </c:pt>
                <c:pt idx="12495">
                  <c:v>1</c:v>
                </c:pt>
                <c:pt idx="12496">
                  <c:v>1</c:v>
                </c:pt>
                <c:pt idx="12497">
                  <c:v>1</c:v>
                </c:pt>
                <c:pt idx="12498">
                  <c:v>1</c:v>
                </c:pt>
                <c:pt idx="12499">
                  <c:v>1</c:v>
                </c:pt>
                <c:pt idx="12500">
                  <c:v>2</c:v>
                </c:pt>
                <c:pt idx="12501">
                  <c:v>1</c:v>
                </c:pt>
                <c:pt idx="12502">
                  <c:v>1</c:v>
                </c:pt>
                <c:pt idx="12503">
                  <c:v>1</c:v>
                </c:pt>
                <c:pt idx="12504">
                  <c:v>1</c:v>
                </c:pt>
                <c:pt idx="12505">
                  <c:v>1</c:v>
                </c:pt>
                <c:pt idx="12506">
                  <c:v>2</c:v>
                </c:pt>
                <c:pt idx="12507">
                  <c:v>1</c:v>
                </c:pt>
                <c:pt idx="12508">
                  <c:v>1</c:v>
                </c:pt>
                <c:pt idx="12509">
                  <c:v>1</c:v>
                </c:pt>
                <c:pt idx="12510">
                  <c:v>1</c:v>
                </c:pt>
                <c:pt idx="12511">
                  <c:v>1</c:v>
                </c:pt>
                <c:pt idx="12512">
                  <c:v>1</c:v>
                </c:pt>
                <c:pt idx="12513">
                  <c:v>2</c:v>
                </c:pt>
                <c:pt idx="12514">
                  <c:v>1</c:v>
                </c:pt>
                <c:pt idx="12515">
                  <c:v>1</c:v>
                </c:pt>
                <c:pt idx="12516">
                  <c:v>1</c:v>
                </c:pt>
                <c:pt idx="12517">
                  <c:v>4</c:v>
                </c:pt>
                <c:pt idx="12518">
                  <c:v>3</c:v>
                </c:pt>
                <c:pt idx="12519">
                  <c:v>1</c:v>
                </c:pt>
                <c:pt idx="12520">
                  <c:v>1</c:v>
                </c:pt>
                <c:pt idx="12521">
                  <c:v>1</c:v>
                </c:pt>
                <c:pt idx="12522">
                  <c:v>5</c:v>
                </c:pt>
                <c:pt idx="12523">
                  <c:v>1</c:v>
                </c:pt>
                <c:pt idx="12524">
                  <c:v>2</c:v>
                </c:pt>
                <c:pt idx="12525">
                  <c:v>1</c:v>
                </c:pt>
                <c:pt idx="12526">
                  <c:v>1</c:v>
                </c:pt>
                <c:pt idx="12527">
                  <c:v>1</c:v>
                </c:pt>
                <c:pt idx="12528">
                  <c:v>1</c:v>
                </c:pt>
                <c:pt idx="12529">
                  <c:v>1</c:v>
                </c:pt>
                <c:pt idx="12530">
                  <c:v>1</c:v>
                </c:pt>
                <c:pt idx="12531">
                  <c:v>2</c:v>
                </c:pt>
                <c:pt idx="12532">
                  <c:v>2</c:v>
                </c:pt>
                <c:pt idx="12533">
                  <c:v>1</c:v>
                </c:pt>
                <c:pt idx="12534">
                  <c:v>1</c:v>
                </c:pt>
                <c:pt idx="12535">
                  <c:v>1</c:v>
                </c:pt>
                <c:pt idx="12536">
                  <c:v>1</c:v>
                </c:pt>
                <c:pt idx="12537">
                  <c:v>2</c:v>
                </c:pt>
                <c:pt idx="12538">
                  <c:v>2</c:v>
                </c:pt>
                <c:pt idx="12539">
                  <c:v>2</c:v>
                </c:pt>
                <c:pt idx="12540">
                  <c:v>2</c:v>
                </c:pt>
                <c:pt idx="12541">
                  <c:v>1</c:v>
                </c:pt>
                <c:pt idx="12542">
                  <c:v>1</c:v>
                </c:pt>
                <c:pt idx="12543">
                  <c:v>2</c:v>
                </c:pt>
                <c:pt idx="12544">
                  <c:v>1</c:v>
                </c:pt>
                <c:pt idx="12545">
                  <c:v>1</c:v>
                </c:pt>
                <c:pt idx="12546">
                  <c:v>1</c:v>
                </c:pt>
                <c:pt idx="12547">
                  <c:v>1</c:v>
                </c:pt>
                <c:pt idx="12548">
                  <c:v>1</c:v>
                </c:pt>
                <c:pt idx="12549">
                  <c:v>1</c:v>
                </c:pt>
                <c:pt idx="12550">
                  <c:v>1</c:v>
                </c:pt>
                <c:pt idx="12551">
                  <c:v>1</c:v>
                </c:pt>
                <c:pt idx="12552">
                  <c:v>1</c:v>
                </c:pt>
                <c:pt idx="12553">
                  <c:v>2</c:v>
                </c:pt>
                <c:pt idx="12554">
                  <c:v>1</c:v>
                </c:pt>
                <c:pt idx="12555">
                  <c:v>2</c:v>
                </c:pt>
                <c:pt idx="12556">
                  <c:v>1</c:v>
                </c:pt>
                <c:pt idx="12557">
                  <c:v>2</c:v>
                </c:pt>
                <c:pt idx="12558">
                  <c:v>1</c:v>
                </c:pt>
                <c:pt idx="12559">
                  <c:v>1</c:v>
                </c:pt>
                <c:pt idx="12560">
                  <c:v>2</c:v>
                </c:pt>
                <c:pt idx="12561">
                  <c:v>2</c:v>
                </c:pt>
                <c:pt idx="12562">
                  <c:v>2</c:v>
                </c:pt>
                <c:pt idx="12563">
                  <c:v>1</c:v>
                </c:pt>
                <c:pt idx="12564">
                  <c:v>1</c:v>
                </c:pt>
                <c:pt idx="12565">
                  <c:v>1</c:v>
                </c:pt>
                <c:pt idx="12566">
                  <c:v>1</c:v>
                </c:pt>
                <c:pt idx="12567">
                  <c:v>1</c:v>
                </c:pt>
                <c:pt idx="12568">
                  <c:v>1</c:v>
                </c:pt>
                <c:pt idx="12569">
                  <c:v>1</c:v>
                </c:pt>
                <c:pt idx="12570">
                  <c:v>2</c:v>
                </c:pt>
                <c:pt idx="12571">
                  <c:v>1</c:v>
                </c:pt>
                <c:pt idx="12572">
                  <c:v>1</c:v>
                </c:pt>
                <c:pt idx="12573">
                  <c:v>1</c:v>
                </c:pt>
                <c:pt idx="12574">
                  <c:v>1</c:v>
                </c:pt>
                <c:pt idx="12575">
                  <c:v>1</c:v>
                </c:pt>
                <c:pt idx="12576">
                  <c:v>1</c:v>
                </c:pt>
                <c:pt idx="12577">
                  <c:v>1</c:v>
                </c:pt>
                <c:pt idx="12578">
                  <c:v>1</c:v>
                </c:pt>
                <c:pt idx="12579">
                  <c:v>2</c:v>
                </c:pt>
                <c:pt idx="12580">
                  <c:v>5</c:v>
                </c:pt>
                <c:pt idx="12581">
                  <c:v>2</c:v>
                </c:pt>
                <c:pt idx="12582">
                  <c:v>1</c:v>
                </c:pt>
                <c:pt idx="12583">
                  <c:v>1</c:v>
                </c:pt>
                <c:pt idx="12584">
                  <c:v>2</c:v>
                </c:pt>
                <c:pt idx="12585">
                  <c:v>2</c:v>
                </c:pt>
                <c:pt idx="12586">
                  <c:v>3</c:v>
                </c:pt>
                <c:pt idx="12587">
                  <c:v>1</c:v>
                </c:pt>
                <c:pt idx="12588">
                  <c:v>1</c:v>
                </c:pt>
                <c:pt idx="12589">
                  <c:v>2</c:v>
                </c:pt>
                <c:pt idx="12590">
                  <c:v>1</c:v>
                </c:pt>
                <c:pt idx="12591">
                  <c:v>1</c:v>
                </c:pt>
                <c:pt idx="12592">
                  <c:v>1</c:v>
                </c:pt>
                <c:pt idx="12593">
                  <c:v>2</c:v>
                </c:pt>
                <c:pt idx="12594">
                  <c:v>1</c:v>
                </c:pt>
                <c:pt idx="12595">
                  <c:v>3</c:v>
                </c:pt>
                <c:pt idx="12596">
                  <c:v>6</c:v>
                </c:pt>
                <c:pt idx="12597">
                  <c:v>2</c:v>
                </c:pt>
                <c:pt idx="12598">
                  <c:v>3</c:v>
                </c:pt>
                <c:pt idx="12599">
                  <c:v>1</c:v>
                </c:pt>
                <c:pt idx="12600">
                  <c:v>1</c:v>
                </c:pt>
                <c:pt idx="12601">
                  <c:v>3</c:v>
                </c:pt>
                <c:pt idx="12602">
                  <c:v>1</c:v>
                </c:pt>
                <c:pt idx="12603">
                  <c:v>2</c:v>
                </c:pt>
                <c:pt idx="12604">
                  <c:v>1</c:v>
                </c:pt>
                <c:pt idx="12605">
                  <c:v>2</c:v>
                </c:pt>
                <c:pt idx="12606">
                  <c:v>1</c:v>
                </c:pt>
                <c:pt idx="12607">
                  <c:v>1</c:v>
                </c:pt>
                <c:pt idx="12608">
                  <c:v>1</c:v>
                </c:pt>
                <c:pt idx="12609">
                  <c:v>1</c:v>
                </c:pt>
                <c:pt idx="12610">
                  <c:v>1</c:v>
                </c:pt>
                <c:pt idx="12611">
                  <c:v>1</c:v>
                </c:pt>
                <c:pt idx="12612">
                  <c:v>1</c:v>
                </c:pt>
                <c:pt idx="12613">
                  <c:v>2</c:v>
                </c:pt>
                <c:pt idx="12614">
                  <c:v>1</c:v>
                </c:pt>
                <c:pt idx="12615">
                  <c:v>1</c:v>
                </c:pt>
                <c:pt idx="12616">
                  <c:v>1</c:v>
                </c:pt>
                <c:pt idx="12617">
                  <c:v>2</c:v>
                </c:pt>
                <c:pt idx="12618">
                  <c:v>1</c:v>
                </c:pt>
                <c:pt idx="12619">
                  <c:v>1</c:v>
                </c:pt>
                <c:pt idx="12620">
                  <c:v>1</c:v>
                </c:pt>
                <c:pt idx="12621">
                  <c:v>2</c:v>
                </c:pt>
                <c:pt idx="12622">
                  <c:v>1</c:v>
                </c:pt>
                <c:pt idx="12623">
                  <c:v>1</c:v>
                </c:pt>
                <c:pt idx="12624">
                  <c:v>1</c:v>
                </c:pt>
                <c:pt idx="12625">
                  <c:v>1</c:v>
                </c:pt>
                <c:pt idx="12626">
                  <c:v>5</c:v>
                </c:pt>
                <c:pt idx="12627">
                  <c:v>1</c:v>
                </c:pt>
                <c:pt idx="12628">
                  <c:v>1</c:v>
                </c:pt>
                <c:pt idx="12629">
                  <c:v>1</c:v>
                </c:pt>
                <c:pt idx="12630">
                  <c:v>1</c:v>
                </c:pt>
                <c:pt idx="12631">
                  <c:v>1</c:v>
                </c:pt>
                <c:pt idx="12632">
                  <c:v>1</c:v>
                </c:pt>
                <c:pt idx="12633">
                  <c:v>1</c:v>
                </c:pt>
                <c:pt idx="12634">
                  <c:v>2</c:v>
                </c:pt>
                <c:pt idx="12635">
                  <c:v>1</c:v>
                </c:pt>
                <c:pt idx="12636">
                  <c:v>1</c:v>
                </c:pt>
                <c:pt idx="12637">
                  <c:v>1</c:v>
                </c:pt>
                <c:pt idx="12638">
                  <c:v>1</c:v>
                </c:pt>
                <c:pt idx="12639">
                  <c:v>1</c:v>
                </c:pt>
                <c:pt idx="12640">
                  <c:v>1</c:v>
                </c:pt>
                <c:pt idx="12641">
                  <c:v>1</c:v>
                </c:pt>
                <c:pt idx="12642">
                  <c:v>1</c:v>
                </c:pt>
                <c:pt idx="12643">
                  <c:v>1</c:v>
                </c:pt>
                <c:pt idx="12644">
                  <c:v>1</c:v>
                </c:pt>
                <c:pt idx="12645">
                  <c:v>1</c:v>
                </c:pt>
                <c:pt idx="12646">
                  <c:v>1</c:v>
                </c:pt>
                <c:pt idx="12647">
                  <c:v>1</c:v>
                </c:pt>
                <c:pt idx="12648">
                  <c:v>1</c:v>
                </c:pt>
                <c:pt idx="12649">
                  <c:v>1</c:v>
                </c:pt>
                <c:pt idx="12650">
                  <c:v>1</c:v>
                </c:pt>
                <c:pt idx="12651">
                  <c:v>1</c:v>
                </c:pt>
                <c:pt idx="12652">
                  <c:v>1</c:v>
                </c:pt>
                <c:pt idx="12653">
                  <c:v>1</c:v>
                </c:pt>
                <c:pt idx="12654">
                  <c:v>4</c:v>
                </c:pt>
                <c:pt idx="12655">
                  <c:v>1</c:v>
                </c:pt>
                <c:pt idx="12656">
                  <c:v>2</c:v>
                </c:pt>
                <c:pt idx="12657">
                  <c:v>1</c:v>
                </c:pt>
                <c:pt idx="12658">
                  <c:v>2</c:v>
                </c:pt>
                <c:pt idx="12659">
                  <c:v>2</c:v>
                </c:pt>
                <c:pt idx="12660">
                  <c:v>1</c:v>
                </c:pt>
                <c:pt idx="12661">
                  <c:v>2</c:v>
                </c:pt>
                <c:pt idx="12662">
                  <c:v>1</c:v>
                </c:pt>
                <c:pt idx="12663">
                  <c:v>1</c:v>
                </c:pt>
                <c:pt idx="12664">
                  <c:v>1</c:v>
                </c:pt>
                <c:pt idx="12665">
                  <c:v>1</c:v>
                </c:pt>
                <c:pt idx="12666">
                  <c:v>1</c:v>
                </c:pt>
                <c:pt idx="12667">
                  <c:v>1</c:v>
                </c:pt>
                <c:pt idx="12668">
                  <c:v>1</c:v>
                </c:pt>
                <c:pt idx="12669">
                  <c:v>1</c:v>
                </c:pt>
                <c:pt idx="12670">
                  <c:v>1</c:v>
                </c:pt>
                <c:pt idx="12671">
                  <c:v>2</c:v>
                </c:pt>
                <c:pt idx="12672">
                  <c:v>1</c:v>
                </c:pt>
                <c:pt idx="12673">
                  <c:v>2</c:v>
                </c:pt>
                <c:pt idx="12674">
                  <c:v>1</c:v>
                </c:pt>
                <c:pt idx="12675">
                  <c:v>1</c:v>
                </c:pt>
                <c:pt idx="12676">
                  <c:v>1</c:v>
                </c:pt>
                <c:pt idx="12677">
                  <c:v>1</c:v>
                </c:pt>
                <c:pt idx="12678">
                  <c:v>1</c:v>
                </c:pt>
                <c:pt idx="12679">
                  <c:v>1</c:v>
                </c:pt>
                <c:pt idx="12680">
                  <c:v>1</c:v>
                </c:pt>
                <c:pt idx="12681">
                  <c:v>1</c:v>
                </c:pt>
                <c:pt idx="12682">
                  <c:v>3</c:v>
                </c:pt>
                <c:pt idx="12683">
                  <c:v>1</c:v>
                </c:pt>
                <c:pt idx="12684">
                  <c:v>1</c:v>
                </c:pt>
                <c:pt idx="12685">
                  <c:v>1</c:v>
                </c:pt>
                <c:pt idx="12686">
                  <c:v>1</c:v>
                </c:pt>
                <c:pt idx="12687">
                  <c:v>3</c:v>
                </c:pt>
                <c:pt idx="12688">
                  <c:v>1</c:v>
                </c:pt>
                <c:pt idx="12689">
                  <c:v>2</c:v>
                </c:pt>
                <c:pt idx="12690">
                  <c:v>1</c:v>
                </c:pt>
                <c:pt idx="12691">
                  <c:v>1</c:v>
                </c:pt>
                <c:pt idx="12692">
                  <c:v>1</c:v>
                </c:pt>
                <c:pt idx="12693">
                  <c:v>1</c:v>
                </c:pt>
                <c:pt idx="12694">
                  <c:v>1</c:v>
                </c:pt>
                <c:pt idx="12695">
                  <c:v>1</c:v>
                </c:pt>
                <c:pt idx="12696">
                  <c:v>2</c:v>
                </c:pt>
                <c:pt idx="12697">
                  <c:v>2</c:v>
                </c:pt>
                <c:pt idx="12698">
                  <c:v>8</c:v>
                </c:pt>
                <c:pt idx="12699">
                  <c:v>2</c:v>
                </c:pt>
                <c:pt idx="12700">
                  <c:v>1</c:v>
                </c:pt>
                <c:pt idx="12701">
                  <c:v>1</c:v>
                </c:pt>
                <c:pt idx="12702">
                  <c:v>2</c:v>
                </c:pt>
                <c:pt idx="12703">
                  <c:v>1</c:v>
                </c:pt>
                <c:pt idx="12704">
                  <c:v>1</c:v>
                </c:pt>
                <c:pt idx="12705">
                  <c:v>1</c:v>
                </c:pt>
                <c:pt idx="12706">
                  <c:v>1</c:v>
                </c:pt>
                <c:pt idx="12707">
                  <c:v>1</c:v>
                </c:pt>
                <c:pt idx="12708">
                  <c:v>1</c:v>
                </c:pt>
                <c:pt idx="12709">
                  <c:v>1</c:v>
                </c:pt>
                <c:pt idx="12710">
                  <c:v>1</c:v>
                </c:pt>
                <c:pt idx="12711">
                  <c:v>1</c:v>
                </c:pt>
                <c:pt idx="12712">
                  <c:v>1</c:v>
                </c:pt>
                <c:pt idx="12713">
                  <c:v>1</c:v>
                </c:pt>
                <c:pt idx="12714">
                  <c:v>1</c:v>
                </c:pt>
                <c:pt idx="12715">
                  <c:v>1</c:v>
                </c:pt>
                <c:pt idx="12716">
                  <c:v>1</c:v>
                </c:pt>
                <c:pt idx="12717">
                  <c:v>1</c:v>
                </c:pt>
                <c:pt idx="12718">
                  <c:v>1</c:v>
                </c:pt>
                <c:pt idx="12719">
                  <c:v>1</c:v>
                </c:pt>
                <c:pt idx="12720">
                  <c:v>1</c:v>
                </c:pt>
                <c:pt idx="12721">
                  <c:v>3</c:v>
                </c:pt>
                <c:pt idx="12722">
                  <c:v>1</c:v>
                </c:pt>
                <c:pt idx="12723">
                  <c:v>1</c:v>
                </c:pt>
                <c:pt idx="12724">
                  <c:v>1</c:v>
                </c:pt>
                <c:pt idx="12725">
                  <c:v>1</c:v>
                </c:pt>
                <c:pt idx="12726">
                  <c:v>1</c:v>
                </c:pt>
                <c:pt idx="12727">
                  <c:v>1</c:v>
                </c:pt>
                <c:pt idx="12728">
                  <c:v>1</c:v>
                </c:pt>
                <c:pt idx="12729">
                  <c:v>1</c:v>
                </c:pt>
                <c:pt idx="12730">
                  <c:v>1</c:v>
                </c:pt>
                <c:pt idx="12731">
                  <c:v>1</c:v>
                </c:pt>
                <c:pt idx="12732">
                  <c:v>1</c:v>
                </c:pt>
                <c:pt idx="12733">
                  <c:v>1</c:v>
                </c:pt>
                <c:pt idx="12734">
                  <c:v>2</c:v>
                </c:pt>
                <c:pt idx="12735">
                  <c:v>1</c:v>
                </c:pt>
                <c:pt idx="12736">
                  <c:v>2</c:v>
                </c:pt>
                <c:pt idx="12737">
                  <c:v>1</c:v>
                </c:pt>
                <c:pt idx="12738">
                  <c:v>1</c:v>
                </c:pt>
                <c:pt idx="12739">
                  <c:v>1</c:v>
                </c:pt>
                <c:pt idx="12740">
                  <c:v>1</c:v>
                </c:pt>
                <c:pt idx="12741">
                  <c:v>1</c:v>
                </c:pt>
                <c:pt idx="12742">
                  <c:v>1</c:v>
                </c:pt>
                <c:pt idx="12743">
                  <c:v>1</c:v>
                </c:pt>
                <c:pt idx="12744">
                  <c:v>1</c:v>
                </c:pt>
                <c:pt idx="12745">
                  <c:v>1</c:v>
                </c:pt>
                <c:pt idx="12746">
                  <c:v>4</c:v>
                </c:pt>
                <c:pt idx="12747">
                  <c:v>3</c:v>
                </c:pt>
                <c:pt idx="12748">
                  <c:v>1</c:v>
                </c:pt>
                <c:pt idx="12749">
                  <c:v>1</c:v>
                </c:pt>
                <c:pt idx="12750">
                  <c:v>2</c:v>
                </c:pt>
                <c:pt idx="12751">
                  <c:v>5</c:v>
                </c:pt>
                <c:pt idx="12752">
                  <c:v>1</c:v>
                </c:pt>
                <c:pt idx="12753">
                  <c:v>3</c:v>
                </c:pt>
                <c:pt idx="12754">
                  <c:v>1</c:v>
                </c:pt>
                <c:pt idx="12755">
                  <c:v>1</c:v>
                </c:pt>
                <c:pt idx="12756">
                  <c:v>1</c:v>
                </c:pt>
                <c:pt idx="12757">
                  <c:v>1</c:v>
                </c:pt>
                <c:pt idx="12758">
                  <c:v>3</c:v>
                </c:pt>
                <c:pt idx="12759">
                  <c:v>1</c:v>
                </c:pt>
                <c:pt idx="12760">
                  <c:v>1</c:v>
                </c:pt>
                <c:pt idx="12761">
                  <c:v>1</c:v>
                </c:pt>
                <c:pt idx="12762">
                  <c:v>1</c:v>
                </c:pt>
                <c:pt idx="12763">
                  <c:v>1</c:v>
                </c:pt>
                <c:pt idx="12764">
                  <c:v>1</c:v>
                </c:pt>
                <c:pt idx="12765">
                  <c:v>1</c:v>
                </c:pt>
                <c:pt idx="12766">
                  <c:v>2</c:v>
                </c:pt>
                <c:pt idx="12767">
                  <c:v>1</c:v>
                </c:pt>
                <c:pt idx="12768">
                  <c:v>1</c:v>
                </c:pt>
                <c:pt idx="12769">
                  <c:v>1</c:v>
                </c:pt>
                <c:pt idx="12770">
                  <c:v>2</c:v>
                </c:pt>
                <c:pt idx="12771">
                  <c:v>1</c:v>
                </c:pt>
                <c:pt idx="12772">
                  <c:v>1</c:v>
                </c:pt>
                <c:pt idx="12773">
                  <c:v>1</c:v>
                </c:pt>
                <c:pt idx="12774">
                  <c:v>1</c:v>
                </c:pt>
                <c:pt idx="12775">
                  <c:v>1</c:v>
                </c:pt>
                <c:pt idx="12776">
                  <c:v>1</c:v>
                </c:pt>
                <c:pt idx="12777">
                  <c:v>1</c:v>
                </c:pt>
                <c:pt idx="12778">
                  <c:v>1</c:v>
                </c:pt>
                <c:pt idx="12779">
                  <c:v>1</c:v>
                </c:pt>
                <c:pt idx="12780">
                  <c:v>1</c:v>
                </c:pt>
                <c:pt idx="12781">
                  <c:v>2</c:v>
                </c:pt>
                <c:pt idx="12782">
                  <c:v>3</c:v>
                </c:pt>
                <c:pt idx="12783">
                  <c:v>1</c:v>
                </c:pt>
                <c:pt idx="12784">
                  <c:v>1</c:v>
                </c:pt>
                <c:pt idx="12785">
                  <c:v>1</c:v>
                </c:pt>
                <c:pt idx="12786">
                  <c:v>1</c:v>
                </c:pt>
                <c:pt idx="12787">
                  <c:v>1</c:v>
                </c:pt>
                <c:pt idx="12788">
                  <c:v>1</c:v>
                </c:pt>
                <c:pt idx="12789">
                  <c:v>1</c:v>
                </c:pt>
                <c:pt idx="12790">
                  <c:v>2</c:v>
                </c:pt>
                <c:pt idx="12791">
                  <c:v>1</c:v>
                </c:pt>
                <c:pt idx="12792">
                  <c:v>1</c:v>
                </c:pt>
                <c:pt idx="12793">
                  <c:v>2</c:v>
                </c:pt>
                <c:pt idx="12794">
                  <c:v>1</c:v>
                </c:pt>
                <c:pt idx="12795">
                  <c:v>1</c:v>
                </c:pt>
                <c:pt idx="12796">
                  <c:v>3</c:v>
                </c:pt>
                <c:pt idx="12797">
                  <c:v>1</c:v>
                </c:pt>
                <c:pt idx="12798">
                  <c:v>2</c:v>
                </c:pt>
                <c:pt idx="12799">
                  <c:v>1</c:v>
                </c:pt>
                <c:pt idx="12800">
                  <c:v>2</c:v>
                </c:pt>
                <c:pt idx="12801">
                  <c:v>2</c:v>
                </c:pt>
                <c:pt idx="12802">
                  <c:v>1</c:v>
                </c:pt>
                <c:pt idx="12803">
                  <c:v>1</c:v>
                </c:pt>
                <c:pt idx="12804">
                  <c:v>1</c:v>
                </c:pt>
                <c:pt idx="12805">
                  <c:v>1</c:v>
                </c:pt>
                <c:pt idx="12806">
                  <c:v>1</c:v>
                </c:pt>
                <c:pt idx="12807">
                  <c:v>1</c:v>
                </c:pt>
                <c:pt idx="12808">
                  <c:v>1</c:v>
                </c:pt>
                <c:pt idx="12809">
                  <c:v>3</c:v>
                </c:pt>
                <c:pt idx="12810">
                  <c:v>1</c:v>
                </c:pt>
                <c:pt idx="12811">
                  <c:v>2</c:v>
                </c:pt>
                <c:pt idx="12812">
                  <c:v>2</c:v>
                </c:pt>
                <c:pt idx="12813">
                  <c:v>1</c:v>
                </c:pt>
                <c:pt idx="12814">
                  <c:v>4</c:v>
                </c:pt>
                <c:pt idx="12815">
                  <c:v>2</c:v>
                </c:pt>
                <c:pt idx="12816">
                  <c:v>1</c:v>
                </c:pt>
                <c:pt idx="12817">
                  <c:v>1</c:v>
                </c:pt>
                <c:pt idx="12818">
                  <c:v>1</c:v>
                </c:pt>
                <c:pt idx="12819">
                  <c:v>1</c:v>
                </c:pt>
                <c:pt idx="12820">
                  <c:v>1</c:v>
                </c:pt>
                <c:pt idx="12821">
                  <c:v>1</c:v>
                </c:pt>
                <c:pt idx="12822">
                  <c:v>1</c:v>
                </c:pt>
                <c:pt idx="12823">
                  <c:v>1</c:v>
                </c:pt>
                <c:pt idx="12824">
                  <c:v>1</c:v>
                </c:pt>
                <c:pt idx="12825">
                  <c:v>1</c:v>
                </c:pt>
                <c:pt idx="12826">
                  <c:v>1</c:v>
                </c:pt>
                <c:pt idx="12827">
                  <c:v>1</c:v>
                </c:pt>
                <c:pt idx="12828">
                  <c:v>1</c:v>
                </c:pt>
                <c:pt idx="12829">
                  <c:v>2</c:v>
                </c:pt>
                <c:pt idx="12830">
                  <c:v>1</c:v>
                </c:pt>
                <c:pt idx="12831">
                  <c:v>1</c:v>
                </c:pt>
                <c:pt idx="12832">
                  <c:v>1</c:v>
                </c:pt>
                <c:pt idx="12833">
                  <c:v>1</c:v>
                </c:pt>
                <c:pt idx="12834">
                  <c:v>1</c:v>
                </c:pt>
                <c:pt idx="12835">
                  <c:v>1</c:v>
                </c:pt>
                <c:pt idx="12836">
                  <c:v>1</c:v>
                </c:pt>
                <c:pt idx="12837">
                  <c:v>1</c:v>
                </c:pt>
                <c:pt idx="12838">
                  <c:v>1</c:v>
                </c:pt>
                <c:pt idx="12839">
                  <c:v>1</c:v>
                </c:pt>
                <c:pt idx="12840">
                  <c:v>1</c:v>
                </c:pt>
                <c:pt idx="12841">
                  <c:v>1</c:v>
                </c:pt>
                <c:pt idx="12842">
                  <c:v>3</c:v>
                </c:pt>
                <c:pt idx="12843">
                  <c:v>3</c:v>
                </c:pt>
                <c:pt idx="12844">
                  <c:v>1</c:v>
                </c:pt>
                <c:pt idx="12845">
                  <c:v>1</c:v>
                </c:pt>
                <c:pt idx="12846">
                  <c:v>1</c:v>
                </c:pt>
                <c:pt idx="12847">
                  <c:v>1</c:v>
                </c:pt>
                <c:pt idx="12848">
                  <c:v>2</c:v>
                </c:pt>
                <c:pt idx="12849">
                  <c:v>1</c:v>
                </c:pt>
                <c:pt idx="12850">
                  <c:v>1</c:v>
                </c:pt>
                <c:pt idx="12851">
                  <c:v>2</c:v>
                </c:pt>
                <c:pt idx="12852">
                  <c:v>2</c:v>
                </c:pt>
                <c:pt idx="12853">
                  <c:v>1</c:v>
                </c:pt>
                <c:pt idx="12854">
                  <c:v>1</c:v>
                </c:pt>
                <c:pt idx="12855">
                  <c:v>1</c:v>
                </c:pt>
                <c:pt idx="12856">
                  <c:v>1</c:v>
                </c:pt>
                <c:pt idx="12857">
                  <c:v>1</c:v>
                </c:pt>
                <c:pt idx="12858">
                  <c:v>1</c:v>
                </c:pt>
                <c:pt idx="12859">
                  <c:v>1</c:v>
                </c:pt>
                <c:pt idx="12860">
                  <c:v>1</c:v>
                </c:pt>
                <c:pt idx="12861">
                  <c:v>1</c:v>
                </c:pt>
                <c:pt idx="12862">
                  <c:v>1</c:v>
                </c:pt>
                <c:pt idx="12863">
                  <c:v>1</c:v>
                </c:pt>
                <c:pt idx="12864">
                  <c:v>1</c:v>
                </c:pt>
                <c:pt idx="12865">
                  <c:v>1</c:v>
                </c:pt>
                <c:pt idx="12866">
                  <c:v>1</c:v>
                </c:pt>
                <c:pt idx="12867">
                  <c:v>2</c:v>
                </c:pt>
                <c:pt idx="12868">
                  <c:v>1</c:v>
                </c:pt>
                <c:pt idx="12869">
                  <c:v>1</c:v>
                </c:pt>
                <c:pt idx="12870">
                  <c:v>1</c:v>
                </c:pt>
                <c:pt idx="12871">
                  <c:v>2</c:v>
                </c:pt>
                <c:pt idx="12872">
                  <c:v>1</c:v>
                </c:pt>
                <c:pt idx="12873">
                  <c:v>2</c:v>
                </c:pt>
                <c:pt idx="12874">
                  <c:v>1</c:v>
                </c:pt>
                <c:pt idx="12875">
                  <c:v>1</c:v>
                </c:pt>
                <c:pt idx="12876">
                  <c:v>2</c:v>
                </c:pt>
                <c:pt idx="12877">
                  <c:v>1</c:v>
                </c:pt>
                <c:pt idx="12878">
                  <c:v>1</c:v>
                </c:pt>
                <c:pt idx="12879">
                  <c:v>1</c:v>
                </c:pt>
                <c:pt idx="12880">
                  <c:v>1</c:v>
                </c:pt>
                <c:pt idx="12881">
                  <c:v>1</c:v>
                </c:pt>
                <c:pt idx="12882">
                  <c:v>1</c:v>
                </c:pt>
                <c:pt idx="12883">
                  <c:v>1</c:v>
                </c:pt>
                <c:pt idx="12884">
                  <c:v>1</c:v>
                </c:pt>
                <c:pt idx="12885">
                  <c:v>1</c:v>
                </c:pt>
                <c:pt idx="12886">
                  <c:v>1</c:v>
                </c:pt>
                <c:pt idx="12887">
                  <c:v>1</c:v>
                </c:pt>
                <c:pt idx="12888">
                  <c:v>1</c:v>
                </c:pt>
                <c:pt idx="12889">
                  <c:v>1</c:v>
                </c:pt>
                <c:pt idx="12890">
                  <c:v>1</c:v>
                </c:pt>
                <c:pt idx="12891">
                  <c:v>1</c:v>
                </c:pt>
                <c:pt idx="12892">
                  <c:v>1</c:v>
                </c:pt>
                <c:pt idx="12893">
                  <c:v>2</c:v>
                </c:pt>
                <c:pt idx="12894">
                  <c:v>1</c:v>
                </c:pt>
                <c:pt idx="12895">
                  <c:v>1</c:v>
                </c:pt>
                <c:pt idx="12896">
                  <c:v>1</c:v>
                </c:pt>
                <c:pt idx="12897">
                  <c:v>1</c:v>
                </c:pt>
                <c:pt idx="12898">
                  <c:v>1</c:v>
                </c:pt>
                <c:pt idx="12899">
                  <c:v>1</c:v>
                </c:pt>
                <c:pt idx="12900">
                  <c:v>3</c:v>
                </c:pt>
                <c:pt idx="12901">
                  <c:v>1</c:v>
                </c:pt>
                <c:pt idx="12902">
                  <c:v>2</c:v>
                </c:pt>
                <c:pt idx="12903">
                  <c:v>1</c:v>
                </c:pt>
                <c:pt idx="12904">
                  <c:v>1</c:v>
                </c:pt>
                <c:pt idx="12905">
                  <c:v>2</c:v>
                </c:pt>
                <c:pt idx="12906">
                  <c:v>2</c:v>
                </c:pt>
                <c:pt idx="12907">
                  <c:v>1</c:v>
                </c:pt>
                <c:pt idx="12908">
                  <c:v>1</c:v>
                </c:pt>
                <c:pt idx="12909">
                  <c:v>1</c:v>
                </c:pt>
                <c:pt idx="12910">
                  <c:v>1</c:v>
                </c:pt>
                <c:pt idx="12911">
                  <c:v>1</c:v>
                </c:pt>
                <c:pt idx="12912">
                  <c:v>1</c:v>
                </c:pt>
                <c:pt idx="12913">
                  <c:v>1</c:v>
                </c:pt>
                <c:pt idx="12914">
                  <c:v>1</c:v>
                </c:pt>
                <c:pt idx="12915">
                  <c:v>1</c:v>
                </c:pt>
                <c:pt idx="12916">
                  <c:v>1</c:v>
                </c:pt>
                <c:pt idx="12917">
                  <c:v>1</c:v>
                </c:pt>
                <c:pt idx="12918">
                  <c:v>1</c:v>
                </c:pt>
                <c:pt idx="12919">
                  <c:v>1</c:v>
                </c:pt>
                <c:pt idx="12920">
                  <c:v>2</c:v>
                </c:pt>
                <c:pt idx="12921">
                  <c:v>1</c:v>
                </c:pt>
                <c:pt idx="12922">
                  <c:v>1</c:v>
                </c:pt>
                <c:pt idx="12923">
                  <c:v>1</c:v>
                </c:pt>
                <c:pt idx="12924">
                  <c:v>4</c:v>
                </c:pt>
                <c:pt idx="12925">
                  <c:v>1</c:v>
                </c:pt>
                <c:pt idx="12926">
                  <c:v>2</c:v>
                </c:pt>
                <c:pt idx="12927">
                  <c:v>1</c:v>
                </c:pt>
                <c:pt idx="12928">
                  <c:v>1</c:v>
                </c:pt>
                <c:pt idx="12929">
                  <c:v>1</c:v>
                </c:pt>
                <c:pt idx="12930">
                  <c:v>1</c:v>
                </c:pt>
                <c:pt idx="12931">
                  <c:v>1</c:v>
                </c:pt>
                <c:pt idx="12932">
                  <c:v>1</c:v>
                </c:pt>
                <c:pt idx="12933">
                  <c:v>1</c:v>
                </c:pt>
                <c:pt idx="12934">
                  <c:v>1</c:v>
                </c:pt>
                <c:pt idx="12935">
                  <c:v>1</c:v>
                </c:pt>
                <c:pt idx="12936">
                  <c:v>2</c:v>
                </c:pt>
                <c:pt idx="12937">
                  <c:v>1</c:v>
                </c:pt>
                <c:pt idx="12938">
                  <c:v>2</c:v>
                </c:pt>
                <c:pt idx="12939">
                  <c:v>1</c:v>
                </c:pt>
                <c:pt idx="12940">
                  <c:v>1</c:v>
                </c:pt>
                <c:pt idx="12941">
                  <c:v>1</c:v>
                </c:pt>
                <c:pt idx="12942">
                  <c:v>1</c:v>
                </c:pt>
                <c:pt idx="12943">
                  <c:v>1</c:v>
                </c:pt>
                <c:pt idx="12944">
                  <c:v>1</c:v>
                </c:pt>
                <c:pt idx="12945">
                  <c:v>1</c:v>
                </c:pt>
                <c:pt idx="12946">
                  <c:v>1</c:v>
                </c:pt>
                <c:pt idx="12947">
                  <c:v>1</c:v>
                </c:pt>
                <c:pt idx="12948">
                  <c:v>1</c:v>
                </c:pt>
                <c:pt idx="12949">
                  <c:v>1</c:v>
                </c:pt>
                <c:pt idx="12950">
                  <c:v>1</c:v>
                </c:pt>
                <c:pt idx="12951">
                  <c:v>1</c:v>
                </c:pt>
                <c:pt idx="12952">
                  <c:v>1</c:v>
                </c:pt>
                <c:pt idx="12953">
                  <c:v>1</c:v>
                </c:pt>
                <c:pt idx="12954">
                  <c:v>2</c:v>
                </c:pt>
                <c:pt idx="12955">
                  <c:v>3</c:v>
                </c:pt>
                <c:pt idx="12956">
                  <c:v>1</c:v>
                </c:pt>
                <c:pt idx="12957">
                  <c:v>2</c:v>
                </c:pt>
                <c:pt idx="12958">
                  <c:v>1</c:v>
                </c:pt>
                <c:pt idx="12959">
                  <c:v>1</c:v>
                </c:pt>
                <c:pt idx="12960">
                  <c:v>1</c:v>
                </c:pt>
                <c:pt idx="12961">
                  <c:v>3</c:v>
                </c:pt>
                <c:pt idx="12962">
                  <c:v>1</c:v>
                </c:pt>
                <c:pt idx="12963">
                  <c:v>1</c:v>
                </c:pt>
                <c:pt idx="12964">
                  <c:v>1</c:v>
                </c:pt>
                <c:pt idx="12965">
                  <c:v>1</c:v>
                </c:pt>
                <c:pt idx="12966">
                  <c:v>1</c:v>
                </c:pt>
                <c:pt idx="12967">
                  <c:v>1</c:v>
                </c:pt>
                <c:pt idx="12968">
                  <c:v>2</c:v>
                </c:pt>
                <c:pt idx="12969">
                  <c:v>1</c:v>
                </c:pt>
                <c:pt idx="12970">
                  <c:v>1</c:v>
                </c:pt>
                <c:pt idx="12971">
                  <c:v>1</c:v>
                </c:pt>
                <c:pt idx="12972">
                  <c:v>1</c:v>
                </c:pt>
                <c:pt idx="12973">
                  <c:v>2</c:v>
                </c:pt>
                <c:pt idx="12974">
                  <c:v>1</c:v>
                </c:pt>
                <c:pt idx="12975">
                  <c:v>2</c:v>
                </c:pt>
                <c:pt idx="12976">
                  <c:v>1</c:v>
                </c:pt>
                <c:pt idx="12977">
                  <c:v>1</c:v>
                </c:pt>
                <c:pt idx="12978">
                  <c:v>2</c:v>
                </c:pt>
                <c:pt idx="12979">
                  <c:v>2</c:v>
                </c:pt>
                <c:pt idx="12980">
                  <c:v>1</c:v>
                </c:pt>
                <c:pt idx="12981">
                  <c:v>1</c:v>
                </c:pt>
                <c:pt idx="12982">
                  <c:v>1</c:v>
                </c:pt>
                <c:pt idx="12983">
                  <c:v>1</c:v>
                </c:pt>
                <c:pt idx="12984">
                  <c:v>1</c:v>
                </c:pt>
                <c:pt idx="12985">
                  <c:v>1</c:v>
                </c:pt>
                <c:pt idx="12986">
                  <c:v>1</c:v>
                </c:pt>
                <c:pt idx="12987">
                  <c:v>1</c:v>
                </c:pt>
                <c:pt idx="12988">
                  <c:v>1</c:v>
                </c:pt>
                <c:pt idx="12989">
                  <c:v>1</c:v>
                </c:pt>
                <c:pt idx="12990">
                  <c:v>1</c:v>
                </c:pt>
                <c:pt idx="12991">
                  <c:v>2</c:v>
                </c:pt>
                <c:pt idx="12992">
                  <c:v>2</c:v>
                </c:pt>
                <c:pt idx="12993">
                  <c:v>1</c:v>
                </c:pt>
                <c:pt idx="12994">
                  <c:v>2</c:v>
                </c:pt>
                <c:pt idx="12995">
                  <c:v>2</c:v>
                </c:pt>
                <c:pt idx="12996">
                  <c:v>1</c:v>
                </c:pt>
                <c:pt idx="12997">
                  <c:v>3</c:v>
                </c:pt>
                <c:pt idx="12998">
                  <c:v>1</c:v>
                </c:pt>
                <c:pt idx="12999">
                  <c:v>2</c:v>
                </c:pt>
                <c:pt idx="13000">
                  <c:v>1</c:v>
                </c:pt>
                <c:pt idx="13001">
                  <c:v>2</c:v>
                </c:pt>
                <c:pt idx="13002">
                  <c:v>1</c:v>
                </c:pt>
                <c:pt idx="13003">
                  <c:v>1</c:v>
                </c:pt>
                <c:pt idx="13004">
                  <c:v>1</c:v>
                </c:pt>
                <c:pt idx="13005">
                  <c:v>3</c:v>
                </c:pt>
                <c:pt idx="13006">
                  <c:v>2</c:v>
                </c:pt>
                <c:pt idx="13007">
                  <c:v>1</c:v>
                </c:pt>
                <c:pt idx="13008">
                  <c:v>1</c:v>
                </c:pt>
                <c:pt idx="13009">
                  <c:v>1</c:v>
                </c:pt>
                <c:pt idx="13010">
                  <c:v>3</c:v>
                </c:pt>
                <c:pt idx="13011">
                  <c:v>1</c:v>
                </c:pt>
                <c:pt idx="13012">
                  <c:v>1</c:v>
                </c:pt>
                <c:pt idx="13013">
                  <c:v>1</c:v>
                </c:pt>
                <c:pt idx="13014">
                  <c:v>1</c:v>
                </c:pt>
                <c:pt idx="13015">
                  <c:v>1</c:v>
                </c:pt>
                <c:pt idx="13016">
                  <c:v>1</c:v>
                </c:pt>
                <c:pt idx="13017">
                  <c:v>1</c:v>
                </c:pt>
                <c:pt idx="13018">
                  <c:v>1</c:v>
                </c:pt>
                <c:pt idx="13019">
                  <c:v>1</c:v>
                </c:pt>
                <c:pt idx="13020">
                  <c:v>2</c:v>
                </c:pt>
                <c:pt idx="13021">
                  <c:v>1</c:v>
                </c:pt>
                <c:pt idx="13022">
                  <c:v>1</c:v>
                </c:pt>
                <c:pt idx="13023">
                  <c:v>1</c:v>
                </c:pt>
                <c:pt idx="13024">
                  <c:v>2</c:v>
                </c:pt>
                <c:pt idx="13025">
                  <c:v>1</c:v>
                </c:pt>
                <c:pt idx="13026">
                  <c:v>1</c:v>
                </c:pt>
                <c:pt idx="13027">
                  <c:v>1</c:v>
                </c:pt>
                <c:pt idx="13028">
                  <c:v>1</c:v>
                </c:pt>
                <c:pt idx="13029">
                  <c:v>1</c:v>
                </c:pt>
                <c:pt idx="13030">
                  <c:v>1</c:v>
                </c:pt>
                <c:pt idx="13031">
                  <c:v>1</c:v>
                </c:pt>
                <c:pt idx="13032">
                  <c:v>1</c:v>
                </c:pt>
                <c:pt idx="13033">
                  <c:v>2</c:v>
                </c:pt>
                <c:pt idx="13034">
                  <c:v>1</c:v>
                </c:pt>
                <c:pt idx="13035">
                  <c:v>4</c:v>
                </c:pt>
                <c:pt idx="13036">
                  <c:v>2</c:v>
                </c:pt>
                <c:pt idx="13037">
                  <c:v>2</c:v>
                </c:pt>
                <c:pt idx="13038">
                  <c:v>3</c:v>
                </c:pt>
                <c:pt idx="13039">
                  <c:v>1</c:v>
                </c:pt>
                <c:pt idx="13040">
                  <c:v>2</c:v>
                </c:pt>
                <c:pt idx="13041">
                  <c:v>1</c:v>
                </c:pt>
                <c:pt idx="13042">
                  <c:v>2</c:v>
                </c:pt>
                <c:pt idx="13043">
                  <c:v>1</c:v>
                </c:pt>
                <c:pt idx="13044">
                  <c:v>1</c:v>
                </c:pt>
                <c:pt idx="13045">
                  <c:v>1</c:v>
                </c:pt>
                <c:pt idx="13046">
                  <c:v>1</c:v>
                </c:pt>
                <c:pt idx="13047">
                  <c:v>1</c:v>
                </c:pt>
                <c:pt idx="13048">
                  <c:v>1</c:v>
                </c:pt>
                <c:pt idx="13049">
                  <c:v>1</c:v>
                </c:pt>
                <c:pt idx="13050">
                  <c:v>1</c:v>
                </c:pt>
                <c:pt idx="13051">
                  <c:v>1</c:v>
                </c:pt>
                <c:pt idx="13052">
                  <c:v>1</c:v>
                </c:pt>
                <c:pt idx="13053">
                  <c:v>2</c:v>
                </c:pt>
                <c:pt idx="13054">
                  <c:v>1</c:v>
                </c:pt>
                <c:pt idx="13055">
                  <c:v>1</c:v>
                </c:pt>
                <c:pt idx="13056">
                  <c:v>1</c:v>
                </c:pt>
                <c:pt idx="13057">
                  <c:v>1</c:v>
                </c:pt>
                <c:pt idx="13058">
                  <c:v>1</c:v>
                </c:pt>
                <c:pt idx="13059">
                  <c:v>1</c:v>
                </c:pt>
                <c:pt idx="13060">
                  <c:v>2</c:v>
                </c:pt>
                <c:pt idx="13061">
                  <c:v>1</c:v>
                </c:pt>
                <c:pt idx="13062">
                  <c:v>2</c:v>
                </c:pt>
                <c:pt idx="13063">
                  <c:v>2</c:v>
                </c:pt>
                <c:pt idx="13064">
                  <c:v>2</c:v>
                </c:pt>
                <c:pt idx="13065">
                  <c:v>1</c:v>
                </c:pt>
                <c:pt idx="13066">
                  <c:v>1</c:v>
                </c:pt>
                <c:pt idx="13067">
                  <c:v>1</c:v>
                </c:pt>
                <c:pt idx="13068">
                  <c:v>1</c:v>
                </c:pt>
                <c:pt idx="13069">
                  <c:v>2</c:v>
                </c:pt>
                <c:pt idx="13070">
                  <c:v>2</c:v>
                </c:pt>
                <c:pt idx="13071">
                  <c:v>1</c:v>
                </c:pt>
                <c:pt idx="13072">
                  <c:v>1</c:v>
                </c:pt>
                <c:pt idx="13073">
                  <c:v>1</c:v>
                </c:pt>
                <c:pt idx="13074">
                  <c:v>1</c:v>
                </c:pt>
                <c:pt idx="13075">
                  <c:v>1</c:v>
                </c:pt>
                <c:pt idx="13076">
                  <c:v>1</c:v>
                </c:pt>
                <c:pt idx="13077">
                  <c:v>1</c:v>
                </c:pt>
                <c:pt idx="13078">
                  <c:v>1</c:v>
                </c:pt>
                <c:pt idx="13079">
                  <c:v>1</c:v>
                </c:pt>
                <c:pt idx="13080">
                  <c:v>1</c:v>
                </c:pt>
                <c:pt idx="13081">
                  <c:v>1</c:v>
                </c:pt>
                <c:pt idx="13082">
                  <c:v>1</c:v>
                </c:pt>
                <c:pt idx="13083">
                  <c:v>1</c:v>
                </c:pt>
                <c:pt idx="13084">
                  <c:v>1</c:v>
                </c:pt>
                <c:pt idx="13085">
                  <c:v>1</c:v>
                </c:pt>
                <c:pt idx="13086">
                  <c:v>1</c:v>
                </c:pt>
                <c:pt idx="13087">
                  <c:v>1</c:v>
                </c:pt>
                <c:pt idx="13088">
                  <c:v>1</c:v>
                </c:pt>
                <c:pt idx="13089">
                  <c:v>1</c:v>
                </c:pt>
                <c:pt idx="13090">
                  <c:v>1</c:v>
                </c:pt>
                <c:pt idx="13091">
                  <c:v>2</c:v>
                </c:pt>
                <c:pt idx="13092">
                  <c:v>2</c:v>
                </c:pt>
                <c:pt idx="13093">
                  <c:v>2</c:v>
                </c:pt>
                <c:pt idx="13094">
                  <c:v>3</c:v>
                </c:pt>
                <c:pt idx="13095">
                  <c:v>1</c:v>
                </c:pt>
                <c:pt idx="13096">
                  <c:v>2</c:v>
                </c:pt>
                <c:pt idx="13097">
                  <c:v>1</c:v>
                </c:pt>
                <c:pt idx="13098">
                  <c:v>1</c:v>
                </c:pt>
                <c:pt idx="13099">
                  <c:v>1</c:v>
                </c:pt>
                <c:pt idx="13100">
                  <c:v>1</c:v>
                </c:pt>
                <c:pt idx="13101">
                  <c:v>1</c:v>
                </c:pt>
                <c:pt idx="13102">
                  <c:v>3</c:v>
                </c:pt>
                <c:pt idx="13103">
                  <c:v>1</c:v>
                </c:pt>
                <c:pt idx="13104">
                  <c:v>1</c:v>
                </c:pt>
                <c:pt idx="13105">
                  <c:v>1</c:v>
                </c:pt>
                <c:pt idx="13106">
                  <c:v>1</c:v>
                </c:pt>
                <c:pt idx="13107">
                  <c:v>1</c:v>
                </c:pt>
                <c:pt idx="13108">
                  <c:v>1</c:v>
                </c:pt>
                <c:pt idx="13109">
                  <c:v>1</c:v>
                </c:pt>
                <c:pt idx="13110">
                  <c:v>3</c:v>
                </c:pt>
                <c:pt idx="13111">
                  <c:v>1</c:v>
                </c:pt>
                <c:pt idx="13112">
                  <c:v>1</c:v>
                </c:pt>
                <c:pt idx="13113">
                  <c:v>1</c:v>
                </c:pt>
                <c:pt idx="13114">
                  <c:v>1</c:v>
                </c:pt>
                <c:pt idx="13115">
                  <c:v>1</c:v>
                </c:pt>
                <c:pt idx="13116">
                  <c:v>2</c:v>
                </c:pt>
                <c:pt idx="13117">
                  <c:v>4</c:v>
                </c:pt>
                <c:pt idx="13118">
                  <c:v>1</c:v>
                </c:pt>
                <c:pt idx="13119">
                  <c:v>1</c:v>
                </c:pt>
                <c:pt idx="13120">
                  <c:v>1</c:v>
                </c:pt>
                <c:pt idx="13121">
                  <c:v>1</c:v>
                </c:pt>
                <c:pt idx="13122">
                  <c:v>1</c:v>
                </c:pt>
                <c:pt idx="13123">
                  <c:v>1</c:v>
                </c:pt>
                <c:pt idx="13124">
                  <c:v>1</c:v>
                </c:pt>
                <c:pt idx="13125">
                  <c:v>1</c:v>
                </c:pt>
                <c:pt idx="13126">
                  <c:v>1</c:v>
                </c:pt>
                <c:pt idx="13127">
                  <c:v>1</c:v>
                </c:pt>
                <c:pt idx="13128">
                  <c:v>1</c:v>
                </c:pt>
                <c:pt idx="13129">
                  <c:v>1</c:v>
                </c:pt>
                <c:pt idx="13130">
                  <c:v>1</c:v>
                </c:pt>
                <c:pt idx="13131">
                  <c:v>1</c:v>
                </c:pt>
                <c:pt idx="13132">
                  <c:v>1</c:v>
                </c:pt>
                <c:pt idx="13133">
                  <c:v>1</c:v>
                </c:pt>
                <c:pt idx="13134">
                  <c:v>1</c:v>
                </c:pt>
                <c:pt idx="13135">
                  <c:v>1</c:v>
                </c:pt>
                <c:pt idx="13136">
                  <c:v>1</c:v>
                </c:pt>
                <c:pt idx="13137">
                  <c:v>1</c:v>
                </c:pt>
                <c:pt idx="13138">
                  <c:v>1</c:v>
                </c:pt>
                <c:pt idx="13139">
                  <c:v>1</c:v>
                </c:pt>
                <c:pt idx="13140">
                  <c:v>1</c:v>
                </c:pt>
                <c:pt idx="13141">
                  <c:v>1</c:v>
                </c:pt>
                <c:pt idx="13142">
                  <c:v>1</c:v>
                </c:pt>
                <c:pt idx="13143">
                  <c:v>1</c:v>
                </c:pt>
                <c:pt idx="13144">
                  <c:v>1</c:v>
                </c:pt>
                <c:pt idx="13145">
                  <c:v>1</c:v>
                </c:pt>
                <c:pt idx="13146">
                  <c:v>1</c:v>
                </c:pt>
                <c:pt idx="13147">
                  <c:v>1</c:v>
                </c:pt>
                <c:pt idx="13148">
                  <c:v>1</c:v>
                </c:pt>
                <c:pt idx="13149">
                  <c:v>1</c:v>
                </c:pt>
                <c:pt idx="13150">
                  <c:v>1</c:v>
                </c:pt>
                <c:pt idx="13151">
                  <c:v>2</c:v>
                </c:pt>
                <c:pt idx="13152">
                  <c:v>1</c:v>
                </c:pt>
                <c:pt idx="13153">
                  <c:v>1</c:v>
                </c:pt>
                <c:pt idx="13154">
                  <c:v>1</c:v>
                </c:pt>
                <c:pt idx="13155">
                  <c:v>2</c:v>
                </c:pt>
                <c:pt idx="13156">
                  <c:v>3</c:v>
                </c:pt>
                <c:pt idx="13157">
                  <c:v>1</c:v>
                </c:pt>
                <c:pt idx="13158">
                  <c:v>1</c:v>
                </c:pt>
                <c:pt idx="13159">
                  <c:v>1</c:v>
                </c:pt>
                <c:pt idx="13160">
                  <c:v>1</c:v>
                </c:pt>
                <c:pt idx="13161">
                  <c:v>1</c:v>
                </c:pt>
                <c:pt idx="13162">
                  <c:v>1</c:v>
                </c:pt>
                <c:pt idx="13163">
                  <c:v>1</c:v>
                </c:pt>
                <c:pt idx="13164">
                  <c:v>1</c:v>
                </c:pt>
                <c:pt idx="13165">
                  <c:v>1</c:v>
                </c:pt>
                <c:pt idx="13166">
                  <c:v>1</c:v>
                </c:pt>
                <c:pt idx="13167">
                  <c:v>1</c:v>
                </c:pt>
                <c:pt idx="13168">
                  <c:v>1</c:v>
                </c:pt>
                <c:pt idx="13169">
                  <c:v>1</c:v>
                </c:pt>
                <c:pt idx="13170">
                  <c:v>2</c:v>
                </c:pt>
                <c:pt idx="13171">
                  <c:v>2</c:v>
                </c:pt>
                <c:pt idx="13172">
                  <c:v>1</c:v>
                </c:pt>
                <c:pt idx="13173">
                  <c:v>2</c:v>
                </c:pt>
                <c:pt idx="13174">
                  <c:v>1</c:v>
                </c:pt>
                <c:pt idx="13175">
                  <c:v>1</c:v>
                </c:pt>
                <c:pt idx="13176">
                  <c:v>1</c:v>
                </c:pt>
                <c:pt idx="13177">
                  <c:v>1</c:v>
                </c:pt>
                <c:pt idx="13178">
                  <c:v>1</c:v>
                </c:pt>
                <c:pt idx="13179">
                  <c:v>2</c:v>
                </c:pt>
                <c:pt idx="13180">
                  <c:v>1</c:v>
                </c:pt>
                <c:pt idx="13181">
                  <c:v>1</c:v>
                </c:pt>
                <c:pt idx="13182">
                  <c:v>1</c:v>
                </c:pt>
                <c:pt idx="13183">
                  <c:v>1</c:v>
                </c:pt>
                <c:pt idx="13184">
                  <c:v>2</c:v>
                </c:pt>
                <c:pt idx="13185">
                  <c:v>1</c:v>
                </c:pt>
                <c:pt idx="13186">
                  <c:v>1</c:v>
                </c:pt>
                <c:pt idx="13187">
                  <c:v>1</c:v>
                </c:pt>
                <c:pt idx="13188">
                  <c:v>1</c:v>
                </c:pt>
                <c:pt idx="13189">
                  <c:v>1</c:v>
                </c:pt>
                <c:pt idx="13190">
                  <c:v>1</c:v>
                </c:pt>
                <c:pt idx="13191">
                  <c:v>1</c:v>
                </c:pt>
                <c:pt idx="13192">
                  <c:v>1</c:v>
                </c:pt>
                <c:pt idx="13193">
                  <c:v>1</c:v>
                </c:pt>
                <c:pt idx="13194">
                  <c:v>1</c:v>
                </c:pt>
                <c:pt idx="13195">
                  <c:v>1</c:v>
                </c:pt>
                <c:pt idx="13196">
                  <c:v>1</c:v>
                </c:pt>
                <c:pt idx="13197">
                  <c:v>1</c:v>
                </c:pt>
                <c:pt idx="13198">
                  <c:v>1</c:v>
                </c:pt>
                <c:pt idx="13199">
                  <c:v>1</c:v>
                </c:pt>
                <c:pt idx="13200">
                  <c:v>1</c:v>
                </c:pt>
                <c:pt idx="13201">
                  <c:v>2</c:v>
                </c:pt>
                <c:pt idx="13202">
                  <c:v>1</c:v>
                </c:pt>
                <c:pt idx="13203">
                  <c:v>2</c:v>
                </c:pt>
                <c:pt idx="13204">
                  <c:v>1</c:v>
                </c:pt>
                <c:pt idx="13205">
                  <c:v>1</c:v>
                </c:pt>
                <c:pt idx="13206">
                  <c:v>2</c:v>
                </c:pt>
                <c:pt idx="13207">
                  <c:v>1</c:v>
                </c:pt>
                <c:pt idx="13208">
                  <c:v>1</c:v>
                </c:pt>
                <c:pt idx="13209">
                  <c:v>1</c:v>
                </c:pt>
                <c:pt idx="13210">
                  <c:v>1</c:v>
                </c:pt>
                <c:pt idx="13211">
                  <c:v>1</c:v>
                </c:pt>
                <c:pt idx="13212">
                  <c:v>1</c:v>
                </c:pt>
                <c:pt idx="13213">
                  <c:v>1</c:v>
                </c:pt>
                <c:pt idx="13214">
                  <c:v>1</c:v>
                </c:pt>
                <c:pt idx="13215">
                  <c:v>1</c:v>
                </c:pt>
                <c:pt idx="13216">
                  <c:v>1</c:v>
                </c:pt>
                <c:pt idx="13217">
                  <c:v>1</c:v>
                </c:pt>
                <c:pt idx="13218">
                  <c:v>1</c:v>
                </c:pt>
                <c:pt idx="13219">
                  <c:v>1</c:v>
                </c:pt>
                <c:pt idx="13220">
                  <c:v>2</c:v>
                </c:pt>
                <c:pt idx="13221">
                  <c:v>1</c:v>
                </c:pt>
                <c:pt idx="13222">
                  <c:v>1</c:v>
                </c:pt>
                <c:pt idx="13223">
                  <c:v>1</c:v>
                </c:pt>
                <c:pt idx="13224">
                  <c:v>2</c:v>
                </c:pt>
                <c:pt idx="13225">
                  <c:v>1</c:v>
                </c:pt>
                <c:pt idx="13226">
                  <c:v>1</c:v>
                </c:pt>
                <c:pt idx="13227">
                  <c:v>1</c:v>
                </c:pt>
                <c:pt idx="13228">
                  <c:v>1</c:v>
                </c:pt>
                <c:pt idx="13229">
                  <c:v>2</c:v>
                </c:pt>
                <c:pt idx="13230">
                  <c:v>1</c:v>
                </c:pt>
                <c:pt idx="13231">
                  <c:v>1</c:v>
                </c:pt>
                <c:pt idx="13232">
                  <c:v>1</c:v>
                </c:pt>
                <c:pt idx="13233">
                  <c:v>2</c:v>
                </c:pt>
                <c:pt idx="13234">
                  <c:v>1</c:v>
                </c:pt>
                <c:pt idx="13235">
                  <c:v>1</c:v>
                </c:pt>
                <c:pt idx="13236">
                  <c:v>1</c:v>
                </c:pt>
                <c:pt idx="13237">
                  <c:v>1</c:v>
                </c:pt>
                <c:pt idx="13238">
                  <c:v>1</c:v>
                </c:pt>
                <c:pt idx="13239">
                  <c:v>1</c:v>
                </c:pt>
                <c:pt idx="13240">
                  <c:v>1</c:v>
                </c:pt>
                <c:pt idx="13241">
                  <c:v>1</c:v>
                </c:pt>
                <c:pt idx="13242">
                  <c:v>1</c:v>
                </c:pt>
                <c:pt idx="13243">
                  <c:v>1</c:v>
                </c:pt>
                <c:pt idx="13244">
                  <c:v>1</c:v>
                </c:pt>
                <c:pt idx="13245">
                  <c:v>1</c:v>
                </c:pt>
                <c:pt idx="13246">
                  <c:v>1</c:v>
                </c:pt>
                <c:pt idx="13247">
                  <c:v>1</c:v>
                </c:pt>
                <c:pt idx="13248">
                  <c:v>1</c:v>
                </c:pt>
                <c:pt idx="13249">
                  <c:v>1</c:v>
                </c:pt>
                <c:pt idx="13250">
                  <c:v>1</c:v>
                </c:pt>
                <c:pt idx="13251">
                  <c:v>2</c:v>
                </c:pt>
                <c:pt idx="13252">
                  <c:v>2</c:v>
                </c:pt>
                <c:pt idx="13253">
                  <c:v>2</c:v>
                </c:pt>
                <c:pt idx="13254">
                  <c:v>1</c:v>
                </c:pt>
                <c:pt idx="13255">
                  <c:v>1</c:v>
                </c:pt>
                <c:pt idx="13256">
                  <c:v>1</c:v>
                </c:pt>
                <c:pt idx="13257">
                  <c:v>1</c:v>
                </c:pt>
                <c:pt idx="13258">
                  <c:v>1</c:v>
                </c:pt>
                <c:pt idx="13259">
                  <c:v>1</c:v>
                </c:pt>
                <c:pt idx="13260">
                  <c:v>1</c:v>
                </c:pt>
                <c:pt idx="13261">
                  <c:v>1</c:v>
                </c:pt>
                <c:pt idx="13262">
                  <c:v>1</c:v>
                </c:pt>
                <c:pt idx="13263">
                  <c:v>2</c:v>
                </c:pt>
                <c:pt idx="13264">
                  <c:v>1</c:v>
                </c:pt>
                <c:pt idx="13265">
                  <c:v>2</c:v>
                </c:pt>
                <c:pt idx="13266">
                  <c:v>1</c:v>
                </c:pt>
                <c:pt idx="13267">
                  <c:v>2</c:v>
                </c:pt>
                <c:pt idx="13268">
                  <c:v>1</c:v>
                </c:pt>
                <c:pt idx="13269">
                  <c:v>1</c:v>
                </c:pt>
                <c:pt idx="13270">
                  <c:v>1</c:v>
                </c:pt>
                <c:pt idx="13271">
                  <c:v>1</c:v>
                </c:pt>
                <c:pt idx="13272">
                  <c:v>1</c:v>
                </c:pt>
                <c:pt idx="13273">
                  <c:v>1</c:v>
                </c:pt>
                <c:pt idx="13274">
                  <c:v>1</c:v>
                </c:pt>
                <c:pt idx="13275">
                  <c:v>1</c:v>
                </c:pt>
                <c:pt idx="13276">
                  <c:v>2</c:v>
                </c:pt>
                <c:pt idx="13277">
                  <c:v>1</c:v>
                </c:pt>
                <c:pt idx="13278">
                  <c:v>2</c:v>
                </c:pt>
                <c:pt idx="13279">
                  <c:v>1</c:v>
                </c:pt>
                <c:pt idx="13280">
                  <c:v>1</c:v>
                </c:pt>
                <c:pt idx="13281">
                  <c:v>1</c:v>
                </c:pt>
                <c:pt idx="13282">
                  <c:v>1</c:v>
                </c:pt>
                <c:pt idx="13283">
                  <c:v>3</c:v>
                </c:pt>
                <c:pt idx="13284">
                  <c:v>1</c:v>
                </c:pt>
                <c:pt idx="13285">
                  <c:v>1</c:v>
                </c:pt>
                <c:pt idx="13286">
                  <c:v>1</c:v>
                </c:pt>
                <c:pt idx="13287">
                  <c:v>1</c:v>
                </c:pt>
                <c:pt idx="13288">
                  <c:v>1</c:v>
                </c:pt>
                <c:pt idx="13289">
                  <c:v>1</c:v>
                </c:pt>
                <c:pt idx="13290">
                  <c:v>1</c:v>
                </c:pt>
                <c:pt idx="13291">
                  <c:v>1</c:v>
                </c:pt>
                <c:pt idx="13292">
                  <c:v>1</c:v>
                </c:pt>
                <c:pt idx="13293">
                  <c:v>1</c:v>
                </c:pt>
                <c:pt idx="13294">
                  <c:v>2</c:v>
                </c:pt>
                <c:pt idx="13295">
                  <c:v>1</c:v>
                </c:pt>
                <c:pt idx="13296">
                  <c:v>1</c:v>
                </c:pt>
                <c:pt idx="13297">
                  <c:v>1</c:v>
                </c:pt>
                <c:pt idx="13298">
                  <c:v>1</c:v>
                </c:pt>
                <c:pt idx="13299">
                  <c:v>1</c:v>
                </c:pt>
                <c:pt idx="13300">
                  <c:v>2</c:v>
                </c:pt>
                <c:pt idx="13301">
                  <c:v>1</c:v>
                </c:pt>
                <c:pt idx="13302">
                  <c:v>1</c:v>
                </c:pt>
                <c:pt idx="13303">
                  <c:v>1</c:v>
                </c:pt>
                <c:pt idx="13304">
                  <c:v>1</c:v>
                </c:pt>
                <c:pt idx="13305">
                  <c:v>1</c:v>
                </c:pt>
                <c:pt idx="13306">
                  <c:v>1</c:v>
                </c:pt>
                <c:pt idx="13307">
                  <c:v>1</c:v>
                </c:pt>
                <c:pt idx="13308">
                  <c:v>1</c:v>
                </c:pt>
                <c:pt idx="13309">
                  <c:v>1</c:v>
                </c:pt>
                <c:pt idx="13310">
                  <c:v>1</c:v>
                </c:pt>
                <c:pt idx="13311">
                  <c:v>1</c:v>
                </c:pt>
                <c:pt idx="13312">
                  <c:v>1</c:v>
                </c:pt>
                <c:pt idx="13313">
                  <c:v>1</c:v>
                </c:pt>
                <c:pt idx="13314">
                  <c:v>1</c:v>
                </c:pt>
                <c:pt idx="13315">
                  <c:v>1</c:v>
                </c:pt>
                <c:pt idx="13316">
                  <c:v>2</c:v>
                </c:pt>
                <c:pt idx="13317">
                  <c:v>1</c:v>
                </c:pt>
                <c:pt idx="13318">
                  <c:v>2</c:v>
                </c:pt>
                <c:pt idx="13319">
                  <c:v>2</c:v>
                </c:pt>
                <c:pt idx="13320">
                  <c:v>2</c:v>
                </c:pt>
                <c:pt idx="13321">
                  <c:v>1</c:v>
                </c:pt>
                <c:pt idx="13322">
                  <c:v>1</c:v>
                </c:pt>
                <c:pt idx="13323">
                  <c:v>1</c:v>
                </c:pt>
                <c:pt idx="13324">
                  <c:v>1</c:v>
                </c:pt>
                <c:pt idx="13325">
                  <c:v>1</c:v>
                </c:pt>
                <c:pt idx="13326">
                  <c:v>1</c:v>
                </c:pt>
                <c:pt idx="13327">
                  <c:v>1</c:v>
                </c:pt>
                <c:pt idx="13328">
                  <c:v>1</c:v>
                </c:pt>
                <c:pt idx="13329">
                  <c:v>1</c:v>
                </c:pt>
                <c:pt idx="13330">
                  <c:v>1</c:v>
                </c:pt>
                <c:pt idx="13331">
                  <c:v>1</c:v>
                </c:pt>
                <c:pt idx="13332">
                  <c:v>1</c:v>
                </c:pt>
                <c:pt idx="13333">
                  <c:v>1</c:v>
                </c:pt>
                <c:pt idx="13334">
                  <c:v>1</c:v>
                </c:pt>
                <c:pt idx="13335">
                  <c:v>1</c:v>
                </c:pt>
                <c:pt idx="13336">
                  <c:v>1</c:v>
                </c:pt>
                <c:pt idx="13337">
                  <c:v>1</c:v>
                </c:pt>
                <c:pt idx="13338">
                  <c:v>1</c:v>
                </c:pt>
                <c:pt idx="13339">
                  <c:v>1</c:v>
                </c:pt>
                <c:pt idx="13340">
                  <c:v>1</c:v>
                </c:pt>
                <c:pt idx="13341">
                  <c:v>1</c:v>
                </c:pt>
                <c:pt idx="13342">
                  <c:v>1</c:v>
                </c:pt>
                <c:pt idx="13343">
                  <c:v>1</c:v>
                </c:pt>
                <c:pt idx="13344">
                  <c:v>1</c:v>
                </c:pt>
                <c:pt idx="13345">
                  <c:v>1</c:v>
                </c:pt>
                <c:pt idx="13346">
                  <c:v>1</c:v>
                </c:pt>
                <c:pt idx="13347">
                  <c:v>1</c:v>
                </c:pt>
                <c:pt idx="13348">
                  <c:v>1</c:v>
                </c:pt>
                <c:pt idx="13349">
                  <c:v>1</c:v>
                </c:pt>
                <c:pt idx="13350">
                  <c:v>2</c:v>
                </c:pt>
                <c:pt idx="13351">
                  <c:v>1</c:v>
                </c:pt>
                <c:pt idx="13352">
                  <c:v>2</c:v>
                </c:pt>
                <c:pt idx="13353">
                  <c:v>2</c:v>
                </c:pt>
                <c:pt idx="13354">
                  <c:v>1</c:v>
                </c:pt>
                <c:pt idx="13355">
                  <c:v>1</c:v>
                </c:pt>
                <c:pt idx="13356">
                  <c:v>1</c:v>
                </c:pt>
                <c:pt idx="13357">
                  <c:v>1</c:v>
                </c:pt>
                <c:pt idx="13358">
                  <c:v>1</c:v>
                </c:pt>
                <c:pt idx="13359">
                  <c:v>1</c:v>
                </c:pt>
                <c:pt idx="13360">
                  <c:v>1</c:v>
                </c:pt>
                <c:pt idx="13361">
                  <c:v>1</c:v>
                </c:pt>
                <c:pt idx="13362">
                  <c:v>2</c:v>
                </c:pt>
                <c:pt idx="13363">
                  <c:v>3</c:v>
                </c:pt>
                <c:pt idx="13364">
                  <c:v>2</c:v>
                </c:pt>
                <c:pt idx="13365">
                  <c:v>1</c:v>
                </c:pt>
                <c:pt idx="13366">
                  <c:v>1</c:v>
                </c:pt>
                <c:pt idx="13367">
                  <c:v>1</c:v>
                </c:pt>
                <c:pt idx="13368">
                  <c:v>1</c:v>
                </c:pt>
                <c:pt idx="13369">
                  <c:v>1</c:v>
                </c:pt>
                <c:pt idx="13370">
                  <c:v>1</c:v>
                </c:pt>
                <c:pt idx="13371">
                  <c:v>2</c:v>
                </c:pt>
                <c:pt idx="13372">
                  <c:v>1</c:v>
                </c:pt>
                <c:pt idx="13373">
                  <c:v>1</c:v>
                </c:pt>
                <c:pt idx="13374">
                  <c:v>1</c:v>
                </c:pt>
                <c:pt idx="13375">
                  <c:v>1</c:v>
                </c:pt>
                <c:pt idx="13376">
                  <c:v>1</c:v>
                </c:pt>
                <c:pt idx="13377">
                  <c:v>2</c:v>
                </c:pt>
                <c:pt idx="13378">
                  <c:v>2</c:v>
                </c:pt>
                <c:pt idx="13379">
                  <c:v>4</c:v>
                </c:pt>
                <c:pt idx="13380">
                  <c:v>1</c:v>
                </c:pt>
                <c:pt idx="13381">
                  <c:v>1</c:v>
                </c:pt>
                <c:pt idx="13382">
                  <c:v>1</c:v>
                </c:pt>
                <c:pt idx="13383">
                  <c:v>1</c:v>
                </c:pt>
                <c:pt idx="13384">
                  <c:v>1</c:v>
                </c:pt>
                <c:pt idx="13385">
                  <c:v>2</c:v>
                </c:pt>
                <c:pt idx="13386">
                  <c:v>1</c:v>
                </c:pt>
                <c:pt idx="13387">
                  <c:v>1</c:v>
                </c:pt>
                <c:pt idx="13388">
                  <c:v>1</c:v>
                </c:pt>
                <c:pt idx="13389">
                  <c:v>1</c:v>
                </c:pt>
                <c:pt idx="13390">
                  <c:v>1</c:v>
                </c:pt>
                <c:pt idx="13391">
                  <c:v>1</c:v>
                </c:pt>
                <c:pt idx="13392">
                  <c:v>1</c:v>
                </c:pt>
                <c:pt idx="13393">
                  <c:v>1</c:v>
                </c:pt>
                <c:pt idx="13394">
                  <c:v>1</c:v>
                </c:pt>
                <c:pt idx="13395">
                  <c:v>1</c:v>
                </c:pt>
                <c:pt idx="13396">
                  <c:v>1</c:v>
                </c:pt>
                <c:pt idx="13397">
                  <c:v>1</c:v>
                </c:pt>
                <c:pt idx="13398">
                  <c:v>1</c:v>
                </c:pt>
                <c:pt idx="13399">
                  <c:v>1</c:v>
                </c:pt>
                <c:pt idx="13400">
                  <c:v>1</c:v>
                </c:pt>
                <c:pt idx="13401">
                  <c:v>1</c:v>
                </c:pt>
                <c:pt idx="13402">
                  <c:v>1</c:v>
                </c:pt>
                <c:pt idx="13403">
                  <c:v>1</c:v>
                </c:pt>
                <c:pt idx="13404">
                  <c:v>1</c:v>
                </c:pt>
                <c:pt idx="13405">
                  <c:v>2</c:v>
                </c:pt>
                <c:pt idx="13406">
                  <c:v>1</c:v>
                </c:pt>
                <c:pt idx="13407">
                  <c:v>1</c:v>
                </c:pt>
                <c:pt idx="13408">
                  <c:v>1</c:v>
                </c:pt>
                <c:pt idx="13409">
                  <c:v>1</c:v>
                </c:pt>
                <c:pt idx="13410">
                  <c:v>1</c:v>
                </c:pt>
                <c:pt idx="13411">
                  <c:v>1</c:v>
                </c:pt>
                <c:pt idx="13412">
                  <c:v>1</c:v>
                </c:pt>
                <c:pt idx="13413">
                  <c:v>1</c:v>
                </c:pt>
                <c:pt idx="13414">
                  <c:v>1</c:v>
                </c:pt>
                <c:pt idx="13415">
                  <c:v>1</c:v>
                </c:pt>
                <c:pt idx="13416">
                  <c:v>1</c:v>
                </c:pt>
                <c:pt idx="13417">
                  <c:v>1</c:v>
                </c:pt>
                <c:pt idx="13418">
                  <c:v>1</c:v>
                </c:pt>
                <c:pt idx="13419">
                  <c:v>1</c:v>
                </c:pt>
                <c:pt idx="13420">
                  <c:v>1</c:v>
                </c:pt>
                <c:pt idx="13421">
                  <c:v>2</c:v>
                </c:pt>
                <c:pt idx="13422">
                  <c:v>1</c:v>
                </c:pt>
                <c:pt idx="13423">
                  <c:v>1</c:v>
                </c:pt>
                <c:pt idx="13424">
                  <c:v>1</c:v>
                </c:pt>
                <c:pt idx="13425">
                  <c:v>1</c:v>
                </c:pt>
                <c:pt idx="13426">
                  <c:v>1</c:v>
                </c:pt>
                <c:pt idx="13427">
                  <c:v>1</c:v>
                </c:pt>
                <c:pt idx="13428">
                  <c:v>1</c:v>
                </c:pt>
                <c:pt idx="13429">
                  <c:v>1</c:v>
                </c:pt>
                <c:pt idx="13430">
                  <c:v>1</c:v>
                </c:pt>
                <c:pt idx="13431">
                  <c:v>1</c:v>
                </c:pt>
                <c:pt idx="13432">
                  <c:v>1</c:v>
                </c:pt>
                <c:pt idx="13433">
                  <c:v>1</c:v>
                </c:pt>
                <c:pt idx="13434">
                  <c:v>1</c:v>
                </c:pt>
                <c:pt idx="13435">
                  <c:v>1</c:v>
                </c:pt>
                <c:pt idx="13436">
                  <c:v>2</c:v>
                </c:pt>
                <c:pt idx="13437">
                  <c:v>1</c:v>
                </c:pt>
                <c:pt idx="13438">
                  <c:v>1</c:v>
                </c:pt>
                <c:pt idx="13439">
                  <c:v>1</c:v>
                </c:pt>
                <c:pt idx="13440">
                  <c:v>1</c:v>
                </c:pt>
                <c:pt idx="13441">
                  <c:v>3</c:v>
                </c:pt>
                <c:pt idx="13442">
                  <c:v>1</c:v>
                </c:pt>
                <c:pt idx="13443">
                  <c:v>1</c:v>
                </c:pt>
                <c:pt idx="13444">
                  <c:v>2</c:v>
                </c:pt>
                <c:pt idx="13445">
                  <c:v>1</c:v>
                </c:pt>
                <c:pt idx="13446">
                  <c:v>1</c:v>
                </c:pt>
                <c:pt idx="13447">
                  <c:v>2</c:v>
                </c:pt>
                <c:pt idx="13448">
                  <c:v>1</c:v>
                </c:pt>
                <c:pt idx="13449">
                  <c:v>1</c:v>
                </c:pt>
                <c:pt idx="13450">
                  <c:v>1</c:v>
                </c:pt>
                <c:pt idx="13451">
                  <c:v>2</c:v>
                </c:pt>
                <c:pt idx="13452">
                  <c:v>1</c:v>
                </c:pt>
                <c:pt idx="13453">
                  <c:v>2</c:v>
                </c:pt>
                <c:pt idx="13454">
                  <c:v>1</c:v>
                </c:pt>
                <c:pt idx="13455">
                  <c:v>1</c:v>
                </c:pt>
                <c:pt idx="13456">
                  <c:v>1</c:v>
                </c:pt>
                <c:pt idx="13457">
                  <c:v>1</c:v>
                </c:pt>
                <c:pt idx="13458">
                  <c:v>1</c:v>
                </c:pt>
                <c:pt idx="13459">
                  <c:v>1</c:v>
                </c:pt>
                <c:pt idx="13460">
                  <c:v>1</c:v>
                </c:pt>
                <c:pt idx="13461">
                  <c:v>1</c:v>
                </c:pt>
                <c:pt idx="13462">
                  <c:v>1</c:v>
                </c:pt>
                <c:pt idx="13463">
                  <c:v>1</c:v>
                </c:pt>
                <c:pt idx="13464">
                  <c:v>1</c:v>
                </c:pt>
                <c:pt idx="13465">
                  <c:v>1</c:v>
                </c:pt>
                <c:pt idx="13466">
                  <c:v>2</c:v>
                </c:pt>
                <c:pt idx="13467">
                  <c:v>1</c:v>
                </c:pt>
                <c:pt idx="13468">
                  <c:v>1</c:v>
                </c:pt>
                <c:pt idx="13469">
                  <c:v>3</c:v>
                </c:pt>
                <c:pt idx="13470">
                  <c:v>1</c:v>
                </c:pt>
                <c:pt idx="13471">
                  <c:v>1</c:v>
                </c:pt>
                <c:pt idx="13472">
                  <c:v>1</c:v>
                </c:pt>
                <c:pt idx="13473">
                  <c:v>1</c:v>
                </c:pt>
                <c:pt idx="13474">
                  <c:v>1</c:v>
                </c:pt>
                <c:pt idx="13475">
                  <c:v>1</c:v>
                </c:pt>
                <c:pt idx="13476">
                  <c:v>1</c:v>
                </c:pt>
                <c:pt idx="13477">
                  <c:v>2</c:v>
                </c:pt>
                <c:pt idx="13478">
                  <c:v>1</c:v>
                </c:pt>
                <c:pt idx="13479">
                  <c:v>1</c:v>
                </c:pt>
                <c:pt idx="13480">
                  <c:v>2</c:v>
                </c:pt>
                <c:pt idx="13481">
                  <c:v>2</c:v>
                </c:pt>
                <c:pt idx="13482">
                  <c:v>1</c:v>
                </c:pt>
                <c:pt idx="13483">
                  <c:v>1</c:v>
                </c:pt>
                <c:pt idx="13484">
                  <c:v>1</c:v>
                </c:pt>
                <c:pt idx="13485">
                  <c:v>2</c:v>
                </c:pt>
                <c:pt idx="13486">
                  <c:v>1</c:v>
                </c:pt>
                <c:pt idx="13487">
                  <c:v>1</c:v>
                </c:pt>
                <c:pt idx="13488">
                  <c:v>1</c:v>
                </c:pt>
                <c:pt idx="13489">
                  <c:v>1</c:v>
                </c:pt>
                <c:pt idx="13490">
                  <c:v>1</c:v>
                </c:pt>
                <c:pt idx="13491">
                  <c:v>1</c:v>
                </c:pt>
                <c:pt idx="13492">
                  <c:v>1</c:v>
                </c:pt>
                <c:pt idx="13493">
                  <c:v>2</c:v>
                </c:pt>
                <c:pt idx="13494">
                  <c:v>1</c:v>
                </c:pt>
                <c:pt idx="13495">
                  <c:v>1</c:v>
                </c:pt>
                <c:pt idx="13496">
                  <c:v>1</c:v>
                </c:pt>
                <c:pt idx="13497">
                  <c:v>1</c:v>
                </c:pt>
                <c:pt idx="13498">
                  <c:v>1</c:v>
                </c:pt>
                <c:pt idx="13499">
                  <c:v>1</c:v>
                </c:pt>
                <c:pt idx="13500">
                  <c:v>1</c:v>
                </c:pt>
                <c:pt idx="13501">
                  <c:v>1</c:v>
                </c:pt>
                <c:pt idx="13502">
                  <c:v>1</c:v>
                </c:pt>
                <c:pt idx="13503">
                  <c:v>1</c:v>
                </c:pt>
                <c:pt idx="13504">
                  <c:v>1</c:v>
                </c:pt>
                <c:pt idx="13505">
                  <c:v>1</c:v>
                </c:pt>
                <c:pt idx="13506">
                  <c:v>1</c:v>
                </c:pt>
                <c:pt idx="13507">
                  <c:v>1</c:v>
                </c:pt>
                <c:pt idx="13508">
                  <c:v>1</c:v>
                </c:pt>
                <c:pt idx="13509">
                  <c:v>1</c:v>
                </c:pt>
                <c:pt idx="13510">
                  <c:v>1</c:v>
                </c:pt>
                <c:pt idx="13511">
                  <c:v>2</c:v>
                </c:pt>
                <c:pt idx="13512">
                  <c:v>1</c:v>
                </c:pt>
                <c:pt idx="13513">
                  <c:v>1</c:v>
                </c:pt>
                <c:pt idx="13514">
                  <c:v>1</c:v>
                </c:pt>
                <c:pt idx="13515">
                  <c:v>1</c:v>
                </c:pt>
                <c:pt idx="13516">
                  <c:v>1</c:v>
                </c:pt>
                <c:pt idx="13517">
                  <c:v>1</c:v>
                </c:pt>
                <c:pt idx="13518">
                  <c:v>1</c:v>
                </c:pt>
                <c:pt idx="13519">
                  <c:v>1</c:v>
                </c:pt>
                <c:pt idx="13520">
                  <c:v>1</c:v>
                </c:pt>
                <c:pt idx="13521">
                  <c:v>2</c:v>
                </c:pt>
                <c:pt idx="13522">
                  <c:v>2</c:v>
                </c:pt>
                <c:pt idx="13523">
                  <c:v>1</c:v>
                </c:pt>
                <c:pt idx="13524">
                  <c:v>3</c:v>
                </c:pt>
                <c:pt idx="13525">
                  <c:v>1</c:v>
                </c:pt>
                <c:pt idx="13526">
                  <c:v>1</c:v>
                </c:pt>
                <c:pt idx="13527">
                  <c:v>1</c:v>
                </c:pt>
                <c:pt idx="13528">
                  <c:v>1</c:v>
                </c:pt>
                <c:pt idx="13529">
                  <c:v>1</c:v>
                </c:pt>
                <c:pt idx="13530">
                  <c:v>1</c:v>
                </c:pt>
                <c:pt idx="13531">
                  <c:v>1</c:v>
                </c:pt>
                <c:pt idx="13532">
                  <c:v>1</c:v>
                </c:pt>
                <c:pt idx="13533">
                  <c:v>1</c:v>
                </c:pt>
                <c:pt idx="13534">
                  <c:v>2</c:v>
                </c:pt>
                <c:pt idx="13535">
                  <c:v>1</c:v>
                </c:pt>
                <c:pt idx="13536">
                  <c:v>1</c:v>
                </c:pt>
                <c:pt idx="13537">
                  <c:v>1</c:v>
                </c:pt>
                <c:pt idx="13538">
                  <c:v>1</c:v>
                </c:pt>
                <c:pt idx="13539">
                  <c:v>1</c:v>
                </c:pt>
                <c:pt idx="13540">
                  <c:v>1</c:v>
                </c:pt>
                <c:pt idx="13541">
                  <c:v>1</c:v>
                </c:pt>
                <c:pt idx="13542">
                  <c:v>1</c:v>
                </c:pt>
                <c:pt idx="13543">
                  <c:v>1</c:v>
                </c:pt>
                <c:pt idx="13544">
                  <c:v>1</c:v>
                </c:pt>
                <c:pt idx="13545">
                  <c:v>1</c:v>
                </c:pt>
                <c:pt idx="13546">
                  <c:v>1</c:v>
                </c:pt>
                <c:pt idx="13547">
                  <c:v>1</c:v>
                </c:pt>
                <c:pt idx="13548">
                  <c:v>1</c:v>
                </c:pt>
                <c:pt idx="13549">
                  <c:v>1</c:v>
                </c:pt>
                <c:pt idx="13550">
                  <c:v>1</c:v>
                </c:pt>
                <c:pt idx="13551">
                  <c:v>2</c:v>
                </c:pt>
                <c:pt idx="13552">
                  <c:v>1</c:v>
                </c:pt>
                <c:pt idx="13553">
                  <c:v>1</c:v>
                </c:pt>
                <c:pt idx="13554">
                  <c:v>2</c:v>
                </c:pt>
                <c:pt idx="13555">
                  <c:v>2</c:v>
                </c:pt>
                <c:pt idx="13556">
                  <c:v>1</c:v>
                </c:pt>
                <c:pt idx="13557">
                  <c:v>1</c:v>
                </c:pt>
                <c:pt idx="13558">
                  <c:v>1</c:v>
                </c:pt>
                <c:pt idx="13559">
                  <c:v>1</c:v>
                </c:pt>
                <c:pt idx="13560">
                  <c:v>1</c:v>
                </c:pt>
                <c:pt idx="13561">
                  <c:v>1</c:v>
                </c:pt>
                <c:pt idx="13562">
                  <c:v>1</c:v>
                </c:pt>
                <c:pt idx="13563">
                  <c:v>1</c:v>
                </c:pt>
                <c:pt idx="13564">
                  <c:v>1</c:v>
                </c:pt>
                <c:pt idx="13565">
                  <c:v>1</c:v>
                </c:pt>
                <c:pt idx="13566">
                  <c:v>1</c:v>
                </c:pt>
                <c:pt idx="13567">
                  <c:v>1</c:v>
                </c:pt>
                <c:pt idx="13568">
                  <c:v>1</c:v>
                </c:pt>
                <c:pt idx="13569">
                  <c:v>1</c:v>
                </c:pt>
                <c:pt idx="13570">
                  <c:v>1</c:v>
                </c:pt>
                <c:pt idx="13571">
                  <c:v>1</c:v>
                </c:pt>
                <c:pt idx="13572">
                  <c:v>1</c:v>
                </c:pt>
                <c:pt idx="13573">
                  <c:v>1</c:v>
                </c:pt>
                <c:pt idx="13574">
                  <c:v>1</c:v>
                </c:pt>
                <c:pt idx="13575">
                  <c:v>1</c:v>
                </c:pt>
                <c:pt idx="13576">
                  <c:v>1</c:v>
                </c:pt>
                <c:pt idx="13577">
                  <c:v>1</c:v>
                </c:pt>
                <c:pt idx="13578">
                  <c:v>1</c:v>
                </c:pt>
                <c:pt idx="13579">
                  <c:v>1</c:v>
                </c:pt>
                <c:pt idx="13580">
                  <c:v>1</c:v>
                </c:pt>
                <c:pt idx="13581">
                  <c:v>2</c:v>
                </c:pt>
                <c:pt idx="13582">
                  <c:v>1</c:v>
                </c:pt>
                <c:pt idx="13583">
                  <c:v>1</c:v>
                </c:pt>
                <c:pt idx="13584">
                  <c:v>1</c:v>
                </c:pt>
                <c:pt idx="13585">
                  <c:v>2</c:v>
                </c:pt>
                <c:pt idx="13586">
                  <c:v>1</c:v>
                </c:pt>
                <c:pt idx="13587">
                  <c:v>1</c:v>
                </c:pt>
                <c:pt idx="13588">
                  <c:v>1</c:v>
                </c:pt>
                <c:pt idx="13589">
                  <c:v>1</c:v>
                </c:pt>
                <c:pt idx="13590">
                  <c:v>1</c:v>
                </c:pt>
                <c:pt idx="13591">
                  <c:v>1</c:v>
                </c:pt>
                <c:pt idx="13592">
                  <c:v>1</c:v>
                </c:pt>
                <c:pt idx="13593">
                  <c:v>1</c:v>
                </c:pt>
                <c:pt idx="13594">
                  <c:v>1</c:v>
                </c:pt>
                <c:pt idx="13595">
                  <c:v>1</c:v>
                </c:pt>
                <c:pt idx="13596">
                  <c:v>1</c:v>
                </c:pt>
                <c:pt idx="13597">
                  <c:v>1</c:v>
                </c:pt>
                <c:pt idx="13598">
                  <c:v>1</c:v>
                </c:pt>
                <c:pt idx="13599">
                  <c:v>1</c:v>
                </c:pt>
                <c:pt idx="13600">
                  <c:v>1</c:v>
                </c:pt>
                <c:pt idx="13601">
                  <c:v>1</c:v>
                </c:pt>
                <c:pt idx="13602">
                  <c:v>1</c:v>
                </c:pt>
                <c:pt idx="13603">
                  <c:v>1</c:v>
                </c:pt>
                <c:pt idx="13604">
                  <c:v>1</c:v>
                </c:pt>
                <c:pt idx="13605">
                  <c:v>3</c:v>
                </c:pt>
                <c:pt idx="13606">
                  <c:v>1</c:v>
                </c:pt>
                <c:pt idx="13607">
                  <c:v>1</c:v>
                </c:pt>
                <c:pt idx="13608">
                  <c:v>1</c:v>
                </c:pt>
                <c:pt idx="13609">
                  <c:v>1</c:v>
                </c:pt>
                <c:pt idx="13610">
                  <c:v>1</c:v>
                </c:pt>
                <c:pt idx="13611">
                  <c:v>1</c:v>
                </c:pt>
                <c:pt idx="13612">
                  <c:v>1</c:v>
                </c:pt>
                <c:pt idx="13613">
                  <c:v>1</c:v>
                </c:pt>
                <c:pt idx="13614">
                  <c:v>1</c:v>
                </c:pt>
                <c:pt idx="13615">
                  <c:v>1</c:v>
                </c:pt>
                <c:pt idx="13616">
                  <c:v>1</c:v>
                </c:pt>
                <c:pt idx="13617">
                  <c:v>1</c:v>
                </c:pt>
                <c:pt idx="13618">
                  <c:v>1</c:v>
                </c:pt>
                <c:pt idx="13619">
                  <c:v>1</c:v>
                </c:pt>
                <c:pt idx="13620">
                  <c:v>1</c:v>
                </c:pt>
                <c:pt idx="13621">
                  <c:v>1</c:v>
                </c:pt>
                <c:pt idx="13622">
                  <c:v>1</c:v>
                </c:pt>
                <c:pt idx="13623">
                  <c:v>1</c:v>
                </c:pt>
                <c:pt idx="13624">
                  <c:v>1</c:v>
                </c:pt>
                <c:pt idx="13625">
                  <c:v>1</c:v>
                </c:pt>
                <c:pt idx="13626">
                  <c:v>2</c:v>
                </c:pt>
                <c:pt idx="13627">
                  <c:v>1</c:v>
                </c:pt>
                <c:pt idx="13628">
                  <c:v>2</c:v>
                </c:pt>
                <c:pt idx="13629">
                  <c:v>1</c:v>
                </c:pt>
                <c:pt idx="13630">
                  <c:v>1</c:v>
                </c:pt>
                <c:pt idx="13631">
                  <c:v>1</c:v>
                </c:pt>
                <c:pt idx="13632">
                  <c:v>1</c:v>
                </c:pt>
                <c:pt idx="13633">
                  <c:v>1</c:v>
                </c:pt>
                <c:pt idx="13634">
                  <c:v>1</c:v>
                </c:pt>
                <c:pt idx="13635">
                  <c:v>1</c:v>
                </c:pt>
                <c:pt idx="13636">
                  <c:v>1</c:v>
                </c:pt>
                <c:pt idx="13637">
                  <c:v>1</c:v>
                </c:pt>
                <c:pt idx="13638">
                  <c:v>1</c:v>
                </c:pt>
                <c:pt idx="13639">
                  <c:v>1</c:v>
                </c:pt>
                <c:pt idx="13640">
                  <c:v>1</c:v>
                </c:pt>
                <c:pt idx="13641">
                  <c:v>1</c:v>
                </c:pt>
                <c:pt idx="13642">
                  <c:v>1</c:v>
                </c:pt>
                <c:pt idx="13643">
                  <c:v>1</c:v>
                </c:pt>
                <c:pt idx="13644">
                  <c:v>1</c:v>
                </c:pt>
                <c:pt idx="13645">
                  <c:v>1</c:v>
                </c:pt>
                <c:pt idx="13646">
                  <c:v>1</c:v>
                </c:pt>
                <c:pt idx="13647">
                  <c:v>1</c:v>
                </c:pt>
                <c:pt idx="13648">
                  <c:v>1</c:v>
                </c:pt>
                <c:pt idx="13649">
                  <c:v>1</c:v>
                </c:pt>
                <c:pt idx="13650">
                  <c:v>1</c:v>
                </c:pt>
                <c:pt idx="13651">
                  <c:v>1</c:v>
                </c:pt>
                <c:pt idx="13652">
                  <c:v>1</c:v>
                </c:pt>
                <c:pt idx="13653">
                  <c:v>2</c:v>
                </c:pt>
                <c:pt idx="13654">
                  <c:v>2</c:v>
                </c:pt>
                <c:pt idx="13655">
                  <c:v>1</c:v>
                </c:pt>
                <c:pt idx="13656">
                  <c:v>1</c:v>
                </c:pt>
                <c:pt idx="13657">
                  <c:v>1</c:v>
                </c:pt>
                <c:pt idx="13658">
                  <c:v>2</c:v>
                </c:pt>
                <c:pt idx="13659">
                  <c:v>1</c:v>
                </c:pt>
                <c:pt idx="13660">
                  <c:v>1</c:v>
                </c:pt>
                <c:pt idx="13661">
                  <c:v>1</c:v>
                </c:pt>
                <c:pt idx="13662">
                  <c:v>1</c:v>
                </c:pt>
                <c:pt idx="13663">
                  <c:v>1</c:v>
                </c:pt>
                <c:pt idx="13664">
                  <c:v>1</c:v>
                </c:pt>
                <c:pt idx="13665">
                  <c:v>1</c:v>
                </c:pt>
                <c:pt idx="13666">
                  <c:v>1</c:v>
                </c:pt>
                <c:pt idx="13667">
                  <c:v>1</c:v>
                </c:pt>
                <c:pt idx="13668">
                  <c:v>1</c:v>
                </c:pt>
                <c:pt idx="13669">
                  <c:v>1</c:v>
                </c:pt>
                <c:pt idx="13670">
                  <c:v>1</c:v>
                </c:pt>
                <c:pt idx="13671">
                  <c:v>1</c:v>
                </c:pt>
                <c:pt idx="13672">
                  <c:v>1</c:v>
                </c:pt>
                <c:pt idx="13673">
                  <c:v>1</c:v>
                </c:pt>
                <c:pt idx="13674">
                  <c:v>1</c:v>
                </c:pt>
                <c:pt idx="13675">
                  <c:v>1</c:v>
                </c:pt>
                <c:pt idx="13676">
                  <c:v>1</c:v>
                </c:pt>
                <c:pt idx="13677">
                  <c:v>1</c:v>
                </c:pt>
                <c:pt idx="13678">
                  <c:v>1</c:v>
                </c:pt>
                <c:pt idx="13679">
                  <c:v>1</c:v>
                </c:pt>
                <c:pt idx="13680">
                  <c:v>1</c:v>
                </c:pt>
                <c:pt idx="13681">
                  <c:v>1</c:v>
                </c:pt>
                <c:pt idx="13682">
                  <c:v>1</c:v>
                </c:pt>
                <c:pt idx="13683">
                  <c:v>1</c:v>
                </c:pt>
                <c:pt idx="13684">
                  <c:v>1</c:v>
                </c:pt>
                <c:pt idx="13685">
                  <c:v>1</c:v>
                </c:pt>
                <c:pt idx="13686">
                  <c:v>1</c:v>
                </c:pt>
                <c:pt idx="13687">
                  <c:v>1</c:v>
                </c:pt>
                <c:pt idx="13688">
                  <c:v>1</c:v>
                </c:pt>
                <c:pt idx="13689">
                  <c:v>1</c:v>
                </c:pt>
                <c:pt idx="13690">
                  <c:v>1</c:v>
                </c:pt>
                <c:pt idx="13691">
                  <c:v>1</c:v>
                </c:pt>
                <c:pt idx="13692">
                  <c:v>1</c:v>
                </c:pt>
                <c:pt idx="13693">
                  <c:v>1</c:v>
                </c:pt>
                <c:pt idx="13694">
                  <c:v>1</c:v>
                </c:pt>
                <c:pt idx="13695">
                  <c:v>1</c:v>
                </c:pt>
                <c:pt idx="13696">
                  <c:v>1</c:v>
                </c:pt>
                <c:pt idx="13697">
                  <c:v>1</c:v>
                </c:pt>
                <c:pt idx="13698">
                  <c:v>1</c:v>
                </c:pt>
                <c:pt idx="13699">
                  <c:v>1</c:v>
                </c:pt>
                <c:pt idx="13700">
                  <c:v>1</c:v>
                </c:pt>
                <c:pt idx="13701">
                  <c:v>2</c:v>
                </c:pt>
                <c:pt idx="13702">
                  <c:v>1</c:v>
                </c:pt>
                <c:pt idx="13703">
                  <c:v>1</c:v>
                </c:pt>
                <c:pt idx="13704">
                  <c:v>1</c:v>
                </c:pt>
                <c:pt idx="13705">
                  <c:v>1</c:v>
                </c:pt>
                <c:pt idx="13706">
                  <c:v>1</c:v>
                </c:pt>
                <c:pt idx="13707">
                  <c:v>2</c:v>
                </c:pt>
                <c:pt idx="13708">
                  <c:v>1</c:v>
                </c:pt>
                <c:pt idx="13709">
                  <c:v>1</c:v>
                </c:pt>
                <c:pt idx="13710">
                  <c:v>1</c:v>
                </c:pt>
                <c:pt idx="13711">
                  <c:v>2</c:v>
                </c:pt>
                <c:pt idx="13712">
                  <c:v>1</c:v>
                </c:pt>
                <c:pt idx="13713">
                  <c:v>1</c:v>
                </c:pt>
                <c:pt idx="13714">
                  <c:v>2</c:v>
                </c:pt>
                <c:pt idx="13715">
                  <c:v>1</c:v>
                </c:pt>
                <c:pt idx="13716">
                  <c:v>1</c:v>
                </c:pt>
                <c:pt idx="13717">
                  <c:v>1</c:v>
                </c:pt>
                <c:pt idx="13718">
                  <c:v>1</c:v>
                </c:pt>
                <c:pt idx="13719">
                  <c:v>1</c:v>
                </c:pt>
                <c:pt idx="13720">
                  <c:v>1</c:v>
                </c:pt>
                <c:pt idx="13721">
                  <c:v>1</c:v>
                </c:pt>
                <c:pt idx="13722">
                  <c:v>1</c:v>
                </c:pt>
                <c:pt idx="13723">
                  <c:v>1</c:v>
                </c:pt>
                <c:pt idx="13724">
                  <c:v>1</c:v>
                </c:pt>
                <c:pt idx="13725">
                  <c:v>1</c:v>
                </c:pt>
                <c:pt idx="13726">
                  <c:v>1</c:v>
                </c:pt>
                <c:pt idx="13727">
                  <c:v>1</c:v>
                </c:pt>
                <c:pt idx="13728">
                  <c:v>1</c:v>
                </c:pt>
                <c:pt idx="13729">
                  <c:v>1</c:v>
                </c:pt>
                <c:pt idx="13730">
                  <c:v>1</c:v>
                </c:pt>
                <c:pt idx="13731">
                  <c:v>1</c:v>
                </c:pt>
                <c:pt idx="13732">
                  <c:v>2</c:v>
                </c:pt>
                <c:pt idx="13733">
                  <c:v>1</c:v>
                </c:pt>
                <c:pt idx="13734">
                  <c:v>1</c:v>
                </c:pt>
                <c:pt idx="13735">
                  <c:v>3</c:v>
                </c:pt>
                <c:pt idx="13736">
                  <c:v>1</c:v>
                </c:pt>
                <c:pt idx="13737">
                  <c:v>1</c:v>
                </c:pt>
                <c:pt idx="13738">
                  <c:v>1</c:v>
                </c:pt>
                <c:pt idx="13739">
                  <c:v>1</c:v>
                </c:pt>
                <c:pt idx="13740">
                  <c:v>1</c:v>
                </c:pt>
                <c:pt idx="13741">
                  <c:v>1</c:v>
                </c:pt>
                <c:pt idx="13742">
                  <c:v>1</c:v>
                </c:pt>
                <c:pt idx="13743">
                  <c:v>1</c:v>
                </c:pt>
                <c:pt idx="13744">
                  <c:v>1</c:v>
                </c:pt>
                <c:pt idx="13745">
                  <c:v>1</c:v>
                </c:pt>
                <c:pt idx="13746">
                  <c:v>1</c:v>
                </c:pt>
                <c:pt idx="13747">
                  <c:v>1</c:v>
                </c:pt>
                <c:pt idx="13748">
                  <c:v>1</c:v>
                </c:pt>
                <c:pt idx="13749">
                  <c:v>1</c:v>
                </c:pt>
                <c:pt idx="13750">
                  <c:v>1</c:v>
                </c:pt>
                <c:pt idx="13751">
                  <c:v>1</c:v>
                </c:pt>
                <c:pt idx="13752">
                  <c:v>1</c:v>
                </c:pt>
                <c:pt idx="13753">
                  <c:v>1</c:v>
                </c:pt>
                <c:pt idx="13754">
                  <c:v>1</c:v>
                </c:pt>
                <c:pt idx="13755">
                  <c:v>1</c:v>
                </c:pt>
                <c:pt idx="13756">
                  <c:v>1</c:v>
                </c:pt>
                <c:pt idx="13757">
                  <c:v>2</c:v>
                </c:pt>
                <c:pt idx="13758">
                  <c:v>1</c:v>
                </c:pt>
                <c:pt idx="13759">
                  <c:v>2</c:v>
                </c:pt>
                <c:pt idx="13760">
                  <c:v>1</c:v>
                </c:pt>
                <c:pt idx="13761">
                  <c:v>1</c:v>
                </c:pt>
                <c:pt idx="13762">
                  <c:v>2</c:v>
                </c:pt>
                <c:pt idx="13763">
                  <c:v>1</c:v>
                </c:pt>
                <c:pt idx="13764">
                  <c:v>1</c:v>
                </c:pt>
                <c:pt idx="13765">
                  <c:v>1</c:v>
                </c:pt>
                <c:pt idx="13766">
                  <c:v>1</c:v>
                </c:pt>
                <c:pt idx="13767">
                  <c:v>2</c:v>
                </c:pt>
                <c:pt idx="13768">
                  <c:v>1</c:v>
                </c:pt>
                <c:pt idx="13769">
                  <c:v>1</c:v>
                </c:pt>
                <c:pt idx="13770">
                  <c:v>1</c:v>
                </c:pt>
                <c:pt idx="13771">
                  <c:v>1</c:v>
                </c:pt>
                <c:pt idx="13772">
                  <c:v>1</c:v>
                </c:pt>
                <c:pt idx="13773">
                  <c:v>1</c:v>
                </c:pt>
                <c:pt idx="13774">
                  <c:v>1</c:v>
                </c:pt>
                <c:pt idx="13775">
                  <c:v>2</c:v>
                </c:pt>
                <c:pt idx="13776">
                  <c:v>1</c:v>
                </c:pt>
                <c:pt idx="13777">
                  <c:v>1</c:v>
                </c:pt>
                <c:pt idx="13778">
                  <c:v>1</c:v>
                </c:pt>
                <c:pt idx="13779">
                  <c:v>1</c:v>
                </c:pt>
                <c:pt idx="13780">
                  <c:v>1</c:v>
                </c:pt>
                <c:pt idx="13781">
                  <c:v>1</c:v>
                </c:pt>
                <c:pt idx="13782">
                  <c:v>1</c:v>
                </c:pt>
                <c:pt idx="13783">
                  <c:v>1</c:v>
                </c:pt>
                <c:pt idx="13784">
                  <c:v>2</c:v>
                </c:pt>
                <c:pt idx="13785">
                  <c:v>1</c:v>
                </c:pt>
                <c:pt idx="13786">
                  <c:v>1</c:v>
                </c:pt>
                <c:pt idx="13787">
                  <c:v>1</c:v>
                </c:pt>
                <c:pt idx="13788">
                  <c:v>1</c:v>
                </c:pt>
                <c:pt idx="13789">
                  <c:v>1</c:v>
                </c:pt>
                <c:pt idx="13790">
                  <c:v>1</c:v>
                </c:pt>
                <c:pt idx="13791">
                  <c:v>1</c:v>
                </c:pt>
                <c:pt idx="13792">
                  <c:v>1</c:v>
                </c:pt>
                <c:pt idx="13793">
                  <c:v>1</c:v>
                </c:pt>
                <c:pt idx="13794">
                  <c:v>1</c:v>
                </c:pt>
                <c:pt idx="13795">
                  <c:v>1</c:v>
                </c:pt>
                <c:pt idx="13796">
                  <c:v>1</c:v>
                </c:pt>
                <c:pt idx="13797">
                  <c:v>1</c:v>
                </c:pt>
                <c:pt idx="13798">
                  <c:v>1</c:v>
                </c:pt>
                <c:pt idx="13799">
                  <c:v>1</c:v>
                </c:pt>
                <c:pt idx="13800">
                  <c:v>1</c:v>
                </c:pt>
                <c:pt idx="13801">
                  <c:v>1</c:v>
                </c:pt>
                <c:pt idx="13802">
                  <c:v>1</c:v>
                </c:pt>
                <c:pt idx="13803">
                  <c:v>1</c:v>
                </c:pt>
                <c:pt idx="13804">
                  <c:v>2</c:v>
                </c:pt>
                <c:pt idx="13805">
                  <c:v>1</c:v>
                </c:pt>
                <c:pt idx="13806">
                  <c:v>1</c:v>
                </c:pt>
                <c:pt idx="13807">
                  <c:v>1</c:v>
                </c:pt>
                <c:pt idx="13808">
                  <c:v>1</c:v>
                </c:pt>
                <c:pt idx="13809">
                  <c:v>1</c:v>
                </c:pt>
                <c:pt idx="13810">
                  <c:v>1</c:v>
                </c:pt>
                <c:pt idx="13811">
                  <c:v>1</c:v>
                </c:pt>
                <c:pt idx="13812">
                  <c:v>1</c:v>
                </c:pt>
                <c:pt idx="13813">
                  <c:v>1</c:v>
                </c:pt>
                <c:pt idx="13814">
                  <c:v>1</c:v>
                </c:pt>
                <c:pt idx="13815">
                  <c:v>1</c:v>
                </c:pt>
                <c:pt idx="13816">
                  <c:v>1</c:v>
                </c:pt>
                <c:pt idx="13817">
                  <c:v>1</c:v>
                </c:pt>
                <c:pt idx="13818">
                  <c:v>1</c:v>
                </c:pt>
                <c:pt idx="13819">
                  <c:v>1</c:v>
                </c:pt>
                <c:pt idx="13820">
                  <c:v>1</c:v>
                </c:pt>
                <c:pt idx="13821">
                  <c:v>1</c:v>
                </c:pt>
                <c:pt idx="13822">
                  <c:v>1</c:v>
                </c:pt>
                <c:pt idx="13823">
                  <c:v>1</c:v>
                </c:pt>
                <c:pt idx="13824">
                  <c:v>2</c:v>
                </c:pt>
                <c:pt idx="13825">
                  <c:v>1</c:v>
                </c:pt>
                <c:pt idx="13826">
                  <c:v>1</c:v>
                </c:pt>
                <c:pt idx="13827">
                  <c:v>1</c:v>
                </c:pt>
                <c:pt idx="13828">
                  <c:v>1</c:v>
                </c:pt>
                <c:pt idx="13829">
                  <c:v>2</c:v>
                </c:pt>
                <c:pt idx="13830">
                  <c:v>2</c:v>
                </c:pt>
                <c:pt idx="13831">
                  <c:v>1</c:v>
                </c:pt>
                <c:pt idx="13832">
                  <c:v>1</c:v>
                </c:pt>
                <c:pt idx="13833">
                  <c:v>1</c:v>
                </c:pt>
                <c:pt idx="13834">
                  <c:v>1</c:v>
                </c:pt>
                <c:pt idx="13835">
                  <c:v>1</c:v>
                </c:pt>
                <c:pt idx="13836">
                  <c:v>1</c:v>
                </c:pt>
                <c:pt idx="13837">
                  <c:v>1</c:v>
                </c:pt>
                <c:pt idx="13838">
                  <c:v>2</c:v>
                </c:pt>
                <c:pt idx="13839">
                  <c:v>1</c:v>
                </c:pt>
                <c:pt idx="13840">
                  <c:v>1</c:v>
                </c:pt>
                <c:pt idx="13841">
                  <c:v>1</c:v>
                </c:pt>
                <c:pt idx="13842">
                  <c:v>1</c:v>
                </c:pt>
                <c:pt idx="13843">
                  <c:v>1</c:v>
                </c:pt>
                <c:pt idx="13844">
                  <c:v>1</c:v>
                </c:pt>
                <c:pt idx="13845">
                  <c:v>1</c:v>
                </c:pt>
                <c:pt idx="13846">
                  <c:v>1</c:v>
                </c:pt>
                <c:pt idx="13847">
                  <c:v>1</c:v>
                </c:pt>
                <c:pt idx="13848">
                  <c:v>1</c:v>
                </c:pt>
                <c:pt idx="13849">
                  <c:v>1</c:v>
                </c:pt>
                <c:pt idx="13850">
                  <c:v>1</c:v>
                </c:pt>
                <c:pt idx="13851">
                  <c:v>1</c:v>
                </c:pt>
                <c:pt idx="13852">
                  <c:v>1</c:v>
                </c:pt>
                <c:pt idx="13853">
                  <c:v>1</c:v>
                </c:pt>
                <c:pt idx="13854">
                  <c:v>1</c:v>
                </c:pt>
                <c:pt idx="13855">
                  <c:v>1</c:v>
                </c:pt>
                <c:pt idx="13856">
                  <c:v>1</c:v>
                </c:pt>
                <c:pt idx="13857">
                  <c:v>1</c:v>
                </c:pt>
                <c:pt idx="13858">
                  <c:v>1</c:v>
                </c:pt>
                <c:pt idx="13859">
                  <c:v>1</c:v>
                </c:pt>
                <c:pt idx="13860">
                  <c:v>1</c:v>
                </c:pt>
                <c:pt idx="13861">
                  <c:v>1</c:v>
                </c:pt>
                <c:pt idx="13862">
                  <c:v>1</c:v>
                </c:pt>
                <c:pt idx="13863">
                  <c:v>1</c:v>
                </c:pt>
                <c:pt idx="13864">
                  <c:v>1</c:v>
                </c:pt>
                <c:pt idx="13865">
                  <c:v>1</c:v>
                </c:pt>
                <c:pt idx="13866">
                  <c:v>1</c:v>
                </c:pt>
                <c:pt idx="13867">
                  <c:v>1</c:v>
                </c:pt>
                <c:pt idx="13868">
                  <c:v>1</c:v>
                </c:pt>
                <c:pt idx="13869">
                  <c:v>1</c:v>
                </c:pt>
                <c:pt idx="13870">
                  <c:v>1</c:v>
                </c:pt>
                <c:pt idx="13871">
                  <c:v>2</c:v>
                </c:pt>
                <c:pt idx="13872">
                  <c:v>1</c:v>
                </c:pt>
                <c:pt idx="13873">
                  <c:v>1</c:v>
                </c:pt>
                <c:pt idx="13874">
                  <c:v>1</c:v>
                </c:pt>
                <c:pt idx="13875">
                  <c:v>1</c:v>
                </c:pt>
                <c:pt idx="13876">
                  <c:v>1</c:v>
                </c:pt>
                <c:pt idx="13877">
                  <c:v>1</c:v>
                </c:pt>
                <c:pt idx="13878">
                  <c:v>1</c:v>
                </c:pt>
                <c:pt idx="13879">
                  <c:v>1</c:v>
                </c:pt>
                <c:pt idx="13880">
                  <c:v>1</c:v>
                </c:pt>
                <c:pt idx="13881">
                  <c:v>1</c:v>
                </c:pt>
                <c:pt idx="13882">
                  <c:v>1</c:v>
                </c:pt>
                <c:pt idx="13883">
                  <c:v>1</c:v>
                </c:pt>
                <c:pt idx="13884">
                  <c:v>1</c:v>
                </c:pt>
                <c:pt idx="13885">
                  <c:v>1</c:v>
                </c:pt>
                <c:pt idx="13886">
                  <c:v>1</c:v>
                </c:pt>
                <c:pt idx="13887">
                  <c:v>1</c:v>
                </c:pt>
                <c:pt idx="13888">
                  <c:v>2</c:v>
                </c:pt>
                <c:pt idx="13889">
                  <c:v>1</c:v>
                </c:pt>
                <c:pt idx="13890">
                  <c:v>1</c:v>
                </c:pt>
                <c:pt idx="13891">
                  <c:v>1</c:v>
                </c:pt>
                <c:pt idx="13892">
                  <c:v>1</c:v>
                </c:pt>
                <c:pt idx="13893">
                  <c:v>1</c:v>
                </c:pt>
                <c:pt idx="13894">
                  <c:v>1</c:v>
                </c:pt>
                <c:pt idx="13895">
                  <c:v>1</c:v>
                </c:pt>
                <c:pt idx="13896">
                  <c:v>1</c:v>
                </c:pt>
                <c:pt idx="13897">
                  <c:v>1</c:v>
                </c:pt>
                <c:pt idx="13898">
                  <c:v>1</c:v>
                </c:pt>
                <c:pt idx="13899">
                  <c:v>1</c:v>
                </c:pt>
                <c:pt idx="13900">
                  <c:v>1</c:v>
                </c:pt>
                <c:pt idx="13901">
                  <c:v>1</c:v>
                </c:pt>
                <c:pt idx="13902">
                  <c:v>1</c:v>
                </c:pt>
                <c:pt idx="13903">
                  <c:v>1</c:v>
                </c:pt>
                <c:pt idx="13904">
                  <c:v>1</c:v>
                </c:pt>
                <c:pt idx="13905">
                  <c:v>1</c:v>
                </c:pt>
                <c:pt idx="13906">
                  <c:v>1</c:v>
                </c:pt>
                <c:pt idx="13907">
                  <c:v>1</c:v>
                </c:pt>
                <c:pt idx="13908">
                  <c:v>1</c:v>
                </c:pt>
                <c:pt idx="13909">
                  <c:v>1</c:v>
                </c:pt>
                <c:pt idx="13910">
                  <c:v>1</c:v>
                </c:pt>
                <c:pt idx="13911">
                  <c:v>1</c:v>
                </c:pt>
                <c:pt idx="13912">
                  <c:v>1</c:v>
                </c:pt>
                <c:pt idx="13913">
                  <c:v>1</c:v>
                </c:pt>
                <c:pt idx="13914">
                  <c:v>1</c:v>
                </c:pt>
                <c:pt idx="13915">
                  <c:v>1</c:v>
                </c:pt>
                <c:pt idx="13916">
                  <c:v>1</c:v>
                </c:pt>
                <c:pt idx="13917">
                  <c:v>1</c:v>
                </c:pt>
                <c:pt idx="13918">
                  <c:v>1</c:v>
                </c:pt>
                <c:pt idx="13919">
                  <c:v>1</c:v>
                </c:pt>
                <c:pt idx="13920">
                  <c:v>1</c:v>
                </c:pt>
                <c:pt idx="13921">
                  <c:v>1</c:v>
                </c:pt>
                <c:pt idx="13922">
                  <c:v>1</c:v>
                </c:pt>
                <c:pt idx="13923">
                  <c:v>1</c:v>
                </c:pt>
                <c:pt idx="13924">
                  <c:v>1</c:v>
                </c:pt>
                <c:pt idx="13925">
                  <c:v>1</c:v>
                </c:pt>
                <c:pt idx="13926">
                  <c:v>1</c:v>
                </c:pt>
                <c:pt idx="13927">
                  <c:v>1</c:v>
                </c:pt>
                <c:pt idx="13928">
                  <c:v>1</c:v>
                </c:pt>
                <c:pt idx="13929">
                  <c:v>1</c:v>
                </c:pt>
                <c:pt idx="13930">
                  <c:v>1</c:v>
                </c:pt>
                <c:pt idx="13931">
                  <c:v>1</c:v>
                </c:pt>
                <c:pt idx="13932">
                  <c:v>1</c:v>
                </c:pt>
                <c:pt idx="13933">
                  <c:v>1</c:v>
                </c:pt>
                <c:pt idx="13934">
                  <c:v>1</c:v>
                </c:pt>
                <c:pt idx="13935">
                  <c:v>1</c:v>
                </c:pt>
                <c:pt idx="13936">
                  <c:v>1</c:v>
                </c:pt>
                <c:pt idx="13937">
                  <c:v>1</c:v>
                </c:pt>
                <c:pt idx="13938">
                  <c:v>1</c:v>
                </c:pt>
                <c:pt idx="13939">
                  <c:v>1</c:v>
                </c:pt>
                <c:pt idx="13940">
                  <c:v>1</c:v>
                </c:pt>
                <c:pt idx="13941">
                  <c:v>1</c:v>
                </c:pt>
                <c:pt idx="13942">
                  <c:v>1</c:v>
                </c:pt>
                <c:pt idx="13943">
                  <c:v>1</c:v>
                </c:pt>
                <c:pt idx="13944">
                  <c:v>1</c:v>
                </c:pt>
                <c:pt idx="13945">
                  <c:v>1</c:v>
                </c:pt>
                <c:pt idx="13946">
                  <c:v>1</c:v>
                </c:pt>
                <c:pt idx="13947">
                  <c:v>1</c:v>
                </c:pt>
                <c:pt idx="13948">
                  <c:v>1</c:v>
                </c:pt>
                <c:pt idx="13949">
                  <c:v>1</c:v>
                </c:pt>
                <c:pt idx="13950">
                  <c:v>1</c:v>
                </c:pt>
                <c:pt idx="13951">
                  <c:v>1</c:v>
                </c:pt>
                <c:pt idx="13952">
                  <c:v>1</c:v>
                </c:pt>
                <c:pt idx="13953">
                  <c:v>1</c:v>
                </c:pt>
                <c:pt idx="13954">
                  <c:v>1</c:v>
                </c:pt>
                <c:pt idx="13955">
                  <c:v>1</c:v>
                </c:pt>
                <c:pt idx="13956">
                  <c:v>1</c:v>
                </c:pt>
                <c:pt idx="13957">
                  <c:v>1</c:v>
                </c:pt>
                <c:pt idx="13958">
                  <c:v>1</c:v>
                </c:pt>
                <c:pt idx="13959">
                  <c:v>1</c:v>
                </c:pt>
                <c:pt idx="13960">
                  <c:v>1</c:v>
                </c:pt>
                <c:pt idx="13961">
                  <c:v>1</c:v>
                </c:pt>
                <c:pt idx="13962">
                  <c:v>1</c:v>
                </c:pt>
                <c:pt idx="13963">
                  <c:v>1</c:v>
                </c:pt>
                <c:pt idx="13964">
                  <c:v>1</c:v>
                </c:pt>
                <c:pt idx="13965">
                  <c:v>1</c:v>
                </c:pt>
                <c:pt idx="13966">
                  <c:v>1</c:v>
                </c:pt>
                <c:pt idx="13967">
                  <c:v>1</c:v>
                </c:pt>
                <c:pt idx="13968">
                  <c:v>1</c:v>
                </c:pt>
                <c:pt idx="13969">
                  <c:v>1</c:v>
                </c:pt>
                <c:pt idx="13970">
                  <c:v>1</c:v>
                </c:pt>
                <c:pt idx="13971">
                  <c:v>1</c:v>
                </c:pt>
                <c:pt idx="13972">
                  <c:v>1</c:v>
                </c:pt>
                <c:pt idx="13973">
                  <c:v>1</c:v>
                </c:pt>
                <c:pt idx="13974">
                  <c:v>1</c:v>
                </c:pt>
                <c:pt idx="13975">
                  <c:v>1</c:v>
                </c:pt>
                <c:pt idx="13976">
                  <c:v>1</c:v>
                </c:pt>
                <c:pt idx="13977">
                  <c:v>2</c:v>
                </c:pt>
                <c:pt idx="13978">
                  <c:v>1</c:v>
                </c:pt>
                <c:pt idx="13979">
                  <c:v>1</c:v>
                </c:pt>
                <c:pt idx="13980">
                  <c:v>1</c:v>
                </c:pt>
                <c:pt idx="13981">
                  <c:v>1</c:v>
                </c:pt>
                <c:pt idx="13982">
                  <c:v>1</c:v>
                </c:pt>
                <c:pt idx="13983">
                  <c:v>1</c:v>
                </c:pt>
                <c:pt idx="13984">
                  <c:v>1</c:v>
                </c:pt>
                <c:pt idx="13985">
                  <c:v>1</c:v>
                </c:pt>
                <c:pt idx="13986">
                  <c:v>1</c:v>
                </c:pt>
                <c:pt idx="13987">
                  <c:v>1</c:v>
                </c:pt>
                <c:pt idx="13988">
                  <c:v>1</c:v>
                </c:pt>
                <c:pt idx="13989">
                  <c:v>1</c:v>
                </c:pt>
                <c:pt idx="13990">
                  <c:v>1</c:v>
                </c:pt>
                <c:pt idx="13991">
                  <c:v>1</c:v>
                </c:pt>
                <c:pt idx="13992">
                  <c:v>1</c:v>
                </c:pt>
                <c:pt idx="13993">
                  <c:v>1</c:v>
                </c:pt>
                <c:pt idx="13994">
                  <c:v>1</c:v>
                </c:pt>
                <c:pt idx="13995">
                  <c:v>1</c:v>
                </c:pt>
                <c:pt idx="13996">
                  <c:v>1</c:v>
                </c:pt>
                <c:pt idx="13997">
                  <c:v>1</c:v>
                </c:pt>
                <c:pt idx="13998">
                  <c:v>1</c:v>
                </c:pt>
                <c:pt idx="13999">
                  <c:v>1</c:v>
                </c:pt>
                <c:pt idx="14000">
                  <c:v>1</c:v>
                </c:pt>
                <c:pt idx="14001">
                  <c:v>1</c:v>
                </c:pt>
                <c:pt idx="14002">
                  <c:v>1</c:v>
                </c:pt>
                <c:pt idx="14003">
                  <c:v>1</c:v>
                </c:pt>
                <c:pt idx="14004">
                  <c:v>1</c:v>
                </c:pt>
                <c:pt idx="14005">
                  <c:v>1</c:v>
                </c:pt>
                <c:pt idx="14006">
                  <c:v>1</c:v>
                </c:pt>
                <c:pt idx="14007">
                  <c:v>1</c:v>
                </c:pt>
                <c:pt idx="14008">
                  <c:v>1</c:v>
                </c:pt>
                <c:pt idx="14009">
                  <c:v>1</c:v>
                </c:pt>
                <c:pt idx="14010">
                  <c:v>1</c:v>
                </c:pt>
                <c:pt idx="14011">
                  <c:v>1</c:v>
                </c:pt>
                <c:pt idx="14012">
                  <c:v>1</c:v>
                </c:pt>
                <c:pt idx="14013">
                  <c:v>1</c:v>
                </c:pt>
                <c:pt idx="14014">
                  <c:v>1</c:v>
                </c:pt>
                <c:pt idx="14015">
                  <c:v>1</c:v>
                </c:pt>
                <c:pt idx="14016">
                  <c:v>1</c:v>
                </c:pt>
                <c:pt idx="14017">
                  <c:v>1</c:v>
                </c:pt>
                <c:pt idx="14018">
                  <c:v>1</c:v>
                </c:pt>
                <c:pt idx="14019">
                  <c:v>1</c:v>
                </c:pt>
                <c:pt idx="14020">
                  <c:v>1</c:v>
                </c:pt>
                <c:pt idx="14021">
                  <c:v>1</c:v>
                </c:pt>
                <c:pt idx="14022">
                  <c:v>1</c:v>
                </c:pt>
                <c:pt idx="14023">
                  <c:v>1</c:v>
                </c:pt>
                <c:pt idx="14024">
                  <c:v>1</c:v>
                </c:pt>
                <c:pt idx="14025">
                  <c:v>1</c:v>
                </c:pt>
                <c:pt idx="14026">
                  <c:v>1</c:v>
                </c:pt>
                <c:pt idx="14027">
                  <c:v>1</c:v>
                </c:pt>
                <c:pt idx="14028">
                  <c:v>1</c:v>
                </c:pt>
                <c:pt idx="14029">
                  <c:v>1</c:v>
                </c:pt>
                <c:pt idx="14030">
                  <c:v>1</c:v>
                </c:pt>
                <c:pt idx="14031">
                  <c:v>1</c:v>
                </c:pt>
                <c:pt idx="14032">
                  <c:v>1</c:v>
                </c:pt>
                <c:pt idx="14033">
                  <c:v>1</c:v>
                </c:pt>
                <c:pt idx="14034">
                  <c:v>1</c:v>
                </c:pt>
                <c:pt idx="14035">
                  <c:v>1</c:v>
                </c:pt>
                <c:pt idx="14036">
                  <c:v>1</c:v>
                </c:pt>
                <c:pt idx="14037">
                  <c:v>1</c:v>
                </c:pt>
                <c:pt idx="14038">
                  <c:v>1</c:v>
                </c:pt>
                <c:pt idx="14039">
                  <c:v>1</c:v>
                </c:pt>
                <c:pt idx="14040">
                  <c:v>1</c:v>
                </c:pt>
                <c:pt idx="14041">
                  <c:v>1</c:v>
                </c:pt>
                <c:pt idx="14042">
                  <c:v>1</c:v>
                </c:pt>
                <c:pt idx="14043">
                  <c:v>1</c:v>
                </c:pt>
                <c:pt idx="14044">
                  <c:v>1</c:v>
                </c:pt>
                <c:pt idx="14045">
                  <c:v>1</c:v>
                </c:pt>
                <c:pt idx="14046">
                  <c:v>1</c:v>
                </c:pt>
                <c:pt idx="14047">
                  <c:v>1</c:v>
                </c:pt>
                <c:pt idx="14048">
                  <c:v>1</c:v>
                </c:pt>
                <c:pt idx="14049">
                  <c:v>1</c:v>
                </c:pt>
                <c:pt idx="14050">
                  <c:v>1</c:v>
                </c:pt>
                <c:pt idx="14051">
                  <c:v>1</c:v>
                </c:pt>
                <c:pt idx="14052">
                  <c:v>1</c:v>
                </c:pt>
                <c:pt idx="14053">
                  <c:v>1</c:v>
                </c:pt>
                <c:pt idx="14054">
                  <c:v>1</c:v>
                </c:pt>
                <c:pt idx="14055">
                  <c:v>1</c:v>
                </c:pt>
                <c:pt idx="14056">
                  <c:v>1</c:v>
                </c:pt>
                <c:pt idx="14057">
                  <c:v>1</c:v>
                </c:pt>
                <c:pt idx="14058">
                  <c:v>1</c:v>
                </c:pt>
                <c:pt idx="14059">
                  <c:v>1</c:v>
                </c:pt>
                <c:pt idx="14060">
                  <c:v>1</c:v>
                </c:pt>
                <c:pt idx="14061">
                  <c:v>1</c:v>
                </c:pt>
                <c:pt idx="14062">
                  <c:v>1</c:v>
                </c:pt>
                <c:pt idx="14063">
                  <c:v>1</c:v>
                </c:pt>
                <c:pt idx="14064">
                  <c:v>1</c:v>
                </c:pt>
                <c:pt idx="14065">
                  <c:v>1</c:v>
                </c:pt>
                <c:pt idx="14066">
                  <c:v>1</c:v>
                </c:pt>
                <c:pt idx="14067">
                  <c:v>1</c:v>
                </c:pt>
                <c:pt idx="14068">
                  <c:v>1</c:v>
                </c:pt>
                <c:pt idx="14069">
                  <c:v>1</c:v>
                </c:pt>
                <c:pt idx="14070">
                  <c:v>1</c:v>
                </c:pt>
                <c:pt idx="14071">
                  <c:v>2</c:v>
                </c:pt>
                <c:pt idx="14072">
                  <c:v>1</c:v>
                </c:pt>
                <c:pt idx="14073">
                  <c:v>1</c:v>
                </c:pt>
                <c:pt idx="14074">
                  <c:v>1</c:v>
                </c:pt>
                <c:pt idx="14075">
                  <c:v>1</c:v>
                </c:pt>
                <c:pt idx="14076">
                  <c:v>1</c:v>
                </c:pt>
                <c:pt idx="14077">
                  <c:v>1</c:v>
                </c:pt>
                <c:pt idx="14078">
                  <c:v>1</c:v>
                </c:pt>
                <c:pt idx="14079">
                  <c:v>1</c:v>
                </c:pt>
                <c:pt idx="14080">
                  <c:v>1</c:v>
                </c:pt>
                <c:pt idx="14081">
                  <c:v>1</c:v>
                </c:pt>
                <c:pt idx="14082">
                  <c:v>1</c:v>
                </c:pt>
                <c:pt idx="14083">
                  <c:v>1</c:v>
                </c:pt>
                <c:pt idx="14084">
                  <c:v>1</c:v>
                </c:pt>
                <c:pt idx="14085">
                  <c:v>1</c:v>
                </c:pt>
                <c:pt idx="14086">
                  <c:v>1</c:v>
                </c:pt>
                <c:pt idx="14087">
                  <c:v>1</c:v>
                </c:pt>
                <c:pt idx="14088">
                  <c:v>1</c:v>
                </c:pt>
                <c:pt idx="14089">
                  <c:v>1</c:v>
                </c:pt>
                <c:pt idx="14090">
                  <c:v>1</c:v>
                </c:pt>
                <c:pt idx="14091">
                  <c:v>1</c:v>
                </c:pt>
                <c:pt idx="14092">
                  <c:v>1</c:v>
                </c:pt>
                <c:pt idx="14093">
                  <c:v>1</c:v>
                </c:pt>
                <c:pt idx="14094">
                  <c:v>1</c:v>
                </c:pt>
                <c:pt idx="14095">
                  <c:v>1</c:v>
                </c:pt>
                <c:pt idx="14096">
                  <c:v>1</c:v>
                </c:pt>
                <c:pt idx="14097">
                  <c:v>1</c:v>
                </c:pt>
                <c:pt idx="14098">
                  <c:v>1</c:v>
                </c:pt>
                <c:pt idx="14099">
                  <c:v>1</c:v>
                </c:pt>
                <c:pt idx="14100">
                  <c:v>1</c:v>
                </c:pt>
                <c:pt idx="14101">
                  <c:v>1</c:v>
                </c:pt>
                <c:pt idx="14102">
                  <c:v>1</c:v>
                </c:pt>
                <c:pt idx="14103">
                  <c:v>1</c:v>
                </c:pt>
                <c:pt idx="14104">
                  <c:v>1</c:v>
                </c:pt>
                <c:pt idx="14105">
                  <c:v>1</c:v>
                </c:pt>
                <c:pt idx="14106">
                  <c:v>1</c:v>
                </c:pt>
                <c:pt idx="14107">
                  <c:v>1</c:v>
                </c:pt>
                <c:pt idx="14108">
                  <c:v>1</c:v>
                </c:pt>
                <c:pt idx="14109">
                  <c:v>1</c:v>
                </c:pt>
                <c:pt idx="14110">
                  <c:v>1</c:v>
                </c:pt>
                <c:pt idx="14111">
                  <c:v>1</c:v>
                </c:pt>
                <c:pt idx="14112">
                  <c:v>1</c:v>
                </c:pt>
                <c:pt idx="14113">
                  <c:v>1</c:v>
                </c:pt>
                <c:pt idx="14114">
                  <c:v>1</c:v>
                </c:pt>
                <c:pt idx="14115">
                  <c:v>1</c:v>
                </c:pt>
                <c:pt idx="14116">
                  <c:v>1</c:v>
                </c:pt>
                <c:pt idx="14117">
                  <c:v>1</c:v>
                </c:pt>
                <c:pt idx="14118">
                  <c:v>1</c:v>
                </c:pt>
                <c:pt idx="14119">
                  <c:v>1</c:v>
                </c:pt>
                <c:pt idx="14120">
                  <c:v>1</c:v>
                </c:pt>
                <c:pt idx="14121">
                  <c:v>1</c:v>
                </c:pt>
                <c:pt idx="14122">
                  <c:v>1</c:v>
                </c:pt>
                <c:pt idx="14123">
                  <c:v>1</c:v>
                </c:pt>
                <c:pt idx="14124">
                  <c:v>1</c:v>
                </c:pt>
                <c:pt idx="14125">
                  <c:v>1</c:v>
                </c:pt>
                <c:pt idx="14126">
                  <c:v>1</c:v>
                </c:pt>
                <c:pt idx="14127">
                  <c:v>1</c:v>
                </c:pt>
                <c:pt idx="14128">
                  <c:v>1</c:v>
                </c:pt>
                <c:pt idx="14129">
                  <c:v>1</c:v>
                </c:pt>
                <c:pt idx="14130">
                  <c:v>1</c:v>
                </c:pt>
                <c:pt idx="14132">
                  <c:v>12</c:v>
                </c:pt>
              </c:numCache>
            </c:numRef>
          </c:val>
          <c:extLst>
            <c:ext xmlns:c16="http://schemas.microsoft.com/office/drawing/2014/chart" uri="{C3380CC4-5D6E-409C-BE32-E72D297353CC}">
              <c16:uniqueId val="{00000001-1770-4D8C-B8ED-84CFFEB07C12}"/>
            </c:ext>
          </c:extLst>
        </c:ser>
        <c:dLbls>
          <c:showLegendKey val="0"/>
          <c:showVal val="0"/>
          <c:showCatName val="0"/>
          <c:showSerName val="0"/>
          <c:showPercent val="0"/>
          <c:showBubbleSize val="0"/>
        </c:dLbls>
        <c:gapWidth val="219"/>
        <c:overlap val="-27"/>
        <c:axId val="1930815855"/>
        <c:axId val="1930816335"/>
      </c:barChart>
      <c:catAx>
        <c:axId val="19308158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930816335"/>
        <c:crosses val="autoZero"/>
        <c:auto val="1"/>
        <c:lblAlgn val="ctr"/>
        <c:lblOffset val="100"/>
        <c:noMultiLvlLbl val="0"/>
      </c:catAx>
      <c:valAx>
        <c:axId val="193081633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9308158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 (version 1) (version 1).xlsb.xlsx]Pivot results!PivotTable24</c:name>
    <c:fmtId val="7"/>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dirty="0"/>
              <a:t>Relationship between price, mileage and year of manufacture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results'!$B$14549:$B$14550</c:f>
              <c:strCache>
                <c:ptCount val="1"/>
                <c:pt idx="0">
                  <c:v>high_odo_reading</c:v>
                </c:pt>
              </c:strCache>
            </c:strRef>
          </c:tx>
          <c:spPr>
            <a:solidFill>
              <a:schemeClr val="accent1"/>
            </a:solidFill>
            <a:ln>
              <a:noFill/>
            </a:ln>
            <a:effectLst/>
          </c:spPr>
          <c:invertIfNegative val="0"/>
          <c:cat>
            <c:strRef>
              <c:f>'Pivot results'!$A$14551:$A$14553</c:f>
              <c:strCache>
                <c:ptCount val="2"/>
                <c:pt idx="0">
                  <c:v>2014</c:v>
                </c:pt>
                <c:pt idx="1">
                  <c:v>2015</c:v>
                </c:pt>
              </c:strCache>
            </c:strRef>
          </c:cat>
          <c:val>
            <c:numRef>
              <c:f>'Pivot results'!$B$14551:$B$14553</c:f>
              <c:numCache>
                <c:formatCode>_-[$R-1C09]* #\ ##0_-;\-[$R-1C09]* #\ ##0_-;_-[$R-1C09]* "-"??_-;_-@_-</c:formatCode>
                <c:ptCount val="2"/>
                <c:pt idx="0">
                  <c:v>2811.132075471698</c:v>
                </c:pt>
                <c:pt idx="1">
                  <c:v>3323.8338695376819</c:v>
                </c:pt>
              </c:numCache>
            </c:numRef>
          </c:val>
          <c:extLst>
            <c:ext xmlns:c16="http://schemas.microsoft.com/office/drawing/2014/chart" uri="{C3380CC4-5D6E-409C-BE32-E72D297353CC}">
              <c16:uniqueId val="{00000000-3997-4C51-B230-FCA927477993}"/>
            </c:ext>
          </c:extLst>
        </c:ser>
        <c:ser>
          <c:idx val="1"/>
          <c:order val="1"/>
          <c:tx>
            <c:strRef>
              <c:f>'Pivot results'!$C$14549:$C$14550</c:f>
              <c:strCache>
                <c:ptCount val="1"/>
                <c:pt idx="0">
                  <c:v>low_odo_reading</c:v>
                </c:pt>
              </c:strCache>
            </c:strRef>
          </c:tx>
          <c:spPr>
            <a:solidFill>
              <a:schemeClr val="accent2"/>
            </a:solidFill>
            <a:ln>
              <a:noFill/>
            </a:ln>
            <a:effectLst/>
          </c:spPr>
          <c:invertIfNegative val="0"/>
          <c:cat>
            <c:strRef>
              <c:f>'Pivot results'!$A$14551:$A$14553</c:f>
              <c:strCache>
                <c:ptCount val="2"/>
                <c:pt idx="0">
                  <c:v>2014</c:v>
                </c:pt>
                <c:pt idx="1">
                  <c:v>2015</c:v>
                </c:pt>
              </c:strCache>
            </c:strRef>
          </c:cat>
          <c:val>
            <c:numRef>
              <c:f>'Pivot results'!$C$14551:$C$14553</c:f>
              <c:numCache>
                <c:formatCode>_-[$R-1C09]* #\ ##0_-;\-[$R-1C09]* #\ ##0_-;_-[$R-1C09]* "-"??_-;_-@_-</c:formatCode>
                <c:ptCount val="2"/>
                <c:pt idx="0">
                  <c:v>15153.994506305933</c:v>
                </c:pt>
                <c:pt idx="1">
                  <c:v>16521.006114610216</c:v>
                </c:pt>
              </c:numCache>
            </c:numRef>
          </c:val>
          <c:extLst>
            <c:ext xmlns:c16="http://schemas.microsoft.com/office/drawing/2014/chart" uri="{C3380CC4-5D6E-409C-BE32-E72D297353CC}">
              <c16:uniqueId val="{00000001-3997-4C51-B230-FCA927477993}"/>
            </c:ext>
          </c:extLst>
        </c:ser>
        <c:ser>
          <c:idx val="2"/>
          <c:order val="2"/>
          <c:tx>
            <c:strRef>
              <c:f>'Pivot results'!$D$14549:$D$14550</c:f>
              <c:strCache>
                <c:ptCount val="1"/>
                <c:pt idx="0">
                  <c:v>med_odo_reading</c:v>
                </c:pt>
              </c:strCache>
            </c:strRef>
          </c:tx>
          <c:spPr>
            <a:solidFill>
              <a:schemeClr val="accent3"/>
            </a:solidFill>
            <a:ln>
              <a:noFill/>
            </a:ln>
            <a:effectLst/>
          </c:spPr>
          <c:invertIfNegative val="0"/>
          <c:cat>
            <c:strRef>
              <c:f>'Pivot results'!$A$14551:$A$14553</c:f>
              <c:strCache>
                <c:ptCount val="2"/>
                <c:pt idx="0">
                  <c:v>2014</c:v>
                </c:pt>
                <c:pt idx="1">
                  <c:v>2015</c:v>
                </c:pt>
              </c:strCache>
            </c:strRef>
          </c:cat>
          <c:val>
            <c:numRef>
              <c:f>'Pivot results'!$D$14551:$D$14553</c:f>
              <c:numCache>
                <c:formatCode>_-[$R-1C09]* #\ ##0_-;\-[$R-1C09]* #\ ##0_-;_-[$R-1C09]* "-"??_-;_-@_-</c:formatCode>
                <c:ptCount val="2"/>
                <c:pt idx="0">
                  <c:v>5265.4032618025749</c:v>
                </c:pt>
                <c:pt idx="1">
                  <c:v>6070.3619987326874</c:v>
                </c:pt>
              </c:numCache>
            </c:numRef>
          </c:val>
          <c:extLst>
            <c:ext xmlns:c16="http://schemas.microsoft.com/office/drawing/2014/chart" uri="{C3380CC4-5D6E-409C-BE32-E72D297353CC}">
              <c16:uniqueId val="{00000002-3997-4C51-B230-FCA927477993}"/>
            </c:ext>
          </c:extLst>
        </c:ser>
        <c:ser>
          <c:idx val="3"/>
          <c:order val="3"/>
          <c:tx>
            <c:strRef>
              <c:f>'Pivot results'!$E$14549:$E$14550</c:f>
              <c:strCache>
                <c:ptCount val="1"/>
                <c:pt idx="0">
                  <c:v>(blank)</c:v>
                </c:pt>
              </c:strCache>
            </c:strRef>
          </c:tx>
          <c:spPr>
            <a:solidFill>
              <a:schemeClr val="accent4"/>
            </a:solidFill>
            <a:ln>
              <a:noFill/>
            </a:ln>
            <a:effectLst/>
          </c:spPr>
          <c:invertIfNegative val="0"/>
          <c:cat>
            <c:strRef>
              <c:f>'Pivot results'!$A$14551:$A$14553</c:f>
              <c:strCache>
                <c:ptCount val="2"/>
                <c:pt idx="0">
                  <c:v>2014</c:v>
                </c:pt>
                <c:pt idx="1">
                  <c:v>2015</c:v>
                </c:pt>
              </c:strCache>
            </c:strRef>
          </c:cat>
          <c:val>
            <c:numRef>
              <c:f>'Pivot results'!$E$14551:$E$14553</c:f>
              <c:numCache>
                <c:formatCode>_-[$R-1C09]* #\ ##0_-;\-[$R-1C09]* #\ ##0_-;_-[$R-1C09]* "-"??_-;_-@_-</c:formatCode>
                <c:ptCount val="2"/>
                <c:pt idx="0">
                  <c:v>2750.7538461538461</c:v>
                </c:pt>
                <c:pt idx="1">
                  <c:v>8461.9047619047615</c:v>
                </c:pt>
              </c:numCache>
            </c:numRef>
          </c:val>
          <c:extLst>
            <c:ext xmlns:c16="http://schemas.microsoft.com/office/drawing/2014/chart" uri="{C3380CC4-5D6E-409C-BE32-E72D297353CC}">
              <c16:uniqueId val="{00000003-3997-4C51-B230-FCA927477993}"/>
            </c:ext>
          </c:extLst>
        </c:ser>
        <c:dLbls>
          <c:showLegendKey val="0"/>
          <c:showVal val="0"/>
          <c:showCatName val="0"/>
          <c:showSerName val="0"/>
          <c:showPercent val="0"/>
          <c:showBubbleSize val="0"/>
        </c:dLbls>
        <c:gapWidth val="219"/>
        <c:overlap val="-27"/>
        <c:axId val="1377543647"/>
        <c:axId val="1377533567"/>
      </c:barChart>
      <c:catAx>
        <c:axId val="137754364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377533567"/>
        <c:crosses val="autoZero"/>
        <c:auto val="1"/>
        <c:lblAlgn val="ctr"/>
        <c:lblOffset val="100"/>
        <c:noMultiLvlLbl val="0"/>
      </c:catAx>
      <c:valAx>
        <c:axId val="1377533567"/>
        <c:scaling>
          <c:orientation val="minMax"/>
        </c:scaling>
        <c:delete val="0"/>
        <c:axPos val="l"/>
        <c:majorGridlines>
          <c:spPr>
            <a:ln w="9525" cap="flat" cmpd="sng" algn="ctr">
              <a:solidFill>
                <a:schemeClr val="tx1">
                  <a:lumMod val="15000"/>
                  <a:lumOff val="85000"/>
                </a:schemeClr>
              </a:solidFill>
              <a:round/>
            </a:ln>
            <a:effectLst/>
          </c:spPr>
        </c:majorGridlines>
        <c:numFmt formatCode="_-[$R-1C09]* #\ ##0_-;\-[$R-1C09]* #\ ##0_-;_-[$R-1C09]*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37754364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 (version 1).xlsx]Pivot results!PivotTable25</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ZA" dirty="0"/>
              <a:t>Relationship between mileage and car condition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results'!$B$14562:$B$14564</c:f>
              <c:strCache>
                <c:ptCount val="1"/>
                <c:pt idx="0">
                  <c:v>high_odo_reading - Average of sellingprice</c:v>
                </c:pt>
              </c:strCache>
            </c:strRef>
          </c:tx>
          <c:spPr>
            <a:solidFill>
              <a:schemeClr val="accent1"/>
            </a:solidFill>
            <a:ln>
              <a:noFill/>
            </a:ln>
            <a:effectLst/>
          </c:spPr>
          <c:invertIfNegative val="0"/>
          <c:cat>
            <c:strRef>
              <c:f>'Pivot results'!$A$14565:$A$14571</c:f>
              <c:strCache>
                <c:ptCount val="6"/>
                <c:pt idx="0">
                  <c:v>Average</c:v>
                </c:pt>
                <c:pt idx="1">
                  <c:v>Excellent</c:v>
                </c:pt>
                <c:pt idx="2">
                  <c:v>Fair</c:v>
                </c:pt>
                <c:pt idx="3">
                  <c:v>Good</c:v>
                </c:pt>
                <c:pt idx="4">
                  <c:v>Poor</c:v>
                </c:pt>
                <c:pt idx="5">
                  <c:v>(blank)</c:v>
                </c:pt>
              </c:strCache>
            </c:strRef>
          </c:cat>
          <c:val>
            <c:numRef>
              <c:f>'Pivot results'!$B$14565:$B$14571</c:f>
              <c:numCache>
                <c:formatCode>General</c:formatCode>
                <c:ptCount val="6"/>
                <c:pt idx="0">
                  <c:v>5216.2271501348514</c:v>
                </c:pt>
                <c:pt idx="1">
                  <c:v>1871.2983095790521</c:v>
                </c:pt>
                <c:pt idx="2">
                  <c:v>3711.8117374005305</c:v>
                </c:pt>
                <c:pt idx="3">
                  <c:v>2357.8920499170958</c:v>
                </c:pt>
                <c:pt idx="4">
                  <c:v>7152.3243243243242</c:v>
                </c:pt>
                <c:pt idx="5">
                  <c:v>2645.3067484662579</c:v>
                </c:pt>
              </c:numCache>
            </c:numRef>
          </c:val>
          <c:extLst>
            <c:ext xmlns:c16="http://schemas.microsoft.com/office/drawing/2014/chart" uri="{C3380CC4-5D6E-409C-BE32-E72D297353CC}">
              <c16:uniqueId val="{00000000-ACEB-471F-8B61-656B80AAF39E}"/>
            </c:ext>
          </c:extLst>
        </c:ser>
        <c:ser>
          <c:idx val="1"/>
          <c:order val="1"/>
          <c:tx>
            <c:strRef>
              <c:f>'Pivot results'!$C$14562:$C$14564</c:f>
              <c:strCache>
                <c:ptCount val="1"/>
                <c:pt idx="0">
                  <c:v>high_odo_reading - Count of vin</c:v>
                </c:pt>
              </c:strCache>
            </c:strRef>
          </c:tx>
          <c:spPr>
            <a:solidFill>
              <a:schemeClr val="accent2"/>
            </a:solidFill>
            <a:ln>
              <a:noFill/>
            </a:ln>
            <a:effectLst/>
          </c:spPr>
          <c:invertIfNegative val="0"/>
          <c:cat>
            <c:strRef>
              <c:f>'Pivot results'!$A$14565:$A$14571</c:f>
              <c:strCache>
                <c:ptCount val="6"/>
                <c:pt idx="0">
                  <c:v>Average</c:v>
                </c:pt>
                <c:pt idx="1">
                  <c:v>Excellent</c:v>
                </c:pt>
                <c:pt idx="2">
                  <c:v>Fair</c:v>
                </c:pt>
                <c:pt idx="3">
                  <c:v>Good</c:v>
                </c:pt>
                <c:pt idx="4">
                  <c:v>Poor</c:v>
                </c:pt>
                <c:pt idx="5">
                  <c:v>(blank)</c:v>
                </c:pt>
              </c:strCache>
            </c:strRef>
          </c:cat>
          <c:val>
            <c:numRef>
              <c:f>'Pivot results'!$C$14565:$C$14571</c:f>
              <c:numCache>
                <c:formatCode>General</c:formatCode>
                <c:ptCount val="6"/>
                <c:pt idx="0">
                  <c:v>6674</c:v>
                </c:pt>
                <c:pt idx="1">
                  <c:v>9051</c:v>
                </c:pt>
                <c:pt idx="2">
                  <c:v>15080</c:v>
                </c:pt>
                <c:pt idx="3">
                  <c:v>11459</c:v>
                </c:pt>
                <c:pt idx="4">
                  <c:v>1110</c:v>
                </c:pt>
                <c:pt idx="5">
                  <c:v>3097</c:v>
                </c:pt>
              </c:numCache>
            </c:numRef>
          </c:val>
          <c:extLst>
            <c:ext xmlns:c16="http://schemas.microsoft.com/office/drawing/2014/chart" uri="{C3380CC4-5D6E-409C-BE32-E72D297353CC}">
              <c16:uniqueId val="{00000001-ACEB-471F-8B61-656B80AAF39E}"/>
            </c:ext>
          </c:extLst>
        </c:ser>
        <c:ser>
          <c:idx val="2"/>
          <c:order val="2"/>
          <c:tx>
            <c:strRef>
              <c:f>'Pivot results'!$D$14562:$D$14564</c:f>
              <c:strCache>
                <c:ptCount val="1"/>
                <c:pt idx="0">
                  <c:v>low_odo_reading - Average of sellingprice</c:v>
                </c:pt>
              </c:strCache>
            </c:strRef>
          </c:tx>
          <c:spPr>
            <a:solidFill>
              <a:schemeClr val="accent3"/>
            </a:solidFill>
            <a:ln>
              <a:noFill/>
            </a:ln>
            <a:effectLst/>
          </c:spPr>
          <c:invertIfNegative val="0"/>
          <c:cat>
            <c:strRef>
              <c:f>'Pivot results'!$A$14565:$A$14571</c:f>
              <c:strCache>
                <c:ptCount val="6"/>
                <c:pt idx="0">
                  <c:v>Average</c:v>
                </c:pt>
                <c:pt idx="1">
                  <c:v>Excellent</c:v>
                </c:pt>
                <c:pt idx="2">
                  <c:v>Fair</c:v>
                </c:pt>
                <c:pt idx="3">
                  <c:v>Good</c:v>
                </c:pt>
                <c:pt idx="4">
                  <c:v>Poor</c:v>
                </c:pt>
                <c:pt idx="5">
                  <c:v>(blank)</c:v>
                </c:pt>
              </c:strCache>
            </c:strRef>
          </c:cat>
          <c:val>
            <c:numRef>
              <c:f>'Pivot results'!$D$14565:$D$14571</c:f>
              <c:numCache>
                <c:formatCode>General</c:formatCode>
                <c:ptCount val="6"/>
                <c:pt idx="0">
                  <c:v>15398.138419681178</c:v>
                </c:pt>
                <c:pt idx="1">
                  <c:v>16892.810893290218</c:v>
                </c:pt>
                <c:pt idx="2">
                  <c:v>12224.646968654195</c:v>
                </c:pt>
                <c:pt idx="3">
                  <c:v>8314.5668018843244</c:v>
                </c:pt>
                <c:pt idx="4">
                  <c:v>19860.926899541388</c:v>
                </c:pt>
                <c:pt idx="5">
                  <c:v>10990.427461139896</c:v>
                </c:pt>
              </c:numCache>
            </c:numRef>
          </c:val>
          <c:extLst>
            <c:ext xmlns:c16="http://schemas.microsoft.com/office/drawing/2014/chart" uri="{C3380CC4-5D6E-409C-BE32-E72D297353CC}">
              <c16:uniqueId val="{00000002-ACEB-471F-8B61-656B80AAF39E}"/>
            </c:ext>
          </c:extLst>
        </c:ser>
        <c:ser>
          <c:idx val="3"/>
          <c:order val="3"/>
          <c:tx>
            <c:strRef>
              <c:f>'Pivot results'!$E$14562:$E$14564</c:f>
              <c:strCache>
                <c:ptCount val="1"/>
                <c:pt idx="0">
                  <c:v>low_odo_reading - Count of vin</c:v>
                </c:pt>
              </c:strCache>
            </c:strRef>
          </c:tx>
          <c:spPr>
            <a:solidFill>
              <a:schemeClr val="accent4"/>
            </a:solidFill>
            <a:ln>
              <a:noFill/>
            </a:ln>
            <a:effectLst/>
          </c:spPr>
          <c:invertIfNegative val="0"/>
          <c:cat>
            <c:strRef>
              <c:f>'Pivot results'!$A$14565:$A$14571</c:f>
              <c:strCache>
                <c:ptCount val="6"/>
                <c:pt idx="0">
                  <c:v>Average</c:v>
                </c:pt>
                <c:pt idx="1">
                  <c:v>Excellent</c:v>
                </c:pt>
                <c:pt idx="2">
                  <c:v>Fair</c:v>
                </c:pt>
                <c:pt idx="3">
                  <c:v>Good</c:v>
                </c:pt>
                <c:pt idx="4">
                  <c:v>Poor</c:v>
                </c:pt>
                <c:pt idx="5">
                  <c:v>(blank)</c:v>
                </c:pt>
              </c:strCache>
            </c:strRef>
          </c:cat>
          <c:val>
            <c:numRef>
              <c:f>'Pivot results'!$E$14565:$E$14571</c:f>
              <c:numCache>
                <c:formatCode>General</c:formatCode>
                <c:ptCount val="6"/>
                <c:pt idx="0">
                  <c:v>130481</c:v>
                </c:pt>
                <c:pt idx="1">
                  <c:v>49481</c:v>
                </c:pt>
                <c:pt idx="2">
                  <c:v>63937</c:v>
                </c:pt>
                <c:pt idx="3">
                  <c:v>15289</c:v>
                </c:pt>
                <c:pt idx="4">
                  <c:v>151326</c:v>
                </c:pt>
                <c:pt idx="5">
                  <c:v>4246</c:v>
                </c:pt>
              </c:numCache>
            </c:numRef>
          </c:val>
          <c:extLst>
            <c:ext xmlns:c16="http://schemas.microsoft.com/office/drawing/2014/chart" uri="{C3380CC4-5D6E-409C-BE32-E72D297353CC}">
              <c16:uniqueId val="{00000003-ACEB-471F-8B61-656B80AAF39E}"/>
            </c:ext>
          </c:extLst>
        </c:ser>
        <c:ser>
          <c:idx val="4"/>
          <c:order val="4"/>
          <c:tx>
            <c:strRef>
              <c:f>'Pivot results'!$F$14562:$F$14564</c:f>
              <c:strCache>
                <c:ptCount val="1"/>
                <c:pt idx="0">
                  <c:v>med_odo_reading - Average of sellingprice</c:v>
                </c:pt>
              </c:strCache>
            </c:strRef>
          </c:tx>
          <c:spPr>
            <a:solidFill>
              <a:schemeClr val="accent5"/>
            </a:solidFill>
            <a:ln>
              <a:noFill/>
            </a:ln>
            <a:effectLst/>
          </c:spPr>
          <c:invertIfNegative val="0"/>
          <c:cat>
            <c:strRef>
              <c:f>'Pivot results'!$A$14565:$A$14571</c:f>
              <c:strCache>
                <c:ptCount val="6"/>
                <c:pt idx="0">
                  <c:v>Average</c:v>
                </c:pt>
                <c:pt idx="1">
                  <c:v>Excellent</c:v>
                </c:pt>
                <c:pt idx="2">
                  <c:v>Fair</c:v>
                </c:pt>
                <c:pt idx="3">
                  <c:v>Good</c:v>
                </c:pt>
                <c:pt idx="4">
                  <c:v>Poor</c:v>
                </c:pt>
                <c:pt idx="5">
                  <c:v>(blank)</c:v>
                </c:pt>
              </c:strCache>
            </c:strRef>
          </c:cat>
          <c:val>
            <c:numRef>
              <c:f>'Pivot results'!$F$14565:$F$14571</c:f>
              <c:numCache>
                <c:formatCode>General</c:formatCode>
                <c:ptCount val="6"/>
                <c:pt idx="0">
                  <c:v>7847.9432000366451</c:v>
                </c:pt>
                <c:pt idx="1">
                  <c:v>4231.2098298676747</c:v>
                </c:pt>
                <c:pt idx="2">
                  <c:v>5764.9585205443773</c:v>
                </c:pt>
                <c:pt idx="3">
                  <c:v>3825.046616448506</c:v>
                </c:pt>
                <c:pt idx="4">
                  <c:v>10177.638656987296</c:v>
                </c:pt>
                <c:pt idx="5">
                  <c:v>4717.488669238187</c:v>
                </c:pt>
              </c:numCache>
            </c:numRef>
          </c:val>
          <c:extLst>
            <c:ext xmlns:c16="http://schemas.microsoft.com/office/drawing/2014/chart" uri="{C3380CC4-5D6E-409C-BE32-E72D297353CC}">
              <c16:uniqueId val="{00000004-ACEB-471F-8B61-656B80AAF39E}"/>
            </c:ext>
          </c:extLst>
        </c:ser>
        <c:ser>
          <c:idx val="5"/>
          <c:order val="5"/>
          <c:tx>
            <c:strRef>
              <c:f>'Pivot results'!$G$14562:$G$14564</c:f>
              <c:strCache>
                <c:ptCount val="1"/>
                <c:pt idx="0">
                  <c:v>med_odo_reading - Count of vin</c:v>
                </c:pt>
              </c:strCache>
            </c:strRef>
          </c:tx>
          <c:spPr>
            <a:solidFill>
              <a:schemeClr val="accent6"/>
            </a:solidFill>
            <a:ln>
              <a:noFill/>
            </a:ln>
            <a:effectLst/>
          </c:spPr>
          <c:invertIfNegative val="0"/>
          <c:cat>
            <c:strRef>
              <c:f>'Pivot results'!$A$14565:$A$14571</c:f>
              <c:strCache>
                <c:ptCount val="6"/>
                <c:pt idx="0">
                  <c:v>Average</c:v>
                </c:pt>
                <c:pt idx="1">
                  <c:v>Excellent</c:v>
                </c:pt>
                <c:pt idx="2">
                  <c:v>Fair</c:v>
                </c:pt>
                <c:pt idx="3">
                  <c:v>Good</c:v>
                </c:pt>
                <c:pt idx="4">
                  <c:v>Poor</c:v>
                </c:pt>
                <c:pt idx="5">
                  <c:v>(blank)</c:v>
                </c:pt>
              </c:strCache>
            </c:strRef>
          </c:cat>
          <c:val>
            <c:numRef>
              <c:f>'Pivot results'!$G$14565:$G$14571</c:f>
              <c:numCache>
                <c:formatCode>General</c:formatCode>
                <c:ptCount val="6"/>
                <c:pt idx="0">
                  <c:v>21831</c:v>
                </c:pt>
                <c:pt idx="1">
                  <c:v>10580</c:v>
                </c:pt>
                <c:pt idx="2">
                  <c:v>30714</c:v>
                </c:pt>
                <c:pt idx="3">
                  <c:v>16196</c:v>
                </c:pt>
                <c:pt idx="4">
                  <c:v>5510</c:v>
                </c:pt>
                <c:pt idx="5">
                  <c:v>4148</c:v>
                </c:pt>
              </c:numCache>
            </c:numRef>
          </c:val>
          <c:extLst>
            <c:ext xmlns:c16="http://schemas.microsoft.com/office/drawing/2014/chart" uri="{C3380CC4-5D6E-409C-BE32-E72D297353CC}">
              <c16:uniqueId val="{00000005-ACEB-471F-8B61-656B80AAF39E}"/>
            </c:ext>
          </c:extLst>
        </c:ser>
        <c:ser>
          <c:idx val="6"/>
          <c:order val="6"/>
          <c:tx>
            <c:strRef>
              <c:f>'Pivot results'!$H$14562:$H$14564</c:f>
              <c:strCache>
                <c:ptCount val="1"/>
                <c:pt idx="0">
                  <c:v>(blank) - Average of sellingprice</c:v>
                </c:pt>
              </c:strCache>
            </c:strRef>
          </c:tx>
          <c:spPr>
            <a:solidFill>
              <a:schemeClr val="accent1">
                <a:lumMod val="60000"/>
              </a:schemeClr>
            </a:solidFill>
            <a:ln>
              <a:noFill/>
            </a:ln>
            <a:effectLst/>
          </c:spPr>
          <c:invertIfNegative val="0"/>
          <c:cat>
            <c:strRef>
              <c:f>'Pivot results'!$A$14565:$A$14571</c:f>
              <c:strCache>
                <c:ptCount val="6"/>
                <c:pt idx="0">
                  <c:v>Average</c:v>
                </c:pt>
                <c:pt idx="1">
                  <c:v>Excellent</c:v>
                </c:pt>
                <c:pt idx="2">
                  <c:v>Fair</c:v>
                </c:pt>
                <c:pt idx="3">
                  <c:v>Good</c:v>
                </c:pt>
                <c:pt idx="4">
                  <c:v>Poor</c:v>
                </c:pt>
                <c:pt idx="5">
                  <c:v>(blank)</c:v>
                </c:pt>
              </c:strCache>
            </c:strRef>
          </c:cat>
          <c:val>
            <c:numRef>
              <c:f>'Pivot results'!$H$14565:$H$14571</c:f>
              <c:numCache>
                <c:formatCode>General</c:formatCode>
                <c:ptCount val="6"/>
                <c:pt idx="0">
                  <c:v>13200</c:v>
                </c:pt>
                <c:pt idx="1">
                  <c:v>2375</c:v>
                </c:pt>
                <c:pt idx="2">
                  <c:v>6006.25</c:v>
                </c:pt>
                <c:pt idx="3">
                  <c:v>2364.2857142857142</c:v>
                </c:pt>
                <c:pt idx="4">
                  <c:v>18950</c:v>
                </c:pt>
                <c:pt idx="5">
                  <c:v>2879.15</c:v>
                </c:pt>
              </c:numCache>
            </c:numRef>
          </c:val>
          <c:extLst>
            <c:ext xmlns:c16="http://schemas.microsoft.com/office/drawing/2014/chart" uri="{C3380CC4-5D6E-409C-BE32-E72D297353CC}">
              <c16:uniqueId val="{00000006-ACEB-471F-8B61-656B80AAF39E}"/>
            </c:ext>
          </c:extLst>
        </c:ser>
        <c:ser>
          <c:idx val="7"/>
          <c:order val="7"/>
          <c:tx>
            <c:strRef>
              <c:f>'Pivot results'!$I$14562:$I$14564</c:f>
              <c:strCache>
                <c:ptCount val="1"/>
                <c:pt idx="0">
                  <c:v>(blank) - Count of vin</c:v>
                </c:pt>
              </c:strCache>
            </c:strRef>
          </c:tx>
          <c:spPr>
            <a:solidFill>
              <a:schemeClr val="accent2">
                <a:lumMod val="60000"/>
              </a:schemeClr>
            </a:solidFill>
            <a:ln>
              <a:noFill/>
            </a:ln>
            <a:effectLst/>
          </c:spPr>
          <c:invertIfNegative val="0"/>
          <c:cat>
            <c:strRef>
              <c:f>'Pivot results'!$A$14565:$A$14571</c:f>
              <c:strCache>
                <c:ptCount val="6"/>
                <c:pt idx="0">
                  <c:v>Average</c:v>
                </c:pt>
                <c:pt idx="1">
                  <c:v>Excellent</c:v>
                </c:pt>
                <c:pt idx="2">
                  <c:v>Fair</c:v>
                </c:pt>
                <c:pt idx="3">
                  <c:v>Good</c:v>
                </c:pt>
                <c:pt idx="4">
                  <c:v>Poor</c:v>
                </c:pt>
                <c:pt idx="5">
                  <c:v>(blank)</c:v>
                </c:pt>
              </c:strCache>
            </c:strRef>
          </c:cat>
          <c:val>
            <c:numRef>
              <c:f>'Pivot results'!$I$14565:$I$14571</c:f>
              <c:numCache>
                <c:formatCode>General</c:formatCode>
                <c:ptCount val="6"/>
                <c:pt idx="0">
                  <c:v>4</c:v>
                </c:pt>
                <c:pt idx="1">
                  <c:v>4</c:v>
                </c:pt>
                <c:pt idx="2">
                  <c:v>8</c:v>
                </c:pt>
                <c:pt idx="3">
                  <c:v>7</c:v>
                </c:pt>
                <c:pt idx="4">
                  <c:v>3</c:v>
                </c:pt>
                <c:pt idx="5">
                  <c:v>60</c:v>
                </c:pt>
              </c:numCache>
            </c:numRef>
          </c:val>
          <c:extLst>
            <c:ext xmlns:c16="http://schemas.microsoft.com/office/drawing/2014/chart" uri="{C3380CC4-5D6E-409C-BE32-E72D297353CC}">
              <c16:uniqueId val="{00000007-ACEB-471F-8B61-656B80AAF39E}"/>
            </c:ext>
          </c:extLst>
        </c:ser>
        <c:dLbls>
          <c:showLegendKey val="0"/>
          <c:showVal val="0"/>
          <c:showCatName val="0"/>
          <c:showSerName val="0"/>
          <c:showPercent val="0"/>
          <c:showBubbleSize val="0"/>
        </c:dLbls>
        <c:gapWidth val="219"/>
        <c:overlap val="-27"/>
        <c:axId val="1622029487"/>
        <c:axId val="1622043407"/>
      </c:barChart>
      <c:catAx>
        <c:axId val="162202948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22043407"/>
        <c:crosses val="autoZero"/>
        <c:auto val="1"/>
        <c:lblAlgn val="ctr"/>
        <c:lblOffset val="100"/>
        <c:noMultiLvlLbl val="0"/>
      </c:catAx>
      <c:valAx>
        <c:axId val="162204340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62202948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 (version 1).xlsx]Pivot results!PivotTable6</c:name>
    <c:fmtId val="-1"/>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dirty="0"/>
              <a:t>Transmission preferences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results'!$B$14811:$B$14812</c:f>
              <c:strCache>
                <c:ptCount val="1"/>
                <c:pt idx="0">
                  <c:v>automatic</c:v>
                </c:pt>
              </c:strCache>
            </c:strRef>
          </c:tx>
          <c:spPr>
            <a:solidFill>
              <a:schemeClr val="accent1"/>
            </a:solidFill>
            <a:ln>
              <a:noFill/>
            </a:ln>
            <a:effectLst/>
          </c:spPr>
          <c:invertIfNegative val="0"/>
          <c:cat>
            <c:strRef>
              <c:f>'Pivot results'!$A$14813:$A$14816</c:f>
              <c:strCache>
                <c:ptCount val="3"/>
                <c:pt idx="0">
                  <c:v>2014</c:v>
                </c:pt>
                <c:pt idx="1">
                  <c:v>2015</c:v>
                </c:pt>
                <c:pt idx="2">
                  <c:v>(blank)</c:v>
                </c:pt>
              </c:strCache>
            </c:strRef>
          </c:cat>
          <c:val>
            <c:numRef>
              <c:f>'Pivot results'!$B$14813:$B$14816</c:f>
              <c:numCache>
                <c:formatCode>General</c:formatCode>
                <c:ptCount val="3"/>
                <c:pt idx="0">
                  <c:v>44867</c:v>
                </c:pt>
                <c:pt idx="1">
                  <c:v>424036</c:v>
                </c:pt>
                <c:pt idx="2">
                  <c:v>11</c:v>
                </c:pt>
              </c:numCache>
            </c:numRef>
          </c:val>
          <c:extLst>
            <c:ext xmlns:c16="http://schemas.microsoft.com/office/drawing/2014/chart" uri="{C3380CC4-5D6E-409C-BE32-E72D297353CC}">
              <c16:uniqueId val="{00000000-8996-4746-B9D2-F3118BD89CDE}"/>
            </c:ext>
          </c:extLst>
        </c:ser>
        <c:ser>
          <c:idx val="1"/>
          <c:order val="1"/>
          <c:tx>
            <c:strRef>
              <c:f>'Pivot results'!$C$14811:$C$14812</c:f>
              <c:strCache>
                <c:ptCount val="1"/>
                <c:pt idx="0">
                  <c:v>manual</c:v>
                </c:pt>
              </c:strCache>
            </c:strRef>
          </c:tx>
          <c:spPr>
            <a:solidFill>
              <a:schemeClr val="accent2"/>
            </a:solidFill>
            <a:ln>
              <a:noFill/>
            </a:ln>
            <a:effectLst/>
          </c:spPr>
          <c:invertIfNegative val="0"/>
          <c:cat>
            <c:strRef>
              <c:f>'Pivot results'!$A$14813:$A$14816</c:f>
              <c:strCache>
                <c:ptCount val="3"/>
                <c:pt idx="0">
                  <c:v>2014</c:v>
                </c:pt>
                <c:pt idx="1">
                  <c:v>2015</c:v>
                </c:pt>
                <c:pt idx="2">
                  <c:v>(blank)</c:v>
                </c:pt>
              </c:strCache>
            </c:strRef>
          </c:cat>
          <c:val>
            <c:numRef>
              <c:f>'Pivot results'!$C$14813:$C$14816</c:f>
              <c:numCache>
                <c:formatCode>General</c:formatCode>
                <c:ptCount val="3"/>
                <c:pt idx="0">
                  <c:v>1876</c:v>
                </c:pt>
                <c:pt idx="1">
                  <c:v>15305</c:v>
                </c:pt>
              </c:numCache>
            </c:numRef>
          </c:val>
          <c:extLst>
            <c:ext xmlns:c16="http://schemas.microsoft.com/office/drawing/2014/chart" uri="{C3380CC4-5D6E-409C-BE32-E72D297353CC}">
              <c16:uniqueId val="{00000001-8996-4746-B9D2-F3118BD89CDE}"/>
            </c:ext>
          </c:extLst>
        </c:ser>
        <c:ser>
          <c:idx val="2"/>
          <c:order val="2"/>
          <c:tx>
            <c:strRef>
              <c:f>'Pivot results'!$D$14811:$D$14812</c:f>
              <c:strCache>
                <c:ptCount val="1"/>
                <c:pt idx="0">
                  <c:v>(blank)</c:v>
                </c:pt>
              </c:strCache>
            </c:strRef>
          </c:tx>
          <c:spPr>
            <a:solidFill>
              <a:schemeClr val="accent3"/>
            </a:solidFill>
            <a:ln>
              <a:noFill/>
            </a:ln>
            <a:effectLst/>
          </c:spPr>
          <c:invertIfNegative val="0"/>
          <c:cat>
            <c:strRef>
              <c:f>'Pivot results'!$A$14813:$A$14816</c:f>
              <c:strCache>
                <c:ptCount val="3"/>
                <c:pt idx="0">
                  <c:v>2014</c:v>
                </c:pt>
                <c:pt idx="1">
                  <c:v>2015</c:v>
                </c:pt>
                <c:pt idx="2">
                  <c:v>(blank)</c:v>
                </c:pt>
              </c:strCache>
            </c:strRef>
          </c:cat>
          <c:val>
            <c:numRef>
              <c:f>'Pivot results'!$D$14813:$D$14816</c:f>
              <c:numCache>
                <c:formatCode>General</c:formatCode>
                <c:ptCount val="3"/>
                <c:pt idx="0">
                  <c:v>5825</c:v>
                </c:pt>
                <c:pt idx="1">
                  <c:v>58375</c:v>
                </c:pt>
                <c:pt idx="2">
                  <c:v>1</c:v>
                </c:pt>
              </c:numCache>
            </c:numRef>
          </c:val>
          <c:extLst>
            <c:ext xmlns:c16="http://schemas.microsoft.com/office/drawing/2014/chart" uri="{C3380CC4-5D6E-409C-BE32-E72D297353CC}">
              <c16:uniqueId val="{00000002-8996-4746-B9D2-F3118BD89CDE}"/>
            </c:ext>
          </c:extLst>
        </c:ser>
        <c:dLbls>
          <c:showLegendKey val="0"/>
          <c:showVal val="0"/>
          <c:showCatName val="0"/>
          <c:showSerName val="0"/>
          <c:showPercent val="0"/>
          <c:showBubbleSize val="0"/>
        </c:dLbls>
        <c:gapWidth val="219"/>
        <c:overlap val="-27"/>
        <c:axId val="2048665471"/>
        <c:axId val="2048654911"/>
      </c:barChart>
      <c:catAx>
        <c:axId val="20486654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2048654911"/>
        <c:crosses val="autoZero"/>
        <c:auto val="1"/>
        <c:lblAlgn val="ctr"/>
        <c:lblOffset val="100"/>
        <c:noMultiLvlLbl val="0"/>
      </c:catAx>
      <c:valAx>
        <c:axId val="20486549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204866547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[car_sales_data_from Google_bigquery_4 (version 1) (version 1).xlsb.xlsx]Pivot results!PivotTable10</c:name>
    <c:fmtId val="11"/>
  </c:pivotSource>
  <c:chart>
    <c:title>
      <c:tx>
        <c:rich>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r>
              <a:rPr lang="en-US" dirty="0" err="1"/>
              <a:t>Colour</a:t>
            </a:r>
            <a:r>
              <a:rPr lang="en-US" dirty="0"/>
              <a:t> preferences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bg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'Pivot results'!$B$14856</c:f>
              <c:strCache>
                <c:ptCount val="1"/>
                <c:pt idx="0">
                  <c:v>Total</c:v>
                </c:pt>
              </c:strCache>
            </c:strRef>
          </c:tx>
          <c:spPr>
            <a:solidFill>
              <a:schemeClr val="accent1"/>
            </a:solidFill>
            <a:ln>
              <a:noFill/>
            </a:ln>
            <a:effectLst/>
          </c:spPr>
          <c:invertIfNegative val="0"/>
          <c:cat>
            <c:strRef>
              <c:f>'Pivot results'!$A$14857:$A$14878</c:f>
              <c:strCache>
                <c:ptCount val="21"/>
                <c:pt idx="0">
                  <c:v>black</c:v>
                </c:pt>
                <c:pt idx="1">
                  <c:v>white</c:v>
                </c:pt>
                <c:pt idx="2">
                  <c:v>silver</c:v>
                </c:pt>
                <c:pt idx="3">
                  <c:v>gray</c:v>
                </c:pt>
                <c:pt idx="4">
                  <c:v>blue</c:v>
                </c:pt>
                <c:pt idx="5">
                  <c:v>red</c:v>
                </c:pt>
                <c:pt idx="6">
                  <c:v>â€”</c:v>
                </c:pt>
                <c:pt idx="7">
                  <c:v>green</c:v>
                </c:pt>
                <c:pt idx="8">
                  <c:v>gold</c:v>
                </c:pt>
                <c:pt idx="9">
                  <c:v>beige</c:v>
                </c:pt>
                <c:pt idx="10">
                  <c:v>burgundy</c:v>
                </c:pt>
                <c:pt idx="11">
                  <c:v>brown</c:v>
                </c:pt>
                <c:pt idx="12">
                  <c:v>orange</c:v>
                </c:pt>
                <c:pt idx="13">
                  <c:v>purple</c:v>
                </c:pt>
                <c:pt idx="14">
                  <c:v>off-white</c:v>
                </c:pt>
                <c:pt idx="15">
                  <c:v>yellow</c:v>
                </c:pt>
                <c:pt idx="16">
                  <c:v>(blank)</c:v>
                </c:pt>
                <c:pt idx="17">
                  <c:v>charcoal</c:v>
                </c:pt>
                <c:pt idx="18">
                  <c:v>turquoise</c:v>
                </c:pt>
                <c:pt idx="19">
                  <c:v>pink</c:v>
                </c:pt>
                <c:pt idx="20">
                  <c:v>lime</c:v>
                </c:pt>
              </c:strCache>
            </c:strRef>
          </c:cat>
          <c:val>
            <c:numRef>
              <c:f>'Pivot results'!$B$14857:$B$14878</c:f>
              <c:numCache>
                <c:formatCode>General</c:formatCode>
                <c:ptCount val="21"/>
                <c:pt idx="0">
                  <c:v>109142</c:v>
                </c:pt>
                <c:pt idx="1">
                  <c:v>105081</c:v>
                </c:pt>
                <c:pt idx="2">
                  <c:v>82049</c:v>
                </c:pt>
                <c:pt idx="3">
                  <c:v>81625</c:v>
                </c:pt>
                <c:pt idx="4">
                  <c:v>50417</c:v>
                </c:pt>
                <c:pt idx="5">
                  <c:v>42881</c:v>
                </c:pt>
                <c:pt idx="6">
                  <c:v>24438</c:v>
                </c:pt>
                <c:pt idx="7">
                  <c:v>11252</c:v>
                </c:pt>
                <c:pt idx="8">
                  <c:v>11144</c:v>
                </c:pt>
                <c:pt idx="9">
                  <c:v>9075</c:v>
                </c:pt>
                <c:pt idx="10">
                  <c:v>8829</c:v>
                </c:pt>
                <c:pt idx="11">
                  <c:v>6621</c:v>
                </c:pt>
                <c:pt idx="12">
                  <c:v>2036</c:v>
                </c:pt>
                <c:pt idx="13">
                  <c:v>1536</c:v>
                </c:pt>
                <c:pt idx="14">
                  <c:v>1421</c:v>
                </c:pt>
                <c:pt idx="15">
                  <c:v>1254</c:v>
                </c:pt>
                <c:pt idx="16">
                  <c:v>734</c:v>
                </c:pt>
                <c:pt idx="17">
                  <c:v>470</c:v>
                </c:pt>
                <c:pt idx="18">
                  <c:v>234</c:v>
                </c:pt>
                <c:pt idx="19">
                  <c:v>42</c:v>
                </c:pt>
                <c:pt idx="20">
                  <c:v>15</c:v>
                </c:pt>
              </c:numCache>
            </c:numRef>
          </c:val>
          <c:extLst>
            <c:ext xmlns:c16="http://schemas.microsoft.com/office/drawing/2014/chart" uri="{C3380CC4-5D6E-409C-BE32-E72D297353CC}">
              <c16:uniqueId val="{00000000-5936-4A7F-AC42-C409C97005CA}"/>
            </c:ext>
          </c:extLst>
        </c:ser>
        <c:dLbls>
          <c:showLegendKey val="0"/>
          <c:showVal val="0"/>
          <c:showCatName val="0"/>
          <c:showSerName val="0"/>
          <c:showPercent val="0"/>
          <c:showBubbleSize val="0"/>
        </c:dLbls>
        <c:gapWidth val="219"/>
        <c:overlap val="-27"/>
        <c:axId val="2048739391"/>
        <c:axId val="2048760991"/>
      </c:barChart>
      <c:catAx>
        <c:axId val="20487393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2048760991"/>
        <c:crosses val="autoZero"/>
        <c:auto val="1"/>
        <c:lblAlgn val="ctr"/>
        <c:lblOffset val="100"/>
        <c:noMultiLvlLbl val="0"/>
      </c:catAx>
      <c:valAx>
        <c:axId val="204876099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204873939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1"/>
          </a:solidFill>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D6640C-F6A0-4351-856B-14836F234E6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C280B7B-2795-4857-B84E-9C600536AE0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B120AE1-5DBC-4417-A73B-5F29B67C532C}" type="datetimeFigureOut">
              <a:rPr lang="en-US" smtClean="0"/>
              <a:t>5/4/2026</a:t>
            </a:fld>
            <a:endParaRPr lang="en-US" dirty="0"/>
          </a:p>
        </p:txBody>
      </p:sp>
      <p:sp>
        <p:nvSpPr>
          <p:cNvPr id="4" name="Footer Placeholder 3">
            <a:extLst>
              <a:ext uri="{FF2B5EF4-FFF2-40B4-BE49-F238E27FC236}">
                <a16:creationId xmlns:a16="http://schemas.microsoft.com/office/drawing/2014/main" id="{96C3ACD6-6E00-4BE1-A684-34A6BD202E3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A7F20A5-CEF2-4B11-A0A4-0F4BC0BD64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822411-A9A9-4A09-A341-69C657AB42A1}" type="slidenum">
              <a:rPr lang="en-US" smtClean="0"/>
              <a:t>‹#›</a:t>
            </a:fld>
            <a:endParaRPr lang="en-US" dirty="0"/>
          </a:p>
        </p:txBody>
      </p:sp>
    </p:spTree>
    <p:extLst>
      <p:ext uri="{BB962C8B-B14F-4D97-AF65-F5344CB8AC3E}">
        <p14:creationId xmlns:p14="http://schemas.microsoft.com/office/powerpoint/2010/main" val="655888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16A9CD-5E57-4C86-B862-09CA519924BA}" type="datetimeFigureOut">
              <a:rPr lang="en-US" smtClean="0"/>
              <a:t>5/4/2026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A004F4-F240-48F9-8AE1-486585C7F00D}" type="slidenum">
              <a:rPr lang="en-US" smtClean="0"/>
              <a:t>‹#›</a:t>
            </a:fld>
            <a:endParaRPr lang="en-US" dirty="0"/>
          </a:p>
        </p:txBody>
      </p:sp>
    </p:spTree>
    <p:extLst>
      <p:ext uri="{BB962C8B-B14F-4D97-AF65-F5344CB8AC3E}">
        <p14:creationId xmlns:p14="http://schemas.microsoft.com/office/powerpoint/2010/main" val="2154881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a:t>
            </a:fld>
            <a:endParaRPr lang="en-US" dirty="0"/>
          </a:p>
        </p:txBody>
      </p:sp>
    </p:spTree>
    <p:extLst>
      <p:ext uri="{BB962C8B-B14F-4D97-AF65-F5344CB8AC3E}">
        <p14:creationId xmlns:p14="http://schemas.microsoft.com/office/powerpoint/2010/main" val="3140170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D0334-E7E8-26F0-194D-0D58EDA49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5626D-1903-FD50-887E-76E7AD0BC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FE80EC-0C4A-F280-8FCC-6A1EE704BD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E377A2-1AE3-9D6D-18FD-82F7B4CDE4FC}"/>
              </a:ext>
            </a:extLst>
          </p:cNvPr>
          <p:cNvSpPr>
            <a:spLocks noGrp="1"/>
          </p:cNvSpPr>
          <p:nvPr>
            <p:ph type="sldNum" sz="quarter" idx="5"/>
          </p:nvPr>
        </p:nvSpPr>
        <p:spPr/>
        <p:txBody>
          <a:bodyPr/>
          <a:lstStyle/>
          <a:p>
            <a:fld id="{9CA004F4-F240-48F9-8AE1-486585C7F00D}" type="slidenum">
              <a:rPr lang="en-US" smtClean="0"/>
              <a:t>2</a:t>
            </a:fld>
            <a:endParaRPr lang="en-US" dirty="0"/>
          </a:p>
        </p:txBody>
      </p:sp>
    </p:spTree>
    <p:extLst>
      <p:ext uri="{BB962C8B-B14F-4D97-AF65-F5344CB8AC3E}">
        <p14:creationId xmlns:p14="http://schemas.microsoft.com/office/powerpoint/2010/main" val="2210842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28A43-443C-C11B-D453-E78DAD72A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E59DA-1E3A-BF36-682B-C8A82EAFCD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83CED-C761-A234-7DB2-C6FAA6C8E5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FA1246-10B3-154A-2A12-1596A9A0BF1C}"/>
              </a:ext>
            </a:extLst>
          </p:cNvPr>
          <p:cNvSpPr>
            <a:spLocks noGrp="1"/>
          </p:cNvSpPr>
          <p:nvPr>
            <p:ph type="sldNum" sz="quarter" idx="5"/>
          </p:nvPr>
        </p:nvSpPr>
        <p:spPr/>
        <p:txBody>
          <a:bodyPr/>
          <a:lstStyle/>
          <a:p>
            <a:fld id="{9CA004F4-F240-48F9-8AE1-486585C7F00D}" type="slidenum">
              <a:rPr lang="en-US" smtClean="0"/>
              <a:t>3</a:t>
            </a:fld>
            <a:endParaRPr lang="en-US" dirty="0"/>
          </a:p>
        </p:txBody>
      </p:sp>
    </p:spTree>
    <p:extLst>
      <p:ext uri="{BB962C8B-B14F-4D97-AF65-F5344CB8AC3E}">
        <p14:creationId xmlns:p14="http://schemas.microsoft.com/office/powerpoint/2010/main" val="860262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9344E-807A-2537-26EC-5CB8C3F7DB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970988-D9D9-2755-8F3C-DB812DC7FD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B8EB5-6DD8-0362-20B5-CE258A3B1B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E8215F-C3B4-422F-033C-1CAEA61B2D07}"/>
              </a:ext>
            </a:extLst>
          </p:cNvPr>
          <p:cNvSpPr>
            <a:spLocks noGrp="1"/>
          </p:cNvSpPr>
          <p:nvPr>
            <p:ph type="sldNum" sz="quarter" idx="5"/>
          </p:nvPr>
        </p:nvSpPr>
        <p:spPr/>
        <p:txBody>
          <a:bodyPr/>
          <a:lstStyle/>
          <a:p>
            <a:fld id="{9CA004F4-F240-48F9-8AE1-486585C7F00D}" type="slidenum">
              <a:rPr lang="en-US" smtClean="0"/>
              <a:t>4</a:t>
            </a:fld>
            <a:endParaRPr lang="en-US" dirty="0"/>
          </a:p>
        </p:txBody>
      </p:sp>
    </p:spTree>
    <p:extLst>
      <p:ext uri="{BB962C8B-B14F-4D97-AF65-F5344CB8AC3E}">
        <p14:creationId xmlns:p14="http://schemas.microsoft.com/office/powerpoint/2010/main" val="1323130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95144-7859-D87E-A7C7-2973078F8A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8AA07-F53F-872B-F7CA-287425A631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FF7443-A6E7-5110-CD63-7BFD72187A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852430-4401-29B4-A9AC-2464C74F3CBC}"/>
              </a:ext>
            </a:extLst>
          </p:cNvPr>
          <p:cNvSpPr>
            <a:spLocks noGrp="1"/>
          </p:cNvSpPr>
          <p:nvPr>
            <p:ph type="sldNum" sz="quarter" idx="5"/>
          </p:nvPr>
        </p:nvSpPr>
        <p:spPr/>
        <p:txBody>
          <a:bodyPr/>
          <a:lstStyle/>
          <a:p>
            <a:fld id="{9CA004F4-F240-48F9-8AE1-486585C7F00D}" type="slidenum">
              <a:rPr lang="en-US" smtClean="0"/>
              <a:t>5</a:t>
            </a:fld>
            <a:endParaRPr lang="en-US" dirty="0"/>
          </a:p>
        </p:txBody>
      </p:sp>
    </p:spTree>
    <p:extLst>
      <p:ext uri="{BB962C8B-B14F-4D97-AF65-F5344CB8AC3E}">
        <p14:creationId xmlns:p14="http://schemas.microsoft.com/office/powerpoint/2010/main" val="42090923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CF838-FDBC-2EF6-F821-57EF1E9733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CE52B6-84A1-0BB6-BFC8-86DDD5F06B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4C5EC1-7F1D-E145-DA9C-685F3544F1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06D191-FFDD-C150-7631-26CA68917AEB}"/>
              </a:ext>
            </a:extLst>
          </p:cNvPr>
          <p:cNvSpPr>
            <a:spLocks noGrp="1"/>
          </p:cNvSpPr>
          <p:nvPr>
            <p:ph type="sldNum" sz="quarter" idx="5"/>
          </p:nvPr>
        </p:nvSpPr>
        <p:spPr/>
        <p:txBody>
          <a:bodyPr/>
          <a:lstStyle/>
          <a:p>
            <a:fld id="{9CA004F4-F240-48F9-8AE1-486585C7F00D}" type="slidenum">
              <a:rPr lang="en-US" smtClean="0"/>
              <a:t>6</a:t>
            </a:fld>
            <a:endParaRPr lang="en-US" dirty="0"/>
          </a:p>
        </p:txBody>
      </p:sp>
    </p:spTree>
    <p:extLst>
      <p:ext uri="{BB962C8B-B14F-4D97-AF65-F5344CB8AC3E}">
        <p14:creationId xmlns:p14="http://schemas.microsoft.com/office/powerpoint/2010/main" val="39161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E9197-7886-9512-AD78-8801DB8FC9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AC4E8-2E87-B1FC-1846-B9A1CAFA2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50EF3-46F3-E0FC-724E-2AA50C81D7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9360FD-24AF-46C0-9340-4E4E167E12F2}"/>
              </a:ext>
            </a:extLst>
          </p:cNvPr>
          <p:cNvSpPr>
            <a:spLocks noGrp="1"/>
          </p:cNvSpPr>
          <p:nvPr>
            <p:ph type="sldNum" sz="quarter" idx="5"/>
          </p:nvPr>
        </p:nvSpPr>
        <p:spPr/>
        <p:txBody>
          <a:bodyPr/>
          <a:lstStyle/>
          <a:p>
            <a:fld id="{9CA004F4-F240-48F9-8AE1-486585C7F00D}" type="slidenum">
              <a:rPr lang="en-US" smtClean="0"/>
              <a:t>7</a:t>
            </a:fld>
            <a:endParaRPr lang="en-US" dirty="0"/>
          </a:p>
        </p:txBody>
      </p:sp>
    </p:spTree>
    <p:extLst>
      <p:ext uri="{BB962C8B-B14F-4D97-AF65-F5344CB8AC3E}">
        <p14:creationId xmlns:p14="http://schemas.microsoft.com/office/powerpoint/2010/main" val="4134284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0BF7-4A7A-C99D-4527-F7CCAA855A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76DF4-F3B6-3E6E-EDB2-29EF2923A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07BE3-D867-216D-54D7-1F31263C5E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AF294-DC03-66A1-D461-04682D6C95FF}"/>
              </a:ext>
            </a:extLst>
          </p:cNvPr>
          <p:cNvSpPr>
            <a:spLocks noGrp="1"/>
          </p:cNvSpPr>
          <p:nvPr>
            <p:ph type="sldNum" sz="quarter" idx="5"/>
          </p:nvPr>
        </p:nvSpPr>
        <p:spPr/>
        <p:txBody>
          <a:bodyPr/>
          <a:lstStyle/>
          <a:p>
            <a:fld id="{9CA004F4-F240-48F9-8AE1-486585C7F00D}" type="slidenum">
              <a:rPr lang="en-US" smtClean="0"/>
              <a:t>8</a:t>
            </a:fld>
            <a:endParaRPr lang="en-US" dirty="0"/>
          </a:p>
        </p:txBody>
      </p:sp>
    </p:spTree>
    <p:extLst>
      <p:ext uri="{BB962C8B-B14F-4D97-AF65-F5344CB8AC3E}">
        <p14:creationId xmlns:p14="http://schemas.microsoft.com/office/powerpoint/2010/main" val="1009201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5C5A0-5FE1-A3B8-FDDE-64235481D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A40F8-0F59-6250-D71C-0917F8EF2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78474-EC34-F8B4-D8F4-66BEBAC9AE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0E94B4-9906-CEB6-4FCA-CDED25B7BFBF}"/>
              </a:ext>
            </a:extLst>
          </p:cNvPr>
          <p:cNvSpPr>
            <a:spLocks noGrp="1"/>
          </p:cNvSpPr>
          <p:nvPr>
            <p:ph type="sldNum" sz="quarter" idx="5"/>
          </p:nvPr>
        </p:nvSpPr>
        <p:spPr/>
        <p:txBody>
          <a:bodyPr/>
          <a:lstStyle/>
          <a:p>
            <a:fld id="{9CA004F4-F240-48F9-8AE1-486585C7F00D}" type="slidenum">
              <a:rPr lang="en-US" smtClean="0"/>
              <a:t>9</a:t>
            </a:fld>
            <a:endParaRPr lang="en-US" dirty="0"/>
          </a:p>
        </p:txBody>
      </p:sp>
    </p:spTree>
    <p:extLst>
      <p:ext uri="{BB962C8B-B14F-4D97-AF65-F5344CB8AC3E}">
        <p14:creationId xmlns:p14="http://schemas.microsoft.com/office/powerpoint/2010/main" val="15000349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1499B-BBF3-43C3-3762-4435F87826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121068-9F37-5AF4-ADD1-61CA7142A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3413E-34AB-8615-7057-88C7E1ECF3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78EF08-3093-6EC1-CE37-4B3606928AA5}"/>
              </a:ext>
            </a:extLst>
          </p:cNvPr>
          <p:cNvSpPr>
            <a:spLocks noGrp="1"/>
          </p:cNvSpPr>
          <p:nvPr>
            <p:ph type="sldNum" sz="quarter" idx="5"/>
          </p:nvPr>
        </p:nvSpPr>
        <p:spPr/>
        <p:txBody>
          <a:bodyPr/>
          <a:lstStyle/>
          <a:p>
            <a:fld id="{9CA004F4-F240-48F9-8AE1-486585C7F00D}" type="slidenum">
              <a:rPr lang="en-US" smtClean="0"/>
              <a:t>10</a:t>
            </a:fld>
            <a:endParaRPr lang="en-US" dirty="0"/>
          </a:p>
        </p:txBody>
      </p:sp>
    </p:spTree>
    <p:extLst>
      <p:ext uri="{BB962C8B-B14F-4D97-AF65-F5344CB8AC3E}">
        <p14:creationId xmlns:p14="http://schemas.microsoft.com/office/powerpoint/2010/main" val="7327879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AD429-D406-86FB-5FD3-330D297B9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DD3436-B461-C651-55B3-E9D3ECF69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2449A-05BB-D095-D398-20C7756892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6CE836-E3A4-D59E-ADC1-CD65A343CDD0}"/>
              </a:ext>
            </a:extLst>
          </p:cNvPr>
          <p:cNvSpPr>
            <a:spLocks noGrp="1"/>
          </p:cNvSpPr>
          <p:nvPr>
            <p:ph type="sldNum" sz="quarter" idx="5"/>
          </p:nvPr>
        </p:nvSpPr>
        <p:spPr/>
        <p:txBody>
          <a:bodyPr/>
          <a:lstStyle/>
          <a:p>
            <a:fld id="{9CA004F4-F240-48F9-8AE1-486585C7F00D}" type="slidenum">
              <a:rPr lang="en-US" smtClean="0"/>
              <a:t>11</a:t>
            </a:fld>
            <a:endParaRPr lang="en-US" dirty="0"/>
          </a:p>
        </p:txBody>
      </p:sp>
    </p:spTree>
    <p:extLst>
      <p:ext uri="{BB962C8B-B14F-4D97-AF65-F5344CB8AC3E}">
        <p14:creationId xmlns:p14="http://schemas.microsoft.com/office/powerpoint/2010/main" val="2701111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F534D-E608-2AC9-BB28-F04C51B4FE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5BD297-660E-71EF-E61F-4512B21DAE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D8E5CD-FA68-F675-5FBD-3DFC5CEB0A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955C71-EFD4-016A-0DF8-12DAB399264D}"/>
              </a:ext>
            </a:extLst>
          </p:cNvPr>
          <p:cNvSpPr>
            <a:spLocks noGrp="1"/>
          </p:cNvSpPr>
          <p:nvPr>
            <p:ph type="sldNum" sz="quarter" idx="5"/>
          </p:nvPr>
        </p:nvSpPr>
        <p:spPr/>
        <p:txBody>
          <a:bodyPr/>
          <a:lstStyle/>
          <a:p>
            <a:fld id="{9CA004F4-F240-48F9-8AE1-486585C7F00D}" type="slidenum">
              <a:rPr lang="en-US" smtClean="0"/>
              <a:t>12</a:t>
            </a:fld>
            <a:endParaRPr lang="en-US" dirty="0"/>
          </a:p>
        </p:txBody>
      </p:sp>
    </p:spTree>
    <p:extLst>
      <p:ext uri="{BB962C8B-B14F-4D97-AF65-F5344CB8AC3E}">
        <p14:creationId xmlns:p14="http://schemas.microsoft.com/office/powerpoint/2010/main" val="32868425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2531D-A1E2-2C90-D9CA-473E268642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F3E83-4546-0088-DEF8-39DC5F9BA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91194D-0524-028F-18BE-DE83782E84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6742B6-B275-3533-5C5C-B9BC744766A2}"/>
              </a:ext>
            </a:extLst>
          </p:cNvPr>
          <p:cNvSpPr>
            <a:spLocks noGrp="1"/>
          </p:cNvSpPr>
          <p:nvPr>
            <p:ph type="sldNum" sz="quarter" idx="5"/>
          </p:nvPr>
        </p:nvSpPr>
        <p:spPr/>
        <p:txBody>
          <a:bodyPr/>
          <a:lstStyle/>
          <a:p>
            <a:fld id="{9CA004F4-F240-48F9-8AE1-486585C7F00D}" type="slidenum">
              <a:rPr lang="en-US" smtClean="0"/>
              <a:t>13</a:t>
            </a:fld>
            <a:endParaRPr lang="en-US" dirty="0"/>
          </a:p>
        </p:txBody>
      </p:sp>
    </p:spTree>
    <p:extLst>
      <p:ext uri="{BB962C8B-B14F-4D97-AF65-F5344CB8AC3E}">
        <p14:creationId xmlns:p14="http://schemas.microsoft.com/office/powerpoint/2010/main" val="944598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4FEC1-5FC3-E71B-442C-4F0912919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FF08C-1AEE-2FB1-96B9-4E3263868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5A31B8-BEFE-FD2B-C38F-D12F369B18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5FC338-DA39-76FF-8FB8-BC329B269908}"/>
              </a:ext>
            </a:extLst>
          </p:cNvPr>
          <p:cNvSpPr>
            <a:spLocks noGrp="1"/>
          </p:cNvSpPr>
          <p:nvPr>
            <p:ph type="sldNum" sz="quarter" idx="5"/>
          </p:nvPr>
        </p:nvSpPr>
        <p:spPr/>
        <p:txBody>
          <a:bodyPr/>
          <a:lstStyle/>
          <a:p>
            <a:fld id="{9CA004F4-F240-48F9-8AE1-486585C7F00D}" type="slidenum">
              <a:rPr lang="en-US" smtClean="0"/>
              <a:t>14</a:t>
            </a:fld>
            <a:endParaRPr lang="en-US" dirty="0"/>
          </a:p>
        </p:txBody>
      </p:sp>
    </p:spTree>
    <p:extLst>
      <p:ext uri="{BB962C8B-B14F-4D97-AF65-F5344CB8AC3E}">
        <p14:creationId xmlns:p14="http://schemas.microsoft.com/office/powerpoint/2010/main" val="63785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A004F4-F240-48F9-8AE1-486585C7F00D}" type="slidenum">
              <a:rPr lang="en-US" smtClean="0"/>
              <a:t>15</a:t>
            </a:fld>
            <a:endParaRPr lang="en-US" dirty="0"/>
          </a:p>
        </p:txBody>
      </p:sp>
    </p:spTree>
    <p:extLst>
      <p:ext uri="{BB962C8B-B14F-4D97-AF65-F5344CB8AC3E}">
        <p14:creationId xmlns:p14="http://schemas.microsoft.com/office/powerpoint/2010/main" val="2263866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7D165-49B0-44FF-A267-367F5A6EE306}"/>
              </a:ext>
            </a:extLst>
          </p:cNvPr>
          <p:cNvSpPr>
            <a:spLocks noGrp="1"/>
          </p:cNvSpPr>
          <p:nvPr>
            <p:ph type="ctrTitle"/>
          </p:nvPr>
        </p:nvSpPr>
        <p:spPr>
          <a:xfrm>
            <a:off x="1524000" y="2039514"/>
            <a:ext cx="9144000" cy="2128049"/>
          </a:xfrm>
        </p:spPr>
        <p:txBody>
          <a:bodyPr anchor="b"/>
          <a:lstStyle>
            <a:lvl1pPr algn="ctr">
              <a:lnSpc>
                <a:spcPct val="125000"/>
              </a:lnSpc>
              <a:defRPr sz="6000">
                <a:solidFill>
                  <a:schemeClr val="bg1"/>
                </a:solidFill>
              </a:defRPr>
            </a:lvl1pPr>
          </a:lstStyle>
          <a:p>
            <a:r>
              <a:rPr lang="en-US" noProof="0"/>
              <a:t>Click to edit Master title style</a:t>
            </a:r>
          </a:p>
        </p:txBody>
      </p:sp>
      <p:sp>
        <p:nvSpPr>
          <p:cNvPr id="3" name="Subtitle 2">
            <a:extLst>
              <a:ext uri="{FF2B5EF4-FFF2-40B4-BE49-F238E27FC236}">
                <a16:creationId xmlns:a16="http://schemas.microsoft.com/office/drawing/2014/main" id="{56B52800-74D6-4A78-AC9B-8E737A1A3B0D}"/>
              </a:ext>
            </a:extLst>
          </p:cNvPr>
          <p:cNvSpPr>
            <a:spLocks noGrp="1"/>
          </p:cNvSpPr>
          <p:nvPr>
            <p:ph type="subTitle" idx="1"/>
          </p:nvPr>
        </p:nvSpPr>
        <p:spPr>
          <a:xfrm>
            <a:off x="1524000" y="4221162"/>
            <a:ext cx="9144000" cy="882001"/>
          </a:xfrm>
          <a:solidFill>
            <a:schemeClr val="accent2">
              <a:alpha val="90000"/>
            </a:schemeClr>
          </a:solidFill>
        </p:spPr>
        <p:txBody>
          <a:bodyPr anchor="ctr"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lang="en-US" sz="2500" b="1" i="1" kern="1200" spc="65" dirty="0">
                <a:solidFill>
                  <a:schemeClr val="accent1"/>
                </a:solidFill>
                <a:latin typeface="Arial"/>
                <a:ea typeface="+mn-ea"/>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8B91F7B-C4AF-4FC6-A6BE-657DEF6D5358}"/>
              </a:ext>
            </a:extLst>
          </p:cNvPr>
          <p:cNvSpPr>
            <a:spLocks noGrp="1"/>
          </p:cNvSpPr>
          <p:nvPr>
            <p:ph type="dt" sz="half" idx="10"/>
          </p:nvPr>
        </p:nvSpPr>
        <p:spPr/>
        <p:txBody>
          <a:bodyPr/>
          <a:lstStyle/>
          <a:p>
            <a:fld id="{8DA08ED5-AEFE-4443-9040-726EF6690995}" type="datetime1">
              <a:rPr lang="en-US" smtClean="0"/>
              <a:t>5/4/2026</a:t>
            </a:fld>
            <a:endParaRPr lang="en-US" dirty="0"/>
          </a:p>
        </p:txBody>
      </p:sp>
      <p:sp>
        <p:nvSpPr>
          <p:cNvPr id="5" name="Footer Placeholder 4">
            <a:extLst>
              <a:ext uri="{FF2B5EF4-FFF2-40B4-BE49-F238E27FC236}">
                <a16:creationId xmlns:a16="http://schemas.microsoft.com/office/drawing/2014/main" id="{5BED32F8-B0C7-4332-B0A5-BC19DD8C4C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0030946-D0C7-4F78-94B0-427DAA6D5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189509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11141-A77D-4E0E-8CAF-4CD3B279937B}"/>
              </a:ext>
            </a:extLst>
          </p:cNvPr>
          <p:cNvSpPr>
            <a:spLocks noGrp="1"/>
          </p:cNvSpPr>
          <p:nvPr>
            <p:ph type="title"/>
          </p:nvPr>
        </p:nvSpPr>
        <p:spPr/>
        <p:txBody>
          <a:bodyPr/>
          <a:lstStyle/>
          <a:p>
            <a:r>
              <a:rPr lang="en-US" noProof="0"/>
              <a:t>Click to edit Master title style</a:t>
            </a:r>
          </a:p>
        </p:txBody>
      </p:sp>
      <p:sp>
        <p:nvSpPr>
          <p:cNvPr id="3" name="Content Placeholder 2">
            <a:extLst>
              <a:ext uri="{FF2B5EF4-FFF2-40B4-BE49-F238E27FC236}">
                <a16:creationId xmlns:a16="http://schemas.microsoft.com/office/drawing/2014/main" id="{017EFDE0-5A54-402A-B0C3-6BC0BB739C2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2825AD-4585-4E37-A076-3D0070C9300C}"/>
              </a:ext>
            </a:extLst>
          </p:cNvPr>
          <p:cNvSpPr>
            <a:spLocks noGrp="1"/>
          </p:cNvSpPr>
          <p:nvPr>
            <p:ph type="dt" sz="half" idx="10"/>
          </p:nvPr>
        </p:nvSpPr>
        <p:spPr/>
        <p:txBody>
          <a:bodyPr/>
          <a:lstStyle/>
          <a:p>
            <a:fld id="{0312561F-7E45-400C-8758-912CDFE9410A}" type="datetime1">
              <a:rPr lang="en-US" smtClean="0"/>
              <a:t>5/4/2026</a:t>
            </a:fld>
            <a:endParaRPr lang="en-US" dirty="0"/>
          </a:p>
        </p:txBody>
      </p:sp>
      <p:sp>
        <p:nvSpPr>
          <p:cNvPr id="5" name="Footer Placeholder 4">
            <a:extLst>
              <a:ext uri="{FF2B5EF4-FFF2-40B4-BE49-F238E27FC236}">
                <a16:creationId xmlns:a16="http://schemas.microsoft.com/office/drawing/2014/main" id="{512064AD-EDC3-4B13-8CD6-49EB60099ED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890FD1E-16F6-49B1-A938-8CE601ED7AFC}"/>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325465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FA988-92AD-48D7-890A-AA0540961DE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A999FA-A189-41DB-9CFC-D1356C5343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4D83DC-20E7-4B71-9794-36FC33B1BA03}"/>
              </a:ext>
            </a:extLst>
          </p:cNvPr>
          <p:cNvSpPr>
            <a:spLocks noGrp="1"/>
          </p:cNvSpPr>
          <p:nvPr>
            <p:ph type="dt" sz="half" idx="10"/>
          </p:nvPr>
        </p:nvSpPr>
        <p:spPr/>
        <p:txBody>
          <a:bodyPr/>
          <a:lstStyle/>
          <a:p>
            <a:fld id="{85E24BC7-4CDB-41D7-81AF-9CE8473FF4B8}" type="datetime1">
              <a:rPr lang="en-US" smtClean="0"/>
              <a:t>5/4/2026</a:t>
            </a:fld>
            <a:endParaRPr lang="en-US" dirty="0"/>
          </a:p>
        </p:txBody>
      </p:sp>
      <p:sp>
        <p:nvSpPr>
          <p:cNvPr id="5" name="Footer Placeholder 4">
            <a:extLst>
              <a:ext uri="{FF2B5EF4-FFF2-40B4-BE49-F238E27FC236}">
                <a16:creationId xmlns:a16="http://schemas.microsoft.com/office/drawing/2014/main" id="{44E7D103-1290-4592-B37C-19C9C9DBEA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5955B1B-4A5C-42C7-99A5-B8217736F178}"/>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1933201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E60EB58-EF7E-435A-8B07-B5BCF3AF119F}"/>
              </a:ext>
            </a:extLst>
          </p:cNvPr>
          <p:cNvSpPr>
            <a:spLocks noGrp="1"/>
          </p:cNvSpPr>
          <p:nvPr>
            <p:ph type="sldNum" sz="quarter" idx="12"/>
          </p:nvPr>
        </p:nvSpPr>
        <p:spPr/>
        <p:txBody>
          <a:bodyPr/>
          <a:lstStyle/>
          <a:p>
            <a:fld id="{82EE24B5-652C-4DB5-B7C3-B5BBEC1280B1}" type="slidenum">
              <a:rPr lang="en-US" smtClean="0"/>
              <a:t>‹#›</a:t>
            </a:fld>
            <a:endParaRPr lang="en-US" dirty="0"/>
          </a:p>
        </p:txBody>
      </p:sp>
      <p:sp>
        <p:nvSpPr>
          <p:cNvPr id="2" name="Title 1">
            <a:extLst>
              <a:ext uri="{FF2B5EF4-FFF2-40B4-BE49-F238E27FC236}">
                <a16:creationId xmlns:a16="http://schemas.microsoft.com/office/drawing/2014/main" id="{E7F76098-6FA1-470A-BEF4-E4B0AC75E8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647ABC-6745-43B6-8A64-6E191BD65CA2}"/>
              </a:ext>
            </a:extLst>
          </p:cNvPr>
          <p:cNvSpPr>
            <a:spLocks noGrp="1"/>
          </p:cNvSpPr>
          <p:nvPr>
            <p:ph sz="half" idx="1"/>
          </p:nvPr>
        </p:nvSpPr>
        <p:spPr>
          <a:xfrm>
            <a:off x="838200" y="1825625"/>
            <a:ext cx="5181600" cy="4351338"/>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E4387105-2538-4216-9A7E-445FA092F9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F57DE0-C032-4FCC-9006-09C2C328A665}"/>
              </a:ext>
            </a:extLst>
          </p:cNvPr>
          <p:cNvSpPr>
            <a:spLocks noGrp="1"/>
          </p:cNvSpPr>
          <p:nvPr>
            <p:ph type="dt" sz="half" idx="10"/>
          </p:nvPr>
        </p:nvSpPr>
        <p:spPr/>
        <p:txBody>
          <a:bodyPr/>
          <a:lstStyle/>
          <a:p>
            <a:fld id="{397CD216-73DE-4B96-8E1B-BB64D86142BB}" type="datetime1">
              <a:rPr lang="en-US" smtClean="0"/>
              <a:t>5/4/2026</a:t>
            </a:fld>
            <a:endParaRPr lang="en-US" dirty="0"/>
          </a:p>
        </p:txBody>
      </p:sp>
      <p:sp>
        <p:nvSpPr>
          <p:cNvPr id="6" name="Footer Placeholder 5">
            <a:extLst>
              <a:ext uri="{FF2B5EF4-FFF2-40B4-BE49-F238E27FC236}">
                <a16:creationId xmlns:a16="http://schemas.microsoft.com/office/drawing/2014/main" id="{90C776CB-2819-4488-9012-A6EA22079A47}"/>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3250367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43C73-1D0F-45F9-A7E4-E9D24EAFDE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B88E76-F6AB-4621-A9A6-20A81C5A3F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313FB9-6D6C-4F61-9E7A-76E686D06C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A93A737-E48B-4909-BE04-F55B5810325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F9958C-DB5F-444E-ACE8-73F5E0CA67F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1D097D1-3052-4C1F-B573-CA25FFF6CCB5}"/>
              </a:ext>
            </a:extLst>
          </p:cNvPr>
          <p:cNvSpPr>
            <a:spLocks noGrp="1"/>
          </p:cNvSpPr>
          <p:nvPr>
            <p:ph type="dt" sz="half" idx="10"/>
          </p:nvPr>
        </p:nvSpPr>
        <p:spPr/>
        <p:txBody>
          <a:bodyPr/>
          <a:lstStyle/>
          <a:p>
            <a:fld id="{C6A5CD8C-7FEF-4E71-8EB9-D3BA6E2E3E9E}" type="datetime1">
              <a:rPr lang="en-US" smtClean="0"/>
              <a:t>5/4/2026</a:t>
            </a:fld>
            <a:endParaRPr lang="en-US" dirty="0"/>
          </a:p>
        </p:txBody>
      </p:sp>
      <p:sp>
        <p:nvSpPr>
          <p:cNvPr id="8" name="Footer Placeholder 7">
            <a:extLst>
              <a:ext uri="{FF2B5EF4-FFF2-40B4-BE49-F238E27FC236}">
                <a16:creationId xmlns:a16="http://schemas.microsoft.com/office/drawing/2014/main" id="{F2607AC3-2220-4DDA-A22A-C404538FE48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6FD8DEB3-F122-4B42-9E12-F61189B878B2}"/>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4032769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89EF5-3FD9-4423-A9E8-B67B4E902E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0D7191-31B4-440E-A4E9-F412FA55824C}"/>
              </a:ext>
            </a:extLst>
          </p:cNvPr>
          <p:cNvSpPr>
            <a:spLocks noGrp="1"/>
          </p:cNvSpPr>
          <p:nvPr>
            <p:ph type="dt" sz="half" idx="10"/>
          </p:nvPr>
        </p:nvSpPr>
        <p:spPr/>
        <p:txBody>
          <a:bodyPr/>
          <a:lstStyle/>
          <a:p>
            <a:fld id="{4BE4379E-9B58-41EA-B928-5B1C8436A60E}" type="datetime1">
              <a:rPr lang="en-US" smtClean="0"/>
              <a:t>5/4/2026</a:t>
            </a:fld>
            <a:endParaRPr lang="en-US" dirty="0"/>
          </a:p>
        </p:txBody>
      </p:sp>
      <p:sp>
        <p:nvSpPr>
          <p:cNvPr id="4" name="Footer Placeholder 3">
            <a:extLst>
              <a:ext uri="{FF2B5EF4-FFF2-40B4-BE49-F238E27FC236}">
                <a16:creationId xmlns:a16="http://schemas.microsoft.com/office/drawing/2014/main" id="{8EC85CB6-0880-4BF0-8E98-291E70C7137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E4A5E74-F26F-4C7A-BED1-6EE66C0B3A5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3691903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55C546-684A-45B9-8890-66DC55DF7D06}"/>
              </a:ext>
            </a:extLst>
          </p:cNvPr>
          <p:cNvSpPr>
            <a:spLocks noGrp="1"/>
          </p:cNvSpPr>
          <p:nvPr>
            <p:ph type="dt" sz="half" idx="10"/>
          </p:nvPr>
        </p:nvSpPr>
        <p:spPr/>
        <p:txBody>
          <a:bodyPr/>
          <a:lstStyle/>
          <a:p>
            <a:fld id="{40B0A371-51FE-4D99-BD87-6A650FCE519D}" type="datetime1">
              <a:rPr lang="en-US" smtClean="0"/>
              <a:t>5/4/2026</a:t>
            </a:fld>
            <a:endParaRPr lang="en-US" dirty="0"/>
          </a:p>
        </p:txBody>
      </p:sp>
      <p:sp>
        <p:nvSpPr>
          <p:cNvPr id="3" name="Footer Placeholder 2">
            <a:extLst>
              <a:ext uri="{FF2B5EF4-FFF2-40B4-BE49-F238E27FC236}">
                <a16:creationId xmlns:a16="http://schemas.microsoft.com/office/drawing/2014/main" id="{4543EBDF-D696-42F7-B962-56F5FEE120C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789D77E-1675-4F9D-9113-B274CB0E87FA}"/>
              </a:ext>
            </a:extLst>
          </p:cNvPr>
          <p:cNvSpPr>
            <a:spLocks noGrp="1"/>
          </p:cNvSpPr>
          <p:nvPr>
            <p:ph type="sldNum" sz="quarter" idx="12"/>
          </p:nvPr>
        </p:nvSpPr>
        <p:spPr/>
        <p:txBody>
          <a:bodyPr/>
          <a:lstStyle/>
          <a:p>
            <a:fld id="{82EE24B5-652C-4DB5-B7C3-B5BBEC1280B1}" type="slidenum">
              <a:rPr lang="en-US" noProof="0" smtClean="0"/>
              <a:t>‹#›</a:t>
            </a:fld>
            <a:endParaRPr lang="en-US" noProof="0" dirty="0"/>
          </a:p>
        </p:txBody>
      </p:sp>
    </p:spTree>
    <p:extLst>
      <p:ext uri="{BB962C8B-B14F-4D97-AF65-F5344CB8AC3E}">
        <p14:creationId xmlns:p14="http://schemas.microsoft.com/office/powerpoint/2010/main" val="274602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E9C90-06AB-49B5-9970-F5791DE93A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FB0071-932D-4CA0-92FB-A6E75AC855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C8D9F5-8B70-4BDD-9CB5-BBF87CF553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89DE91-7A80-4682-9D32-2CD41DEFB7B2}"/>
              </a:ext>
            </a:extLst>
          </p:cNvPr>
          <p:cNvSpPr>
            <a:spLocks noGrp="1"/>
          </p:cNvSpPr>
          <p:nvPr>
            <p:ph type="dt" sz="half" idx="10"/>
          </p:nvPr>
        </p:nvSpPr>
        <p:spPr/>
        <p:txBody>
          <a:bodyPr/>
          <a:lstStyle/>
          <a:p>
            <a:fld id="{5FCF8CFF-A1C0-4B6C-AA8D-BE72CB14468D}" type="datetime1">
              <a:rPr lang="en-US" smtClean="0"/>
              <a:t>5/4/2026</a:t>
            </a:fld>
            <a:endParaRPr lang="en-US" dirty="0"/>
          </a:p>
        </p:txBody>
      </p:sp>
      <p:sp>
        <p:nvSpPr>
          <p:cNvPr id="6" name="Footer Placeholder 5">
            <a:extLst>
              <a:ext uri="{FF2B5EF4-FFF2-40B4-BE49-F238E27FC236}">
                <a16:creationId xmlns:a16="http://schemas.microsoft.com/office/drawing/2014/main" id="{7B9E2482-2E7D-4868-95A7-4A55B40FECE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F4E84CF-C3E5-4475-84C7-21CBAC064B74}"/>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962625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0E0AA-5363-4861-AB6B-0E4D34D74B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44B7CE-2038-4CCA-AA8A-D03DE5FD95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EA79774D-36EB-4201-B1AC-922DD2E066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D1E234-1CB2-41A0-B40D-7E7F160CBA11}"/>
              </a:ext>
            </a:extLst>
          </p:cNvPr>
          <p:cNvSpPr>
            <a:spLocks noGrp="1"/>
          </p:cNvSpPr>
          <p:nvPr>
            <p:ph type="dt" sz="half" idx="10"/>
          </p:nvPr>
        </p:nvSpPr>
        <p:spPr/>
        <p:txBody>
          <a:bodyPr/>
          <a:lstStyle/>
          <a:p>
            <a:fld id="{8C6D634D-0427-413D-A0D0-098959D06FEF}" type="datetime1">
              <a:rPr lang="en-US" smtClean="0"/>
              <a:t>5/4/2026</a:t>
            </a:fld>
            <a:endParaRPr lang="en-US" dirty="0"/>
          </a:p>
        </p:txBody>
      </p:sp>
      <p:sp>
        <p:nvSpPr>
          <p:cNvPr id="6" name="Footer Placeholder 5">
            <a:extLst>
              <a:ext uri="{FF2B5EF4-FFF2-40B4-BE49-F238E27FC236}">
                <a16:creationId xmlns:a16="http://schemas.microsoft.com/office/drawing/2014/main" id="{99FD472E-6334-4051-B4D9-6361A819F79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2384B9-6290-4070-B7D1-A105B27F0CB0}"/>
              </a:ext>
            </a:extLst>
          </p:cNvPr>
          <p:cNvSpPr>
            <a:spLocks noGrp="1"/>
          </p:cNvSpPr>
          <p:nvPr>
            <p:ph type="sldNum" sz="quarter" idx="12"/>
          </p:nvPr>
        </p:nvSpPr>
        <p:spPr/>
        <p:txBody>
          <a:bodyPr/>
          <a:lstStyle/>
          <a:p>
            <a:fld id="{82EE24B5-652C-4DB5-B7C3-B5BBEC1280B1}" type="slidenum">
              <a:rPr lang="en-US" smtClean="0"/>
              <a:t>‹#›</a:t>
            </a:fld>
            <a:endParaRPr lang="en-US" dirty="0"/>
          </a:p>
        </p:txBody>
      </p:sp>
    </p:spTree>
    <p:extLst>
      <p:ext uri="{BB962C8B-B14F-4D97-AF65-F5344CB8AC3E}">
        <p14:creationId xmlns:p14="http://schemas.microsoft.com/office/powerpoint/2010/main" val="2367443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EC732-0DE2-456B-92A1-84321C9BDC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DA816A5B-B156-4DC3-B18E-14F3E59A64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FDB0252E-67CD-4B33-849F-7B1449CF27D0}"/>
              </a:ext>
            </a:extLst>
          </p:cNvPr>
          <p:cNvSpPr>
            <a:spLocks noGrp="1"/>
          </p:cNvSpPr>
          <p:nvPr>
            <p:ph type="dt" sz="half" idx="2"/>
          </p:nvPr>
        </p:nvSpPr>
        <p:spPr>
          <a:xfrm>
            <a:off x="838200" y="617490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2591E0-5367-4F2F-9C30-2087D79A846D}" type="datetime1">
              <a:rPr lang="en-US" noProof="0" smtClean="0"/>
              <a:t>5/4/2026</a:t>
            </a:fld>
            <a:endParaRPr lang="en-US" noProof="0" dirty="0"/>
          </a:p>
        </p:txBody>
      </p:sp>
      <p:sp>
        <p:nvSpPr>
          <p:cNvPr id="5" name="Footer Placeholder 4">
            <a:extLst>
              <a:ext uri="{FF2B5EF4-FFF2-40B4-BE49-F238E27FC236}">
                <a16:creationId xmlns:a16="http://schemas.microsoft.com/office/drawing/2014/main" id="{DC620AD2-E3F8-48CB-8B72-B0945DF5348A}"/>
              </a:ext>
            </a:extLst>
          </p:cNvPr>
          <p:cNvSpPr>
            <a:spLocks noGrp="1"/>
          </p:cNvSpPr>
          <p:nvPr>
            <p:ph type="ftr" sz="quarter" idx="3"/>
          </p:nvPr>
        </p:nvSpPr>
        <p:spPr>
          <a:xfrm>
            <a:off x="4038600" y="617490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noProof="0" dirty="0"/>
          </a:p>
        </p:txBody>
      </p:sp>
      <p:sp>
        <p:nvSpPr>
          <p:cNvPr id="10" name="Oval 9">
            <a:extLst>
              <a:ext uri="{FF2B5EF4-FFF2-40B4-BE49-F238E27FC236}">
                <a16:creationId xmlns:a16="http://schemas.microsoft.com/office/drawing/2014/main" id="{5A5F3BCF-F6FD-4DFF-B0B4-9892C9389344}"/>
              </a:ext>
            </a:extLst>
          </p:cNvPr>
          <p:cNvSpPr/>
          <p:nvPr userDrawn="1"/>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Slide Number Placeholder 5">
            <a:extLst>
              <a:ext uri="{FF2B5EF4-FFF2-40B4-BE49-F238E27FC236}">
                <a16:creationId xmlns:a16="http://schemas.microsoft.com/office/drawing/2014/main" id="{D15DEFFD-817B-43EC-86F0-34DEA2BA5EEB}"/>
              </a:ext>
            </a:extLst>
          </p:cNvPr>
          <p:cNvSpPr>
            <a:spLocks noGrp="1"/>
          </p:cNvSpPr>
          <p:nvPr>
            <p:ph type="sldNum" sz="quarter" idx="4"/>
          </p:nvPr>
        </p:nvSpPr>
        <p:spPr>
          <a:xfrm>
            <a:off x="11468844" y="6174902"/>
            <a:ext cx="357116" cy="365125"/>
          </a:xfrm>
          <a:prstGeom prst="rect">
            <a:avLst/>
          </a:prstGeom>
        </p:spPr>
        <p:txBody>
          <a:bodyPr vert="horz" lIns="91440" tIns="45720" rIns="91440" bIns="45720" rtlCol="0" anchor="ctr"/>
          <a:lstStyle>
            <a:lvl1pPr algn="r">
              <a:defRPr sz="1000" i="1">
                <a:solidFill>
                  <a:schemeClr val="tx2">
                    <a:alpha val="70000"/>
                  </a:schemeClr>
                </a:solidFill>
              </a:defRPr>
            </a:lvl1pPr>
          </a:lstStyle>
          <a:p>
            <a:fld id="{82EE24B5-652C-4DB5-B7C3-B5BBEC1280B1}" type="slidenum">
              <a:rPr lang="en-US" noProof="0" smtClean="0"/>
              <a:pPr/>
              <a:t>‹#›</a:t>
            </a:fld>
            <a:endParaRPr lang="en-US" noProof="0" dirty="0"/>
          </a:p>
        </p:txBody>
      </p:sp>
    </p:spTree>
    <p:extLst>
      <p:ext uri="{BB962C8B-B14F-4D97-AF65-F5344CB8AC3E}">
        <p14:creationId xmlns:p14="http://schemas.microsoft.com/office/powerpoint/2010/main" val="36641015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lvl1pPr algn="l" defTabSz="914400" rtl="0" eaLnBrk="1" latinLnBrk="0" hangingPunct="1">
        <a:lnSpc>
          <a:spcPct val="90000"/>
        </a:lnSpc>
        <a:spcBef>
          <a:spcPct val="0"/>
        </a:spcBef>
        <a:buNone/>
        <a:defRPr sz="3200" b="1"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chart" Target="../charts/chart2.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chart" Target="../charts/chart4.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chart" Target="../charts/chart6.xml"/><Relationship Id="rId4" Type="http://schemas.openxmlformats.org/officeDocument/2006/relationships/chart" Target="../charts/chart5.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chart" Target="../charts/chart8.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chart" Target="../charts/chart10.xml"/><Relationship Id="rId4" Type="http://schemas.openxmlformats.org/officeDocument/2006/relationships/chart" Target="../charts/chart9.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chart" Target="../charts/chart12.xml"/><Relationship Id="rId4" Type="http://schemas.openxmlformats.org/officeDocument/2006/relationships/chart" Target="../charts/char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descr="Blue rectangle">
            <a:extLst>
              <a:ext uri="{FF2B5EF4-FFF2-40B4-BE49-F238E27FC236}">
                <a16:creationId xmlns:a16="http://schemas.microsoft.com/office/drawing/2014/main" id="{482BBC39-5D4C-4E24-ADB1-5FFFBA7198DC}"/>
              </a:ext>
            </a:extLst>
          </p:cNvPr>
          <p:cNvSpPr/>
          <p:nvPr/>
        </p:nvSpPr>
        <p:spPr>
          <a:xfrm>
            <a:off x="0" y="0"/>
            <a:ext cx="12188952" cy="6858000"/>
          </a:xfrm>
          <a:prstGeom prst="rect">
            <a:avLst/>
          </a:prstGeom>
          <a:blipFill>
            <a:blip r:embed="rId3"/>
            <a:srcRect/>
            <a:stretch>
              <a:fillRect l="-12" r="-12"/>
            </a:stretch>
          </a:blipFill>
        </p:spPr>
        <p:txBody>
          <a:bodyPr wrap="square" lIns="0" tIns="0" rIns="0" bIns="0" rtlCol="0"/>
          <a:lstStyle/>
          <a:p>
            <a:endParaRPr lang="en-US" dirty="0"/>
          </a:p>
        </p:txBody>
      </p:sp>
      <p:sp>
        <p:nvSpPr>
          <p:cNvPr id="4" name="object 3" descr="People with documents">
            <a:extLst>
              <a:ext uri="{FF2B5EF4-FFF2-40B4-BE49-F238E27FC236}">
                <a16:creationId xmlns:a16="http://schemas.microsoft.com/office/drawing/2014/main" id="{0CA2E80D-F3EC-4A5F-8E65-56FEA206EE0F}"/>
              </a:ext>
            </a:extLst>
          </p:cNvPr>
          <p:cNvSpPr/>
          <p:nvPr/>
        </p:nvSpPr>
        <p:spPr>
          <a:xfrm>
            <a:off x="1270" y="0"/>
            <a:ext cx="1218946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2" name="Title 1">
            <a:extLst>
              <a:ext uri="{FF2B5EF4-FFF2-40B4-BE49-F238E27FC236}">
                <a16:creationId xmlns:a16="http://schemas.microsoft.com/office/drawing/2014/main" id="{AFB6C91D-4B22-49F1-9A0B-ABEB9E1F5A26}"/>
              </a:ext>
            </a:extLst>
          </p:cNvPr>
          <p:cNvSpPr>
            <a:spLocks noGrp="1"/>
          </p:cNvSpPr>
          <p:nvPr>
            <p:ph type="ctrTitle"/>
          </p:nvPr>
        </p:nvSpPr>
        <p:spPr>
          <a:xfrm>
            <a:off x="1524000" y="2008518"/>
            <a:ext cx="9144000" cy="2128049"/>
          </a:xfrm>
        </p:spPr>
        <p:txBody>
          <a:bodyPr>
            <a:normAutofit/>
          </a:bodyPr>
          <a:lstStyle/>
          <a:p>
            <a:pPr>
              <a:lnSpc>
                <a:spcPct val="125000"/>
              </a:lnSpc>
            </a:pPr>
            <a:r>
              <a:rPr lang="en-US" sz="5000" dirty="0">
                <a:solidFill>
                  <a:schemeClr val="bg1"/>
                </a:solidFill>
                <a:latin typeface="Gill Sans MT" panose="020B0502020104020203" pitchFamily="34" charset="0"/>
              </a:rPr>
              <a:t>BRIGHT MOTORS </a:t>
            </a:r>
            <a:br>
              <a:rPr lang="en-US" sz="5000" dirty="0">
                <a:solidFill>
                  <a:schemeClr val="bg1"/>
                </a:solidFill>
                <a:latin typeface="Gill Sans MT" panose="020B0502020104020203" pitchFamily="34" charset="0"/>
              </a:rPr>
            </a:br>
            <a:r>
              <a:rPr lang="en-US" sz="5000" dirty="0">
                <a:solidFill>
                  <a:schemeClr val="bg1"/>
                </a:solidFill>
                <a:latin typeface="Gill Sans MT" panose="020B0502020104020203" pitchFamily="34" charset="0"/>
              </a:rPr>
              <a:t>CAR SALES</a:t>
            </a:r>
          </a:p>
        </p:txBody>
      </p:sp>
      <p:sp>
        <p:nvSpPr>
          <p:cNvPr id="3" name="Subtitle 2">
            <a:extLst>
              <a:ext uri="{FF2B5EF4-FFF2-40B4-BE49-F238E27FC236}">
                <a16:creationId xmlns:a16="http://schemas.microsoft.com/office/drawing/2014/main" id="{2F8CF06A-B594-4BA2-8B1E-D649096D742F}"/>
              </a:ext>
            </a:extLst>
          </p:cNvPr>
          <p:cNvSpPr>
            <a:spLocks noGrp="1"/>
          </p:cNvSpPr>
          <p:nvPr>
            <p:ph type="subTitle" idx="1"/>
          </p:nvPr>
        </p:nvSpPr>
        <p:spPr>
          <a:xfrm>
            <a:off x="4152000" y="4221162"/>
            <a:ext cx="3888000" cy="882001"/>
          </a:xfrm>
          <a:solidFill>
            <a:schemeClr val="accent2">
              <a:alpha val="90000"/>
            </a:schemeClr>
          </a:solidFill>
        </p:spPr>
        <p:txBody>
          <a:bodyPr anchor="ctr" anchorCtr="0">
            <a:normAutofit/>
          </a:bodyPr>
          <a:lstStyle/>
          <a:p>
            <a:r>
              <a:rPr lang="en-US" sz="2500" b="1" i="1" spc="65" dirty="0">
                <a:solidFill>
                  <a:schemeClr val="accent1"/>
                </a:solidFill>
                <a:latin typeface="Arial"/>
                <a:cs typeface="Arial"/>
              </a:rPr>
              <a:t>PRESENTATION</a:t>
            </a:r>
          </a:p>
        </p:txBody>
      </p:sp>
      <p:sp>
        <p:nvSpPr>
          <p:cNvPr id="6" name="object 7" descr="Beige rectangle">
            <a:extLst>
              <a:ext uri="{FF2B5EF4-FFF2-40B4-BE49-F238E27FC236}">
                <a16:creationId xmlns:a16="http://schemas.microsoft.com/office/drawing/2014/main" id="{B36975AA-C62E-46BE-9382-E2CF56FDF817}"/>
              </a:ext>
            </a:extLst>
          </p:cNvPr>
          <p:cNvSpPr/>
          <p:nvPr/>
        </p:nvSpPr>
        <p:spPr>
          <a:xfrm>
            <a:off x="3108000" y="3229869"/>
            <a:ext cx="5976000" cy="0"/>
          </a:xfrm>
          <a:custGeom>
            <a:avLst/>
            <a:gdLst/>
            <a:ahLst/>
            <a:cxnLst/>
            <a:rect l="l" t="t" r="r" b="b"/>
            <a:pathLst>
              <a:path w="3935729">
                <a:moveTo>
                  <a:pt x="0" y="0"/>
                </a:moveTo>
                <a:lnTo>
                  <a:pt x="3935349" y="0"/>
                </a:lnTo>
              </a:path>
            </a:pathLst>
          </a:custGeom>
          <a:ln w="54863">
            <a:solidFill>
              <a:schemeClr val="accent1"/>
            </a:solidFill>
          </a:ln>
        </p:spPr>
        <p:txBody>
          <a:bodyPr wrap="square" lIns="0" tIns="0" rIns="0" bIns="0" rtlCol="0"/>
          <a:lstStyle/>
          <a:p>
            <a:endParaRPr lang="en-US" dirty="0"/>
          </a:p>
        </p:txBody>
      </p:sp>
      <p:sp>
        <p:nvSpPr>
          <p:cNvPr id="7" name="TextBox 6">
            <a:extLst>
              <a:ext uri="{FF2B5EF4-FFF2-40B4-BE49-F238E27FC236}">
                <a16:creationId xmlns:a16="http://schemas.microsoft.com/office/drawing/2014/main" id="{7C3E25D8-8E77-9F3C-F62B-BB9CFEC2948A}"/>
              </a:ext>
            </a:extLst>
          </p:cNvPr>
          <p:cNvSpPr txBox="1"/>
          <p:nvPr/>
        </p:nvSpPr>
        <p:spPr>
          <a:xfrm>
            <a:off x="7624916" y="6032090"/>
            <a:ext cx="4306529" cy="369332"/>
          </a:xfrm>
          <a:prstGeom prst="rect">
            <a:avLst/>
          </a:prstGeom>
          <a:noFill/>
        </p:spPr>
        <p:txBody>
          <a:bodyPr wrap="square" rtlCol="0">
            <a:spAutoFit/>
          </a:bodyPr>
          <a:lstStyle/>
          <a:p>
            <a:r>
              <a:rPr lang="en-ZA" dirty="0">
                <a:solidFill>
                  <a:schemeClr val="bg1"/>
                </a:solidFill>
              </a:rPr>
              <a:t>Presenter: NDADLANA PIET MASEKO</a:t>
            </a:r>
          </a:p>
        </p:txBody>
      </p:sp>
    </p:spTree>
    <p:extLst>
      <p:ext uri="{BB962C8B-B14F-4D97-AF65-F5344CB8AC3E}">
        <p14:creationId xmlns:p14="http://schemas.microsoft.com/office/powerpoint/2010/main" val="1093556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337A6-FA3C-C2C6-954E-9859761D16D8}"/>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7B8892ED-29FE-55AF-B88A-E9D49CF9AF92}"/>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AAEC0525-E920-A51A-68C6-C601E1E815C1}"/>
              </a:ext>
            </a:extLst>
          </p:cNvPr>
          <p:cNvSpPr/>
          <p:nvPr/>
        </p:nvSpPr>
        <p:spPr>
          <a:xfrm>
            <a:off x="1200" y="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E0C28EE1-F490-3BF3-BFF2-DF76A70E4352}"/>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DF371B1-9AE4-C735-F8F6-86AEAD83AC8D}"/>
              </a:ext>
            </a:extLst>
          </p:cNvPr>
          <p:cNvSpPr>
            <a:spLocks noGrp="1"/>
          </p:cNvSpPr>
          <p:nvPr>
            <p:ph type="title"/>
          </p:nvPr>
        </p:nvSpPr>
        <p:spPr>
          <a:xfrm>
            <a:off x="806116" y="329956"/>
            <a:ext cx="10515600" cy="1325563"/>
          </a:xfrm>
        </p:spPr>
        <p:txBody>
          <a:bodyPr/>
          <a:lstStyle/>
          <a:p>
            <a:r>
              <a:rPr lang="en-US" sz="4000" dirty="0">
                <a:solidFill>
                  <a:schemeClr val="bg1"/>
                </a:solidFill>
              </a:rPr>
              <a:t>OUTLINE</a:t>
            </a:r>
            <a:endParaRPr lang="en-US" dirty="0"/>
          </a:p>
        </p:txBody>
      </p:sp>
      <p:sp>
        <p:nvSpPr>
          <p:cNvPr id="5" name="Slide Number Placeholder 4">
            <a:extLst>
              <a:ext uri="{FF2B5EF4-FFF2-40B4-BE49-F238E27FC236}">
                <a16:creationId xmlns:a16="http://schemas.microsoft.com/office/drawing/2014/main" id="{525AEF41-C048-B4FA-924E-9E8651348B5D}"/>
              </a:ext>
            </a:extLst>
          </p:cNvPr>
          <p:cNvSpPr>
            <a:spLocks noGrp="1"/>
          </p:cNvSpPr>
          <p:nvPr>
            <p:ph type="sldNum" sz="quarter" idx="12"/>
          </p:nvPr>
        </p:nvSpPr>
        <p:spPr/>
        <p:txBody>
          <a:bodyPr/>
          <a:lstStyle/>
          <a:p>
            <a:fld id="{82EE24B5-652C-4DB5-B7C3-B5BBEC1280B1}" type="slidenum">
              <a:rPr lang="en-US" smtClean="0"/>
              <a:t>2</a:t>
            </a:fld>
            <a:endParaRPr lang="en-US" dirty="0"/>
          </a:p>
        </p:txBody>
      </p:sp>
      <p:sp>
        <p:nvSpPr>
          <p:cNvPr id="11" name="object 5" descr="Beige rectangle">
            <a:extLst>
              <a:ext uri="{FF2B5EF4-FFF2-40B4-BE49-F238E27FC236}">
                <a16:creationId xmlns:a16="http://schemas.microsoft.com/office/drawing/2014/main" id="{6625CBE5-596E-522D-65E6-805B849AFE05}"/>
              </a:ext>
            </a:extLst>
          </p:cNvPr>
          <p:cNvSpPr/>
          <p:nvPr/>
        </p:nvSpPr>
        <p:spPr>
          <a:xfrm>
            <a:off x="915637" y="1309144"/>
            <a:ext cx="4608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3" name="TextBox 2">
            <a:extLst>
              <a:ext uri="{FF2B5EF4-FFF2-40B4-BE49-F238E27FC236}">
                <a16:creationId xmlns:a16="http://schemas.microsoft.com/office/drawing/2014/main" id="{60B63371-5ECC-D2FC-09AF-F1A1FE76FF2E}"/>
              </a:ext>
            </a:extLst>
          </p:cNvPr>
          <p:cNvSpPr txBox="1"/>
          <p:nvPr/>
        </p:nvSpPr>
        <p:spPr>
          <a:xfrm>
            <a:off x="806116" y="1397000"/>
            <a:ext cx="8759305" cy="4062651"/>
          </a:xfrm>
          <a:prstGeom prst="rect">
            <a:avLst/>
          </a:prstGeom>
          <a:noFill/>
        </p:spPr>
        <p:txBody>
          <a:bodyPr wrap="square" rtlCol="0">
            <a:spAutoFit/>
          </a:bodyPr>
          <a:lstStyle/>
          <a:p>
            <a:r>
              <a:rPr lang="en-ZA" sz="4000" b="1" dirty="0">
                <a:solidFill>
                  <a:schemeClr val="bg1"/>
                </a:solidFill>
                <a:latin typeface="+mj-lt"/>
                <a:ea typeface="+mj-ea"/>
                <a:cs typeface="+mj-cs"/>
              </a:rPr>
              <a:t>Introduction</a:t>
            </a:r>
          </a:p>
          <a:p>
            <a:r>
              <a:rPr lang="en-ZA" sz="4000" b="1" dirty="0">
                <a:solidFill>
                  <a:schemeClr val="bg1"/>
                </a:solidFill>
                <a:latin typeface="+mj-lt"/>
                <a:ea typeface="+mj-ea"/>
                <a:cs typeface="+mj-cs"/>
              </a:rPr>
              <a:t>Problem statement</a:t>
            </a:r>
          </a:p>
          <a:p>
            <a:r>
              <a:rPr lang="en-ZA" sz="4000" b="1" dirty="0">
                <a:solidFill>
                  <a:schemeClr val="bg1"/>
                </a:solidFill>
                <a:latin typeface="+mj-lt"/>
                <a:ea typeface="+mj-ea"/>
                <a:cs typeface="+mj-cs"/>
              </a:rPr>
              <a:t>Objectives</a:t>
            </a:r>
          </a:p>
          <a:p>
            <a:r>
              <a:rPr lang="en-ZA" sz="4000" b="1" dirty="0">
                <a:solidFill>
                  <a:schemeClr val="bg1"/>
                </a:solidFill>
                <a:latin typeface="+mj-lt"/>
                <a:ea typeface="+mj-ea"/>
                <a:cs typeface="+mj-cs"/>
              </a:rPr>
              <a:t>Results</a:t>
            </a:r>
          </a:p>
          <a:p>
            <a:r>
              <a:rPr lang="en-ZA" sz="4000" b="1" dirty="0">
                <a:solidFill>
                  <a:schemeClr val="bg1"/>
                </a:solidFill>
                <a:latin typeface="+mj-lt"/>
                <a:ea typeface="+mj-ea"/>
                <a:cs typeface="+mj-cs"/>
              </a:rPr>
              <a:t>Conclusion</a:t>
            </a:r>
          </a:p>
          <a:p>
            <a:r>
              <a:rPr lang="en-ZA" sz="4000" b="1" dirty="0">
                <a:solidFill>
                  <a:schemeClr val="bg1"/>
                </a:solidFill>
                <a:latin typeface="+mj-lt"/>
                <a:ea typeface="+mj-ea"/>
                <a:cs typeface="+mj-cs"/>
              </a:rPr>
              <a:t>Recommendations</a:t>
            </a:r>
          </a:p>
          <a:p>
            <a:endParaRPr lang="en-ZA" dirty="0"/>
          </a:p>
        </p:txBody>
      </p:sp>
    </p:spTree>
    <p:extLst>
      <p:ext uri="{BB962C8B-B14F-4D97-AF65-F5344CB8AC3E}">
        <p14:creationId xmlns:p14="http://schemas.microsoft.com/office/powerpoint/2010/main" val="2452129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B97CB-F7CC-1371-0EB5-8B64BAA0A546}"/>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1414DCDE-5667-0459-FF2A-D45B4175AD41}"/>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43BF3877-797F-3AC6-1082-7C1BDEDD7721}"/>
              </a:ext>
            </a:extLst>
          </p:cNvPr>
          <p:cNvSpPr/>
          <p:nvPr/>
        </p:nvSpPr>
        <p:spPr>
          <a:xfrm>
            <a:off x="1200" y="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7477ADB0-8A09-85F6-7364-4084DAFA4C8E}"/>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5B5A1D8-D7D2-75F3-2235-BD8BDFDF7936}"/>
              </a:ext>
            </a:extLst>
          </p:cNvPr>
          <p:cNvSpPr>
            <a:spLocks noGrp="1"/>
          </p:cNvSpPr>
          <p:nvPr>
            <p:ph type="title"/>
          </p:nvPr>
        </p:nvSpPr>
        <p:spPr>
          <a:xfrm>
            <a:off x="806116" y="329956"/>
            <a:ext cx="10515600" cy="1325563"/>
          </a:xfrm>
        </p:spPr>
        <p:txBody>
          <a:bodyPr/>
          <a:lstStyle/>
          <a:p>
            <a:r>
              <a:rPr lang="en-US" sz="4000" dirty="0">
                <a:solidFill>
                  <a:schemeClr val="bg1"/>
                </a:solidFill>
              </a:rPr>
              <a:t>INTRODUCTION</a:t>
            </a:r>
            <a:endParaRPr lang="en-US" dirty="0"/>
          </a:p>
        </p:txBody>
      </p:sp>
      <p:sp>
        <p:nvSpPr>
          <p:cNvPr id="5" name="Slide Number Placeholder 4">
            <a:extLst>
              <a:ext uri="{FF2B5EF4-FFF2-40B4-BE49-F238E27FC236}">
                <a16:creationId xmlns:a16="http://schemas.microsoft.com/office/drawing/2014/main" id="{1145B12F-34F2-D911-6D75-F80FF03DAC64}"/>
              </a:ext>
            </a:extLst>
          </p:cNvPr>
          <p:cNvSpPr>
            <a:spLocks noGrp="1"/>
          </p:cNvSpPr>
          <p:nvPr>
            <p:ph type="sldNum" sz="quarter" idx="12"/>
          </p:nvPr>
        </p:nvSpPr>
        <p:spPr/>
        <p:txBody>
          <a:bodyPr/>
          <a:lstStyle/>
          <a:p>
            <a:fld id="{82EE24B5-652C-4DB5-B7C3-B5BBEC1280B1}" type="slidenum">
              <a:rPr lang="en-US" smtClean="0"/>
              <a:t>3</a:t>
            </a:fld>
            <a:endParaRPr lang="en-US" dirty="0"/>
          </a:p>
        </p:txBody>
      </p:sp>
      <p:sp>
        <p:nvSpPr>
          <p:cNvPr id="11" name="object 5" descr="Beige rectangle">
            <a:extLst>
              <a:ext uri="{FF2B5EF4-FFF2-40B4-BE49-F238E27FC236}">
                <a16:creationId xmlns:a16="http://schemas.microsoft.com/office/drawing/2014/main" id="{5D25874E-4333-37DB-341F-AD8EBB63C486}"/>
              </a:ext>
            </a:extLst>
          </p:cNvPr>
          <p:cNvSpPr/>
          <p:nvPr/>
        </p:nvSpPr>
        <p:spPr>
          <a:xfrm>
            <a:off x="915637" y="1309144"/>
            <a:ext cx="4608000" cy="0"/>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3" name="TextBox 2">
            <a:extLst>
              <a:ext uri="{FF2B5EF4-FFF2-40B4-BE49-F238E27FC236}">
                <a16:creationId xmlns:a16="http://schemas.microsoft.com/office/drawing/2014/main" id="{BD76F97E-9A71-06DE-AFA5-35333A0DD8AC}"/>
              </a:ext>
            </a:extLst>
          </p:cNvPr>
          <p:cNvSpPr txBox="1"/>
          <p:nvPr/>
        </p:nvSpPr>
        <p:spPr>
          <a:xfrm>
            <a:off x="806116" y="1397000"/>
            <a:ext cx="11384684" cy="3262432"/>
          </a:xfrm>
          <a:prstGeom prst="rect">
            <a:avLst/>
          </a:prstGeom>
          <a:noFill/>
        </p:spPr>
        <p:txBody>
          <a:bodyPr wrap="square" rtlCol="0">
            <a:spAutoFit/>
          </a:bodyPr>
          <a:lstStyle/>
          <a:p>
            <a:pPr algn="just"/>
            <a:r>
              <a:rPr lang="en-ZA" sz="2800" b="1" dirty="0">
                <a:solidFill>
                  <a:schemeClr val="bg1"/>
                </a:solidFill>
                <a:latin typeface="+mj-lt"/>
                <a:ea typeface="+mj-ea"/>
                <a:cs typeface="+mj-cs"/>
              </a:rPr>
              <a:t>Bright Car Sales is a customer-focused automotive dealership offering a wide range of quality vehicles to suit different needs and budgets. Backed by Bright Motors, the dealership emphasizes transparency, competitive pricing, and reliable service to ensure a seamless buying experience. By using data-driven insights, Bright Car Sales continuously improves its inventory and operations to better meet customer demand and drive growth.</a:t>
            </a:r>
          </a:p>
          <a:p>
            <a:endParaRPr lang="en-ZA" sz="1000" dirty="0">
              <a:solidFill>
                <a:schemeClr val="bg1"/>
              </a:solidFill>
            </a:endParaRPr>
          </a:p>
        </p:txBody>
      </p:sp>
    </p:spTree>
    <p:extLst>
      <p:ext uri="{BB962C8B-B14F-4D97-AF65-F5344CB8AC3E}">
        <p14:creationId xmlns:p14="http://schemas.microsoft.com/office/powerpoint/2010/main" val="2193474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306ED-665E-2F43-B244-E9E50EA66934}"/>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C5362DE0-299B-B0F6-F7B4-3AE21593A17B}"/>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77A503CB-A022-7A37-7B97-19C46D7574BB}"/>
              </a:ext>
            </a:extLst>
          </p:cNvPr>
          <p:cNvSpPr/>
          <p:nvPr/>
        </p:nvSpPr>
        <p:spPr>
          <a:xfrm>
            <a:off x="1200" y="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ECC1D355-6D29-B0D4-F78F-404976D3E2D8}"/>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01067A-68D5-3185-78E4-B77F151AFFC2}"/>
              </a:ext>
            </a:extLst>
          </p:cNvPr>
          <p:cNvSpPr>
            <a:spLocks noGrp="1"/>
          </p:cNvSpPr>
          <p:nvPr>
            <p:ph type="title"/>
          </p:nvPr>
        </p:nvSpPr>
        <p:spPr>
          <a:xfrm>
            <a:off x="806116" y="329956"/>
            <a:ext cx="10515600" cy="1325563"/>
          </a:xfrm>
        </p:spPr>
        <p:txBody>
          <a:bodyPr/>
          <a:lstStyle/>
          <a:p>
            <a:r>
              <a:rPr lang="en-US" sz="4000" dirty="0">
                <a:solidFill>
                  <a:schemeClr val="bg1"/>
                </a:solidFill>
              </a:rPr>
              <a:t>PROBLEM</a:t>
            </a:r>
            <a:r>
              <a:rPr lang="en-US" dirty="0">
                <a:solidFill>
                  <a:schemeClr val="bg1"/>
                </a:solidFill>
              </a:rPr>
              <a:t> </a:t>
            </a:r>
            <a:r>
              <a:rPr lang="en-US" sz="4000" dirty="0">
                <a:solidFill>
                  <a:schemeClr val="bg1"/>
                </a:solidFill>
              </a:rPr>
              <a:t>STATEMENT</a:t>
            </a:r>
            <a:endParaRPr lang="en-US" dirty="0"/>
          </a:p>
        </p:txBody>
      </p:sp>
      <p:sp>
        <p:nvSpPr>
          <p:cNvPr id="5" name="Slide Number Placeholder 4">
            <a:extLst>
              <a:ext uri="{FF2B5EF4-FFF2-40B4-BE49-F238E27FC236}">
                <a16:creationId xmlns:a16="http://schemas.microsoft.com/office/drawing/2014/main" id="{9B95167B-80BE-569B-01E7-BD440CA220DD}"/>
              </a:ext>
            </a:extLst>
          </p:cNvPr>
          <p:cNvSpPr>
            <a:spLocks noGrp="1"/>
          </p:cNvSpPr>
          <p:nvPr>
            <p:ph type="sldNum" sz="quarter" idx="12"/>
          </p:nvPr>
        </p:nvSpPr>
        <p:spPr/>
        <p:txBody>
          <a:bodyPr/>
          <a:lstStyle/>
          <a:p>
            <a:fld id="{82EE24B5-652C-4DB5-B7C3-B5BBEC1280B1}" type="slidenum">
              <a:rPr lang="en-US" smtClean="0"/>
              <a:t>4</a:t>
            </a:fld>
            <a:endParaRPr lang="en-US" dirty="0"/>
          </a:p>
        </p:txBody>
      </p:sp>
      <p:sp>
        <p:nvSpPr>
          <p:cNvPr id="11" name="object 5" descr="Beige rectangle">
            <a:extLst>
              <a:ext uri="{FF2B5EF4-FFF2-40B4-BE49-F238E27FC236}">
                <a16:creationId xmlns:a16="http://schemas.microsoft.com/office/drawing/2014/main" id="{12BBCC85-C7C1-88C1-D861-274FE340265A}"/>
              </a:ext>
            </a:extLst>
          </p:cNvPr>
          <p:cNvSpPr/>
          <p:nvPr/>
        </p:nvSpPr>
        <p:spPr>
          <a:xfrm flipV="1">
            <a:off x="915637" y="1209368"/>
            <a:ext cx="6045602" cy="99776"/>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3" name="TextBox 2">
            <a:extLst>
              <a:ext uri="{FF2B5EF4-FFF2-40B4-BE49-F238E27FC236}">
                <a16:creationId xmlns:a16="http://schemas.microsoft.com/office/drawing/2014/main" id="{62D65CB8-0907-015A-ADDF-34C202695211}"/>
              </a:ext>
            </a:extLst>
          </p:cNvPr>
          <p:cNvSpPr txBox="1"/>
          <p:nvPr/>
        </p:nvSpPr>
        <p:spPr>
          <a:xfrm>
            <a:off x="806116" y="1397000"/>
            <a:ext cx="11384684" cy="3693319"/>
          </a:xfrm>
          <a:prstGeom prst="rect">
            <a:avLst/>
          </a:prstGeom>
          <a:noFill/>
        </p:spPr>
        <p:txBody>
          <a:bodyPr wrap="square" rtlCol="0">
            <a:spAutoFit/>
          </a:bodyPr>
          <a:lstStyle/>
          <a:p>
            <a:pPr algn="just"/>
            <a:r>
              <a:rPr lang="en-ZA" sz="2800" b="1" dirty="0">
                <a:solidFill>
                  <a:schemeClr val="bg1"/>
                </a:solidFill>
                <a:latin typeface="+mj-lt"/>
                <a:ea typeface="+mj-ea"/>
                <a:cs typeface="+mj-cs"/>
              </a:rPr>
              <a:t>Bright Motors is facing challenges in improving sales performance, optimizing inventory, and identifying key growth opportunities across its dealership network. Although detailed sales data is available, there is limited insight into customer preferences, regional demand, and the impact of pricing and vehicle characteristics on sales. As a result, data-driven analysis is needed to uncover actionable insights that will support better decision-making and enhance overall business performance.</a:t>
            </a:r>
          </a:p>
          <a:p>
            <a:endParaRPr lang="en-ZA" sz="1000" dirty="0">
              <a:solidFill>
                <a:schemeClr val="bg1"/>
              </a:solidFill>
            </a:endParaRPr>
          </a:p>
        </p:txBody>
      </p:sp>
    </p:spTree>
    <p:extLst>
      <p:ext uri="{BB962C8B-B14F-4D97-AF65-F5344CB8AC3E}">
        <p14:creationId xmlns:p14="http://schemas.microsoft.com/office/powerpoint/2010/main" val="671968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3CE17-3488-6D77-A965-332D3C9CA339}"/>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155D4A51-66F9-B504-6E58-96C8041807E7}"/>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CB6D8492-E924-1752-0FBE-AAF2DEF9B7B8}"/>
              </a:ext>
            </a:extLst>
          </p:cNvPr>
          <p:cNvSpPr/>
          <p:nvPr/>
        </p:nvSpPr>
        <p:spPr>
          <a:xfrm>
            <a:off x="1200" y="14748"/>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3D734456-9512-46D5-BE7C-17CCA99059B2}"/>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D028873-5504-02E5-0EE5-24F4C4205091}"/>
              </a:ext>
            </a:extLst>
          </p:cNvPr>
          <p:cNvSpPr>
            <a:spLocks noGrp="1"/>
          </p:cNvSpPr>
          <p:nvPr>
            <p:ph type="title"/>
          </p:nvPr>
        </p:nvSpPr>
        <p:spPr>
          <a:xfrm>
            <a:off x="806116" y="329956"/>
            <a:ext cx="10515600" cy="1325563"/>
          </a:xfrm>
        </p:spPr>
        <p:txBody>
          <a:bodyPr/>
          <a:lstStyle/>
          <a:p>
            <a:r>
              <a:rPr lang="en-US" sz="4000" dirty="0">
                <a:solidFill>
                  <a:schemeClr val="bg1"/>
                </a:solidFill>
              </a:rPr>
              <a:t>OBJECTIVES</a:t>
            </a:r>
            <a:endParaRPr lang="en-US" dirty="0"/>
          </a:p>
        </p:txBody>
      </p:sp>
      <p:sp>
        <p:nvSpPr>
          <p:cNvPr id="5" name="Slide Number Placeholder 4">
            <a:extLst>
              <a:ext uri="{FF2B5EF4-FFF2-40B4-BE49-F238E27FC236}">
                <a16:creationId xmlns:a16="http://schemas.microsoft.com/office/drawing/2014/main" id="{541A77E1-033D-F565-EC14-10C9AFFC5C01}"/>
              </a:ext>
            </a:extLst>
          </p:cNvPr>
          <p:cNvSpPr>
            <a:spLocks noGrp="1"/>
          </p:cNvSpPr>
          <p:nvPr>
            <p:ph type="sldNum" sz="quarter" idx="12"/>
          </p:nvPr>
        </p:nvSpPr>
        <p:spPr/>
        <p:txBody>
          <a:bodyPr/>
          <a:lstStyle/>
          <a:p>
            <a:fld id="{82EE24B5-652C-4DB5-B7C3-B5BBEC1280B1}" type="slidenum">
              <a:rPr lang="en-US" smtClean="0"/>
              <a:t>5</a:t>
            </a:fld>
            <a:endParaRPr lang="en-US" dirty="0"/>
          </a:p>
        </p:txBody>
      </p:sp>
      <p:sp>
        <p:nvSpPr>
          <p:cNvPr id="11" name="object 5" descr="Beige rectangle">
            <a:extLst>
              <a:ext uri="{FF2B5EF4-FFF2-40B4-BE49-F238E27FC236}">
                <a16:creationId xmlns:a16="http://schemas.microsoft.com/office/drawing/2014/main" id="{EA019E55-E3C2-1E75-C330-06851E3E18D1}"/>
              </a:ext>
            </a:extLst>
          </p:cNvPr>
          <p:cNvSpPr/>
          <p:nvPr/>
        </p:nvSpPr>
        <p:spPr>
          <a:xfrm flipV="1">
            <a:off x="915637" y="1209368"/>
            <a:ext cx="6045602" cy="99776"/>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3" name="TextBox 2">
            <a:extLst>
              <a:ext uri="{FF2B5EF4-FFF2-40B4-BE49-F238E27FC236}">
                <a16:creationId xmlns:a16="http://schemas.microsoft.com/office/drawing/2014/main" id="{408835A3-34D2-DB62-292F-6A7DA91518A0}"/>
              </a:ext>
            </a:extLst>
          </p:cNvPr>
          <p:cNvSpPr txBox="1"/>
          <p:nvPr/>
        </p:nvSpPr>
        <p:spPr>
          <a:xfrm>
            <a:off x="806116" y="1397000"/>
            <a:ext cx="11384684" cy="3539430"/>
          </a:xfrm>
          <a:prstGeom prst="rect">
            <a:avLst/>
          </a:prstGeom>
          <a:noFill/>
        </p:spPr>
        <p:txBody>
          <a:bodyPr wrap="square" rtlCol="0">
            <a:spAutoFit/>
          </a:bodyPr>
          <a:lstStyle/>
          <a:p>
            <a:pPr marL="457200" indent="-457200" algn="just">
              <a:buFont typeface="Arial" panose="020B0604020202020204" pitchFamily="34" charset="0"/>
              <a:buChar char="•"/>
            </a:pPr>
            <a:r>
              <a:rPr lang="en-ZA" sz="3200" dirty="0">
                <a:solidFill>
                  <a:schemeClr val="bg1"/>
                </a:solidFill>
              </a:rPr>
              <a:t>Which car makes and models generate the most revenue?</a:t>
            </a:r>
          </a:p>
          <a:p>
            <a:pPr marL="457200" indent="-457200" algn="just">
              <a:buFont typeface="Arial" panose="020B0604020202020204" pitchFamily="34" charset="0"/>
              <a:buChar char="•"/>
            </a:pPr>
            <a:r>
              <a:rPr lang="en-ZA" sz="3200" dirty="0">
                <a:solidFill>
                  <a:schemeClr val="bg1"/>
                </a:solidFill>
              </a:rPr>
              <a:t>What is the relationship between price, mileage, and year of manufacture?</a:t>
            </a:r>
          </a:p>
          <a:p>
            <a:pPr marL="457200" indent="-457200" algn="just">
              <a:buFont typeface="Arial" panose="020B0604020202020204" pitchFamily="34" charset="0"/>
              <a:buChar char="•"/>
            </a:pPr>
            <a:r>
              <a:rPr lang="en-ZA" sz="3200" dirty="0">
                <a:solidFill>
                  <a:schemeClr val="bg1"/>
                </a:solidFill>
              </a:rPr>
              <a:t>Which regions or locations have the highest sales volumes?</a:t>
            </a:r>
          </a:p>
          <a:p>
            <a:pPr marL="457200" indent="-457200" algn="just">
              <a:buFont typeface="Arial" panose="020B0604020202020204" pitchFamily="34" charset="0"/>
              <a:buChar char="•"/>
            </a:pPr>
            <a:r>
              <a:rPr lang="en-ZA" sz="3200" dirty="0">
                <a:solidFill>
                  <a:schemeClr val="bg1"/>
                </a:solidFill>
              </a:rPr>
              <a:t>What are the emerging trends in customer purchasing preferences</a:t>
            </a:r>
          </a:p>
        </p:txBody>
      </p:sp>
    </p:spTree>
    <p:extLst>
      <p:ext uri="{BB962C8B-B14F-4D97-AF65-F5344CB8AC3E}">
        <p14:creationId xmlns:p14="http://schemas.microsoft.com/office/powerpoint/2010/main" val="2178952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265C9-D412-AD4C-8EB6-A8F36A291BC7}"/>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53D1DC22-8A9A-28F7-12EE-ACB8954C1983}"/>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2D0086AD-A027-C14F-6DA2-E22ECBCCCE42}"/>
              </a:ext>
            </a:extLst>
          </p:cNvPr>
          <p:cNvSpPr/>
          <p:nvPr/>
        </p:nvSpPr>
        <p:spPr>
          <a:xfrm>
            <a:off x="1200" y="14748"/>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F4DE8387-F7B9-B55B-1EAC-8782788E96DD}"/>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7F36443-89E0-3539-EBA8-2ED47550D8B6}"/>
              </a:ext>
            </a:extLst>
          </p:cNvPr>
          <p:cNvSpPr>
            <a:spLocks noGrp="1"/>
          </p:cNvSpPr>
          <p:nvPr>
            <p:ph type="title"/>
          </p:nvPr>
        </p:nvSpPr>
        <p:spPr>
          <a:xfrm>
            <a:off x="806116" y="329956"/>
            <a:ext cx="10515600" cy="1325563"/>
          </a:xfrm>
        </p:spPr>
        <p:txBody>
          <a:bodyPr/>
          <a:lstStyle/>
          <a:p>
            <a:r>
              <a:rPr lang="en-US" sz="4000" dirty="0">
                <a:solidFill>
                  <a:schemeClr val="bg1"/>
                </a:solidFill>
              </a:rPr>
              <a:t>RESULTS</a:t>
            </a:r>
            <a:endParaRPr lang="en-US" dirty="0"/>
          </a:p>
        </p:txBody>
      </p:sp>
      <p:sp>
        <p:nvSpPr>
          <p:cNvPr id="5" name="Slide Number Placeholder 4">
            <a:extLst>
              <a:ext uri="{FF2B5EF4-FFF2-40B4-BE49-F238E27FC236}">
                <a16:creationId xmlns:a16="http://schemas.microsoft.com/office/drawing/2014/main" id="{A8632659-0906-37B1-324C-E289CC26814F}"/>
              </a:ext>
            </a:extLst>
          </p:cNvPr>
          <p:cNvSpPr>
            <a:spLocks noGrp="1"/>
          </p:cNvSpPr>
          <p:nvPr>
            <p:ph type="sldNum" sz="quarter" idx="12"/>
          </p:nvPr>
        </p:nvSpPr>
        <p:spPr/>
        <p:txBody>
          <a:bodyPr/>
          <a:lstStyle/>
          <a:p>
            <a:fld id="{82EE24B5-652C-4DB5-B7C3-B5BBEC1280B1}" type="slidenum">
              <a:rPr lang="en-US" smtClean="0"/>
              <a:t>6</a:t>
            </a:fld>
            <a:endParaRPr lang="en-US" dirty="0"/>
          </a:p>
        </p:txBody>
      </p:sp>
      <p:sp>
        <p:nvSpPr>
          <p:cNvPr id="11" name="object 5" descr="Beige rectangle">
            <a:extLst>
              <a:ext uri="{FF2B5EF4-FFF2-40B4-BE49-F238E27FC236}">
                <a16:creationId xmlns:a16="http://schemas.microsoft.com/office/drawing/2014/main" id="{F8BD4F0F-C319-C144-EA36-21BFE192FFC8}"/>
              </a:ext>
            </a:extLst>
          </p:cNvPr>
          <p:cNvSpPr/>
          <p:nvPr/>
        </p:nvSpPr>
        <p:spPr>
          <a:xfrm flipV="1">
            <a:off x="915637" y="1209368"/>
            <a:ext cx="6045602" cy="99776"/>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3" name="TextBox 2">
            <a:extLst>
              <a:ext uri="{FF2B5EF4-FFF2-40B4-BE49-F238E27FC236}">
                <a16:creationId xmlns:a16="http://schemas.microsoft.com/office/drawing/2014/main" id="{110079B3-DC79-21CB-0845-CD4285709061}"/>
              </a:ext>
            </a:extLst>
          </p:cNvPr>
          <p:cNvSpPr txBox="1"/>
          <p:nvPr/>
        </p:nvSpPr>
        <p:spPr>
          <a:xfrm>
            <a:off x="806116" y="1397000"/>
            <a:ext cx="11384684" cy="5386090"/>
          </a:xfrm>
          <a:prstGeom prst="rect">
            <a:avLst/>
          </a:prstGeom>
          <a:noFill/>
        </p:spPr>
        <p:txBody>
          <a:bodyPr wrap="square" rtlCol="0">
            <a:spAutoFit/>
          </a:bodyPr>
          <a:lstStyle/>
          <a:p>
            <a:pPr algn="just"/>
            <a:r>
              <a:rPr lang="en-ZA" sz="3200" b="1" dirty="0">
                <a:solidFill>
                  <a:schemeClr val="bg1"/>
                </a:solidFill>
              </a:rPr>
              <a:t>ABOUT THE DATA:</a:t>
            </a:r>
            <a:endParaRPr lang="en-ZA" sz="3200" dirty="0">
              <a:solidFill>
                <a:schemeClr val="bg1"/>
              </a:solidFill>
            </a:endParaRPr>
          </a:p>
          <a:p>
            <a:pPr algn="just"/>
            <a:r>
              <a:rPr lang="en-ZA" sz="2800" dirty="0">
                <a:solidFill>
                  <a:schemeClr val="bg1"/>
                </a:solidFill>
              </a:rPr>
              <a:t>Total revenue generated was R7 487 759 824</a:t>
            </a:r>
          </a:p>
          <a:p>
            <a:pPr algn="just"/>
            <a:r>
              <a:rPr lang="en-ZA" sz="2800" dirty="0">
                <a:solidFill>
                  <a:schemeClr val="bg1"/>
                </a:solidFill>
              </a:rPr>
              <a:t>Average selling price was 13 607</a:t>
            </a:r>
          </a:p>
          <a:p>
            <a:pPr algn="just"/>
            <a:r>
              <a:rPr lang="en-ZA" sz="2800" dirty="0">
                <a:solidFill>
                  <a:schemeClr val="bg1"/>
                </a:solidFill>
              </a:rPr>
              <a:t>Distinct units sold vehicles were 550 284</a:t>
            </a:r>
          </a:p>
          <a:p>
            <a:pPr algn="just"/>
            <a:r>
              <a:rPr lang="en-ZA" sz="2800" dirty="0">
                <a:solidFill>
                  <a:schemeClr val="bg1"/>
                </a:solidFill>
              </a:rPr>
              <a:t>There were 38 different states recorded</a:t>
            </a:r>
          </a:p>
          <a:p>
            <a:pPr algn="just"/>
            <a:r>
              <a:rPr lang="en-ZA" sz="2800" dirty="0">
                <a:solidFill>
                  <a:schemeClr val="bg1"/>
                </a:solidFill>
              </a:rPr>
              <a:t>There were 973 different models of cars recorded</a:t>
            </a:r>
          </a:p>
          <a:p>
            <a:pPr algn="just"/>
            <a:r>
              <a:rPr lang="en-ZA" sz="2800" dirty="0">
                <a:solidFill>
                  <a:schemeClr val="bg1"/>
                </a:solidFill>
              </a:rPr>
              <a:t>There were 97 different make of cars recorded</a:t>
            </a:r>
          </a:p>
          <a:p>
            <a:pPr algn="just"/>
            <a:r>
              <a:rPr lang="en-ZA" sz="2800" dirty="0">
                <a:solidFill>
                  <a:schemeClr val="bg1"/>
                </a:solidFill>
              </a:rPr>
              <a:t>There were 1963 different trims of cars recorded</a:t>
            </a:r>
          </a:p>
          <a:p>
            <a:pPr algn="just"/>
            <a:r>
              <a:rPr lang="en-ZA" sz="2800" dirty="0">
                <a:solidFill>
                  <a:schemeClr val="bg1"/>
                </a:solidFill>
              </a:rPr>
              <a:t>There were 187 different body of cars recorded</a:t>
            </a:r>
          </a:p>
          <a:p>
            <a:pPr algn="just"/>
            <a:r>
              <a:rPr lang="en-ZA" sz="2800" dirty="0">
                <a:solidFill>
                  <a:schemeClr val="bg1"/>
                </a:solidFill>
              </a:rPr>
              <a:t>There were 21 different colours of cars recorded</a:t>
            </a:r>
          </a:p>
          <a:p>
            <a:pPr algn="just"/>
            <a:r>
              <a:rPr lang="en-ZA" sz="2800" dirty="0">
                <a:solidFill>
                  <a:schemeClr val="bg1"/>
                </a:solidFill>
              </a:rPr>
              <a:t>There were 18 different interior colours of cars recorded</a:t>
            </a:r>
          </a:p>
          <a:p>
            <a:pPr algn="just"/>
            <a:r>
              <a:rPr lang="en-ZA" sz="2800" dirty="0">
                <a:solidFill>
                  <a:schemeClr val="bg1"/>
                </a:solidFill>
              </a:rPr>
              <a:t>There were 14 140 different car sellers </a:t>
            </a:r>
            <a:r>
              <a:rPr lang="en-ZA" sz="3200" dirty="0">
                <a:solidFill>
                  <a:schemeClr val="bg1"/>
                </a:solidFill>
              </a:rPr>
              <a:t>recorded</a:t>
            </a:r>
          </a:p>
        </p:txBody>
      </p:sp>
    </p:spTree>
    <p:extLst>
      <p:ext uri="{BB962C8B-B14F-4D97-AF65-F5344CB8AC3E}">
        <p14:creationId xmlns:p14="http://schemas.microsoft.com/office/powerpoint/2010/main" val="1698663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69E12-942D-E8E2-AFBF-89F4067C8E19}"/>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CB5D31D0-5E6E-B1AD-3447-27800A53FA90}"/>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DDE92DCA-A00D-70F4-A980-76727B66E334}"/>
              </a:ext>
            </a:extLst>
          </p:cNvPr>
          <p:cNvSpPr/>
          <p:nvPr/>
        </p:nvSpPr>
        <p:spPr>
          <a:xfrm>
            <a:off x="1200" y="14748"/>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E0DBEDCA-BE66-B187-E7D3-C07FE69C37A8}"/>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62EF65C-2AB4-DAD6-17F7-782332A3EEB3}"/>
              </a:ext>
            </a:extLst>
          </p:cNvPr>
          <p:cNvSpPr>
            <a:spLocks noGrp="1"/>
          </p:cNvSpPr>
          <p:nvPr>
            <p:ph type="title"/>
          </p:nvPr>
        </p:nvSpPr>
        <p:spPr>
          <a:xfrm>
            <a:off x="575187" y="329956"/>
            <a:ext cx="10746529" cy="1325563"/>
          </a:xfrm>
        </p:spPr>
        <p:txBody>
          <a:bodyPr/>
          <a:lstStyle/>
          <a:p>
            <a:r>
              <a:rPr lang="en-US" sz="4000" dirty="0">
                <a:solidFill>
                  <a:schemeClr val="bg1"/>
                </a:solidFill>
              </a:rPr>
              <a:t>RESULTS</a:t>
            </a:r>
            <a:endParaRPr lang="en-US" dirty="0"/>
          </a:p>
        </p:txBody>
      </p:sp>
      <p:sp>
        <p:nvSpPr>
          <p:cNvPr id="5" name="Slide Number Placeholder 4">
            <a:extLst>
              <a:ext uri="{FF2B5EF4-FFF2-40B4-BE49-F238E27FC236}">
                <a16:creationId xmlns:a16="http://schemas.microsoft.com/office/drawing/2014/main" id="{E7690086-0485-70D9-D2F2-0F5F43315F89}"/>
              </a:ext>
            </a:extLst>
          </p:cNvPr>
          <p:cNvSpPr>
            <a:spLocks noGrp="1"/>
          </p:cNvSpPr>
          <p:nvPr>
            <p:ph type="sldNum" sz="quarter" idx="12"/>
          </p:nvPr>
        </p:nvSpPr>
        <p:spPr/>
        <p:txBody>
          <a:bodyPr/>
          <a:lstStyle/>
          <a:p>
            <a:fld id="{82EE24B5-652C-4DB5-B7C3-B5BBEC1280B1}" type="slidenum">
              <a:rPr lang="en-US" smtClean="0"/>
              <a:t>7</a:t>
            </a:fld>
            <a:endParaRPr lang="en-US" dirty="0"/>
          </a:p>
        </p:txBody>
      </p:sp>
      <p:sp>
        <p:nvSpPr>
          <p:cNvPr id="11" name="object 5" descr="Beige rectangle">
            <a:extLst>
              <a:ext uri="{FF2B5EF4-FFF2-40B4-BE49-F238E27FC236}">
                <a16:creationId xmlns:a16="http://schemas.microsoft.com/office/drawing/2014/main" id="{351CC15C-68B6-19CF-ABB0-BD69E08F0E5F}"/>
              </a:ext>
            </a:extLst>
          </p:cNvPr>
          <p:cNvSpPr/>
          <p:nvPr/>
        </p:nvSpPr>
        <p:spPr>
          <a:xfrm flipV="1">
            <a:off x="693174" y="1194618"/>
            <a:ext cx="2551471" cy="117987"/>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graphicFrame>
        <p:nvGraphicFramePr>
          <p:cNvPr id="4" name="Chart 3">
            <a:extLst>
              <a:ext uri="{FF2B5EF4-FFF2-40B4-BE49-F238E27FC236}">
                <a16:creationId xmlns:a16="http://schemas.microsoft.com/office/drawing/2014/main" id="{17A0134C-44CB-4C90-AAB2-1547A21E40CB}"/>
              </a:ext>
            </a:extLst>
          </p:cNvPr>
          <p:cNvGraphicFramePr>
            <a:graphicFrameLocks/>
          </p:cNvGraphicFramePr>
          <p:nvPr>
            <p:extLst>
              <p:ext uri="{D42A27DB-BD31-4B8C-83A1-F6EECF244321}">
                <p14:modId xmlns:p14="http://schemas.microsoft.com/office/powerpoint/2010/main" val="1151992874"/>
              </p:ext>
            </p:extLst>
          </p:nvPr>
        </p:nvGraphicFramePr>
        <p:xfrm>
          <a:off x="4665139" y="358012"/>
          <a:ext cx="7643648" cy="2763078"/>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252A4CA8-0689-FE72-78F6-0034219C1EA2}"/>
              </a:ext>
            </a:extLst>
          </p:cNvPr>
          <p:cNvSpPr txBox="1"/>
          <p:nvPr/>
        </p:nvSpPr>
        <p:spPr>
          <a:xfrm>
            <a:off x="452552" y="1489587"/>
            <a:ext cx="4119449" cy="1754326"/>
          </a:xfrm>
          <a:prstGeom prst="rect">
            <a:avLst/>
          </a:prstGeom>
          <a:noFill/>
        </p:spPr>
        <p:txBody>
          <a:bodyPr wrap="square" rtlCol="0">
            <a:spAutoFit/>
          </a:bodyPr>
          <a:lstStyle/>
          <a:p>
            <a:pPr marL="285750" indent="-285750" algn="just">
              <a:buFont typeface="Arial" panose="020B0604020202020204" pitchFamily="34" charset="0"/>
              <a:buChar char="•"/>
            </a:pPr>
            <a:r>
              <a:rPr lang="en-ZA" dirty="0">
                <a:solidFill>
                  <a:schemeClr val="bg1"/>
                </a:solidFill>
              </a:rPr>
              <a:t>Highest revenue generating cars are Ford, Nissan, BMW, Dodge, Honda</a:t>
            </a:r>
          </a:p>
          <a:p>
            <a:pPr marL="285750" indent="-285750" algn="just">
              <a:buFont typeface="Arial" panose="020B0604020202020204" pitchFamily="34" charset="0"/>
              <a:buChar char="•"/>
            </a:pPr>
            <a:r>
              <a:rPr lang="en-ZA" dirty="0">
                <a:solidFill>
                  <a:schemeClr val="bg1"/>
                </a:solidFill>
              </a:rPr>
              <a:t>Highest revenue generating car brands are, F-150, Altima, Escape, Fusion, G Sedan</a:t>
            </a:r>
          </a:p>
        </p:txBody>
      </p:sp>
      <p:sp>
        <p:nvSpPr>
          <p:cNvPr id="10" name="TextBox 9">
            <a:extLst>
              <a:ext uri="{FF2B5EF4-FFF2-40B4-BE49-F238E27FC236}">
                <a16:creationId xmlns:a16="http://schemas.microsoft.com/office/drawing/2014/main" id="{8056C067-2270-2CEF-6144-DC4C1326DF39}"/>
              </a:ext>
            </a:extLst>
          </p:cNvPr>
          <p:cNvSpPr txBox="1"/>
          <p:nvPr/>
        </p:nvSpPr>
        <p:spPr>
          <a:xfrm>
            <a:off x="7517030" y="3090509"/>
            <a:ext cx="4791757" cy="3539430"/>
          </a:xfrm>
          <a:prstGeom prst="rect">
            <a:avLst/>
          </a:prstGeom>
          <a:noFill/>
        </p:spPr>
        <p:txBody>
          <a:bodyPr wrap="square" rtlCol="0">
            <a:spAutoFit/>
          </a:bodyPr>
          <a:lstStyle/>
          <a:p>
            <a:pPr marL="285750" indent="-285750">
              <a:buFont typeface="Arial" panose="020B0604020202020204" pitchFamily="34" charset="0"/>
              <a:buChar char="•"/>
            </a:pPr>
            <a:r>
              <a:rPr lang="en-ZA" sz="1600" dirty="0">
                <a:solidFill>
                  <a:schemeClr val="bg1"/>
                </a:solidFill>
              </a:rPr>
              <a:t>Revenue shows a strong upward trend from February 2014 into early 2015, peaking around February 2015.</a:t>
            </a:r>
          </a:p>
          <a:p>
            <a:pPr marL="285750" indent="-285750">
              <a:buFont typeface="Arial" panose="020B0604020202020204" pitchFamily="34" charset="0"/>
              <a:buChar char="•"/>
            </a:pPr>
            <a:r>
              <a:rPr lang="en-ZA" sz="1600" dirty="0">
                <a:solidFill>
                  <a:schemeClr val="bg1"/>
                </a:solidFill>
              </a:rPr>
              <a:t>There is a sharp decline in revenue after February 2015, with a significant drop in March and the lowest point in April.</a:t>
            </a:r>
          </a:p>
          <a:p>
            <a:pPr marL="285750" indent="-285750">
              <a:buFont typeface="Arial" panose="020B0604020202020204" pitchFamily="34" charset="0"/>
              <a:buChar char="•"/>
            </a:pPr>
            <a:r>
              <a:rPr lang="en-ZA" sz="1600" dirty="0">
                <a:solidFill>
                  <a:schemeClr val="bg1"/>
                </a:solidFill>
              </a:rPr>
              <a:t>Sales begin to recover from May, increasing steadily and reaching another peak in June.</a:t>
            </a:r>
          </a:p>
          <a:p>
            <a:pPr marL="285750" indent="-285750">
              <a:buFont typeface="Arial" panose="020B0604020202020204" pitchFamily="34" charset="0"/>
              <a:buChar char="•"/>
            </a:pPr>
            <a:r>
              <a:rPr lang="en-ZA" sz="1600" dirty="0">
                <a:solidFill>
                  <a:schemeClr val="bg1"/>
                </a:solidFill>
              </a:rPr>
              <a:t>A noticeable decline occurs again in July, indicating inconsistency in monthly performance.</a:t>
            </a:r>
          </a:p>
          <a:p>
            <a:pPr marL="285750" indent="-285750">
              <a:buFont typeface="Arial" panose="020B0604020202020204" pitchFamily="34" charset="0"/>
              <a:buChar char="•"/>
            </a:pPr>
            <a:r>
              <a:rPr lang="en-ZA" sz="1600" dirty="0">
                <a:solidFill>
                  <a:schemeClr val="bg1"/>
                </a:solidFill>
              </a:rPr>
              <a:t>Overall, the trend suggests seasonality, with stronger sales in early and mid-year periods compared to other months.</a:t>
            </a:r>
          </a:p>
        </p:txBody>
      </p:sp>
      <p:graphicFrame>
        <p:nvGraphicFramePr>
          <p:cNvPr id="12" name="Chart 11">
            <a:extLst>
              <a:ext uri="{FF2B5EF4-FFF2-40B4-BE49-F238E27FC236}">
                <a16:creationId xmlns:a16="http://schemas.microsoft.com/office/drawing/2014/main" id="{8C040783-E0CA-9857-9001-777F0F31FCA9}"/>
              </a:ext>
            </a:extLst>
          </p:cNvPr>
          <p:cNvGraphicFramePr>
            <a:graphicFrameLocks/>
          </p:cNvGraphicFramePr>
          <p:nvPr>
            <p:extLst>
              <p:ext uri="{D42A27DB-BD31-4B8C-83A1-F6EECF244321}">
                <p14:modId xmlns:p14="http://schemas.microsoft.com/office/powerpoint/2010/main" val="1173951838"/>
              </p:ext>
            </p:extLst>
          </p:nvPr>
        </p:nvGraphicFramePr>
        <p:xfrm>
          <a:off x="693174" y="3135837"/>
          <a:ext cx="6946491" cy="347369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98283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53F1E-4990-360A-164C-F81D9AF2A82E}"/>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642BCA93-BD59-505A-877A-D3CBA26BF25B}"/>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8D822B0E-9DF4-525F-3748-E8327F8450F6}"/>
              </a:ext>
            </a:extLst>
          </p:cNvPr>
          <p:cNvSpPr/>
          <p:nvPr/>
        </p:nvSpPr>
        <p:spPr>
          <a:xfrm>
            <a:off x="1200" y="110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139C1BFE-C3F7-A886-8866-322A7D1EE820}"/>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9857699-4462-D142-1B92-C15C5D2AC588}"/>
              </a:ext>
            </a:extLst>
          </p:cNvPr>
          <p:cNvSpPr>
            <a:spLocks noGrp="1"/>
          </p:cNvSpPr>
          <p:nvPr>
            <p:ph type="title"/>
          </p:nvPr>
        </p:nvSpPr>
        <p:spPr>
          <a:xfrm>
            <a:off x="806116" y="329956"/>
            <a:ext cx="10515600" cy="1325563"/>
          </a:xfrm>
        </p:spPr>
        <p:txBody>
          <a:bodyPr/>
          <a:lstStyle/>
          <a:p>
            <a:r>
              <a:rPr lang="en-US" sz="4000" dirty="0">
                <a:solidFill>
                  <a:schemeClr val="bg1"/>
                </a:solidFill>
              </a:rPr>
              <a:t>RESULTS</a:t>
            </a:r>
            <a:endParaRPr lang="en-US" dirty="0"/>
          </a:p>
        </p:txBody>
      </p:sp>
      <p:sp>
        <p:nvSpPr>
          <p:cNvPr id="5" name="Slide Number Placeholder 4">
            <a:extLst>
              <a:ext uri="{FF2B5EF4-FFF2-40B4-BE49-F238E27FC236}">
                <a16:creationId xmlns:a16="http://schemas.microsoft.com/office/drawing/2014/main" id="{4B815B2A-62DD-DC95-DB05-D6F8F55B3981}"/>
              </a:ext>
            </a:extLst>
          </p:cNvPr>
          <p:cNvSpPr>
            <a:spLocks noGrp="1"/>
          </p:cNvSpPr>
          <p:nvPr>
            <p:ph type="sldNum" sz="quarter" idx="12"/>
          </p:nvPr>
        </p:nvSpPr>
        <p:spPr/>
        <p:txBody>
          <a:bodyPr/>
          <a:lstStyle/>
          <a:p>
            <a:fld id="{82EE24B5-652C-4DB5-B7C3-B5BBEC1280B1}" type="slidenum">
              <a:rPr lang="en-US" smtClean="0"/>
              <a:t>8</a:t>
            </a:fld>
            <a:endParaRPr lang="en-US" dirty="0"/>
          </a:p>
        </p:txBody>
      </p:sp>
      <p:sp>
        <p:nvSpPr>
          <p:cNvPr id="11" name="object 5" descr="Beige rectangle">
            <a:extLst>
              <a:ext uri="{FF2B5EF4-FFF2-40B4-BE49-F238E27FC236}">
                <a16:creationId xmlns:a16="http://schemas.microsoft.com/office/drawing/2014/main" id="{E3F5519C-3A65-E31C-A104-839216FFF93A}"/>
              </a:ext>
            </a:extLst>
          </p:cNvPr>
          <p:cNvSpPr/>
          <p:nvPr/>
        </p:nvSpPr>
        <p:spPr>
          <a:xfrm flipV="1">
            <a:off x="915637" y="1209367"/>
            <a:ext cx="2305235" cy="112007"/>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3" name="TextBox 2">
            <a:extLst>
              <a:ext uri="{FF2B5EF4-FFF2-40B4-BE49-F238E27FC236}">
                <a16:creationId xmlns:a16="http://schemas.microsoft.com/office/drawing/2014/main" id="{9A794A95-DE8F-8711-9ED2-90C2D32A71D5}"/>
              </a:ext>
            </a:extLst>
          </p:cNvPr>
          <p:cNvSpPr txBox="1"/>
          <p:nvPr/>
        </p:nvSpPr>
        <p:spPr>
          <a:xfrm>
            <a:off x="96395" y="1404595"/>
            <a:ext cx="4840363" cy="2492990"/>
          </a:xfrm>
          <a:prstGeom prst="rect">
            <a:avLst/>
          </a:prstGeom>
          <a:noFill/>
        </p:spPr>
        <p:txBody>
          <a:bodyPr wrap="square" rtlCol="0">
            <a:spAutoFit/>
          </a:bodyPr>
          <a:lstStyle/>
          <a:p>
            <a:pPr marL="171450" indent="-171450" algn="just">
              <a:buFont typeface="Arial" panose="020B0604020202020204" pitchFamily="34" charset="0"/>
              <a:buChar char="•"/>
            </a:pPr>
            <a:r>
              <a:rPr lang="en-ZA" sz="1300" dirty="0">
                <a:solidFill>
                  <a:schemeClr val="bg1"/>
                </a:solidFill>
              </a:rPr>
              <a:t>Morning sales during weekdays generate the highest revenue by a significant margin.</a:t>
            </a:r>
          </a:p>
          <a:p>
            <a:pPr marL="171450" indent="-171450" algn="just">
              <a:buFont typeface="Arial" panose="020B0604020202020204" pitchFamily="34" charset="0"/>
              <a:buChar char="•"/>
            </a:pPr>
            <a:r>
              <a:rPr lang="en-ZA" sz="1300" dirty="0">
                <a:solidFill>
                  <a:schemeClr val="bg1"/>
                </a:solidFill>
              </a:rPr>
              <a:t>Afternoon and evening sales on weekdays contribute relatively low revenue compared to mornings.</a:t>
            </a:r>
          </a:p>
          <a:p>
            <a:pPr marL="171450" indent="-171450" algn="just">
              <a:buFont typeface="Arial" panose="020B0604020202020204" pitchFamily="34" charset="0"/>
              <a:buChar char="•"/>
            </a:pPr>
            <a:r>
              <a:rPr lang="en-ZA" sz="1300" dirty="0">
                <a:solidFill>
                  <a:schemeClr val="bg1"/>
                </a:solidFill>
              </a:rPr>
              <a:t>Weekend sales across all time periods (morning, afternoon, evening) are extremely low or nearly non-existent.</a:t>
            </a:r>
          </a:p>
          <a:p>
            <a:pPr marL="171450" indent="-171450" algn="just">
              <a:buFont typeface="Arial" panose="020B0604020202020204" pitchFamily="34" charset="0"/>
              <a:buChar char="•"/>
            </a:pPr>
            <a:r>
              <a:rPr lang="en-ZA" sz="1300" dirty="0">
                <a:solidFill>
                  <a:schemeClr val="bg1"/>
                </a:solidFill>
              </a:rPr>
              <a:t>This pattern suggests that most customers prefer purchasing vehicles during weekday mornings.</a:t>
            </a:r>
          </a:p>
          <a:p>
            <a:pPr marL="171450" indent="-171450" algn="just">
              <a:buFont typeface="Arial" panose="020B0604020202020204" pitchFamily="34" charset="0"/>
              <a:buChar char="•"/>
            </a:pPr>
            <a:r>
              <a:rPr lang="en-ZA" sz="1300" dirty="0">
                <a:solidFill>
                  <a:schemeClr val="bg1"/>
                </a:solidFill>
              </a:rPr>
              <a:t>The business may benefit from focusing staffing, promotions, and inventory availability during peak weekday morning hours while improving strategies to boost weekend and evening sales.</a:t>
            </a:r>
          </a:p>
        </p:txBody>
      </p:sp>
      <p:graphicFrame>
        <p:nvGraphicFramePr>
          <p:cNvPr id="4" name="Chart 3">
            <a:extLst>
              <a:ext uri="{FF2B5EF4-FFF2-40B4-BE49-F238E27FC236}">
                <a16:creationId xmlns:a16="http://schemas.microsoft.com/office/drawing/2014/main" id="{DC43A3C5-ABD1-760C-1C72-F9CEE34F1D6A}"/>
              </a:ext>
            </a:extLst>
          </p:cNvPr>
          <p:cNvGraphicFramePr>
            <a:graphicFrameLocks/>
          </p:cNvGraphicFramePr>
          <p:nvPr>
            <p:extLst>
              <p:ext uri="{D42A27DB-BD31-4B8C-83A1-F6EECF244321}">
                <p14:modId xmlns:p14="http://schemas.microsoft.com/office/powerpoint/2010/main" val="926120706"/>
              </p:ext>
            </p:extLst>
          </p:nvPr>
        </p:nvGraphicFramePr>
        <p:xfrm>
          <a:off x="4936758" y="751829"/>
          <a:ext cx="7363563" cy="314508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3" name="Chart 12">
            <a:extLst>
              <a:ext uri="{FF2B5EF4-FFF2-40B4-BE49-F238E27FC236}">
                <a16:creationId xmlns:a16="http://schemas.microsoft.com/office/drawing/2014/main" id="{DA80AA50-6D6A-91D2-E4AC-B68754C67FA1}"/>
              </a:ext>
            </a:extLst>
          </p:cNvPr>
          <p:cNvGraphicFramePr>
            <a:graphicFrameLocks/>
          </p:cNvGraphicFramePr>
          <p:nvPr>
            <p:extLst>
              <p:ext uri="{D42A27DB-BD31-4B8C-83A1-F6EECF244321}">
                <p14:modId xmlns:p14="http://schemas.microsoft.com/office/powerpoint/2010/main" val="86352733"/>
              </p:ext>
            </p:extLst>
          </p:nvPr>
        </p:nvGraphicFramePr>
        <p:xfrm>
          <a:off x="96396" y="3896910"/>
          <a:ext cx="8823016" cy="2928095"/>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5">
            <a:extLst>
              <a:ext uri="{FF2B5EF4-FFF2-40B4-BE49-F238E27FC236}">
                <a16:creationId xmlns:a16="http://schemas.microsoft.com/office/drawing/2014/main" id="{038856AC-96B6-AE0D-38C8-F8893E21E685}"/>
              </a:ext>
            </a:extLst>
          </p:cNvPr>
          <p:cNvSpPr txBox="1"/>
          <p:nvPr/>
        </p:nvSpPr>
        <p:spPr>
          <a:xfrm>
            <a:off x="8758989" y="4561172"/>
            <a:ext cx="3433011" cy="1938992"/>
          </a:xfrm>
          <a:prstGeom prst="rect">
            <a:avLst/>
          </a:prstGeom>
          <a:noFill/>
        </p:spPr>
        <p:txBody>
          <a:bodyPr wrap="square" rtlCol="0">
            <a:spAutoFit/>
          </a:bodyPr>
          <a:lstStyle/>
          <a:p>
            <a:pPr marL="285750" indent="-285750" algn="just">
              <a:buFont typeface="Arial" panose="020B0604020202020204" pitchFamily="34" charset="0"/>
              <a:buChar char="•"/>
            </a:pPr>
            <a:r>
              <a:rPr lang="en-ZA" sz="2000" dirty="0">
                <a:solidFill>
                  <a:schemeClr val="bg1"/>
                </a:solidFill>
              </a:rPr>
              <a:t>FL and CA states both generated highest sum of revenue and car sales</a:t>
            </a:r>
          </a:p>
          <a:p>
            <a:pPr marL="285750" indent="-285750" algn="just">
              <a:buFont typeface="Arial" panose="020B0604020202020204" pitchFamily="34" charset="0"/>
              <a:buChar char="•"/>
            </a:pPr>
            <a:r>
              <a:rPr lang="en-ZA" sz="2000" dirty="0">
                <a:solidFill>
                  <a:schemeClr val="bg1"/>
                </a:solidFill>
              </a:rPr>
              <a:t>However, ON and TN states had the highest average selling price</a:t>
            </a:r>
          </a:p>
        </p:txBody>
      </p:sp>
    </p:spTree>
    <p:extLst>
      <p:ext uri="{BB962C8B-B14F-4D97-AF65-F5344CB8AC3E}">
        <p14:creationId xmlns:p14="http://schemas.microsoft.com/office/powerpoint/2010/main" val="1765848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24D91-9D45-7353-6A8C-DD0D1627024B}"/>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388B5646-150A-E7AF-BDA0-33C61B6105B7}"/>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8ECA4615-FCCE-60F2-8EEA-B07FCC015484}"/>
              </a:ext>
            </a:extLst>
          </p:cNvPr>
          <p:cNvSpPr/>
          <p:nvPr/>
        </p:nvSpPr>
        <p:spPr>
          <a:xfrm>
            <a:off x="1200" y="14748"/>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62842C16-2086-9D8E-BC76-CD52E5BE76F8}"/>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B92BED6-57FC-A27A-3D45-BE6A19998E7C}"/>
              </a:ext>
            </a:extLst>
          </p:cNvPr>
          <p:cNvSpPr>
            <a:spLocks noGrp="1"/>
          </p:cNvSpPr>
          <p:nvPr>
            <p:ph type="title"/>
          </p:nvPr>
        </p:nvSpPr>
        <p:spPr>
          <a:xfrm>
            <a:off x="806116" y="329956"/>
            <a:ext cx="10515600" cy="1325563"/>
          </a:xfrm>
        </p:spPr>
        <p:txBody>
          <a:bodyPr/>
          <a:lstStyle/>
          <a:p>
            <a:r>
              <a:rPr lang="en-US" sz="4000" dirty="0">
                <a:solidFill>
                  <a:schemeClr val="bg1"/>
                </a:solidFill>
              </a:rPr>
              <a:t>RESULTS</a:t>
            </a:r>
            <a:endParaRPr lang="en-US" dirty="0"/>
          </a:p>
        </p:txBody>
      </p:sp>
      <p:sp>
        <p:nvSpPr>
          <p:cNvPr id="5" name="Slide Number Placeholder 4">
            <a:extLst>
              <a:ext uri="{FF2B5EF4-FFF2-40B4-BE49-F238E27FC236}">
                <a16:creationId xmlns:a16="http://schemas.microsoft.com/office/drawing/2014/main" id="{1F562EC9-E6C8-99A9-1580-09804E640273}"/>
              </a:ext>
            </a:extLst>
          </p:cNvPr>
          <p:cNvSpPr>
            <a:spLocks noGrp="1"/>
          </p:cNvSpPr>
          <p:nvPr>
            <p:ph type="sldNum" sz="quarter" idx="12"/>
          </p:nvPr>
        </p:nvSpPr>
        <p:spPr/>
        <p:txBody>
          <a:bodyPr/>
          <a:lstStyle/>
          <a:p>
            <a:fld id="{82EE24B5-652C-4DB5-B7C3-B5BBEC1280B1}" type="slidenum">
              <a:rPr lang="en-US" smtClean="0"/>
              <a:t>9</a:t>
            </a:fld>
            <a:endParaRPr lang="en-US" dirty="0"/>
          </a:p>
        </p:txBody>
      </p:sp>
      <p:sp>
        <p:nvSpPr>
          <p:cNvPr id="11" name="object 5" descr="Beige rectangle">
            <a:extLst>
              <a:ext uri="{FF2B5EF4-FFF2-40B4-BE49-F238E27FC236}">
                <a16:creationId xmlns:a16="http://schemas.microsoft.com/office/drawing/2014/main" id="{399E922A-141A-6B37-86F7-912A4AE0CDBB}"/>
              </a:ext>
            </a:extLst>
          </p:cNvPr>
          <p:cNvSpPr/>
          <p:nvPr/>
        </p:nvSpPr>
        <p:spPr>
          <a:xfrm>
            <a:off x="915637" y="1309144"/>
            <a:ext cx="2324868" cy="71758"/>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graphicFrame>
        <p:nvGraphicFramePr>
          <p:cNvPr id="4" name="Chart 3">
            <a:extLst>
              <a:ext uri="{FF2B5EF4-FFF2-40B4-BE49-F238E27FC236}">
                <a16:creationId xmlns:a16="http://schemas.microsoft.com/office/drawing/2014/main" id="{33D77A6A-DAE6-DD6B-9AD1-C869947E076D}"/>
              </a:ext>
            </a:extLst>
          </p:cNvPr>
          <p:cNvGraphicFramePr>
            <a:graphicFrameLocks/>
          </p:cNvGraphicFramePr>
          <p:nvPr>
            <p:extLst>
              <p:ext uri="{D42A27DB-BD31-4B8C-83A1-F6EECF244321}">
                <p14:modId xmlns:p14="http://schemas.microsoft.com/office/powerpoint/2010/main" val="3934280589"/>
              </p:ext>
            </p:extLst>
          </p:nvPr>
        </p:nvGraphicFramePr>
        <p:xfrm>
          <a:off x="4364858" y="364168"/>
          <a:ext cx="7827142" cy="3211306"/>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FC31260A-C7C0-8BF6-8016-DEC745FB5625}"/>
              </a:ext>
            </a:extLst>
          </p:cNvPr>
          <p:cNvSpPr txBox="1"/>
          <p:nvPr/>
        </p:nvSpPr>
        <p:spPr>
          <a:xfrm>
            <a:off x="0" y="1380902"/>
            <a:ext cx="4364859" cy="1938992"/>
          </a:xfrm>
          <a:prstGeom prst="rect">
            <a:avLst/>
          </a:prstGeom>
          <a:noFill/>
        </p:spPr>
        <p:txBody>
          <a:bodyPr wrap="square" rtlCol="0">
            <a:spAutoFit/>
          </a:bodyPr>
          <a:lstStyle/>
          <a:p>
            <a:pPr marL="285750" indent="-285750" algn="just">
              <a:buFont typeface="Arial" panose="020B0604020202020204" pitchFamily="34" charset="0"/>
              <a:buChar char="•"/>
            </a:pPr>
            <a:r>
              <a:rPr lang="en-ZA" sz="2400" dirty="0">
                <a:solidFill>
                  <a:schemeClr val="bg1"/>
                </a:solidFill>
              </a:rPr>
              <a:t>Poor condition car generate highest sales.</a:t>
            </a:r>
          </a:p>
          <a:p>
            <a:pPr marL="285750" indent="-285750" algn="just">
              <a:buFont typeface="Arial" panose="020B0604020202020204" pitchFamily="34" charset="0"/>
              <a:buChar char="•"/>
            </a:pPr>
            <a:r>
              <a:rPr lang="en-ZA" sz="2400" dirty="0">
                <a:solidFill>
                  <a:schemeClr val="bg1"/>
                </a:solidFill>
              </a:rPr>
              <a:t>Also, on average, poor condition car generates highest sales.</a:t>
            </a:r>
          </a:p>
        </p:txBody>
      </p:sp>
      <p:graphicFrame>
        <p:nvGraphicFramePr>
          <p:cNvPr id="3" name="Chart 2">
            <a:extLst>
              <a:ext uri="{FF2B5EF4-FFF2-40B4-BE49-F238E27FC236}">
                <a16:creationId xmlns:a16="http://schemas.microsoft.com/office/drawing/2014/main" id="{EC513548-09AE-1A43-A147-B4DA3422F9E2}"/>
              </a:ext>
            </a:extLst>
          </p:cNvPr>
          <p:cNvGraphicFramePr>
            <a:graphicFrameLocks/>
          </p:cNvGraphicFramePr>
          <p:nvPr>
            <p:extLst>
              <p:ext uri="{D42A27DB-BD31-4B8C-83A1-F6EECF244321}">
                <p14:modId xmlns:p14="http://schemas.microsoft.com/office/powerpoint/2010/main" val="3575616007"/>
              </p:ext>
            </p:extLst>
          </p:nvPr>
        </p:nvGraphicFramePr>
        <p:xfrm>
          <a:off x="93392" y="3538107"/>
          <a:ext cx="8630653" cy="3196482"/>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9">
            <a:extLst>
              <a:ext uri="{FF2B5EF4-FFF2-40B4-BE49-F238E27FC236}">
                <a16:creationId xmlns:a16="http://schemas.microsoft.com/office/drawing/2014/main" id="{75F494D3-863B-47AD-1830-D48771F3A088}"/>
              </a:ext>
            </a:extLst>
          </p:cNvPr>
          <p:cNvSpPr txBox="1"/>
          <p:nvPr/>
        </p:nvSpPr>
        <p:spPr>
          <a:xfrm>
            <a:off x="8816237" y="4015732"/>
            <a:ext cx="3064042" cy="1200329"/>
          </a:xfrm>
          <a:prstGeom prst="rect">
            <a:avLst/>
          </a:prstGeom>
          <a:noFill/>
        </p:spPr>
        <p:txBody>
          <a:bodyPr wrap="square" rtlCol="0">
            <a:spAutoFit/>
          </a:bodyPr>
          <a:lstStyle/>
          <a:p>
            <a:pPr algn="just"/>
            <a:r>
              <a:rPr lang="en-ZA" sz="2400" dirty="0">
                <a:solidFill>
                  <a:schemeClr val="bg1"/>
                </a:solidFill>
              </a:rPr>
              <a:t>Customers preferred Sedans and SUV cars</a:t>
            </a:r>
          </a:p>
        </p:txBody>
      </p:sp>
    </p:spTree>
    <p:extLst>
      <p:ext uri="{BB962C8B-B14F-4D97-AF65-F5344CB8AC3E}">
        <p14:creationId xmlns:p14="http://schemas.microsoft.com/office/powerpoint/2010/main" val="1854128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1B797-361F-B1CA-31AC-47E09F79A373}"/>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AC233BD0-0F5A-E824-B5FE-853BF4CA5C63}"/>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B0DEFC8E-E73E-DB58-72F6-711979CD964E}"/>
              </a:ext>
            </a:extLst>
          </p:cNvPr>
          <p:cNvSpPr/>
          <p:nvPr/>
        </p:nvSpPr>
        <p:spPr>
          <a:xfrm>
            <a:off x="1200" y="14748"/>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F4BF5B48-C12D-DFD0-8821-37C80175DBDD}"/>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E8D1A6-3B1C-B95B-2818-39AAE47F6CDF}"/>
              </a:ext>
            </a:extLst>
          </p:cNvPr>
          <p:cNvSpPr>
            <a:spLocks noGrp="1"/>
          </p:cNvSpPr>
          <p:nvPr>
            <p:ph type="title"/>
          </p:nvPr>
        </p:nvSpPr>
        <p:spPr>
          <a:xfrm>
            <a:off x="806116" y="329956"/>
            <a:ext cx="10515600" cy="1325563"/>
          </a:xfrm>
        </p:spPr>
        <p:txBody>
          <a:bodyPr/>
          <a:lstStyle/>
          <a:p>
            <a:r>
              <a:rPr lang="en-US" sz="4000" dirty="0">
                <a:solidFill>
                  <a:schemeClr val="bg1"/>
                </a:solidFill>
              </a:rPr>
              <a:t>RESULTS</a:t>
            </a:r>
            <a:endParaRPr lang="en-US" dirty="0"/>
          </a:p>
        </p:txBody>
      </p:sp>
      <p:sp>
        <p:nvSpPr>
          <p:cNvPr id="5" name="Slide Number Placeholder 4">
            <a:extLst>
              <a:ext uri="{FF2B5EF4-FFF2-40B4-BE49-F238E27FC236}">
                <a16:creationId xmlns:a16="http://schemas.microsoft.com/office/drawing/2014/main" id="{2B718067-0392-BDD9-072C-51D12A606091}"/>
              </a:ext>
            </a:extLst>
          </p:cNvPr>
          <p:cNvSpPr>
            <a:spLocks noGrp="1"/>
          </p:cNvSpPr>
          <p:nvPr>
            <p:ph type="sldNum" sz="quarter" idx="12"/>
          </p:nvPr>
        </p:nvSpPr>
        <p:spPr/>
        <p:txBody>
          <a:bodyPr/>
          <a:lstStyle/>
          <a:p>
            <a:fld id="{82EE24B5-652C-4DB5-B7C3-B5BBEC1280B1}" type="slidenum">
              <a:rPr lang="en-US" smtClean="0"/>
              <a:t>10</a:t>
            </a:fld>
            <a:endParaRPr lang="en-US" dirty="0"/>
          </a:p>
        </p:txBody>
      </p:sp>
      <p:sp>
        <p:nvSpPr>
          <p:cNvPr id="11" name="object 5" descr="Beige rectangle">
            <a:extLst>
              <a:ext uri="{FF2B5EF4-FFF2-40B4-BE49-F238E27FC236}">
                <a16:creationId xmlns:a16="http://schemas.microsoft.com/office/drawing/2014/main" id="{1334BA5C-0777-D6B8-CC73-BD8C5A039624}"/>
              </a:ext>
            </a:extLst>
          </p:cNvPr>
          <p:cNvSpPr/>
          <p:nvPr/>
        </p:nvSpPr>
        <p:spPr>
          <a:xfrm flipV="1">
            <a:off x="915637" y="1263424"/>
            <a:ext cx="2340910" cy="45719"/>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graphicFrame>
        <p:nvGraphicFramePr>
          <p:cNvPr id="10" name="Chart 9">
            <a:extLst>
              <a:ext uri="{FF2B5EF4-FFF2-40B4-BE49-F238E27FC236}">
                <a16:creationId xmlns:a16="http://schemas.microsoft.com/office/drawing/2014/main" id="{926729EC-B0BA-5A54-04D5-81E5FA1E5448}"/>
              </a:ext>
            </a:extLst>
          </p:cNvPr>
          <p:cNvGraphicFramePr>
            <a:graphicFrameLocks/>
          </p:cNvGraphicFramePr>
          <p:nvPr>
            <p:extLst>
              <p:ext uri="{D42A27DB-BD31-4B8C-83A1-F6EECF244321}">
                <p14:modId xmlns:p14="http://schemas.microsoft.com/office/powerpoint/2010/main" val="348571256"/>
              </p:ext>
            </p:extLst>
          </p:nvPr>
        </p:nvGraphicFramePr>
        <p:xfrm>
          <a:off x="4439689" y="422286"/>
          <a:ext cx="7860632" cy="3006713"/>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85A75103-418D-E945-49A1-78C61CCEEB11}"/>
              </a:ext>
            </a:extLst>
          </p:cNvPr>
          <p:cNvSpPr txBox="1"/>
          <p:nvPr/>
        </p:nvSpPr>
        <p:spPr>
          <a:xfrm>
            <a:off x="-1" y="1493259"/>
            <a:ext cx="4439689" cy="1754326"/>
          </a:xfrm>
          <a:prstGeom prst="rect">
            <a:avLst/>
          </a:prstGeom>
          <a:noFill/>
        </p:spPr>
        <p:txBody>
          <a:bodyPr wrap="square" rtlCol="0">
            <a:spAutoFit/>
          </a:bodyPr>
          <a:lstStyle/>
          <a:p>
            <a:pPr marL="285750" indent="-285750" algn="just">
              <a:buFont typeface="Arial" panose="020B0604020202020204" pitchFamily="34" charset="0"/>
              <a:buChar char="•"/>
            </a:pPr>
            <a:r>
              <a:rPr lang="en-ZA" dirty="0">
                <a:solidFill>
                  <a:schemeClr val="bg1"/>
                </a:solidFill>
              </a:rPr>
              <a:t>Ford and Chevrolet generates highest total revenues generated, but has the worst average of profit margin</a:t>
            </a:r>
          </a:p>
          <a:p>
            <a:pPr marL="285750" indent="-285750" algn="just">
              <a:buFont typeface="Arial" panose="020B0604020202020204" pitchFamily="34" charset="0"/>
              <a:buChar char="•"/>
            </a:pPr>
            <a:r>
              <a:rPr lang="en-ZA" dirty="0">
                <a:solidFill>
                  <a:schemeClr val="bg1"/>
                </a:solidFill>
              </a:rPr>
              <a:t>Airstream and Mazda tk generates low revenue but has the highest average of profit margin</a:t>
            </a:r>
          </a:p>
        </p:txBody>
      </p:sp>
      <p:graphicFrame>
        <p:nvGraphicFramePr>
          <p:cNvPr id="3" name="Chart 2">
            <a:extLst>
              <a:ext uri="{FF2B5EF4-FFF2-40B4-BE49-F238E27FC236}">
                <a16:creationId xmlns:a16="http://schemas.microsoft.com/office/drawing/2014/main" id="{AC5FCF15-6ABC-EF6F-39BE-3203C5BB3EF9}"/>
              </a:ext>
            </a:extLst>
          </p:cNvPr>
          <p:cNvGraphicFramePr>
            <a:graphicFrameLocks/>
          </p:cNvGraphicFramePr>
          <p:nvPr>
            <p:extLst>
              <p:ext uri="{D42A27DB-BD31-4B8C-83A1-F6EECF244321}">
                <p14:modId xmlns:p14="http://schemas.microsoft.com/office/powerpoint/2010/main" val="2556901339"/>
              </p:ext>
            </p:extLst>
          </p:nvPr>
        </p:nvGraphicFramePr>
        <p:xfrm>
          <a:off x="65368" y="3429000"/>
          <a:ext cx="8611115" cy="3572742"/>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C194F167-E02F-4A3D-CF03-AC042C410367}"/>
              </a:ext>
            </a:extLst>
          </p:cNvPr>
          <p:cNvSpPr txBox="1"/>
          <p:nvPr/>
        </p:nvSpPr>
        <p:spPr>
          <a:xfrm>
            <a:off x="8568079" y="3662758"/>
            <a:ext cx="3257881" cy="1477328"/>
          </a:xfrm>
          <a:prstGeom prst="rect">
            <a:avLst/>
          </a:prstGeom>
          <a:noFill/>
        </p:spPr>
        <p:txBody>
          <a:bodyPr wrap="square" rtlCol="0">
            <a:spAutoFit/>
          </a:bodyPr>
          <a:lstStyle/>
          <a:p>
            <a:pPr algn="just"/>
            <a:r>
              <a:rPr lang="en-ZA" b="1" dirty="0">
                <a:solidFill>
                  <a:schemeClr val="bg1"/>
                </a:solidFill>
              </a:rPr>
              <a:t>Ford motor credit company llc</a:t>
            </a:r>
            <a:r>
              <a:rPr lang="en-ZA" dirty="0">
                <a:solidFill>
                  <a:schemeClr val="bg1"/>
                </a:solidFill>
              </a:rPr>
              <a:t> and </a:t>
            </a:r>
            <a:r>
              <a:rPr lang="en-ZA" b="1" dirty="0">
                <a:solidFill>
                  <a:schemeClr val="bg1"/>
                </a:solidFill>
              </a:rPr>
              <a:t>nissan-infiniti lt</a:t>
            </a:r>
            <a:r>
              <a:rPr lang="en-ZA" dirty="0">
                <a:solidFill>
                  <a:schemeClr val="bg1"/>
                </a:solidFill>
              </a:rPr>
              <a:t> sellers created the highest amount of both revenue and count of cars sold</a:t>
            </a:r>
            <a:endParaRPr lang="en-ZA" b="1" dirty="0">
              <a:solidFill>
                <a:schemeClr val="bg1"/>
              </a:solidFill>
            </a:endParaRPr>
          </a:p>
        </p:txBody>
      </p:sp>
    </p:spTree>
    <p:extLst>
      <p:ext uri="{BB962C8B-B14F-4D97-AF65-F5344CB8AC3E}">
        <p14:creationId xmlns:p14="http://schemas.microsoft.com/office/powerpoint/2010/main" val="3640466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C9FAB-D1AA-3F88-834D-71FCA779A61B}"/>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167A4B63-3E34-95B1-A9ED-D454DA8D8D23}"/>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E7BA6DAB-5171-40BF-11D0-D706B1E79A0A}"/>
              </a:ext>
            </a:extLst>
          </p:cNvPr>
          <p:cNvSpPr/>
          <p:nvPr/>
        </p:nvSpPr>
        <p:spPr>
          <a:xfrm>
            <a:off x="1200" y="14748"/>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A0185180-4271-1241-57F0-88EA8CE7966C}"/>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194F617-C60B-ADB2-8E28-F89369307550}"/>
              </a:ext>
            </a:extLst>
          </p:cNvPr>
          <p:cNvSpPr>
            <a:spLocks noGrp="1"/>
          </p:cNvSpPr>
          <p:nvPr>
            <p:ph type="title"/>
          </p:nvPr>
        </p:nvSpPr>
        <p:spPr>
          <a:xfrm>
            <a:off x="806116" y="329956"/>
            <a:ext cx="10515600" cy="1325563"/>
          </a:xfrm>
        </p:spPr>
        <p:txBody>
          <a:bodyPr/>
          <a:lstStyle/>
          <a:p>
            <a:r>
              <a:rPr lang="en-US" sz="4000" dirty="0">
                <a:solidFill>
                  <a:schemeClr val="bg1"/>
                </a:solidFill>
              </a:rPr>
              <a:t>RESULTS</a:t>
            </a:r>
            <a:endParaRPr lang="en-US" dirty="0"/>
          </a:p>
        </p:txBody>
      </p:sp>
      <p:sp>
        <p:nvSpPr>
          <p:cNvPr id="5" name="Slide Number Placeholder 4">
            <a:extLst>
              <a:ext uri="{FF2B5EF4-FFF2-40B4-BE49-F238E27FC236}">
                <a16:creationId xmlns:a16="http://schemas.microsoft.com/office/drawing/2014/main" id="{5EBB0799-0676-D875-9213-7F1637B07AE8}"/>
              </a:ext>
            </a:extLst>
          </p:cNvPr>
          <p:cNvSpPr>
            <a:spLocks noGrp="1"/>
          </p:cNvSpPr>
          <p:nvPr>
            <p:ph type="sldNum" sz="quarter" idx="12"/>
          </p:nvPr>
        </p:nvSpPr>
        <p:spPr/>
        <p:txBody>
          <a:bodyPr/>
          <a:lstStyle/>
          <a:p>
            <a:fld id="{82EE24B5-652C-4DB5-B7C3-B5BBEC1280B1}" type="slidenum">
              <a:rPr lang="en-US" smtClean="0"/>
              <a:t>11</a:t>
            </a:fld>
            <a:endParaRPr lang="en-US" dirty="0"/>
          </a:p>
        </p:txBody>
      </p:sp>
      <p:sp>
        <p:nvSpPr>
          <p:cNvPr id="11" name="object 5" descr="Beige rectangle">
            <a:extLst>
              <a:ext uri="{FF2B5EF4-FFF2-40B4-BE49-F238E27FC236}">
                <a16:creationId xmlns:a16="http://schemas.microsoft.com/office/drawing/2014/main" id="{FF88AB55-902E-14EF-988C-35461726589D}"/>
              </a:ext>
            </a:extLst>
          </p:cNvPr>
          <p:cNvSpPr/>
          <p:nvPr/>
        </p:nvSpPr>
        <p:spPr>
          <a:xfrm flipV="1">
            <a:off x="915637" y="1263424"/>
            <a:ext cx="2340910" cy="45719"/>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10" name="TextBox 9">
            <a:extLst>
              <a:ext uri="{FF2B5EF4-FFF2-40B4-BE49-F238E27FC236}">
                <a16:creationId xmlns:a16="http://schemas.microsoft.com/office/drawing/2014/main" id="{787C9372-ABDA-8180-8EC5-E6549BE2CB51}"/>
              </a:ext>
            </a:extLst>
          </p:cNvPr>
          <p:cNvSpPr txBox="1"/>
          <p:nvPr/>
        </p:nvSpPr>
        <p:spPr>
          <a:xfrm>
            <a:off x="405416" y="1452819"/>
            <a:ext cx="4817345" cy="2446824"/>
          </a:xfrm>
          <a:prstGeom prst="rect">
            <a:avLst/>
          </a:prstGeom>
          <a:noFill/>
        </p:spPr>
        <p:txBody>
          <a:bodyPr wrap="square" rtlCol="0">
            <a:spAutoFit/>
          </a:bodyPr>
          <a:lstStyle/>
          <a:p>
            <a:pPr marL="285750" indent="-285750" algn="just">
              <a:buFont typeface="Arial" panose="020B0604020202020204" pitchFamily="34" charset="0"/>
              <a:buChar char="•"/>
            </a:pPr>
            <a:r>
              <a:rPr lang="en-ZA" sz="1700" dirty="0">
                <a:solidFill>
                  <a:schemeClr val="bg1"/>
                </a:solidFill>
              </a:rPr>
              <a:t>Vehicles with high odometer readings had the lowest average selling prices, with 2014 recording the lowest average selling price.</a:t>
            </a:r>
          </a:p>
          <a:p>
            <a:pPr marL="285750" indent="-285750" algn="just">
              <a:buFont typeface="Arial" panose="020B0604020202020204" pitchFamily="34" charset="0"/>
              <a:buChar char="•"/>
            </a:pPr>
            <a:r>
              <a:rPr lang="en-ZA" sz="1700" dirty="0">
                <a:solidFill>
                  <a:schemeClr val="bg1"/>
                </a:solidFill>
              </a:rPr>
              <a:t>Conversely, vehicles with low odometer readings had the highest average selling prices, with 2014 recording the lowest average selling price.</a:t>
            </a:r>
          </a:p>
          <a:p>
            <a:pPr marL="285750" indent="-285750" algn="just">
              <a:buFont typeface="Arial" panose="020B0604020202020204" pitchFamily="34" charset="0"/>
              <a:buChar char="•"/>
            </a:pPr>
            <a:r>
              <a:rPr lang="en-ZA" sz="1700" dirty="0">
                <a:solidFill>
                  <a:schemeClr val="bg1"/>
                </a:solidFill>
              </a:rPr>
              <a:t>Vehicles sold in 2014 had an average selling price lower than the one sold in 2015.</a:t>
            </a:r>
          </a:p>
        </p:txBody>
      </p:sp>
      <p:graphicFrame>
        <p:nvGraphicFramePr>
          <p:cNvPr id="13" name="Chart 12">
            <a:extLst>
              <a:ext uri="{FF2B5EF4-FFF2-40B4-BE49-F238E27FC236}">
                <a16:creationId xmlns:a16="http://schemas.microsoft.com/office/drawing/2014/main" id="{79533477-EB98-78EC-F09B-F39B87F26A81}"/>
              </a:ext>
            </a:extLst>
          </p:cNvPr>
          <p:cNvGraphicFramePr>
            <a:graphicFrameLocks/>
          </p:cNvGraphicFramePr>
          <p:nvPr>
            <p:extLst>
              <p:ext uri="{D42A27DB-BD31-4B8C-83A1-F6EECF244321}">
                <p14:modId xmlns:p14="http://schemas.microsoft.com/office/powerpoint/2010/main" val="1263351281"/>
              </p:ext>
            </p:extLst>
          </p:nvPr>
        </p:nvGraphicFramePr>
        <p:xfrm>
          <a:off x="5222761" y="992737"/>
          <a:ext cx="6969239"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B4873AA2-A773-C90B-EBDF-7FE3FBF4A780}"/>
              </a:ext>
            </a:extLst>
          </p:cNvPr>
          <p:cNvGraphicFramePr>
            <a:graphicFrameLocks/>
          </p:cNvGraphicFramePr>
          <p:nvPr>
            <p:extLst>
              <p:ext uri="{D42A27DB-BD31-4B8C-83A1-F6EECF244321}">
                <p14:modId xmlns:p14="http://schemas.microsoft.com/office/powerpoint/2010/main" val="3587441542"/>
              </p:ext>
            </p:extLst>
          </p:nvPr>
        </p:nvGraphicFramePr>
        <p:xfrm>
          <a:off x="1" y="4033581"/>
          <a:ext cx="7283116"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Box 14">
            <a:extLst>
              <a:ext uri="{FF2B5EF4-FFF2-40B4-BE49-F238E27FC236}">
                <a16:creationId xmlns:a16="http://schemas.microsoft.com/office/drawing/2014/main" id="{651A5BDA-354D-D87A-C620-327700BD33F8}"/>
              </a:ext>
            </a:extLst>
          </p:cNvPr>
          <p:cNvSpPr txBox="1"/>
          <p:nvPr/>
        </p:nvSpPr>
        <p:spPr>
          <a:xfrm>
            <a:off x="7289888" y="4049140"/>
            <a:ext cx="4271749" cy="2308324"/>
          </a:xfrm>
          <a:prstGeom prst="rect">
            <a:avLst/>
          </a:prstGeom>
          <a:noFill/>
        </p:spPr>
        <p:txBody>
          <a:bodyPr wrap="square" rtlCol="0">
            <a:spAutoFit/>
          </a:bodyPr>
          <a:lstStyle/>
          <a:p>
            <a:pPr marL="285750" indent="-285750" algn="just">
              <a:buFont typeface="Arial" panose="020B0604020202020204" pitchFamily="34" charset="0"/>
              <a:buChar char="•"/>
            </a:pPr>
            <a:r>
              <a:rPr lang="en-ZA" dirty="0">
                <a:solidFill>
                  <a:schemeClr val="bg1"/>
                </a:solidFill>
              </a:rPr>
              <a:t>Cars with low odometer readings sell the highest across all conditions, with poor condition selling the highest. </a:t>
            </a:r>
          </a:p>
          <a:p>
            <a:pPr marL="285750" indent="-285750" algn="just">
              <a:buFont typeface="Arial" panose="020B0604020202020204" pitchFamily="34" charset="0"/>
              <a:buChar char="•"/>
            </a:pPr>
            <a:r>
              <a:rPr lang="en-ZA" dirty="0">
                <a:solidFill>
                  <a:schemeClr val="bg1"/>
                </a:solidFill>
              </a:rPr>
              <a:t>Average class takes the highest average sales with blank class taking the lowest sales.</a:t>
            </a:r>
          </a:p>
          <a:p>
            <a:pPr marL="285750" indent="-285750" algn="just">
              <a:buFont typeface="Arial" panose="020B0604020202020204" pitchFamily="34" charset="0"/>
              <a:buChar char="•"/>
            </a:pPr>
            <a:r>
              <a:rPr lang="en-ZA" dirty="0">
                <a:solidFill>
                  <a:schemeClr val="bg1"/>
                </a:solidFill>
              </a:rPr>
              <a:t>Average condition cars have the highest record of sales </a:t>
            </a:r>
          </a:p>
        </p:txBody>
      </p:sp>
    </p:spTree>
    <p:extLst>
      <p:ext uri="{BB962C8B-B14F-4D97-AF65-F5344CB8AC3E}">
        <p14:creationId xmlns:p14="http://schemas.microsoft.com/office/powerpoint/2010/main" val="8538759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2D88B-FAFC-1DE5-E0A8-2BBF15545EC1}"/>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B5F5DD89-7EF5-BC50-0055-CD386CF17600}"/>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0C758FDE-A492-0C1F-B325-1A1AA57D9F5D}"/>
              </a:ext>
            </a:extLst>
          </p:cNvPr>
          <p:cNvSpPr/>
          <p:nvPr/>
        </p:nvSpPr>
        <p:spPr>
          <a:xfrm>
            <a:off x="1200" y="996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506883A3-2BC0-FDA9-810C-452FBE4CD514}"/>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CB59BCE-1F66-0B7F-2E15-1AF409BE5F2D}"/>
              </a:ext>
            </a:extLst>
          </p:cNvPr>
          <p:cNvSpPr>
            <a:spLocks noGrp="1"/>
          </p:cNvSpPr>
          <p:nvPr>
            <p:ph type="title"/>
          </p:nvPr>
        </p:nvSpPr>
        <p:spPr>
          <a:xfrm>
            <a:off x="806116" y="329956"/>
            <a:ext cx="10515600" cy="1325563"/>
          </a:xfrm>
        </p:spPr>
        <p:txBody>
          <a:bodyPr/>
          <a:lstStyle/>
          <a:p>
            <a:r>
              <a:rPr lang="en-US" sz="4000" dirty="0">
                <a:solidFill>
                  <a:schemeClr val="bg1"/>
                </a:solidFill>
              </a:rPr>
              <a:t>RESULTS</a:t>
            </a:r>
            <a:endParaRPr lang="en-US" dirty="0"/>
          </a:p>
        </p:txBody>
      </p:sp>
      <p:sp>
        <p:nvSpPr>
          <p:cNvPr id="5" name="Slide Number Placeholder 4">
            <a:extLst>
              <a:ext uri="{FF2B5EF4-FFF2-40B4-BE49-F238E27FC236}">
                <a16:creationId xmlns:a16="http://schemas.microsoft.com/office/drawing/2014/main" id="{A0D7270F-5460-FDB4-D20C-3310BF713BD6}"/>
              </a:ext>
            </a:extLst>
          </p:cNvPr>
          <p:cNvSpPr>
            <a:spLocks noGrp="1"/>
          </p:cNvSpPr>
          <p:nvPr>
            <p:ph type="sldNum" sz="quarter" idx="12"/>
          </p:nvPr>
        </p:nvSpPr>
        <p:spPr/>
        <p:txBody>
          <a:bodyPr/>
          <a:lstStyle/>
          <a:p>
            <a:fld id="{82EE24B5-652C-4DB5-B7C3-B5BBEC1280B1}" type="slidenum">
              <a:rPr lang="en-US" smtClean="0"/>
              <a:t>12</a:t>
            </a:fld>
            <a:endParaRPr lang="en-US" dirty="0"/>
          </a:p>
        </p:txBody>
      </p:sp>
      <p:sp>
        <p:nvSpPr>
          <p:cNvPr id="11" name="object 5" descr="Beige rectangle">
            <a:extLst>
              <a:ext uri="{FF2B5EF4-FFF2-40B4-BE49-F238E27FC236}">
                <a16:creationId xmlns:a16="http://schemas.microsoft.com/office/drawing/2014/main" id="{4CFFF92B-B366-1CE4-EE29-DE8E7F01CD3F}"/>
              </a:ext>
            </a:extLst>
          </p:cNvPr>
          <p:cNvSpPr/>
          <p:nvPr/>
        </p:nvSpPr>
        <p:spPr>
          <a:xfrm flipV="1">
            <a:off x="915637" y="1263424"/>
            <a:ext cx="2340910" cy="45719"/>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graphicFrame>
        <p:nvGraphicFramePr>
          <p:cNvPr id="13" name="Chart 12">
            <a:extLst>
              <a:ext uri="{FF2B5EF4-FFF2-40B4-BE49-F238E27FC236}">
                <a16:creationId xmlns:a16="http://schemas.microsoft.com/office/drawing/2014/main" id="{D9B05AAB-3DD7-C6B0-E7C2-5E8F40E3899E}"/>
              </a:ext>
            </a:extLst>
          </p:cNvPr>
          <p:cNvGraphicFramePr>
            <a:graphicFrameLocks/>
          </p:cNvGraphicFramePr>
          <p:nvPr>
            <p:extLst>
              <p:ext uri="{D42A27DB-BD31-4B8C-83A1-F6EECF244321}">
                <p14:modId xmlns:p14="http://schemas.microsoft.com/office/powerpoint/2010/main" val="2898423787"/>
              </p:ext>
            </p:extLst>
          </p:nvPr>
        </p:nvGraphicFramePr>
        <p:xfrm>
          <a:off x="5311556" y="1233155"/>
          <a:ext cx="6695163" cy="2753255"/>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a:extLst>
              <a:ext uri="{FF2B5EF4-FFF2-40B4-BE49-F238E27FC236}">
                <a16:creationId xmlns:a16="http://schemas.microsoft.com/office/drawing/2014/main" id="{B05CDCD8-5B7C-7E92-4998-10D2D06693BD}"/>
              </a:ext>
            </a:extLst>
          </p:cNvPr>
          <p:cNvSpPr txBox="1"/>
          <p:nvPr/>
        </p:nvSpPr>
        <p:spPr>
          <a:xfrm>
            <a:off x="316855" y="1409453"/>
            <a:ext cx="4994701" cy="923330"/>
          </a:xfrm>
          <a:prstGeom prst="rect">
            <a:avLst/>
          </a:prstGeom>
          <a:noFill/>
        </p:spPr>
        <p:txBody>
          <a:bodyPr wrap="square" rtlCol="0">
            <a:spAutoFit/>
          </a:bodyPr>
          <a:lstStyle/>
          <a:p>
            <a:pPr algn="just"/>
            <a:r>
              <a:rPr lang="en-ZA" dirty="0">
                <a:solidFill>
                  <a:schemeClr val="bg1"/>
                </a:solidFill>
              </a:rPr>
              <a:t>A substantial amount of customers preferred automatic transmission cars than manual cars</a:t>
            </a:r>
          </a:p>
          <a:p>
            <a:pPr marL="285750" indent="-285750" algn="just">
              <a:buFont typeface="Arial" panose="020B0604020202020204" pitchFamily="34" charset="0"/>
              <a:buChar char="•"/>
            </a:pPr>
            <a:endParaRPr lang="en-ZA" dirty="0">
              <a:solidFill>
                <a:schemeClr val="bg1"/>
              </a:solidFill>
            </a:endParaRPr>
          </a:p>
        </p:txBody>
      </p:sp>
      <p:graphicFrame>
        <p:nvGraphicFramePr>
          <p:cNvPr id="15" name="Chart 14">
            <a:extLst>
              <a:ext uri="{FF2B5EF4-FFF2-40B4-BE49-F238E27FC236}">
                <a16:creationId xmlns:a16="http://schemas.microsoft.com/office/drawing/2014/main" id="{1650D279-E7CE-5888-38CB-D6DFC60286F5}"/>
              </a:ext>
            </a:extLst>
          </p:cNvPr>
          <p:cNvGraphicFramePr>
            <a:graphicFrameLocks/>
          </p:cNvGraphicFramePr>
          <p:nvPr>
            <p:extLst>
              <p:ext uri="{D42A27DB-BD31-4B8C-83A1-F6EECF244321}">
                <p14:modId xmlns:p14="http://schemas.microsoft.com/office/powerpoint/2010/main" val="3367473092"/>
              </p:ext>
            </p:extLst>
          </p:nvPr>
        </p:nvGraphicFramePr>
        <p:xfrm>
          <a:off x="0" y="3622311"/>
          <a:ext cx="7687367" cy="3345959"/>
        </p:xfrm>
        <a:graphic>
          <a:graphicData uri="http://schemas.openxmlformats.org/drawingml/2006/chart">
            <c:chart xmlns:c="http://schemas.openxmlformats.org/drawingml/2006/chart" xmlns:r="http://schemas.openxmlformats.org/officeDocument/2006/relationships" r:id="rId5"/>
          </a:graphicData>
        </a:graphic>
      </p:graphicFrame>
      <p:sp>
        <p:nvSpPr>
          <p:cNvPr id="16" name="TextBox 15">
            <a:extLst>
              <a:ext uri="{FF2B5EF4-FFF2-40B4-BE49-F238E27FC236}">
                <a16:creationId xmlns:a16="http://schemas.microsoft.com/office/drawing/2014/main" id="{B3181826-66F2-44D0-3C12-CBD280FC3000}"/>
              </a:ext>
            </a:extLst>
          </p:cNvPr>
          <p:cNvSpPr txBox="1"/>
          <p:nvPr/>
        </p:nvSpPr>
        <p:spPr>
          <a:xfrm>
            <a:off x="7551174" y="3996370"/>
            <a:ext cx="4639626" cy="1938992"/>
          </a:xfrm>
          <a:prstGeom prst="rect">
            <a:avLst/>
          </a:prstGeom>
          <a:noFill/>
        </p:spPr>
        <p:txBody>
          <a:bodyPr wrap="square" rtlCol="0">
            <a:spAutoFit/>
          </a:bodyPr>
          <a:lstStyle/>
          <a:p>
            <a:pPr marL="342900" indent="-342900" algn="just">
              <a:buFont typeface="Arial" panose="020B0604020202020204" pitchFamily="34" charset="0"/>
              <a:buChar char="•"/>
            </a:pPr>
            <a:r>
              <a:rPr lang="en-ZA" sz="2400" dirty="0">
                <a:solidFill>
                  <a:schemeClr val="bg1"/>
                </a:solidFill>
              </a:rPr>
              <a:t>Customers preferred black and white colour cars more</a:t>
            </a:r>
          </a:p>
          <a:p>
            <a:pPr marL="342900" indent="-342900" algn="just">
              <a:buFont typeface="Arial" panose="020B0604020202020204" pitchFamily="34" charset="0"/>
              <a:buChar char="•"/>
            </a:pPr>
            <a:r>
              <a:rPr lang="en-ZA" sz="2400" dirty="0">
                <a:solidFill>
                  <a:schemeClr val="bg1"/>
                </a:solidFill>
              </a:rPr>
              <a:t>Also, customer preferred black and grey interior colours</a:t>
            </a:r>
          </a:p>
          <a:p>
            <a:pPr algn="just"/>
            <a:r>
              <a:rPr lang="en-ZA" sz="2400" dirty="0">
                <a:solidFill>
                  <a:schemeClr val="bg1"/>
                </a:solidFill>
              </a:rPr>
              <a:t> </a:t>
            </a:r>
          </a:p>
        </p:txBody>
      </p:sp>
    </p:spTree>
    <p:extLst>
      <p:ext uri="{BB962C8B-B14F-4D97-AF65-F5344CB8AC3E}">
        <p14:creationId xmlns:p14="http://schemas.microsoft.com/office/powerpoint/2010/main" val="1358758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9A98E-D3DC-8B2E-8CEF-0804B7B9A6C3}"/>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74AAAD05-9ADB-0EEE-4984-536BAEA926F2}"/>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47E694F9-8FC5-7588-E653-425A402EA864}"/>
              </a:ext>
            </a:extLst>
          </p:cNvPr>
          <p:cNvSpPr/>
          <p:nvPr/>
        </p:nvSpPr>
        <p:spPr>
          <a:xfrm>
            <a:off x="1200" y="0"/>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F570E5BA-4524-16FA-53D9-50BEEFFCF102}"/>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EB89C0C-07F9-7627-197B-1E0889A6D7FD}"/>
              </a:ext>
            </a:extLst>
          </p:cNvPr>
          <p:cNvSpPr>
            <a:spLocks noGrp="1"/>
          </p:cNvSpPr>
          <p:nvPr>
            <p:ph type="title"/>
          </p:nvPr>
        </p:nvSpPr>
        <p:spPr>
          <a:xfrm>
            <a:off x="806116" y="329956"/>
            <a:ext cx="10515600" cy="1325563"/>
          </a:xfrm>
        </p:spPr>
        <p:txBody>
          <a:bodyPr/>
          <a:lstStyle/>
          <a:p>
            <a:r>
              <a:rPr lang="en-US" sz="4000" dirty="0">
                <a:solidFill>
                  <a:schemeClr val="bg1"/>
                </a:solidFill>
              </a:rPr>
              <a:t>CONCLUSION</a:t>
            </a:r>
            <a:endParaRPr lang="en-US" dirty="0"/>
          </a:p>
        </p:txBody>
      </p:sp>
      <p:sp>
        <p:nvSpPr>
          <p:cNvPr id="5" name="Slide Number Placeholder 4">
            <a:extLst>
              <a:ext uri="{FF2B5EF4-FFF2-40B4-BE49-F238E27FC236}">
                <a16:creationId xmlns:a16="http://schemas.microsoft.com/office/drawing/2014/main" id="{9B10E7F4-AB01-55B3-4BB1-D233DCD830F1}"/>
              </a:ext>
            </a:extLst>
          </p:cNvPr>
          <p:cNvSpPr>
            <a:spLocks noGrp="1"/>
          </p:cNvSpPr>
          <p:nvPr>
            <p:ph type="sldNum" sz="quarter" idx="12"/>
          </p:nvPr>
        </p:nvSpPr>
        <p:spPr/>
        <p:txBody>
          <a:bodyPr/>
          <a:lstStyle/>
          <a:p>
            <a:fld id="{82EE24B5-652C-4DB5-B7C3-B5BBEC1280B1}" type="slidenum">
              <a:rPr lang="en-US" smtClean="0"/>
              <a:t>13</a:t>
            </a:fld>
            <a:endParaRPr lang="en-US" dirty="0"/>
          </a:p>
        </p:txBody>
      </p:sp>
      <p:sp>
        <p:nvSpPr>
          <p:cNvPr id="11" name="object 5" descr="Beige rectangle">
            <a:extLst>
              <a:ext uri="{FF2B5EF4-FFF2-40B4-BE49-F238E27FC236}">
                <a16:creationId xmlns:a16="http://schemas.microsoft.com/office/drawing/2014/main" id="{656BAB85-14D6-260C-EC76-46DDF9012BDC}"/>
              </a:ext>
            </a:extLst>
          </p:cNvPr>
          <p:cNvSpPr/>
          <p:nvPr/>
        </p:nvSpPr>
        <p:spPr>
          <a:xfrm flipV="1">
            <a:off x="915636" y="1171073"/>
            <a:ext cx="3704489" cy="138069"/>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3" name="TextBox 2">
            <a:extLst>
              <a:ext uri="{FF2B5EF4-FFF2-40B4-BE49-F238E27FC236}">
                <a16:creationId xmlns:a16="http://schemas.microsoft.com/office/drawing/2014/main" id="{EBFA69C1-5A1A-2E7D-A4D2-7241165461F8}"/>
              </a:ext>
            </a:extLst>
          </p:cNvPr>
          <p:cNvSpPr txBox="1"/>
          <p:nvPr/>
        </p:nvSpPr>
        <p:spPr>
          <a:xfrm>
            <a:off x="1" y="1397000"/>
            <a:ext cx="12190800" cy="4893647"/>
          </a:xfrm>
          <a:prstGeom prst="rect">
            <a:avLst/>
          </a:prstGeom>
          <a:noFill/>
        </p:spPr>
        <p:txBody>
          <a:bodyPr wrap="square" rtlCol="0">
            <a:spAutoFit/>
          </a:bodyPr>
          <a:lstStyle/>
          <a:p>
            <a:pPr marL="914400" lvl="1" indent="-457200" algn="just">
              <a:buFont typeface="Arial" panose="020B0604020202020204" pitchFamily="34" charset="0"/>
              <a:buChar char="•"/>
            </a:pPr>
            <a:r>
              <a:rPr lang="en-ZA" sz="2600" dirty="0">
                <a:solidFill>
                  <a:schemeClr val="bg1"/>
                </a:solidFill>
              </a:rPr>
              <a:t>Car that made the most revenue was Ford</a:t>
            </a:r>
          </a:p>
          <a:p>
            <a:pPr marL="914400" lvl="1" indent="-457200" algn="just">
              <a:buFont typeface="Arial" panose="020B0604020202020204" pitchFamily="34" charset="0"/>
              <a:buChar char="•"/>
            </a:pPr>
            <a:r>
              <a:rPr lang="en-ZA" sz="2600" dirty="0">
                <a:solidFill>
                  <a:schemeClr val="bg1"/>
                </a:solidFill>
              </a:rPr>
              <a:t>Car model that made the most revenue was F-150</a:t>
            </a:r>
          </a:p>
          <a:p>
            <a:pPr marL="914400" lvl="1" indent="-457200" algn="just">
              <a:buFont typeface="Arial" panose="020B0604020202020204" pitchFamily="34" charset="0"/>
              <a:buChar char="•"/>
            </a:pPr>
            <a:r>
              <a:rPr lang="en-ZA" sz="2600" dirty="0">
                <a:solidFill>
                  <a:schemeClr val="bg1"/>
                </a:solidFill>
              </a:rPr>
              <a:t>Vehicles with high odometer readings had the lowest average selling prices and those with low odometer reading had the highest average selling prices.</a:t>
            </a:r>
          </a:p>
          <a:p>
            <a:pPr marL="914400" lvl="1" indent="-457200" algn="just">
              <a:buFont typeface="Arial" panose="020B0604020202020204" pitchFamily="34" charset="0"/>
              <a:buChar char="•"/>
            </a:pPr>
            <a:r>
              <a:rPr lang="en-ZA" sz="2600" dirty="0">
                <a:solidFill>
                  <a:schemeClr val="bg1"/>
                </a:solidFill>
              </a:rPr>
              <a:t>FL and CA states recorded the highest number of car sales</a:t>
            </a:r>
          </a:p>
          <a:p>
            <a:pPr marL="914400" lvl="1" indent="-457200" algn="just">
              <a:buFont typeface="Arial" panose="020B0604020202020204" pitchFamily="34" charset="0"/>
              <a:buChar char="•"/>
            </a:pPr>
            <a:r>
              <a:rPr lang="en-ZA" sz="2600" dirty="0">
                <a:solidFill>
                  <a:schemeClr val="bg1"/>
                </a:solidFill>
              </a:rPr>
              <a:t>Customers preferred buying cars in the morning and during the week days</a:t>
            </a:r>
          </a:p>
          <a:p>
            <a:pPr marL="914400" lvl="1" indent="-457200" algn="just">
              <a:buFont typeface="Arial" panose="020B0604020202020204" pitchFamily="34" charset="0"/>
              <a:buChar char="•"/>
            </a:pPr>
            <a:r>
              <a:rPr lang="en-ZA" sz="2600" dirty="0">
                <a:solidFill>
                  <a:schemeClr val="bg1"/>
                </a:solidFill>
              </a:rPr>
              <a:t>Customers preferred poor condition and average class cars</a:t>
            </a:r>
          </a:p>
          <a:p>
            <a:pPr marL="914400" lvl="1" indent="-457200" algn="just">
              <a:buFont typeface="Arial" panose="020B0604020202020204" pitchFamily="34" charset="0"/>
              <a:buChar char="•"/>
            </a:pPr>
            <a:r>
              <a:rPr lang="en-ZA" sz="2600" dirty="0">
                <a:solidFill>
                  <a:schemeClr val="bg1"/>
                </a:solidFill>
              </a:rPr>
              <a:t>Customers preferred  Sedans and SUVs cars</a:t>
            </a:r>
          </a:p>
          <a:p>
            <a:pPr marL="914400" lvl="1" indent="-457200" algn="just">
              <a:buFont typeface="Arial" panose="020B0604020202020204" pitchFamily="34" charset="0"/>
              <a:buChar char="•"/>
            </a:pPr>
            <a:r>
              <a:rPr lang="en-ZA" sz="2600" dirty="0">
                <a:solidFill>
                  <a:schemeClr val="bg1"/>
                </a:solidFill>
              </a:rPr>
              <a:t>Customers preferred to buy cars with high odometer readings</a:t>
            </a:r>
          </a:p>
          <a:p>
            <a:pPr marL="914400" lvl="1" indent="-457200" algn="just">
              <a:buFont typeface="Arial" panose="020B0604020202020204" pitchFamily="34" charset="0"/>
              <a:buChar char="•"/>
            </a:pPr>
            <a:r>
              <a:rPr lang="en-ZA" sz="2600" dirty="0">
                <a:solidFill>
                  <a:schemeClr val="bg1"/>
                </a:solidFill>
              </a:rPr>
              <a:t>Customers preferred automatic transmission cars than manual cars</a:t>
            </a:r>
          </a:p>
          <a:p>
            <a:pPr marL="914400" lvl="1" indent="-457200" algn="just">
              <a:buFont typeface="Arial" panose="020B0604020202020204" pitchFamily="34" charset="0"/>
              <a:buChar char="•"/>
            </a:pPr>
            <a:r>
              <a:rPr lang="en-ZA" sz="2600" dirty="0">
                <a:solidFill>
                  <a:schemeClr val="bg1"/>
                </a:solidFill>
              </a:rPr>
              <a:t>Customers preferred colours black and white on their cars</a:t>
            </a:r>
          </a:p>
        </p:txBody>
      </p:sp>
    </p:spTree>
    <p:extLst>
      <p:ext uri="{BB962C8B-B14F-4D97-AF65-F5344CB8AC3E}">
        <p14:creationId xmlns:p14="http://schemas.microsoft.com/office/powerpoint/2010/main" val="1098306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E071-0252-0B79-8F38-1F74F3C51EE7}"/>
            </a:ext>
          </a:extLst>
        </p:cNvPr>
        <p:cNvGrpSpPr/>
        <p:nvPr/>
      </p:nvGrpSpPr>
      <p:grpSpPr>
        <a:xfrm>
          <a:off x="0" y="0"/>
          <a:ext cx="0" cy="0"/>
          <a:chOff x="0" y="0"/>
          <a:chExt cx="0" cy="0"/>
        </a:xfrm>
      </p:grpSpPr>
      <p:pic>
        <p:nvPicPr>
          <p:cNvPr id="7" name="Content Placeholder 6" descr="People's hands">
            <a:extLst>
              <a:ext uri="{FF2B5EF4-FFF2-40B4-BE49-F238E27FC236}">
                <a16:creationId xmlns:a16="http://schemas.microsoft.com/office/drawing/2014/main" id="{4F2C5F63-883A-5244-D08C-129D77AF43F5}"/>
              </a:ext>
            </a:extLst>
          </p:cNvPr>
          <p:cNvPicPr>
            <a:picLocks noGrp="1" noChangeAspect="1"/>
          </p:cNvPicPr>
          <p:nvPr>
            <p:ph sz="half" idx="4294967295"/>
          </p:nvPr>
        </p:nvPicPr>
        <p:blipFill rotWithShape="1">
          <a:blip r:embed="rId3">
            <a:extLst>
              <a:ext uri="{28A0092B-C50C-407E-A947-70E740481C1C}">
                <a14:useLocalDpi xmlns:a14="http://schemas.microsoft.com/office/drawing/2010/main" val="0"/>
              </a:ext>
            </a:extLst>
          </a:blip>
          <a:srcRect/>
          <a:stretch/>
        </p:blipFill>
        <p:spPr>
          <a:xfrm>
            <a:off x="1200" y="0"/>
            <a:ext cx="12189600" cy="6856650"/>
          </a:xfrm>
        </p:spPr>
      </p:pic>
      <p:sp>
        <p:nvSpPr>
          <p:cNvPr id="8" name="object 3" descr="Blue rectangle">
            <a:extLst>
              <a:ext uri="{FF2B5EF4-FFF2-40B4-BE49-F238E27FC236}">
                <a16:creationId xmlns:a16="http://schemas.microsoft.com/office/drawing/2014/main" id="{FFE7EFF3-6221-5AFE-5E27-1EDCBAFFF9B8}"/>
              </a:ext>
            </a:extLst>
          </p:cNvPr>
          <p:cNvSpPr/>
          <p:nvPr/>
        </p:nvSpPr>
        <p:spPr>
          <a:xfrm>
            <a:off x="1200" y="14748"/>
            <a:ext cx="12189600" cy="6858000"/>
          </a:xfrm>
          <a:custGeom>
            <a:avLst/>
            <a:gdLst/>
            <a:ahLst/>
            <a:cxnLst/>
            <a:rect l="l" t="t" r="r" b="b"/>
            <a:pathLst>
              <a:path w="12189460" h="6858000">
                <a:moveTo>
                  <a:pt x="0" y="6858000"/>
                </a:moveTo>
                <a:lnTo>
                  <a:pt x="12188952" y="6858000"/>
                </a:lnTo>
                <a:lnTo>
                  <a:pt x="12188952" y="0"/>
                </a:lnTo>
                <a:lnTo>
                  <a:pt x="0" y="0"/>
                </a:lnTo>
                <a:lnTo>
                  <a:pt x="0" y="6858000"/>
                </a:lnTo>
                <a:close/>
              </a:path>
            </a:pathLst>
          </a:custGeom>
          <a:solidFill>
            <a:schemeClr val="tx2">
              <a:alpha val="69999"/>
            </a:schemeClr>
          </a:solidFill>
        </p:spPr>
        <p:txBody>
          <a:bodyPr wrap="square" lIns="0" tIns="0" rIns="0" bIns="0" rtlCol="0"/>
          <a:lstStyle/>
          <a:p>
            <a:endParaRPr lang="en-US" dirty="0"/>
          </a:p>
        </p:txBody>
      </p:sp>
      <p:sp>
        <p:nvSpPr>
          <p:cNvPr id="9" name="Oval 8" descr="Beige oval">
            <a:extLst>
              <a:ext uri="{FF2B5EF4-FFF2-40B4-BE49-F238E27FC236}">
                <a16:creationId xmlns:a16="http://schemas.microsoft.com/office/drawing/2014/main" id="{F6BF4529-595E-3244-45FA-1CBE1F4586DD}"/>
              </a:ext>
            </a:extLst>
          </p:cNvPr>
          <p:cNvSpPr/>
          <p:nvPr/>
        </p:nvSpPr>
        <p:spPr>
          <a:xfrm>
            <a:off x="11562237" y="6227432"/>
            <a:ext cx="266400" cy="2664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1A7FDDB-75B8-A5E4-419E-4F5676AA45F7}"/>
              </a:ext>
            </a:extLst>
          </p:cNvPr>
          <p:cNvSpPr>
            <a:spLocks noGrp="1"/>
          </p:cNvSpPr>
          <p:nvPr>
            <p:ph type="title"/>
          </p:nvPr>
        </p:nvSpPr>
        <p:spPr>
          <a:xfrm>
            <a:off x="806116" y="329956"/>
            <a:ext cx="10515600" cy="1325563"/>
          </a:xfrm>
        </p:spPr>
        <p:txBody>
          <a:bodyPr/>
          <a:lstStyle/>
          <a:p>
            <a:r>
              <a:rPr lang="en-US" sz="4000" dirty="0">
                <a:solidFill>
                  <a:schemeClr val="bg1"/>
                </a:solidFill>
              </a:rPr>
              <a:t>RECOMMENDATIONS</a:t>
            </a:r>
            <a:endParaRPr lang="en-US" dirty="0"/>
          </a:p>
        </p:txBody>
      </p:sp>
      <p:sp>
        <p:nvSpPr>
          <p:cNvPr id="5" name="Slide Number Placeholder 4">
            <a:extLst>
              <a:ext uri="{FF2B5EF4-FFF2-40B4-BE49-F238E27FC236}">
                <a16:creationId xmlns:a16="http://schemas.microsoft.com/office/drawing/2014/main" id="{DDDF9AB5-91E8-C7BB-9632-A426E5C24E52}"/>
              </a:ext>
            </a:extLst>
          </p:cNvPr>
          <p:cNvSpPr>
            <a:spLocks noGrp="1"/>
          </p:cNvSpPr>
          <p:nvPr>
            <p:ph type="sldNum" sz="quarter" idx="12"/>
          </p:nvPr>
        </p:nvSpPr>
        <p:spPr/>
        <p:txBody>
          <a:bodyPr/>
          <a:lstStyle/>
          <a:p>
            <a:fld id="{82EE24B5-652C-4DB5-B7C3-B5BBEC1280B1}" type="slidenum">
              <a:rPr lang="en-US" smtClean="0"/>
              <a:t>14</a:t>
            </a:fld>
            <a:endParaRPr lang="en-US" dirty="0"/>
          </a:p>
        </p:txBody>
      </p:sp>
      <p:sp>
        <p:nvSpPr>
          <p:cNvPr id="11" name="object 5" descr="Beige rectangle">
            <a:extLst>
              <a:ext uri="{FF2B5EF4-FFF2-40B4-BE49-F238E27FC236}">
                <a16:creationId xmlns:a16="http://schemas.microsoft.com/office/drawing/2014/main" id="{649CEAB6-BE4E-3A2A-997B-9449EB041484}"/>
              </a:ext>
            </a:extLst>
          </p:cNvPr>
          <p:cNvSpPr/>
          <p:nvPr/>
        </p:nvSpPr>
        <p:spPr>
          <a:xfrm flipV="1">
            <a:off x="915636" y="994611"/>
            <a:ext cx="5469121" cy="314532"/>
          </a:xfrm>
          <a:custGeom>
            <a:avLst/>
            <a:gdLst/>
            <a:ahLst/>
            <a:cxnLst/>
            <a:rect l="l" t="t" r="r" b="b"/>
            <a:pathLst>
              <a:path w="3931920">
                <a:moveTo>
                  <a:pt x="0" y="0"/>
                </a:moveTo>
                <a:lnTo>
                  <a:pt x="3931920" y="0"/>
                </a:lnTo>
              </a:path>
            </a:pathLst>
          </a:custGeom>
          <a:ln w="54864">
            <a:solidFill>
              <a:schemeClr val="accent1"/>
            </a:solidFill>
          </a:ln>
        </p:spPr>
        <p:txBody>
          <a:bodyPr wrap="square" lIns="0" tIns="0" rIns="0" bIns="0" rtlCol="0"/>
          <a:lstStyle/>
          <a:p>
            <a:endParaRPr lang="en-US" dirty="0"/>
          </a:p>
        </p:txBody>
      </p:sp>
      <p:sp>
        <p:nvSpPr>
          <p:cNvPr id="6" name="TextBox 5">
            <a:extLst>
              <a:ext uri="{FF2B5EF4-FFF2-40B4-BE49-F238E27FC236}">
                <a16:creationId xmlns:a16="http://schemas.microsoft.com/office/drawing/2014/main" id="{66CC289B-E24E-D34F-6E71-EEFC6E855BA5}"/>
              </a:ext>
            </a:extLst>
          </p:cNvPr>
          <p:cNvSpPr txBox="1"/>
          <p:nvPr/>
        </p:nvSpPr>
        <p:spPr>
          <a:xfrm>
            <a:off x="145026" y="1369381"/>
            <a:ext cx="11901947" cy="5170646"/>
          </a:xfrm>
          <a:prstGeom prst="rect">
            <a:avLst/>
          </a:prstGeom>
          <a:noFill/>
        </p:spPr>
        <p:txBody>
          <a:bodyPr wrap="square" rtlCol="0">
            <a:spAutoFit/>
          </a:bodyPr>
          <a:lstStyle/>
          <a:p>
            <a:pPr marL="285750" indent="-285750" algn="just">
              <a:buFont typeface="Arial" panose="020B0604020202020204" pitchFamily="34" charset="0"/>
              <a:buChar char="•"/>
            </a:pPr>
            <a:r>
              <a:rPr lang="en-ZA" sz="2200" dirty="0">
                <a:solidFill>
                  <a:schemeClr val="bg1"/>
                </a:solidFill>
              </a:rPr>
              <a:t>Optimize vehicle mix to balance vehicles that drive high revenue with vehicles that drive high profit margins to improve profitability.</a:t>
            </a:r>
          </a:p>
          <a:p>
            <a:pPr marL="285750" indent="-285750" algn="just">
              <a:buFont typeface="Arial" panose="020B0604020202020204" pitchFamily="34" charset="0"/>
              <a:buChar char="•"/>
            </a:pPr>
            <a:r>
              <a:rPr lang="en-ZA" sz="2200" dirty="0">
                <a:solidFill>
                  <a:schemeClr val="bg1"/>
                </a:solidFill>
              </a:rPr>
              <a:t>Use data-driven pricing to align selling prices with demand, mileage, make, colour, interior colour  transmission and condition, ensuring competitive yet profitable sales.</a:t>
            </a:r>
          </a:p>
          <a:p>
            <a:pPr marL="285750" indent="-285750" algn="just">
              <a:buFont typeface="Arial" panose="020B0604020202020204" pitchFamily="34" charset="0"/>
              <a:buChar char="•"/>
            </a:pPr>
            <a:r>
              <a:rPr lang="en-ZA" sz="2200" dirty="0">
                <a:solidFill>
                  <a:schemeClr val="bg1"/>
                </a:solidFill>
              </a:rPr>
              <a:t>Focus on high-performing states by expanding dealership presence and stock allocation where demand is strongest.</a:t>
            </a:r>
          </a:p>
          <a:p>
            <a:pPr marL="285750" indent="-285750" algn="just">
              <a:buFont typeface="Arial" panose="020B0604020202020204" pitchFamily="34" charset="0"/>
              <a:buChar char="•"/>
            </a:pPr>
            <a:r>
              <a:rPr lang="en-ZA" sz="2200" dirty="0">
                <a:solidFill>
                  <a:schemeClr val="bg1"/>
                </a:solidFill>
              </a:rPr>
              <a:t>Improve operational efficiency by aligning staffing and resources with peak sales periods (e.g., weekday mornings).</a:t>
            </a:r>
          </a:p>
          <a:p>
            <a:pPr marL="285750" indent="-285750" algn="just">
              <a:buFont typeface="Arial" panose="020B0604020202020204" pitchFamily="34" charset="0"/>
              <a:buChar char="•"/>
            </a:pPr>
            <a:r>
              <a:rPr lang="en-ZA" sz="2200" dirty="0">
                <a:solidFill>
                  <a:schemeClr val="bg1"/>
                </a:solidFill>
              </a:rPr>
              <a:t>Reduce holding costs through better inventory turnover, prioritizing fast-selling vehicles and minimizing overstock of slow movers.</a:t>
            </a:r>
          </a:p>
          <a:p>
            <a:pPr marL="285750" indent="-285750" algn="just">
              <a:buFont typeface="Arial" panose="020B0604020202020204" pitchFamily="34" charset="0"/>
              <a:buChar char="•"/>
            </a:pPr>
            <a:r>
              <a:rPr lang="en-ZA" sz="2200" dirty="0">
                <a:solidFill>
                  <a:schemeClr val="bg1"/>
                </a:solidFill>
              </a:rPr>
              <a:t>Enhance marketing strategies by targeting customer segments that prefer affordable vehicles while promoting premium options to higher-value buyers.</a:t>
            </a:r>
          </a:p>
          <a:p>
            <a:pPr marL="285750" indent="-285750" algn="just">
              <a:buFont typeface="Arial" panose="020B0604020202020204" pitchFamily="34" charset="0"/>
              <a:buChar char="•"/>
            </a:pPr>
            <a:r>
              <a:rPr lang="en-ZA" sz="2200" dirty="0">
                <a:solidFill>
                  <a:schemeClr val="bg1"/>
                </a:solidFill>
              </a:rPr>
              <a:t>Leverage upselling and add-ons such as warranties, financing and service packages to increase profit.</a:t>
            </a:r>
          </a:p>
          <a:p>
            <a:pPr marL="285750" indent="-285750">
              <a:buFont typeface="Arial" panose="020B0604020202020204" pitchFamily="34" charset="0"/>
              <a:buChar char="•"/>
            </a:pPr>
            <a:endParaRPr lang="en-ZA" sz="2200" dirty="0">
              <a:solidFill>
                <a:schemeClr val="bg1"/>
              </a:solidFill>
            </a:endParaRPr>
          </a:p>
        </p:txBody>
      </p:sp>
    </p:spTree>
    <p:extLst>
      <p:ext uri="{BB962C8B-B14F-4D97-AF65-F5344CB8AC3E}">
        <p14:creationId xmlns:p14="http://schemas.microsoft.com/office/powerpoint/2010/main" val="2810070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6" descr="Girl with documents">
            <a:extLst>
              <a:ext uri="{FF2B5EF4-FFF2-40B4-BE49-F238E27FC236}">
                <a16:creationId xmlns:a16="http://schemas.microsoft.com/office/drawing/2014/main" id="{BD5BAEF8-04EE-4148-AB9D-25427A9268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1" y="675"/>
            <a:ext cx="12189600" cy="6856650"/>
          </a:xfrm>
          <a:prstGeom prst="rect">
            <a:avLst/>
          </a:prstGeom>
        </p:spPr>
      </p:pic>
      <p:sp>
        <p:nvSpPr>
          <p:cNvPr id="5" name="Content Placeholder 4">
            <a:extLst>
              <a:ext uri="{FF2B5EF4-FFF2-40B4-BE49-F238E27FC236}">
                <a16:creationId xmlns:a16="http://schemas.microsoft.com/office/drawing/2014/main" id="{D5537408-2125-4CE5-92A7-F7E0FCBA31D0}"/>
              </a:ext>
            </a:extLst>
          </p:cNvPr>
          <p:cNvSpPr txBox="1">
            <a:spLocks/>
          </p:cNvSpPr>
          <p:nvPr/>
        </p:nvSpPr>
        <p:spPr>
          <a:xfrm>
            <a:off x="-1" y="1341439"/>
            <a:ext cx="6348413" cy="4140200"/>
          </a:xfrm>
          <a:prstGeom prst="rect">
            <a:avLst/>
          </a:prstGeom>
          <a:solidFill>
            <a:schemeClr val="accent2"/>
          </a:solidFill>
        </p:spPr>
        <p:txBody>
          <a:bodyPr lIns="1548000" tIns="216000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100"/>
              </a:spcBef>
              <a:buFont typeface="Arial" panose="020B0604020202020204" pitchFamily="34" charset="0"/>
              <a:buNone/>
            </a:pPr>
            <a:r>
              <a:rPr lang="en-US" sz="2500" b="1" i="1" spc="60" dirty="0">
                <a:solidFill>
                  <a:schemeClr val="bg2">
                    <a:lumMod val="20000"/>
                    <a:lumOff val="80000"/>
                    <a:alpha val="75000"/>
                  </a:schemeClr>
                </a:solidFill>
                <a:cs typeface="Arial"/>
              </a:rPr>
              <a:t>Ndadlana Piet Maseko</a:t>
            </a:r>
            <a:endParaRPr lang="en-US" sz="2500" b="1" i="1" dirty="0">
              <a:solidFill>
                <a:schemeClr val="bg2">
                  <a:lumMod val="20000"/>
                  <a:lumOff val="80000"/>
                  <a:alpha val="75000"/>
                </a:schemeClr>
              </a:solidFill>
              <a:cs typeface="Arial"/>
            </a:endParaRPr>
          </a:p>
          <a:p>
            <a:pPr marL="0" marR="5080" indent="0">
              <a:buFont typeface="Arial" panose="020B0604020202020204" pitchFamily="34" charset="0"/>
              <a:buNone/>
            </a:pPr>
            <a:r>
              <a:rPr lang="en-US" sz="2500" b="1" i="1" spc="70" dirty="0">
                <a:solidFill>
                  <a:schemeClr val="bg2">
                    <a:lumMod val="20000"/>
                    <a:lumOff val="80000"/>
                    <a:alpha val="75000"/>
                  </a:schemeClr>
                </a:solidFill>
                <a:cs typeface="Arial"/>
              </a:rPr>
              <a:t>masekondadlana@gmail.com</a:t>
            </a:r>
          </a:p>
          <a:p>
            <a:pPr marL="0" marR="5080" indent="0">
              <a:buFont typeface="Arial" panose="020B0604020202020204" pitchFamily="34" charset="0"/>
              <a:buNone/>
            </a:pPr>
            <a:r>
              <a:rPr lang="en-US" sz="2500" b="1" i="1" spc="45" dirty="0">
                <a:solidFill>
                  <a:schemeClr val="bg2">
                    <a:lumMod val="20000"/>
                    <a:lumOff val="80000"/>
                    <a:alpha val="75000"/>
                  </a:schemeClr>
                </a:solidFill>
                <a:cs typeface="Arial"/>
              </a:rPr>
              <a:t>078-9263-635</a:t>
            </a:r>
            <a:endParaRPr lang="en-US" sz="2500" b="1" i="1" dirty="0">
              <a:solidFill>
                <a:schemeClr val="bg2">
                  <a:lumMod val="20000"/>
                  <a:lumOff val="80000"/>
                  <a:alpha val="75000"/>
                </a:schemeClr>
              </a:solidFill>
              <a:cs typeface="Arial"/>
            </a:endParaRPr>
          </a:p>
          <a:p>
            <a:pPr marL="0" indent="0">
              <a:lnSpc>
                <a:spcPct val="125000"/>
              </a:lnSpc>
              <a:buFont typeface="Arial" panose="020B0604020202020204" pitchFamily="34" charset="0"/>
              <a:buNone/>
            </a:pPr>
            <a:endParaRPr lang="en-US" sz="2500" b="1" dirty="0">
              <a:solidFill>
                <a:schemeClr val="bg2">
                  <a:alpha val="50000"/>
                </a:schemeClr>
              </a:solidFill>
            </a:endParaRPr>
          </a:p>
        </p:txBody>
      </p:sp>
      <p:sp>
        <p:nvSpPr>
          <p:cNvPr id="6" name="object 6" descr="Beige rectangle">
            <a:extLst>
              <a:ext uri="{FF2B5EF4-FFF2-40B4-BE49-F238E27FC236}">
                <a16:creationId xmlns:a16="http://schemas.microsoft.com/office/drawing/2014/main" id="{B0C70F64-F3E5-413B-AF4F-E15CE944B761}"/>
              </a:ext>
            </a:extLst>
          </p:cNvPr>
          <p:cNvSpPr/>
          <p:nvPr/>
        </p:nvSpPr>
        <p:spPr>
          <a:xfrm>
            <a:off x="931203" y="2894901"/>
            <a:ext cx="4176000" cy="0"/>
          </a:xfrm>
          <a:custGeom>
            <a:avLst/>
            <a:gdLst/>
            <a:ahLst/>
            <a:cxnLst/>
            <a:rect l="l" t="t" r="r" b="b"/>
            <a:pathLst>
              <a:path w="4206240">
                <a:moveTo>
                  <a:pt x="0" y="0"/>
                </a:moveTo>
                <a:lnTo>
                  <a:pt x="4206240" y="0"/>
                </a:lnTo>
              </a:path>
            </a:pathLst>
          </a:custGeom>
          <a:ln w="54863">
            <a:solidFill>
              <a:schemeClr val="accent1"/>
            </a:solidFill>
          </a:ln>
        </p:spPr>
        <p:txBody>
          <a:bodyPr wrap="square" lIns="0" tIns="0" rIns="0" bIns="0" rtlCol="0"/>
          <a:lstStyle/>
          <a:p>
            <a:endParaRPr lang="en-US" dirty="0"/>
          </a:p>
        </p:txBody>
      </p:sp>
      <p:pic>
        <p:nvPicPr>
          <p:cNvPr id="8" name="Graphic 7" descr="Person icon">
            <a:extLst>
              <a:ext uri="{FF2B5EF4-FFF2-40B4-BE49-F238E27FC236}">
                <a16:creationId xmlns:a16="http://schemas.microsoft.com/office/drawing/2014/main" id="{AC7339AD-1A2B-4702-8C29-5CFB6D1BBB5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5237" y="3470503"/>
            <a:ext cx="342900" cy="352425"/>
          </a:xfrm>
          <a:prstGeom prst="rect">
            <a:avLst/>
          </a:prstGeom>
        </p:spPr>
      </p:pic>
      <p:pic>
        <p:nvPicPr>
          <p:cNvPr id="9" name="Graphic 8" descr="Mail icon">
            <a:extLst>
              <a:ext uri="{FF2B5EF4-FFF2-40B4-BE49-F238E27FC236}">
                <a16:creationId xmlns:a16="http://schemas.microsoft.com/office/drawing/2014/main" id="{DE19364B-D5B6-43E8-B6E4-DC0094FA3CD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35237" y="3965704"/>
            <a:ext cx="342900" cy="342900"/>
          </a:xfrm>
          <a:prstGeom prst="rect">
            <a:avLst/>
          </a:prstGeom>
        </p:spPr>
      </p:pic>
      <p:pic>
        <p:nvPicPr>
          <p:cNvPr id="10" name="Graphic 9" descr="Phone icon">
            <a:extLst>
              <a:ext uri="{FF2B5EF4-FFF2-40B4-BE49-F238E27FC236}">
                <a16:creationId xmlns:a16="http://schemas.microsoft.com/office/drawing/2014/main" id="{7821267F-71E4-4DA4-8BC7-EB091622077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5237" y="4451380"/>
            <a:ext cx="342900" cy="342900"/>
          </a:xfrm>
          <a:prstGeom prst="rect">
            <a:avLst/>
          </a:prstGeom>
        </p:spPr>
      </p:pic>
      <p:sp>
        <p:nvSpPr>
          <p:cNvPr id="2" name="Title 1">
            <a:extLst>
              <a:ext uri="{FF2B5EF4-FFF2-40B4-BE49-F238E27FC236}">
                <a16:creationId xmlns:a16="http://schemas.microsoft.com/office/drawing/2014/main" id="{1BD43A5E-77DF-44FD-800D-158434A3ABC6}"/>
              </a:ext>
            </a:extLst>
          </p:cNvPr>
          <p:cNvSpPr>
            <a:spLocks noGrp="1"/>
          </p:cNvSpPr>
          <p:nvPr>
            <p:ph type="title"/>
          </p:nvPr>
        </p:nvSpPr>
        <p:spPr>
          <a:xfrm>
            <a:off x="838200" y="1701559"/>
            <a:ext cx="4859215" cy="1325563"/>
          </a:xfrm>
        </p:spPr>
        <p:txBody>
          <a:bodyPr>
            <a:normAutofit/>
          </a:bodyPr>
          <a:lstStyle/>
          <a:p>
            <a:r>
              <a:rPr lang="en-US" sz="5000" dirty="0">
                <a:solidFill>
                  <a:schemeClr val="bg1"/>
                </a:solidFill>
              </a:rPr>
              <a:t>THANK YOU!</a:t>
            </a:r>
            <a:endParaRPr lang="en-US" sz="5000" dirty="0"/>
          </a:p>
        </p:txBody>
      </p:sp>
    </p:spTree>
    <p:extLst>
      <p:ext uri="{BB962C8B-B14F-4D97-AF65-F5344CB8AC3E}">
        <p14:creationId xmlns:p14="http://schemas.microsoft.com/office/powerpoint/2010/main" val="1486951216"/>
      </p:ext>
    </p:extLst>
  </p:cSld>
  <p:clrMapOvr>
    <a:masterClrMapping/>
  </p:clrMapOvr>
</p:sld>
</file>

<file path=ppt/theme/theme1.xml><?xml version="1.0" encoding="utf-8"?>
<a:theme xmlns:a="http://schemas.openxmlformats.org/drawingml/2006/main" name="Office Theme">
  <a:themeElements>
    <a:clrScheme name="Custom 30">
      <a:dk1>
        <a:sysClr val="windowText" lastClr="000000"/>
      </a:dk1>
      <a:lt1>
        <a:sysClr val="window" lastClr="FFFFFF"/>
      </a:lt1>
      <a:dk2>
        <a:srgbClr val="00292E"/>
      </a:dk2>
      <a:lt2>
        <a:srgbClr val="64B2C1"/>
      </a:lt2>
      <a:accent1>
        <a:srgbClr val="F0CDA1"/>
      </a:accent1>
      <a:accent2>
        <a:srgbClr val="107082"/>
      </a:accent2>
      <a:accent3>
        <a:srgbClr val="054854"/>
      </a:accent3>
      <a:accent4>
        <a:srgbClr val="00AEEF"/>
      </a:accent4>
      <a:accent5>
        <a:srgbClr val="F99927"/>
      </a:accent5>
      <a:accent6>
        <a:srgbClr val="EC7216"/>
      </a:accent6>
      <a:hlink>
        <a:srgbClr val="000000"/>
      </a:hlink>
      <a:folHlink>
        <a:srgbClr val="000000"/>
      </a:folHlink>
    </a:clrScheme>
    <a:fontScheme name="Custom 24">
      <a:majorFont>
        <a:latin typeface="Gill Sans MT"/>
        <a:ea typeface=""/>
        <a:cs typeface=""/>
      </a:majorFont>
      <a:minorFont>
        <a:latin typeface="Arial "/>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M45022061_Professional services marketing plan_SL_V1" id="{B214D568-CC3C-4109-877A-D7A12976D35F}" vid="{D425069E-A49A-4A86-9A62-1864F0635A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A426FE2C-7640-4BF0-9D68-FDFD4151FD5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2DDA16B-F3AC-4A5B-9F5F-6F5A8F47A9E6}">
  <ds:schemaRefs>
    <ds:schemaRef ds:uri="http://schemas.microsoft.com/sharepoint/v3/contenttype/forms"/>
  </ds:schemaRefs>
</ds:datastoreItem>
</file>

<file path=customXml/itemProps3.xml><?xml version="1.0" encoding="utf-8"?>
<ds:datastoreItem xmlns:ds="http://schemas.openxmlformats.org/officeDocument/2006/customXml" ds:itemID="{3C118CE8-9293-4220-BA3B-5D353B13ABC9}">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Professional services marketing plan</Template>
  <TotalTime>5188</TotalTime>
  <Words>1080</Words>
  <Application>Microsoft Office PowerPoint</Application>
  <PresentationFormat>Widescreen</PresentationFormat>
  <Paragraphs>131</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Arial </vt:lpstr>
      <vt:lpstr>Calibri</vt:lpstr>
      <vt:lpstr>Gill Sans MT</vt:lpstr>
      <vt:lpstr>Office Theme</vt:lpstr>
      <vt:lpstr>BRIGHT MOTORS  CAR SALES</vt:lpstr>
      <vt:lpstr>OUTLINE</vt:lpstr>
      <vt:lpstr>INTRODUCTION</vt:lpstr>
      <vt:lpstr>PROBLEM STATEMENT</vt:lpstr>
      <vt:lpstr>OBJECTIVES</vt:lpstr>
      <vt:lpstr>RESULTS</vt:lpstr>
      <vt:lpstr>RESULTS</vt:lpstr>
      <vt:lpstr>RESULTS</vt:lpstr>
      <vt:lpstr>RESULTS</vt:lpstr>
      <vt:lpstr>RESULTS</vt:lpstr>
      <vt:lpstr>RESULTS</vt:lpstr>
      <vt:lpstr>RESULTS</vt:lpstr>
      <vt:lpstr>CONCLUSION</vt:lpstr>
      <vt:lpstr>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this pc</dc:creator>
  <cp:lastModifiedBy>this pc</cp:lastModifiedBy>
  <cp:revision>26</cp:revision>
  <dcterms:created xsi:type="dcterms:W3CDTF">2026-04-28T13:14:54Z</dcterms:created>
  <dcterms:modified xsi:type="dcterms:W3CDTF">2026-05-04T10:13:42Z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